
<file path=[Content_Types].xml><?xml version="1.0" encoding="utf-8"?>
<Types xmlns="http://schemas.openxmlformats.org/package/2006/content-types">
  <Default Extension="jfif" ContentType="image/jpeg"/>
  <Default Extension="PNG" ContentType="image/png"/>
  <Default Extension="jpeg" ContentType="image/jpeg"/>
  <Default Extension="rels" ContentType="application/vnd.openxmlformats-package.relationships+xml"/>
  <Default Extension="xml" ContentType="application/xml"/>
  <Default Extension="fntdata" ContentType="application/x-fontdata"/>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authors.xml" ContentType="application/vnd.ms-powerpoint.author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85" r:id="rId1"/>
  </p:sldMasterIdLst>
  <p:notesMasterIdLst>
    <p:notesMasterId r:id="rId27"/>
  </p:notesMasterIdLst>
  <p:sldIdLst>
    <p:sldId id="256" r:id="rId2"/>
    <p:sldId id="313" r:id="rId3"/>
    <p:sldId id="275" r:id="rId4"/>
    <p:sldId id="257" r:id="rId5"/>
    <p:sldId id="258" r:id="rId6"/>
    <p:sldId id="277" r:id="rId7"/>
    <p:sldId id="269" r:id="rId8"/>
    <p:sldId id="286" r:id="rId9"/>
    <p:sldId id="261" r:id="rId10"/>
    <p:sldId id="262" r:id="rId11"/>
    <p:sldId id="259" r:id="rId12"/>
    <p:sldId id="263" r:id="rId13"/>
    <p:sldId id="314" r:id="rId14"/>
    <p:sldId id="271" r:id="rId15"/>
    <p:sldId id="283" r:id="rId16"/>
    <p:sldId id="315" r:id="rId17"/>
    <p:sldId id="316" r:id="rId18"/>
    <p:sldId id="273" r:id="rId19"/>
    <p:sldId id="318" r:id="rId20"/>
    <p:sldId id="274" r:id="rId21"/>
    <p:sldId id="317" r:id="rId22"/>
    <p:sldId id="319" r:id="rId23"/>
    <p:sldId id="276" r:id="rId24"/>
    <p:sldId id="280" r:id="rId25"/>
    <p:sldId id="291" r:id="rId26"/>
  </p:sldIdLst>
  <p:sldSz cx="9144000" cy="5143500" type="screen16x9"/>
  <p:notesSz cx="6858000" cy="9144000"/>
  <p:embeddedFontLst>
    <p:embeddedFont>
      <p:font typeface="Anaheim" panose="020B0604020202020204" charset="0"/>
      <p:regular r:id="rId28"/>
    </p:embeddedFont>
    <p:embeddedFont>
      <p:font typeface="Arvo" panose="020B0604020202020204" charset="0"/>
      <p:regular r:id="rId29"/>
      <p:bold r:id="rId30"/>
      <p:italic r:id="rId31"/>
      <p:boldItalic r:id="rId32"/>
    </p:embeddedFont>
    <p:embeddedFont>
      <p:font typeface="Barlow Semi Condensed" panose="020B0604020202020204" charset="0"/>
      <p:regular r:id="rId33"/>
      <p:bold r:id="rId34"/>
      <p:italic r:id="rId35"/>
      <p:boldItalic r:id="rId36"/>
    </p:embeddedFont>
    <p:embeddedFont>
      <p:font typeface="Nunito Light" panose="020B0604020202020204" charset="0"/>
      <p:regular r:id="rId37"/>
      <p:italic r:id="rId38"/>
    </p:embeddedFont>
    <p:embeddedFont>
      <p:font typeface="PT Sans" panose="020B0604020202020204" charset="0"/>
      <p:regular r:id="rId39"/>
      <p:bold r:id="rId40"/>
      <p:italic r:id="rId41"/>
      <p:boldItalic r:id="rId4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33EC0AA4-0F50-0B5D-02F0-EA5B496AA13F}" name="FNU LNU" initials="FL" userId="S::sam_03@x1zdk.onmicrosoft.com::b9145fe7-7948-4961-89c4-39f9a5c9b3a1"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91EDF9EB-0B12-45F2-97B1-4F605296EBA1}">
  <a:tblStyle styleId="{91EDF9EB-0B12-45F2-97B1-4F605296EBA1}" styleName="Table_0">
    <a:wholeTbl>
      <a:tcTxStyle>
        <a:font>
          <a:latin typeface="Arial"/>
          <a:ea typeface="Arial"/>
          <a:cs typeface="Arial"/>
        </a:font>
        <a:srgbClr val="000000"/>
      </a:tcTxStyle>
      <a:tcStyle>
        <a:tcBdr>
          <a:left>
            <a:ln w="9525" cap="flat" cmpd="sng">
              <a:solidFill>
                <a:srgbClr val="000000"/>
              </a:solidFill>
              <a:prstDash val="solid"/>
              <a:round/>
              <a:headEnd type="none" w="sm" len="sm"/>
              <a:tailEnd type="none" w="sm" len="sm"/>
            </a:ln>
          </a:left>
          <a:right>
            <a:ln w="9525" cap="flat" cmpd="sng">
              <a:solidFill>
                <a:srgbClr val="000000"/>
              </a:solidFill>
              <a:prstDash val="solid"/>
              <a:round/>
              <a:headEnd type="none" w="sm" len="sm"/>
              <a:tailEnd type="none" w="sm" len="sm"/>
            </a:ln>
          </a:right>
          <a:top>
            <a:ln w="9525" cap="flat" cmpd="sng">
              <a:solidFill>
                <a:srgbClr val="000000"/>
              </a:solidFill>
              <a:prstDash val="solid"/>
              <a:round/>
              <a:headEnd type="none" w="sm" len="sm"/>
              <a:tailEnd type="none" w="sm" len="sm"/>
            </a:ln>
          </a:top>
          <a:bottom>
            <a:ln w="9525" cap="flat" cmpd="sng">
              <a:solidFill>
                <a:srgbClr val="000000"/>
              </a:solidFill>
              <a:prstDash val="solid"/>
              <a:round/>
              <a:headEnd type="none" w="sm" len="sm"/>
              <a:tailEnd type="none" w="sm" len="sm"/>
            </a:ln>
          </a:bottom>
          <a:insideH>
            <a:ln w="9525" cap="flat" cmpd="sng">
              <a:solidFill>
                <a:srgbClr val="000000"/>
              </a:solidFill>
              <a:prstDash val="solid"/>
              <a:round/>
              <a:headEnd type="none" w="sm" len="sm"/>
              <a:tailEnd type="none" w="sm" len="sm"/>
            </a:ln>
          </a:insideH>
          <a:insideV>
            <a:ln w="9525" cap="flat" cmpd="sng">
              <a:solidFill>
                <a:srgbClr val="000000"/>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77ED29F8-5B00-4665-B84D-C99B2DD81287}" styleName="Table_1">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95" autoAdjust="0"/>
    <p:restoredTop sz="94660"/>
  </p:normalViewPr>
  <p:slideViewPr>
    <p:cSldViewPr snapToGrid="0">
      <p:cViewPr varScale="1">
        <p:scale>
          <a:sx n="143" d="100"/>
          <a:sy n="143" d="100"/>
        </p:scale>
        <p:origin x="13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font" Target="fonts/font12.fntdata"/><Relationship Id="rId21" Type="http://schemas.openxmlformats.org/officeDocument/2006/relationships/slide" Target="slides/slide20.xml"/><Relationship Id="rId34" Type="http://schemas.openxmlformats.org/officeDocument/2006/relationships/font" Target="fonts/font7.fntdata"/><Relationship Id="rId42" Type="http://schemas.openxmlformats.org/officeDocument/2006/relationships/font" Target="fonts/font15.fntdata"/><Relationship Id="rId47" Type="http://schemas.microsoft.com/office/2018/10/relationships/authors" Target="author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font" Target="fonts/font10.fntdata"/><Relationship Id="rId40" Type="http://schemas.openxmlformats.org/officeDocument/2006/relationships/font" Target="fonts/font13.fntdata"/><Relationship Id="rId45"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font" Target="fonts/font9.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4"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font" Target="fonts/font8.fntdata"/><Relationship Id="rId43"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openxmlformats.org/officeDocument/2006/relationships/font" Target="fonts/font11.fntdata"/><Relationship Id="rId4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font" Target="fonts/font1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1"/>
        <p:cNvGrpSpPr/>
        <p:nvPr/>
      </p:nvGrpSpPr>
      <p:grpSpPr>
        <a:xfrm>
          <a:off x="0" y="0"/>
          <a:ext cx="0" cy="0"/>
          <a:chOff x="0" y="0"/>
          <a:chExt cx="0" cy="0"/>
        </a:xfrm>
      </p:grpSpPr>
      <p:sp>
        <p:nvSpPr>
          <p:cNvPr id="1162" name="Google Shape;1162;g4dfce81f19_0_4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163" name="Google Shape;1163;g4dfce81f19_0_4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1"/>
        <p:cNvGrpSpPr/>
        <p:nvPr/>
      </p:nvGrpSpPr>
      <p:grpSpPr>
        <a:xfrm>
          <a:off x="0" y="0"/>
          <a:ext cx="0" cy="0"/>
          <a:chOff x="0" y="0"/>
          <a:chExt cx="0" cy="0"/>
        </a:xfrm>
      </p:grpSpPr>
      <p:sp>
        <p:nvSpPr>
          <p:cNvPr id="3562" name="Google Shape;3562;gd5260bdd85_0_3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3" name="Google Shape;3563;gd5260bdd85_0_3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97833340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61"/>
        <p:cNvGrpSpPr/>
        <p:nvPr/>
      </p:nvGrpSpPr>
      <p:grpSpPr>
        <a:xfrm>
          <a:off x="0" y="0"/>
          <a:ext cx="0" cy="0"/>
          <a:chOff x="0" y="0"/>
          <a:chExt cx="0" cy="0"/>
        </a:xfrm>
      </p:grpSpPr>
      <p:sp>
        <p:nvSpPr>
          <p:cNvPr id="3562" name="Google Shape;3562;gd5260bdd85_0_31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563" name="Google Shape;3563;gd5260bdd85_0_31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06"/>
        <p:cNvGrpSpPr/>
        <p:nvPr/>
      </p:nvGrpSpPr>
      <p:grpSpPr>
        <a:xfrm>
          <a:off x="0" y="0"/>
          <a:ext cx="0" cy="0"/>
          <a:chOff x="0" y="0"/>
          <a:chExt cx="0" cy="0"/>
        </a:xfrm>
      </p:grpSpPr>
      <p:sp>
        <p:nvSpPr>
          <p:cNvPr id="1507" name="Google Shape;1507;gd431007ba2_0_2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08" name="Google Shape;1508;gd431007ba2_0_2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9"/>
        <p:cNvGrpSpPr/>
        <p:nvPr/>
      </p:nvGrpSpPr>
      <p:grpSpPr>
        <a:xfrm>
          <a:off x="0" y="0"/>
          <a:ext cx="0" cy="0"/>
          <a:chOff x="0" y="0"/>
          <a:chExt cx="0" cy="0"/>
        </a:xfrm>
      </p:grpSpPr>
      <p:sp>
        <p:nvSpPr>
          <p:cNvPr id="1520" name="Google Shape;1520;gd431007ba2_0_21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21" name="Google Shape;1521;gd431007ba2_0_21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9"/>
        <p:cNvGrpSpPr/>
        <p:nvPr/>
      </p:nvGrpSpPr>
      <p:grpSpPr>
        <a:xfrm>
          <a:off x="0" y="0"/>
          <a:ext cx="0" cy="0"/>
          <a:chOff x="0" y="0"/>
          <a:chExt cx="0" cy="0"/>
        </a:xfrm>
      </p:grpSpPr>
      <p:sp>
        <p:nvSpPr>
          <p:cNvPr id="4240" name="Google Shape;4240;ge899ab3a3d_3_201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241" name="Google Shape;4241;ge899ab3a3d_3_2017: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69"/>
        <p:cNvGrpSpPr/>
        <p:nvPr/>
      </p:nvGrpSpPr>
      <p:grpSpPr>
        <a:xfrm>
          <a:off x="0" y="0"/>
          <a:ext cx="0" cy="0"/>
          <a:chOff x="0" y="0"/>
          <a:chExt cx="0" cy="0"/>
        </a:xfrm>
      </p:grpSpPr>
      <p:sp>
        <p:nvSpPr>
          <p:cNvPr id="2870" name="Google Shape;2870;g54ff9c4cb4_3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871" name="Google Shape;2871;g54ff9c4cb4_3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7"/>
        <p:cNvGrpSpPr/>
        <p:nvPr/>
      </p:nvGrpSpPr>
      <p:grpSpPr>
        <a:xfrm>
          <a:off x="0" y="0"/>
          <a:ext cx="0" cy="0"/>
          <a:chOff x="0" y="0"/>
          <a:chExt cx="0" cy="0"/>
        </a:xfrm>
      </p:grpSpPr>
      <p:sp>
        <p:nvSpPr>
          <p:cNvPr id="5478" name="Google Shape;5478;ge924fdca29_0_65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9" name="Google Shape;5479;ge924fdca29_0_65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9"/>
        <p:cNvGrpSpPr/>
        <p:nvPr/>
      </p:nvGrpSpPr>
      <p:grpSpPr>
        <a:xfrm>
          <a:off x="0" y="0"/>
          <a:ext cx="0" cy="0"/>
          <a:chOff x="0" y="0"/>
          <a:chExt cx="0" cy="0"/>
        </a:xfrm>
      </p:grpSpPr>
      <p:sp>
        <p:nvSpPr>
          <p:cNvPr id="1680" name="Google Shape;1680;ge2883c3a71_2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681" name="Google Shape;1681;ge2883c3a71_2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0"/>
        <p:cNvGrpSpPr/>
        <p:nvPr/>
      </p:nvGrpSpPr>
      <p:grpSpPr>
        <a:xfrm>
          <a:off x="0" y="0"/>
          <a:ext cx="0" cy="0"/>
          <a:chOff x="0" y="0"/>
          <a:chExt cx="0" cy="0"/>
        </a:xfrm>
      </p:grpSpPr>
      <p:sp>
        <p:nvSpPr>
          <p:cNvPr id="1851" name="Google Shape;1851;g54dda1946d_6_32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2" name="Google Shape;1852;g54dda1946d_6_32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6"/>
        <p:cNvGrpSpPr/>
        <p:nvPr/>
      </p:nvGrpSpPr>
      <p:grpSpPr>
        <a:xfrm>
          <a:off x="0" y="0"/>
          <a:ext cx="0" cy="0"/>
          <a:chOff x="0" y="0"/>
          <a:chExt cx="0" cy="0"/>
        </a:xfrm>
      </p:grpSpPr>
      <p:sp>
        <p:nvSpPr>
          <p:cNvPr id="1557" name="Google Shape;1557;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8" name="Google Shape;1558;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8"/>
        <p:cNvGrpSpPr/>
        <p:nvPr/>
      </p:nvGrpSpPr>
      <p:grpSpPr>
        <a:xfrm>
          <a:off x="0" y="0"/>
          <a:ext cx="0" cy="0"/>
          <a:chOff x="0" y="0"/>
          <a:chExt cx="0" cy="0"/>
        </a:xfrm>
      </p:grpSpPr>
      <p:sp>
        <p:nvSpPr>
          <p:cNvPr id="1889" name="Google Shape;1889;g54dda1946d_6_33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90" name="Google Shape;1890;g54dda1946d_6_33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77"/>
        <p:cNvGrpSpPr/>
        <p:nvPr/>
      </p:nvGrpSpPr>
      <p:grpSpPr>
        <a:xfrm>
          <a:off x="0" y="0"/>
          <a:ext cx="0" cy="0"/>
          <a:chOff x="0" y="0"/>
          <a:chExt cx="0" cy="0"/>
        </a:xfrm>
      </p:grpSpPr>
      <p:sp>
        <p:nvSpPr>
          <p:cNvPr id="5478" name="Google Shape;5478;ge924fdca29_0_653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79" name="Google Shape;5479;ge924fdca29_0_653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68427787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85"/>
        <p:cNvGrpSpPr/>
        <p:nvPr/>
      </p:nvGrpSpPr>
      <p:grpSpPr>
        <a:xfrm>
          <a:off x="0" y="0"/>
          <a:ext cx="0" cy="0"/>
          <a:chOff x="0" y="0"/>
          <a:chExt cx="0" cy="0"/>
        </a:xfrm>
      </p:grpSpPr>
      <p:sp>
        <p:nvSpPr>
          <p:cNvPr id="2986" name="Google Shape;2986;g54dda1946d_6_3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987" name="Google Shape;2987;g54dda1946d_6_3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79"/>
        <p:cNvGrpSpPr/>
        <p:nvPr/>
      </p:nvGrpSpPr>
      <p:grpSpPr>
        <a:xfrm>
          <a:off x="0" y="0"/>
          <a:ext cx="0" cy="0"/>
          <a:chOff x="0" y="0"/>
          <a:chExt cx="0" cy="0"/>
        </a:xfrm>
      </p:grpSpPr>
      <p:sp>
        <p:nvSpPr>
          <p:cNvPr id="5280" name="Google Shape;5280;g54dda1946d_4_27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81" name="Google Shape;5281;g54dda1946d_4_27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6"/>
        <p:cNvGrpSpPr/>
        <p:nvPr/>
      </p:nvGrpSpPr>
      <p:grpSpPr>
        <a:xfrm>
          <a:off x="0" y="0"/>
          <a:ext cx="0" cy="0"/>
          <a:chOff x="0" y="0"/>
          <a:chExt cx="0" cy="0"/>
        </a:xfrm>
      </p:grpSpPr>
      <p:sp>
        <p:nvSpPr>
          <p:cNvPr id="1557" name="Google Shape;1557;g54dda1946d_6_30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558" name="Google Shape;1558;g54dda1946d_6_30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97629598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1"/>
        <p:cNvGrpSpPr/>
        <p:nvPr/>
      </p:nvGrpSpPr>
      <p:grpSpPr>
        <a:xfrm>
          <a:off x="0" y="0"/>
          <a:ext cx="0" cy="0"/>
          <a:chOff x="0" y="0"/>
          <a:chExt cx="0" cy="0"/>
        </a:xfrm>
      </p:grpSpPr>
      <p:sp>
        <p:nvSpPr>
          <p:cNvPr id="3312" name="Google Shape;3312;g54dda1946d_4_2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3" name="Google Shape;3313;g54dda1946d_4_2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7744645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1"/>
        <p:cNvGrpSpPr/>
        <p:nvPr/>
      </p:nvGrpSpPr>
      <p:grpSpPr>
        <a:xfrm>
          <a:off x="0" y="0"/>
          <a:ext cx="0" cy="0"/>
          <a:chOff x="0" y="0"/>
          <a:chExt cx="0" cy="0"/>
        </a:xfrm>
      </p:grpSpPr>
      <p:sp>
        <p:nvSpPr>
          <p:cNvPr id="3312" name="Google Shape;3312;g54dda1946d_4_2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3" name="Google Shape;3313;g54dda1946d_4_2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1"/>
        <p:cNvGrpSpPr/>
        <p:nvPr/>
      </p:nvGrpSpPr>
      <p:grpSpPr>
        <a:xfrm>
          <a:off x="0" y="0"/>
          <a:ext cx="0" cy="0"/>
          <a:chOff x="0" y="0"/>
          <a:chExt cx="0" cy="0"/>
        </a:xfrm>
      </p:grpSpPr>
      <p:sp>
        <p:nvSpPr>
          <p:cNvPr id="3312" name="Google Shape;3312;g54dda1946d_4_2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3" name="Google Shape;3313;g54dda1946d_4_2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3411353049"/>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4"/>
        <p:cNvGrpSpPr/>
        <p:nvPr/>
      </p:nvGrpSpPr>
      <p:grpSpPr>
        <a:xfrm>
          <a:off x="0" y="0"/>
          <a:ext cx="0" cy="0"/>
          <a:chOff x="0" y="0"/>
          <a:chExt cx="0" cy="0"/>
        </a:xfrm>
      </p:grpSpPr>
      <p:sp>
        <p:nvSpPr>
          <p:cNvPr id="3375" name="Google Shape;3375;ge0c598f2c1_1_2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76" name="Google Shape;3376;ge0c598f2c1_1_2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1"/>
        <p:cNvGrpSpPr/>
        <p:nvPr/>
      </p:nvGrpSpPr>
      <p:grpSpPr>
        <a:xfrm>
          <a:off x="0" y="0"/>
          <a:ext cx="0" cy="0"/>
          <a:chOff x="0" y="0"/>
          <a:chExt cx="0" cy="0"/>
        </a:xfrm>
      </p:grpSpPr>
      <p:sp>
        <p:nvSpPr>
          <p:cNvPr id="3312" name="Google Shape;3312;g54dda1946d_4_2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3" name="Google Shape;3313;g54dda1946d_4_2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6732418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1"/>
        <p:cNvGrpSpPr/>
        <p:nvPr/>
      </p:nvGrpSpPr>
      <p:grpSpPr>
        <a:xfrm>
          <a:off x="0" y="0"/>
          <a:ext cx="0" cy="0"/>
          <a:chOff x="0" y="0"/>
          <a:chExt cx="0" cy="0"/>
        </a:xfrm>
      </p:grpSpPr>
      <p:sp>
        <p:nvSpPr>
          <p:cNvPr id="3312" name="Google Shape;3312;g54dda1946d_4_27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313" name="Google Shape;3313;g54dda1946d_4_273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179575597"/>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4"/>
        <p:cNvGrpSpPr/>
        <p:nvPr/>
      </p:nvGrpSpPr>
      <p:grpSpPr>
        <a:xfrm>
          <a:off x="0" y="0"/>
          <a:ext cx="0" cy="0"/>
          <a:chOff x="0" y="0"/>
          <a:chExt cx="0" cy="0"/>
        </a:xfrm>
      </p:grpSpPr>
      <p:sp>
        <p:nvSpPr>
          <p:cNvPr id="3645" name="Google Shape;3645;g54dda1946d_4_26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646" name="Google Shape;3646;g54dda1946d_4_268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01"/>
        <p:cNvGrpSpPr/>
        <p:nvPr/>
      </p:nvGrpSpPr>
      <p:grpSpPr>
        <a:xfrm>
          <a:off x="0" y="0"/>
          <a:ext cx="0" cy="0"/>
          <a:chOff x="0" y="0"/>
          <a:chExt cx="0" cy="0"/>
        </a:xfrm>
      </p:grpSpPr>
      <p:sp>
        <p:nvSpPr>
          <p:cNvPr id="4902" name="Google Shape;4902;g54dda1946d_4_268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4903" name="Google Shape;4903;g54dda1946d_4_268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51"/>
        <p:cNvGrpSpPr/>
        <p:nvPr/>
      </p:nvGrpSpPr>
      <p:grpSpPr>
        <a:xfrm>
          <a:off x="0" y="0"/>
          <a:ext cx="0" cy="0"/>
          <a:chOff x="0" y="0"/>
          <a:chExt cx="0" cy="0"/>
        </a:xfrm>
      </p:grpSpPr>
      <p:sp>
        <p:nvSpPr>
          <p:cNvPr id="5952" name="Google Shape;5952;g54dda1946d_4_27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53" name="Google Shape;5953;g54dda1946d_4_27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3" Type="http://schemas.openxmlformats.org/officeDocument/2006/relationships/hyperlink" Target="http://bit.ly/2TyoMsr" TargetMode="External"/><Relationship Id="rId2" Type="http://schemas.openxmlformats.org/officeDocument/2006/relationships/hyperlink" Target="http://bit.ly/2Tynxth" TargetMode="External"/><Relationship Id="rId1" Type="http://schemas.openxmlformats.org/officeDocument/2006/relationships/slideMaster" Target="../slideMasters/slideMaster1.xml"/><Relationship Id="rId4" Type="http://schemas.openxmlformats.org/officeDocument/2006/relationships/hyperlink" Target="http://bit.ly/2TtBDfr" TargetMode="Externa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2"/>
          <p:cNvSpPr/>
          <p:nvPr/>
        </p:nvSpPr>
        <p:spPr>
          <a:xfrm flipH="1">
            <a:off x="6016575" y="298963"/>
            <a:ext cx="1161909" cy="308823"/>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 name="Google Shape;10;p2"/>
          <p:cNvSpPr/>
          <p:nvPr/>
        </p:nvSpPr>
        <p:spPr>
          <a:xfrm flipH="1">
            <a:off x="3657410" y="1151420"/>
            <a:ext cx="821196" cy="266856"/>
          </a:xfrm>
          <a:custGeom>
            <a:avLst/>
            <a:gdLst/>
            <a:ahLst/>
            <a:cxnLst/>
            <a:rect l="l" t="t" r="r" b="b"/>
            <a:pathLst>
              <a:path w="6927" h="2251" extrusionOk="0">
                <a:moveTo>
                  <a:pt x="3856" y="1"/>
                </a:moveTo>
                <a:cubicBezTo>
                  <a:pt x="3081" y="1"/>
                  <a:pt x="2456" y="505"/>
                  <a:pt x="2260" y="1205"/>
                </a:cubicBezTo>
                <a:cubicBezTo>
                  <a:pt x="2064" y="1130"/>
                  <a:pt x="1830" y="1046"/>
                  <a:pt x="1597" y="1046"/>
                </a:cubicBezTo>
                <a:cubicBezTo>
                  <a:pt x="822" y="1046"/>
                  <a:pt x="197" y="1550"/>
                  <a:pt x="1" y="2250"/>
                </a:cubicBezTo>
                <a:lnTo>
                  <a:pt x="6852" y="2250"/>
                </a:lnTo>
                <a:cubicBezTo>
                  <a:pt x="6927" y="2138"/>
                  <a:pt x="6927" y="2017"/>
                  <a:pt x="6927" y="1867"/>
                </a:cubicBezTo>
                <a:cubicBezTo>
                  <a:pt x="6927" y="1242"/>
                  <a:pt x="6423" y="738"/>
                  <a:pt x="5797" y="738"/>
                </a:cubicBezTo>
                <a:cubicBezTo>
                  <a:pt x="5601" y="738"/>
                  <a:pt x="5452" y="775"/>
                  <a:pt x="5293" y="850"/>
                </a:cubicBezTo>
                <a:cubicBezTo>
                  <a:pt x="5022" y="346"/>
                  <a:pt x="4481" y="1"/>
                  <a:pt x="38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 name="Google Shape;11;p2"/>
          <p:cNvSpPr/>
          <p:nvPr/>
        </p:nvSpPr>
        <p:spPr>
          <a:xfrm>
            <a:off x="588375" y="1151414"/>
            <a:ext cx="655831" cy="213113"/>
          </a:xfrm>
          <a:custGeom>
            <a:avLst/>
            <a:gdLst/>
            <a:ahLst/>
            <a:cxnLst/>
            <a:rect l="l" t="t" r="r" b="b"/>
            <a:pathLst>
              <a:path w="6927" h="2251" extrusionOk="0">
                <a:moveTo>
                  <a:pt x="3856" y="1"/>
                </a:moveTo>
                <a:cubicBezTo>
                  <a:pt x="3081" y="1"/>
                  <a:pt x="2456" y="505"/>
                  <a:pt x="2260" y="1205"/>
                </a:cubicBezTo>
                <a:cubicBezTo>
                  <a:pt x="2064" y="1130"/>
                  <a:pt x="1830" y="1046"/>
                  <a:pt x="1597" y="1046"/>
                </a:cubicBezTo>
                <a:cubicBezTo>
                  <a:pt x="822" y="1046"/>
                  <a:pt x="197" y="1550"/>
                  <a:pt x="1" y="2250"/>
                </a:cubicBezTo>
                <a:lnTo>
                  <a:pt x="6852" y="2250"/>
                </a:lnTo>
                <a:cubicBezTo>
                  <a:pt x="6927" y="2138"/>
                  <a:pt x="6927" y="2017"/>
                  <a:pt x="6927" y="1867"/>
                </a:cubicBezTo>
                <a:cubicBezTo>
                  <a:pt x="6927" y="1242"/>
                  <a:pt x="6423" y="738"/>
                  <a:pt x="5797" y="738"/>
                </a:cubicBezTo>
                <a:cubicBezTo>
                  <a:pt x="5601" y="738"/>
                  <a:pt x="5452" y="775"/>
                  <a:pt x="5293" y="850"/>
                </a:cubicBezTo>
                <a:cubicBezTo>
                  <a:pt x="5022" y="346"/>
                  <a:pt x="4481" y="1"/>
                  <a:pt x="38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 name="Google Shape;12;p2"/>
          <p:cNvSpPr/>
          <p:nvPr/>
        </p:nvSpPr>
        <p:spPr>
          <a:xfrm>
            <a:off x="7342202" y="1437925"/>
            <a:ext cx="655796" cy="213102"/>
          </a:xfrm>
          <a:custGeom>
            <a:avLst/>
            <a:gdLst/>
            <a:ahLst/>
            <a:cxnLst/>
            <a:rect l="l" t="t" r="r" b="b"/>
            <a:pathLst>
              <a:path w="6927" h="2251" extrusionOk="0">
                <a:moveTo>
                  <a:pt x="3856" y="1"/>
                </a:moveTo>
                <a:cubicBezTo>
                  <a:pt x="3081" y="1"/>
                  <a:pt x="2456" y="505"/>
                  <a:pt x="2260" y="1205"/>
                </a:cubicBezTo>
                <a:cubicBezTo>
                  <a:pt x="2064" y="1130"/>
                  <a:pt x="1830" y="1046"/>
                  <a:pt x="1597" y="1046"/>
                </a:cubicBezTo>
                <a:cubicBezTo>
                  <a:pt x="822" y="1046"/>
                  <a:pt x="197" y="1550"/>
                  <a:pt x="1" y="2250"/>
                </a:cubicBezTo>
                <a:lnTo>
                  <a:pt x="6852" y="2250"/>
                </a:lnTo>
                <a:cubicBezTo>
                  <a:pt x="6927" y="2138"/>
                  <a:pt x="6927" y="2017"/>
                  <a:pt x="6927" y="1867"/>
                </a:cubicBezTo>
                <a:cubicBezTo>
                  <a:pt x="6927" y="1242"/>
                  <a:pt x="6423" y="738"/>
                  <a:pt x="5797" y="738"/>
                </a:cubicBezTo>
                <a:cubicBezTo>
                  <a:pt x="5601" y="738"/>
                  <a:pt x="5452" y="775"/>
                  <a:pt x="5293" y="850"/>
                </a:cubicBezTo>
                <a:cubicBezTo>
                  <a:pt x="5022" y="346"/>
                  <a:pt x="4481" y="1"/>
                  <a:pt x="38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 name="Google Shape;13;p2"/>
          <p:cNvSpPr/>
          <p:nvPr/>
        </p:nvSpPr>
        <p:spPr>
          <a:xfrm>
            <a:off x="75" y="4604377"/>
            <a:ext cx="9143898" cy="539069"/>
          </a:xfrm>
          <a:custGeom>
            <a:avLst/>
            <a:gdLst/>
            <a:ahLst/>
            <a:cxnLst/>
            <a:rect l="l" t="t" r="r" b="b"/>
            <a:pathLst>
              <a:path w="116676" h="10501" extrusionOk="0">
                <a:moveTo>
                  <a:pt x="1" y="0"/>
                </a:moveTo>
                <a:lnTo>
                  <a:pt x="1" y="10501"/>
                </a:lnTo>
                <a:lnTo>
                  <a:pt x="116675" y="10501"/>
                </a:lnTo>
                <a:lnTo>
                  <a:pt x="116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 name="Google Shape;14;p2"/>
          <p:cNvSpPr/>
          <p:nvPr/>
        </p:nvSpPr>
        <p:spPr>
          <a:xfrm flipH="1">
            <a:off x="0" y="3814675"/>
            <a:ext cx="9144000" cy="7896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 name="Google Shape;15;p2"/>
          <p:cNvSpPr/>
          <p:nvPr/>
        </p:nvSpPr>
        <p:spPr>
          <a:xfrm>
            <a:off x="75" y="2672100"/>
            <a:ext cx="9143898" cy="1142576"/>
          </a:xfrm>
          <a:custGeom>
            <a:avLst/>
            <a:gdLst/>
            <a:ahLst/>
            <a:cxnLst/>
            <a:rect l="l" t="t" r="r" b="b"/>
            <a:pathLst>
              <a:path w="116676" h="18519" extrusionOk="0">
                <a:moveTo>
                  <a:pt x="1" y="0"/>
                </a:moveTo>
                <a:lnTo>
                  <a:pt x="1" y="18519"/>
                </a:lnTo>
                <a:lnTo>
                  <a:pt x="116675" y="18519"/>
                </a:lnTo>
                <a:lnTo>
                  <a:pt x="116675" y="0"/>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 name="Google Shape;16;p2"/>
          <p:cNvSpPr/>
          <p:nvPr/>
        </p:nvSpPr>
        <p:spPr>
          <a:xfrm>
            <a:off x="2423340" y="3564690"/>
            <a:ext cx="52889" cy="118284"/>
          </a:xfrm>
          <a:custGeom>
            <a:avLst/>
            <a:gdLst/>
            <a:ahLst/>
            <a:cxnLst/>
            <a:rect l="l" t="t" r="r" b="b"/>
            <a:pathLst>
              <a:path w="664" h="1485" extrusionOk="0">
                <a:moveTo>
                  <a:pt x="281" y="0"/>
                </a:moveTo>
                <a:cubicBezTo>
                  <a:pt x="122" y="0"/>
                  <a:pt x="1" y="122"/>
                  <a:pt x="1" y="271"/>
                </a:cubicBezTo>
                <a:lnTo>
                  <a:pt x="1" y="1167"/>
                </a:lnTo>
                <a:cubicBezTo>
                  <a:pt x="1" y="1326"/>
                  <a:pt x="122" y="1484"/>
                  <a:pt x="281" y="1484"/>
                </a:cubicBezTo>
                <a:lnTo>
                  <a:pt x="393" y="1484"/>
                </a:lnTo>
                <a:cubicBezTo>
                  <a:pt x="551" y="1484"/>
                  <a:pt x="663" y="1326"/>
                  <a:pt x="663" y="1167"/>
                </a:cubicBezTo>
                <a:lnTo>
                  <a:pt x="663" y="271"/>
                </a:lnTo>
                <a:cubicBezTo>
                  <a:pt x="663" y="122"/>
                  <a:pt x="551" y="0"/>
                  <a:pt x="393"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 name="Google Shape;17;p2"/>
          <p:cNvGrpSpPr/>
          <p:nvPr/>
        </p:nvGrpSpPr>
        <p:grpSpPr>
          <a:xfrm>
            <a:off x="304650" y="3819844"/>
            <a:ext cx="8562861" cy="789577"/>
            <a:chOff x="304650" y="3819844"/>
            <a:chExt cx="8562861" cy="789577"/>
          </a:xfrm>
        </p:grpSpPr>
        <p:grpSp>
          <p:nvGrpSpPr>
            <p:cNvPr id="18" name="Google Shape;18;p2"/>
            <p:cNvGrpSpPr/>
            <p:nvPr/>
          </p:nvGrpSpPr>
          <p:grpSpPr>
            <a:xfrm>
              <a:off x="304650" y="3821822"/>
              <a:ext cx="1882338" cy="787599"/>
              <a:chOff x="373125" y="3995775"/>
              <a:chExt cx="1882338" cy="607200"/>
            </a:xfrm>
          </p:grpSpPr>
          <p:cxnSp>
            <p:nvCxnSpPr>
              <p:cNvPr id="19" name="Google Shape;19;p2"/>
              <p:cNvCxnSpPr/>
              <p:nvPr/>
            </p:nvCxnSpPr>
            <p:spPr>
              <a:xfrm flipH="1">
                <a:off x="373125" y="3995775"/>
                <a:ext cx="522300" cy="607200"/>
              </a:xfrm>
              <a:prstGeom prst="straightConnector1">
                <a:avLst/>
              </a:prstGeom>
              <a:noFill/>
              <a:ln w="19050" cap="flat" cmpd="sng">
                <a:solidFill>
                  <a:srgbClr val="E8D6BF"/>
                </a:solidFill>
                <a:prstDash val="solid"/>
                <a:round/>
                <a:headEnd type="none" w="med" len="med"/>
                <a:tailEnd type="none" w="med" len="med"/>
              </a:ln>
            </p:spPr>
          </p:cxnSp>
          <p:cxnSp>
            <p:nvCxnSpPr>
              <p:cNvPr id="20" name="Google Shape;20;p2"/>
              <p:cNvCxnSpPr/>
              <p:nvPr/>
            </p:nvCxnSpPr>
            <p:spPr>
              <a:xfrm flipH="1">
                <a:off x="1838763" y="3995775"/>
                <a:ext cx="416700" cy="604200"/>
              </a:xfrm>
              <a:prstGeom prst="straightConnector1">
                <a:avLst/>
              </a:prstGeom>
              <a:noFill/>
              <a:ln w="19050" cap="flat" cmpd="sng">
                <a:solidFill>
                  <a:srgbClr val="E8D6BF"/>
                </a:solidFill>
                <a:prstDash val="solid"/>
                <a:round/>
                <a:headEnd type="none" w="med" len="med"/>
                <a:tailEnd type="none" w="med" len="med"/>
              </a:ln>
            </p:spPr>
          </p:cxnSp>
        </p:grpSp>
        <p:grpSp>
          <p:nvGrpSpPr>
            <p:cNvPr id="21" name="Google Shape;21;p2"/>
            <p:cNvGrpSpPr/>
            <p:nvPr/>
          </p:nvGrpSpPr>
          <p:grpSpPr>
            <a:xfrm>
              <a:off x="6925499" y="3819844"/>
              <a:ext cx="1942013" cy="787599"/>
              <a:chOff x="6925550" y="3995775"/>
              <a:chExt cx="1942013" cy="607200"/>
            </a:xfrm>
          </p:grpSpPr>
          <p:cxnSp>
            <p:nvCxnSpPr>
              <p:cNvPr id="22" name="Google Shape;22;p2"/>
              <p:cNvCxnSpPr/>
              <p:nvPr/>
            </p:nvCxnSpPr>
            <p:spPr>
              <a:xfrm>
                <a:off x="8345263" y="3995775"/>
                <a:ext cx="522300" cy="607200"/>
              </a:xfrm>
              <a:prstGeom prst="straightConnector1">
                <a:avLst/>
              </a:prstGeom>
              <a:noFill/>
              <a:ln w="19050" cap="flat" cmpd="sng">
                <a:solidFill>
                  <a:srgbClr val="E8D6BF"/>
                </a:solidFill>
                <a:prstDash val="solid"/>
                <a:round/>
                <a:headEnd type="none" w="med" len="med"/>
                <a:tailEnd type="none" w="med" len="med"/>
              </a:ln>
            </p:spPr>
          </p:cxnSp>
          <p:cxnSp>
            <p:nvCxnSpPr>
              <p:cNvPr id="23" name="Google Shape;23;p2"/>
              <p:cNvCxnSpPr/>
              <p:nvPr/>
            </p:nvCxnSpPr>
            <p:spPr>
              <a:xfrm>
                <a:off x="6925550" y="3995775"/>
                <a:ext cx="416700" cy="604200"/>
              </a:xfrm>
              <a:prstGeom prst="straightConnector1">
                <a:avLst/>
              </a:prstGeom>
              <a:noFill/>
              <a:ln w="19050" cap="flat" cmpd="sng">
                <a:solidFill>
                  <a:srgbClr val="E8D6BF"/>
                </a:solidFill>
                <a:prstDash val="solid"/>
                <a:round/>
                <a:headEnd type="none" w="med" len="med"/>
                <a:tailEnd type="none" w="med" len="med"/>
              </a:ln>
            </p:spPr>
          </p:cxnSp>
        </p:grpSp>
      </p:grpSp>
      <p:sp>
        <p:nvSpPr>
          <p:cNvPr id="24" name="Google Shape;24;p2"/>
          <p:cNvSpPr/>
          <p:nvPr/>
        </p:nvSpPr>
        <p:spPr>
          <a:xfrm>
            <a:off x="7980560" y="445295"/>
            <a:ext cx="821196" cy="266856"/>
          </a:xfrm>
          <a:custGeom>
            <a:avLst/>
            <a:gdLst/>
            <a:ahLst/>
            <a:cxnLst/>
            <a:rect l="l" t="t" r="r" b="b"/>
            <a:pathLst>
              <a:path w="6927" h="2251" extrusionOk="0">
                <a:moveTo>
                  <a:pt x="3856" y="1"/>
                </a:moveTo>
                <a:cubicBezTo>
                  <a:pt x="3081" y="1"/>
                  <a:pt x="2456" y="505"/>
                  <a:pt x="2260" y="1205"/>
                </a:cubicBezTo>
                <a:cubicBezTo>
                  <a:pt x="2064" y="1130"/>
                  <a:pt x="1830" y="1046"/>
                  <a:pt x="1597" y="1046"/>
                </a:cubicBezTo>
                <a:cubicBezTo>
                  <a:pt x="822" y="1046"/>
                  <a:pt x="197" y="1550"/>
                  <a:pt x="1" y="2250"/>
                </a:cubicBezTo>
                <a:lnTo>
                  <a:pt x="6852" y="2250"/>
                </a:lnTo>
                <a:cubicBezTo>
                  <a:pt x="6927" y="2138"/>
                  <a:pt x="6927" y="2017"/>
                  <a:pt x="6927" y="1867"/>
                </a:cubicBezTo>
                <a:cubicBezTo>
                  <a:pt x="6927" y="1242"/>
                  <a:pt x="6423" y="738"/>
                  <a:pt x="5797" y="738"/>
                </a:cubicBezTo>
                <a:cubicBezTo>
                  <a:pt x="5601" y="738"/>
                  <a:pt x="5452" y="775"/>
                  <a:pt x="5293" y="850"/>
                </a:cubicBezTo>
                <a:cubicBezTo>
                  <a:pt x="5022" y="346"/>
                  <a:pt x="4481" y="1"/>
                  <a:pt x="38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5" name="Google Shape;25;p2"/>
          <p:cNvSpPr/>
          <p:nvPr/>
        </p:nvSpPr>
        <p:spPr>
          <a:xfrm>
            <a:off x="352575" y="345150"/>
            <a:ext cx="1161909" cy="308823"/>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6" name="Google Shape;26;p2"/>
          <p:cNvSpPr/>
          <p:nvPr/>
        </p:nvSpPr>
        <p:spPr>
          <a:xfrm>
            <a:off x="1829623" y="748945"/>
            <a:ext cx="821196" cy="266856"/>
          </a:xfrm>
          <a:custGeom>
            <a:avLst/>
            <a:gdLst/>
            <a:ahLst/>
            <a:cxnLst/>
            <a:rect l="l" t="t" r="r" b="b"/>
            <a:pathLst>
              <a:path w="6927" h="2251" extrusionOk="0">
                <a:moveTo>
                  <a:pt x="3856" y="1"/>
                </a:moveTo>
                <a:cubicBezTo>
                  <a:pt x="3081" y="1"/>
                  <a:pt x="2456" y="505"/>
                  <a:pt x="2260" y="1205"/>
                </a:cubicBezTo>
                <a:cubicBezTo>
                  <a:pt x="2064" y="1130"/>
                  <a:pt x="1830" y="1046"/>
                  <a:pt x="1597" y="1046"/>
                </a:cubicBezTo>
                <a:cubicBezTo>
                  <a:pt x="822" y="1046"/>
                  <a:pt x="197" y="1550"/>
                  <a:pt x="1" y="2250"/>
                </a:cubicBezTo>
                <a:lnTo>
                  <a:pt x="6852" y="2250"/>
                </a:lnTo>
                <a:cubicBezTo>
                  <a:pt x="6927" y="2138"/>
                  <a:pt x="6927" y="2017"/>
                  <a:pt x="6927" y="1867"/>
                </a:cubicBezTo>
                <a:cubicBezTo>
                  <a:pt x="6927" y="1242"/>
                  <a:pt x="6423" y="738"/>
                  <a:pt x="5797" y="738"/>
                </a:cubicBezTo>
                <a:cubicBezTo>
                  <a:pt x="5601" y="738"/>
                  <a:pt x="5452" y="775"/>
                  <a:pt x="5293" y="850"/>
                </a:cubicBezTo>
                <a:cubicBezTo>
                  <a:pt x="5022" y="346"/>
                  <a:pt x="4481" y="1"/>
                  <a:pt x="38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7" name="Google Shape;27;p2"/>
          <p:cNvSpPr txBox="1">
            <a:spLocks noGrp="1"/>
          </p:cNvSpPr>
          <p:nvPr>
            <p:ph type="subTitle" idx="1"/>
          </p:nvPr>
        </p:nvSpPr>
        <p:spPr>
          <a:xfrm>
            <a:off x="2604900" y="3908775"/>
            <a:ext cx="3934200" cy="624300"/>
          </a:xfrm>
          <a:prstGeom prst="rect">
            <a:avLst/>
          </a:prstGeom>
        </p:spPr>
        <p:txBody>
          <a:bodyPr spcFirstLastPara="1" wrap="square" lIns="14400" tIns="14400" rIns="14400" bIns="14400" anchor="t" anchorCtr="0">
            <a:noAutofit/>
          </a:bodyPr>
          <a:lstStyle>
            <a:lvl1pPr lvl="0" algn="ctr">
              <a:lnSpc>
                <a:spcPct val="100000"/>
              </a:lnSpc>
              <a:spcBef>
                <a:spcPts val="0"/>
              </a:spcBef>
              <a:spcAft>
                <a:spcPts val="0"/>
              </a:spcAft>
              <a:buSzPts val="1400"/>
              <a:buNone/>
              <a:defRPr sz="18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
        <p:nvSpPr>
          <p:cNvPr id="28" name="Google Shape;28;p2"/>
          <p:cNvSpPr txBox="1">
            <a:spLocks noGrp="1"/>
          </p:cNvSpPr>
          <p:nvPr>
            <p:ph type="ctrTitle"/>
          </p:nvPr>
        </p:nvSpPr>
        <p:spPr>
          <a:xfrm>
            <a:off x="1403550" y="531225"/>
            <a:ext cx="6336900" cy="1855200"/>
          </a:xfrm>
          <a:prstGeom prst="rect">
            <a:avLst/>
          </a:prstGeom>
        </p:spPr>
        <p:txBody>
          <a:bodyPr spcFirstLastPara="1" wrap="square" lIns="14400" tIns="14400" rIns="14400" bIns="14400" anchor="t" anchorCtr="0">
            <a:noAutofit/>
          </a:bodyPr>
          <a:lstStyle>
            <a:lvl1pPr lvl="0" algn="ctr">
              <a:lnSpc>
                <a:spcPct val="80000"/>
              </a:lnSpc>
              <a:spcBef>
                <a:spcPts val="0"/>
              </a:spcBef>
              <a:spcAft>
                <a:spcPts val="0"/>
              </a:spcAft>
              <a:buSzPts val="5200"/>
              <a:buNone/>
              <a:defRPr sz="7000"/>
            </a:lvl1pPr>
            <a:lvl2pPr lvl="1" algn="ctr">
              <a:spcBef>
                <a:spcPts val="0"/>
              </a:spcBef>
              <a:spcAft>
                <a:spcPts val="0"/>
              </a:spcAft>
              <a:buClr>
                <a:srgbClr val="191919"/>
              </a:buClr>
              <a:buSzPts val="5200"/>
              <a:buNone/>
              <a:defRPr sz="5200">
                <a:solidFill>
                  <a:srgbClr val="191919"/>
                </a:solidFill>
              </a:defRPr>
            </a:lvl2pPr>
            <a:lvl3pPr lvl="2" algn="ctr">
              <a:spcBef>
                <a:spcPts val="0"/>
              </a:spcBef>
              <a:spcAft>
                <a:spcPts val="0"/>
              </a:spcAft>
              <a:buClr>
                <a:srgbClr val="191919"/>
              </a:buClr>
              <a:buSzPts val="5200"/>
              <a:buNone/>
              <a:defRPr sz="5200">
                <a:solidFill>
                  <a:srgbClr val="191919"/>
                </a:solidFill>
              </a:defRPr>
            </a:lvl3pPr>
            <a:lvl4pPr lvl="3" algn="ctr">
              <a:spcBef>
                <a:spcPts val="0"/>
              </a:spcBef>
              <a:spcAft>
                <a:spcPts val="0"/>
              </a:spcAft>
              <a:buClr>
                <a:srgbClr val="191919"/>
              </a:buClr>
              <a:buSzPts val="5200"/>
              <a:buNone/>
              <a:defRPr sz="5200">
                <a:solidFill>
                  <a:srgbClr val="191919"/>
                </a:solidFill>
              </a:defRPr>
            </a:lvl4pPr>
            <a:lvl5pPr lvl="4" algn="ctr">
              <a:spcBef>
                <a:spcPts val="0"/>
              </a:spcBef>
              <a:spcAft>
                <a:spcPts val="0"/>
              </a:spcAft>
              <a:buClr>
                <a:srgbClr val="191919"/>
              </a:buClr>
              <a:buSzPts val="5200"/>
              <a:buNone/>
              <a:defRPr sz="5200">
                <a:solidFill>
                  <a:srgbClr val="191919"/>
                </a:solidFill>
              </a:defRPr>
            </a:lvl5pPr>
            <a:lvl6pPr lvl="5" algn="ctr">
              <a:spcBef>
                <a:spcPts val="0"/>
              </a:spcBef>
              <a:spcAft>
                <a:spcPts val="0"/>
              </a:spcAft>
              <a:buClr>
                <a:srgbClr val="191919"/>
              </a:buClr>
              <a:buSzPts val="5200"/>
              <a:buNone/>
              <a:defRPr sz="5200">
                <a:solidFill>
                  <a:srgbClr val="191919"/>
                </a:solidFill>
              </a:defRPr>
            </a:lvl6pPr>
            <a:lvl7pPr lvl="6" algn="ctr">
              <a:spcBef>
                <a:spcPts val="0"/>
              </a:spcBef>
              <a:spcAft>
                <a:spcPts val="0"/>
              </a:spcAft>
              <a:buClr>
                <a:srgbClr val="191919"/>
              </a:buClr>
              <a:buSzPts val="5200"/>
              <a:buNone/>
              <a:defRPr sz="5200">
                <a:solidFill>
                  <a:srgbClr val="191919"/>
                </a:solidFill>
              </a:defRPr>
            </a:lvl7pPr>
            <a:lvl8pPr lvl="7" algn="ctr">
              <a:spcBef>
                <a:spcPts val="0"/>
              </a:spcBef>
              <a:spcAft>
                <a:spcPts val="0"/>
              </a:spcAft>
              <a:buClr>
                <a:srgbClr val="191919"/>
              </a:buClr>
              <a:buSzPts val="5200"/>
              <a:buNone/>
              <a:defRPr sz="5200">
                <a:solidFill>
                  <a:srgbClr val="191919"/>
                </a:solidFill>
              </a:defRPr>
            </a:lvl8pPr>
            <a:lvl9pPr lvl="8" algn="ctr">
              <a:spcBef>
                <a:spcPts val="0"/>
              </a:spcBef>
              <a:spcAft>
                <a:spcPts val="0"/>
              </a:spcAft>
              <a:buClr>
                <a:srgbClr val="191919"/>
              </a:buClr>
              <a:buSzPts val="5200"/>
              <a:buNone/>
              <a:defRPr sz="5200">
                <a:solidFill>
                  <a:srgbClr val="191919"/>
                </a:solidFill>
              </a:defRPr>
            </a:lvl9pPr>
          </a:lstStyle>
          <a:p>
            <a:endParaRPr/>
          </a:p>
        </p:txBody>
      </p:sp>
      <p:sp>
        <p:nvSpPr>
          <p:cNvPr id="29" name="Google Shape;29;p2"/>
          <p:cNvSpPr/>
          <p:nvPr/>
        </p:nvSpPr>
        <p:spPr>
          <a:xfrm>
            <a:off x="50" y="4604377"/>
            <a:ext cx="9143898" cy="539069"/>
          </a:xfrm>
          <a:custGeom>
            <a:avLst/>
            <a:gdLst/>
            <a:ahLst/>
            <a:cxnLst/>
            <a:rect l="l" t="t" r="r" b="b"/>
            <a:pathLst>
              <a:path w="116676" h="10501" extrusionOk="0">
                <a:moveTo>
                  <a:pt x="1" y="0"/>
                </a:moveTo>
                <a:lnTo>
                  <a:pt x="1" y="10501"/>
                </a:lnTo>
                <a:lnTo>
                  <a:pt x="116675" y="10501"/>
                </a:lnTo>
                <a:lnTo>
                  <a:pt x="116675" y="0"/>
                </a:ln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0"/>
        <p:cNvGrpSpPr/>
        <p:nvPr/>
      </p:nvGrpSpPr>
      <p:grpSpPr>
        <a:xfrm>
          <a:off x="0" y="0"/>
          <a:ext cx="0" cy="0"/>
          <a:chOff x="0" y="0"/>
          <a:chExt cx="0" cy="0"/>
        </a:xfrm>
      </p:grpSpPr>
      <p:sp>
        <p:nvSpPr>
          <p:cNvPr id="31" name="Google Shape;31;p3"/>
          <p:cNvSpPr/>
          <p:nvPr/>
        </p:nvSpPr>
        <p:spPr>
          <a:xfrm>
            <a:off x="-75" y="3984750"/>
            <a:ext cx="9144000" cy="11589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 name="Google Shape;32;p3"/>
          <p:cNvGrpSpPr/>
          <p:nvPr/>
        </p:nvGrpSpPr>
        <p:grpSpPr>
          <a:xfrm>
            <a:off x="477150" y="384688"/>
            <a:ext cx="8948150" cy="2519759"/>
            <a:chOff x="477150" y="384688"/>
            <a:chExt cx="8948150" cy="2519759"/>
          </a:xfrm>
        </p:grpSpPr>
        <p:grpSp>
          <p:nvGrpSpPr>
            <p:cNvPr id="33" name="Google Shape;33;p3"/>
            <p:cNvGrpSpPr/>
            <p:nvPr/>
          </p:nvGrpSpPr>
          <p:grpSpPr>
            <a:xfrm>
              <a:off x="477150" y="384688"/>
              <a:ext cx="8243158" cy="1607284"/>
              <a:chOff x="477150" y="384688"/>
              <a:chExt cx="8243158" cy="1607284"/>
            </a:xfrm>
          </p:grpSpPr>
          <p:sp>
            <p:nvSpPr>
              <p:cNvPr id="34" name="Google Shape;34;p3"/>
              <p:cNvSpPr/>
              <p:nvPr/>
            </p:nvSpPr>
            <p:spPr>
              <a:xfrm>
                <a:off x="477150" y="400699"/>
                <a:ext cx="851900" cy="276822"/>
              </a:xfrm>
              <a:custGeom>
                <a:avLst/>
                <a:gdLst/>
                <a:ahLst/>
                <a:cxnLst/>
                <a:rect l="l" t="t" r="r" b="b"/>
                <a:pathLst>
                  <a:path w="6927" h="2251" extrusionOk="0">
                    <a:moveTo>
                      <a:pt x="3856" y="1"/>
                    </a:moveTo>
                    <a:cubicBezTo>
                      <a:pt x="3081" y="1"/>
                      <a:pt x="2456" y="505"/>
                      <a:pt x="2260" y="1205"/>
                    </a:cubicBezTo>
                    <a:cubicBezTo>
                      <a:pt x="2064" y="1130"/>
                      <a:pt x="1830" y="1046"/>
                      <a:pt x="1597" y="1046"/>
                    </a:cubicBezTo>
                    <a:cubicBezTo>
                      <a:pt x="822" y="1046"/>
                      <a:pt x="197" y="1550"/>
                      <a:pt x="1" y="2250"/>
                    </a:cubicBezTo>
                    <a:lnTo>
                      <a:pt x="6852" y="2250"/>
                    </a:lnTo>
                    <a:cubicBezTo>
                      <a:pt x="6927" y="2138"/>
                      <a:pt x="6927" y="2017"/>
                      <a:pt x="6927" y="1867"/>
                    </a:cubicBezTo>
                    <a:cubicBezTo>
                      <a:pt x="6927" y="1242"/>
                      <a:pt x="6423" y="738"/>
                      <a:pt x="5797" y="738"/>
                    </a:cubicBezTo>
                    <a:cubicBezTo>
                      <a:pt x="5601" y="738"/>
                      <a:pt x="5452" y="775"/>
                      <a:pt x="5293" y="850"/>
                    </a:cubicBezTo>
                    <a:cubicBezTo>
                      <a:pt x="5022" y="346"/>
                      <a:pt x="4481" y="1"/>
                      <a:pt x="38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 name="Google Shape;35;p3"/>
              <p:cNvSpPr/>
              <p:nvPr/>
            </p:nvSpPr>
            <p:spPr>
              <a:xfrm>
                <a:off x="1172475" y="1632150"/>
                <a:ext cx="1161909" cy="308823"/>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 name="Google Shape;36;p3"/>
              <p:cNvSpPr/>
              <p:nvPr/>
            </p:nvSpPr>
            <p:spPr>
              <a:xfrm flipH="1">
                <a:off x="3363500" y="677525"/>
                <a:ext cx="1161909" cy="308823"/>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3"/>
              <p:cNvSpPr/>
              <p:nvPr/>
            </p:nvSpPr>
            <p:spPr>
              <a:xfrm flipH="1">
                <a:off x="6706500" y="1715149"/>
                <a:ext cx="851900" cy="276822"/>
              </a:xfrm>
              <a:custGeom>
                <a:avLst/>
                <a:gdLst/>
                <a:ahLst/>
                <a:cxnLst/>
                <a:rect l="l" t="t" r="r" b="b"/>
                <a:pathLst>
                  <a:path w="6927" h="2251" extrusionOk="0">
                    <a:moveTo>
                      <a:pt x="3856" y="1"/>
                    </a:moveTo>
                    <a:cubicBezTo>
                      <a:pt x="3081" y="1"/>
                      <a:pt x="2456" y="505"/>
                      <a:pt x="2260" y="1205"/>
                    </a:cubicBezTo>
                    <a:cubicBezTo>
                      <a:pt x="2064" y="1130"/>
                      <a:pt x="1830" y="1046"/>
                      <a:pt x="1597" y="1046"/>
                    </a:cubicBezTo>
                    <a:cubicBezTo>
                      <a:pt x="822" y="1046"/>
                      <a:pt x="197" y="1550"/>
                      <a:pt x="1" y="2250"/>
                    </a:cubicBezTo>
                    <a:lnTo>
                      <a:pt x="6852" y="2250"/>
                    </a:lnTo>
                    <a:cubicBezTo>
                      <a:pt x="6927" y="2138"/>
                      <a:pt x="6927" y="2017"/>
                      <a:pt x="6927" y="1867"/>
                    </a:cubicBezTo>
                    <a:cubicBezTo>
                      <a:pt x="6927" y="1242"/>
                      <a:pt x="6423" y="738"/>
                      <a:pt x="5797" y="738"/>
                    </a:cubicBezTo>
                    <a:cubicBezTo>
                      <a:pt x="5601" y="738"/>
                      <a:pt x="5452" y="775"/>
                      <a:pt x="5293" y="850"/>
                    </a:cubicBezTo>
                    <a:cubicBezTo>
                      <a:pt x="5022" y="346"/>
                      <a:pt x="4481" y="1"/>
                      <a:pt x="38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 name="Google Shape;38;p3"/>
              <p:cNvSpPr/>
              <p:nvPr/>
            </p:nvSpPr>
            <p:spPr>
              <a:xfrm>
                <a:off x="7558400" y="384688"/>
                <a:ext cx="1161909" cy="308823"/>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9" name="Google Shape;39;p3"/>
            <p:cNvSpPr/>
            <p:nvPr/>
          </p:nvSpPr>
          <p:spPr>
            <a:xfrm flipH="1">
              <a:off x="8573400" y="2627624"/>
              <a:ext cx="851900" cy="276822"/>
            </a:xfrm>
            <a:custGeom>
              <a:avLst/>
              <a:gdLst/>
              <a:ahLst/>
              <a:cxnLst/>
              <a:rect l="l" t="t" r="r" b="b"/>
              <a:pathLst>
                <a:path w="6927" h="2251" extrusionOk="0">
                  <a:moveTo>
                    <a:pt x="3856" y="1"/>
                  </a:moveTo>
                  <a:cubicBezTo>
                    <a:pt x="3081" y="1"/>
                    <a:pt x="2456" y="505"/>
                    <a:pt x="2260" y="1205"/>
                  </a:cubicBezTo>
                  <a:cubicBezTo>
                    <a:pt x="2064" y="1130"/>
                    <a:pt x="1830" y="1046"/>
                    <a:pt x="1597" y="1046"/>
                  </a:cubicBezTo>
                  <a:cubicBezTo>
                    <a:pt x="822" y="1046"/>
                    <a:pt x="197" y="1550"/>
                    <a:pt x="1" y="2250"/>
                  </a:cubicBezTo>
                  <a:lnTo>
                    <a:pt x="6852" y="2250"/>
                  </a:lnTo>
                  <a:cubicBezTo>
                    <a:pt x="6927" y="2138"/>
                    <a:pt x="6927" y="2017"/>
                    <a:pt x="6927" y="1867"/>
                  </a:cubicBezTo>
                  <a:cubicBezTo>
                    <a:pt x="6927" y="1242"/>
                    <a:pt x="6423" y="738"/>
                    <a:pt x="5797" y="738"/>
                  </a:cubicBezTo>
                  <a:cubicBezTo>
                    <a:pt x="5601" y="738"/>
                    <a:pt x="5452" y="775"/>
                    <a:pt x="5293" y="850"/>
                  </a:cubicBezTo>
                  <a:cubicBezTo>
                    <a:pt x="5022" y="346"/>
                    <a:pt x="4481" y="1"/>
                    <a:pt x="38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0" name="Google Shape;40;p3"/>
          <p:cNvSpPr/>
          <p:nvPr/>
        </p:nvSpPr>
        <p:spPr>
          <a:xfrm>
            <a:off x="3650" y="2895600"/>
            <a:ext cx="9143915" cy="1096514"/>
          </a:xfrm>
          <a:custGeom>
            <a:avLst/>
            <a:gdLst/>
            <a:ahLst/>
            <a:cxnLst/>
            <a:rect l="l" t="t" r="r" b="b"/>
            <a:pathLst>
              <a:path w="285792" h="34085" extrusionOk="0">
                <a:moveTo>
                  <a:pt x="46293" y="1"/>
                </a:moveTo>
                <a:cubicBezTo>
                  <a:pt x="45818" y="1"/>
                  <a:pt x="45342" y="32"/>
                  <a:pt x="44868" y="97"/>
                </a:cubicBezTo>
                <a:cubicBezTo>
                  <a:pt x="38932" y="864"/>
                  <a:pt x="34122" y="6708"/>
                  <a:pt x="34460" y="12675"/>
                </a:cubicBezTo>
                <a:cubicBezTo>
                  <a:pt x="32551" y="9929"/>
                  <a:pt x="29197" y="8335"/>
                  <a:pt x="25866" y="8335"/>
                </a:cubicBezTo>
                <a:cubicBezTo>
                  <a:pt x="24803" y="8335"/>
                  <a:pt x="23742" y="8498"/>
                  <a:pt x="22731" y="8837"/>
                </a:cubicBezTo>
                <a:cubicBezTo>
                  <a:pt x="18556" y="10290"/>
                  <a:pt x="15567" y="14640"/>
                  <a:pt x="15782" y="19030"/>
                </a:cubicBezTo>
                <a:cubicBezTo>
                  <a:pt x="14142" y="16767"/>
                  <a:pt x="11309" y="15481"/>
                  <a:pt x="8501" y="15481"/>
                </a:cubicBezTo>
                <a:cubicBezTo>
                  <a:pt x="7296" y="15481"/>
                  <a:pt x="6095" y="15718"/>
                  <a:pt x="4995" y="16216"/>
                </a:cubicBezTo>
                <a:cubicBezTo>
                  <a:pt x="1372" y="17925"/>
                  <a:pt x="1" y="21722"/>
                  <a:pt x="1" y="26235"/>
                </a:cubicBezTo>
                <a:lnTo>
                  <a:pt x="1" y="34084"/>
                </a:lnTo>
                <a:lnTo>
                  <a:pt x="285577" y="34084"/>
                </a:lnTo>
                <a:cubicBezTo>
                  <a:pt x="285577" y="34084"/>
                  <a:pt x="285628" y="27514"/>
                  <a:pt x="285628" y="23554"/>
                </a:cubicBezTo>
                <a:cubicBezTo>
                  <a:pt x="285792" y="19757"/>
                  <a:pt x="283233" y="16052"/>
                  <a:pt x="279651" y="14814"/>
                </a:cubicBezTo>
                <a:cubicBezTo>
                  <a:pt x="278792" y="14526"/>
                  <a:pt x="277891" y="14389"/>
                  <a:pt x="276988" y="14389"/>
                </a:cubicBezTo>
                <a:cubicBezTo>
                  <a:pt x="274127" y="14389"/>
                  <a:pt x="271250" y="15765"/>
                  <a:pt x="269632" y="18099"/>
                </a:cubicBezTo>
                <a:cubicBezTo>
                  <a:pt x="269888" y="12982"/>
                  <a:pt x="265794" y="7987"/>
                  <a:pt x="260718" y="7302"/>
                </a:cubicBezTo>
                <a:cubicBezTo>
                  <a:pt x="260319" y="7249"/>
                  <a:pt x="259919" y="7223"/>
                  <a:pt x="259520" y="7223"/>
                </a:cubicBezTo>
                <a:cubicBezTo>
                  <a:pt x="254838" y="7223"/>
                  <a:pt x="250277" y="10768"/>
                  <a:pt x="249297" y="15407"/>
                </a:cubicBezTo>
                <a:cubicBezTo>
                  <a:pt x="248235" y="14800"/>
                  <a:pt x="247053" y="14523"/>
                  <a:pt x="245860" y="14523"/>
                </a:cubicBezTo>
                <a:cubicBezTo>
                  <a:pt x="242106" y="14523"/>
                  <a:pt x="238242" y="17264"/>
                  <a:pt x="237691" y="21077"/>
                </a:cubicBezTo>
                <a:cubicBezTo>
                  <a:pt x="236544" y="20570"/>
                  <a:pt x="235290" y="20325"/>
                  <a:pt x="234032" y="20325"/>
                </a:cubicBezTo>
                <a:cubicBezTo>
                  <a:pt x="232112" y="20325"/>
                  <a:pt x="230183" y="20896"/>
                  <a:pt x="228613" y="21977"/>
                </a:cubicBezTo>
                <a:cubicBezTo>
                  <a:pt x="227846" y="20187"/>
                  <a:pt x="226607" y="18559"/>
                  <a:pt x="225031" y="17372"/>
                </a:cubicBezTo>
                <a:cubicBezTo>
                  <a:pt x="223161" y="15994"/>
                  <a:pt x="220831" y="15281"/>
                  <a:pt x="218504" y="15281"/>
                </a:cubicBezTo>
                <a:cubicBezTo>
                  <a:pt x="217012" y="15281"/>
                  <a:pt x="215520" y="15575"/>
                  <a:pt x="214152" y="16175"/>
                </a:cubicBezTo>
                <a:cubicBezTo>
                  <a:pt x="213507" y="11706"/>
                  <a:pt x="208972" y="8494"/>
                  <a:pt x="204586" y="8494"/>
                </a:cubicBezTo>
                <a:cubicBezTo>
                  <a:pt x="203197" y="8494"/>
                  <a:pt x="201823" y="8816"/>
                  <a:pt x="200592" y="9523"/>
                </a:cubicBezTo>
                <a:cubicBezTo>
                  <a:pt x="199453" y="4147"/>
                  <a:pt x="194130" y="1"/>
                  <a:pt x="188672" y="1"/>
                </a:cubicBezTo>
                <a:cubicBezTo>
                  <a:pt x="188197" y="1"/>
                  <a:pt x="187721" y="32"/>
                  <a:pt x="187246" y="97"/>
                </a:cubicBezTo>
                <a:cubicBezTo>
                  <a:pt x="181321" y="864"/>
                  <a:pt x="176501" y="6708"/>
                  <a:pt x="176838" y="12675"/>
                </a:cubicBezTo>
                <a:cubicBezTo>
                  <a:pt x="174899" y="9929"/>
                  <a:pt x="171566" y="8335"/>
                  <a:pt x="168248" y="8335"/>
                </a:cubicBezTo>
                <a:cubicBezTo>
                  <a:pt x="167189" y="8335"/>
                  <a:pt x="166131" y="8498"/>
                  <a:pt x="165120" y="8837"/>
                </a:cubicBezTo>
                <a:cubicBezTo>
                  <a:pt x="160934" y="10290"/>
                  <a:pt x="157956" y="14640"/>
                  <a:pt x="158120" y="19030"/>
                </a:cubicBezTo>
                <a:cubicBezTo>
                  <a:pt x="156480" y="16767"/>
                  <a:pt x="153647" y="15481"/>
                  <a:pt x="150853" y="15481"/>
                </a:cubicBezTo>
                <a:cubicBezTo>
                  <a:pt x="149654" y="15481"/>
                  <a:pt x="148462" y="15718"/>
                  <a:pt x="147374" y="16216"/>
                </a:cubicBezTo>
                <a:cubicBezTo>
                  <a:pt x="145327" y="17157"/>
                  <a:pt x="143792" y="18989"/>
                  <a:pt x="142983" y="21077"/>
                </a:cubicBezTo>
                <a:cubicBezTo>
                  <a:pt x="142216" y="18222"/>
                  <a:pt x="140087" y="15745"/>
                  <a:pt x="137273" y="14814"/>
                </a:cubicBezTo>
                <a:cubicBezTo>
                  <a:pt x="136423" y="14526"/>
                  <a:pt x="135529" y="14389"/>
                  <a:pt x="134632" y="14389"/>
                </a:cubicBezTo>
                <a:cubicBezTo>
                  <a:pt x="131787" y="14389"/>
                  <a:pt x="128903" y="15765"/>
                  <a:pt x="127253" y="18099"/>
                </a:cubicBezTo>
                <a:cubicBezTo>
                  <a:pt x="127550" y="12982"/>
                  <a:pt x="123416" y="7987"/>
                  <a:pt x="118339" y="7302"/>
                </a:cubicBezTo>
                <a:cubicBezTo>
                  <a:pt x="117941" y="7249"/>
                  <a:pt x="117540" y="7223"/>
                  <a:pt x="117141" y="7223"/>
                </a:cubicBezTo>
                <a:cubicBezTo>
                  <a:pt x="112458" y="7223"/>
                  <a:pt x="107892" y="10768"/>
                  <a:pt x="106949" y="15407"/>
                </a:cubicBezTo>
                <a:cubicBezTo>
                  <a:pt x="105880" y="14800"/>
                  <a:pt x="104692" y="14523"/>
                  <a:pt x="103495" y="14523"/>
                </a:cubicBezTo>
                <a:cubicBezTo>
                  <a:pt x="99727" y="14523"/>
                  <a:pt x="95864" y="17264"/>
                  <a:pt x="95312" y="21077"/>
                </a:cubicBezTo>
                <a:cubicBezTo>
                  <a:pt x="94162" y="20570"/>
                  <a:pt x="92905" y="20325"/>
                  <a:pt x="91645" y="20325"/>
                </a:cubicBezTo>
                <a:cubicBezTo>
                  <a:pt x="89723" y="20325"/>
                  <a:pt x="87795" y="20896"/>
                  <a:pt x="86224" y="21977"/>
                </a:cubicBezTo>
                <a:cubicBezTo>
                  <a:pt x="85457" y="20187"/>
                  <a:pt x="84218" y="18559"/>
                  <a:pt x="82642" y="17372"/>
                </a:cubicBezTo>
                <a:cubicBezTo>
                  <a:pt x="80772" y="15994"/>
                  <a:pt x="78442" y="15281"/>
                  <a:pt x="76118" y="15281"/>
                </a:cubicBezTo>
                <a:cubicBezTo>
                  <a:pt x="74627" y="15281"/>
                  <a:pt x="73138" y="15575"/>
                  <a:pt x="71774" y="16175"/>
                </a:cubicBezTo>
                <a:cubicBezTo>
                  <a:pt x="71160" y="11706"/>
                  <a:pt x="66632" y="8494"/>
                  <a:pt x="62230" y="8494"/>
                </a:cubicBezTo>
                <a:cubicBezTo>
                  <a:pt x="60836" y="8494"/>
                  <a:pt x="59454" y="8816"/>
                  <a:pt x="58213" y="9523"/>
                </a:cubicBezTo>
                <a:cubicBezTo>
                  <a:pt x="57074" y="4147"/>
                  <a:pt x="51752" y="1"/>
                  <a:pt x="4629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41" name="Google Shape;41;p3"/>
          <p:cNvCxnSpPr/>
          <p:nvPr/>
        </p:nvCxnSpPr>
        <p:spPr>
          <a:xfrm flipH="1">
            <a:off x="785375" y="3984750"/>
            <a:ext cx="314400" cy="1158900"/>
          </a:xfrm>
          <a:prstGeom prst="straightConnector1">
            <a:avLst/>
          </a:prstGeom>
          <a:noFill/>
          <a:ln w="19050" cap="flat" cmpd="sng">
            <a:solidFill>
              <a:srgbClr val="E8D6BF"/>
            </a:solidFill>
            <a:prstDash val="solid"/>
            <a:round/>
            <a:headEnd type="none" w="med" len="med"/>
            <a:tailEnd type="none" w="med" len="med"/>
          </a:ln>
        </p:spPr>
      </p:cxnSp>
      <p:cxnSp>
        <p:nvCxnSpPr>
          <p:cNvPr id="42" name="Google Shape;42;p3"/>
          <p:cNvCxnSpPr/>
          <p:nvPr/>
        </p:nvCxnSpPr>
        <p:spPr>
          <a:xfrm flipH="1">
            <a:off x="2586050" y="3984750"/>
            <a:ext cx="314400" cy="1158900"/>
          </a:xfrm>
          <a:prstGeom prst="straightConnector1">
            <a:avLst/>
          </a:prstGeom>
          <a:noFill/>
          <a:ln w="19050" cap="flat" cmpd="sng">
            <a:solidFill>
              <a:srgbClr val="E8D6BF"/>
            </a:solidFill>
            <a:prstDash val="solid"/>
            <a:round/>
            <a:headEnd type="none" w="med" len="med"/>
            <a:tailEnd type="none" w="med" len="med"/>
          </a:ln>
        </p:spPr>
      </p:cxnSp>
      <p:sp>
        <p:nvSpPr>
          <p:cNvPr id="43" name="Google Shape;43;p3"/>
          <p:cNvSpPr txBox="1">
            <a:spLocks noGrp="1"/>
          </p:cNvSpPr>
          <p:nvPr>
            <p:ph type="title"/>
          </p:nvPr>
        </p:nvSpPr>
        <p:spPr>
          <a:xfrm>
            <a:off x="3649313" y="1301100"/>
            <a:ext cx="3667500" cy="1407300"/>
          </a:xfrm>
          <a:prstGeom prst="rect">
            <a:avLst/>
          </a:prstGeom>
        </p:spPr>
        <p:txBody>
          <a:bodyPr spcFirstLastPara="1" wrap="square" lIns="14400" tIns="14400" rIns="14400" bIns="14400" anchor="ctr" anchorCtr="0">
            <a:noAutofit/>
          </a:bodyPr>
          <a:lstStyle>
            <a:lvl1pPr lvl="0">
              <a:spcBef>
                <a:spcPts val="0"/>
              </a:spcBef>
              <a:spcAft>
                <a:spcPts val="0"/>
              </a:spcAft>
              <a:buSzPts val="3600"/>
              <a:buNone/>
              <a:defRPr sz="50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44" name="Google Shape;44;p3"/>
          <p:cNvSpPr txBox="1">
            <a:spLocks noGrp="1"/>
          </p:cNvSpPr>
          <p:nvPr>
            <p:ph type="title" idx="2" hasCustomPrompt="1"/>
          </p:nvPr>
        </p:nvSpPr>
        <p:spPr>
          <a:xfrm>
            <a:off x="1998938" y="1514400"/>
            <a:ext cx="1192800" cy="9807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6000"/>
              <a:buNone/>
              <a:defRPr sz="7000">
                <a:solidFill>
                  <a:schemeClr val="dk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45" name="Google Shape;45;p3"/>
          <p:cNvSpPr txBox="1">
            <a:spLocks noGrp="1"/>
          </p:cNvSpPr>
          <p:nvPr>
            <p:ph type="subTitle" idx="1"/>
          </p:nvPr>
        </p:nvSpPr>
        <p:spPr>
          <a:xfrm>
            <a:off x="3649313" y="2895600"/>
            <a:ext cx="3667500" cy="291300"/>
          </a:xfrm>
          <a:prstGeom prst="rect">
            <a:avLst/>
          </a:prstGeom>
        </p:spPr>
        <p:txBody>
          <a:bodyPr spcFirstLastPara="1" wrap="square" lIns="14400" tIns="14400" rIns="14400" bIns="14400"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46" name="Google Shape;46;p3"/>
          <p:cNvSpPr/>
          <p:nvPr/>
        </p:nvSpPr>
        <p:spPr>
          <a:xfrm>
            <a:off x="5762625" y="-104775"/>
            <a:ext cx="4076700" cy="2147450"/>
          </a:xfrm>
          <a:custGeom>
            <a:avLst/>
            <a:gdLst/>
            <a:ahLst/>
            <a:cxnLst/>
            <a:rect l="l" t="t" r="r" b="b"/>
            <a:pathLst>
              <a:path w="163068" h="85898" extrusionOk="0">
                <a:moveTo>
                  <a:pt x="0" y="0"/>
                </a:moveTo>
                <a:cubicBezTo>
                  <a:pt x="14732" y="0"/>
                  <a:pt x="25830" y="17104"/>
                  <a:pt x="32004" y="30480"/>
                </a:cubicBezTo>
                <a:cubicBezTo>
                  <a:pt x="35504" y="38063"/>
                  <a:pt x="37293" y="47360"/>
                  <a:pt x="43815" y="52578"/>
                </a:cubicBezTo>
                <a:cubicBezTo>
                  <a:pt x="59961" y="65494"/>
                  <a:pt x="85621" y="57248"/>
                  <a:pt x="104394" y="65913"/>
                </a:cubicBezTo>
                <a:cubicBezTo>
                  <a:pt x="114309" y="70489"/>
                  <a:pt x="121413" y="80532"/>
                  <a:pt x="131826" y="83820"/>
                </a:cubicBezTo>
                <a:cubicBezTo>
                  <a:pt x="141944" y="87015"/>
                  <a:pt x="158323" y="87214"/>
                  <a:pt x="163068" y="77724"/>
                </a:cubicBezTo>
              </a:path>
            </a:pathLst>
          </a:custGeom>
          <a:noFill/>
          <a:ln w="19050" cap="flat" cmpd="sng">
            <a:solidFill>
              <a:schemeClr val="dk2"/>
            </a:solidFill>
            <a:prstDash val="dash"/>
            <a:round/>
            <a:headEnd type="none" w="med" len="med"/>
            <a:tailEnd type="none" w="med" len="med"/>
          </a:ln>
        </p:spPr>
      </p:sp>
      <p:cxnSp>
        <p:nvCxnSpPr>
          <p:cNvPr id="47" name="Google Shape;47;p3"/>
          <p:cNvCxnSpPr/>
          <p:nvPr/>
        </p:nvCxnSpPr>
        <p:spPr>
          <a:xfrm flipH="1">
            <a:off x="4386725" y="3984750"/>
            <a:ext cx="314400" cy="1158900"/>
          </a:xfrm>
          <a:prstGeom prst="straightConnector1">
            <a:avLst/>
          </a:prstGeom>
          <a:noFill/>
          <a:ln w="19050" cap="flat" cmpd="sng">
            <a:solidFill>
              <a:srgbClr val="E8D6BF"/>
            </a:solidFill>
            <a:prstDash val="solid"/>
            <a:round/>
            <a:headEnd type="none" w="med" len="med"/>
            <a:tailEnd type="none" w="med" len="med"/>
          </a:ln>
        </p:spPr>
      </p:cxnSp>
      <p:cxnSp>
        <p:nvCxnSpPr>
          <p:cNvPr id="48" name="Google Shape;48;p3"/>
          <p:cNvCxnSpPr/>
          <p:nvPr/>
        </p:nvCxnSpPr>
        <p:spPr>
          <a:xfrm flipH="1">
            <a:off x="6187400" y="3984750"/>
            <a:ext cx="314400" cy="1158900"/>
          </a:xfrm>
          <a:prstGeom prst="straightConnector1">
            <a:avLst/>
          </a:prstGeom>
          <a:noFill/>
          <a:ln w="19050" cap="flat" cmpd="sng">
            <a:solidFill>
              <a:srgbClr val="E8D6BF"/>
            </a:solidFill>
            <a:prstDash val="solid"/>
            <a:round/>
            <a:headEnd type="none" w="med" len="med"/>
            <a:tailEnd type="none" w="med" len="med"/>
          </a:ln>
        </p:spPr>
      </p:cxnSp>
      <p:cxnSp>
        <p:nvCxnSpPr>
          <p:cNvPr id="49" name="Google Shape;49;p3"/>
          <p:cNvCxnSpPr/>
          <p:nvPr/>
        </p:nvCxnSpPr>
        <p:spPr>
          <a:xfrm flipH="1">
            <a:off x="7988075" y="3984750"/>
            <a:ext cx="314400" cy="1158900"/>
          </a:xfrm>
          <a:prstGeom prst="straightConnector1">
            <a:avLst/>
          </a:prstGeom>
          <a:noFill/>
          <a:ln w="19050" cap="flat" cmpd="sng">
            <a:solidFill>
              <a:srgbClr val="E8D6BF"/>
            </a:solidFill>
            <a:prstDash val="solid"/>
            <a:round/>
            <a:headEnd type="none" w="med" len="med"/>
            <a:tailEnd type="none" w="med" len="med"/>
          </a:ln>
        </p:spPr>
      </p:cxnSp>
      <p:grpSp>
        <p:nvGrpSpPr>
          <p:cNvPr id="50" name="Google Shape;50;p3"/>
          <p:cNvGrpSpPr/>
          <p:nvPr/>
        </p:nvGrpSpPr>
        <p:grpSpPr>
          <a:xfrm>
            <a:off x="1434146" y="3273107"/>
            <a:ext cx="5306823" cy="719023"/>
            <a:chOff x="1434146" y="3258032"/>
            <a:chExt cx="5306823" cy="719023"/>
          </a:xfrm>
        </p:grpSpPr>
        <p:grpSp>
          <p:nvGrpSpPr>
            <p:cNvPr id="51" name="Google Shape;51;p3"/>
            <p:cNvGrpSpPr/>
            <p:nvPr/>
          </p:nvGrpSpPr>
          <p:grpSpPr>
            <a:xfrm>
              <a:off x="1434146" y="3258032"/>
              <a:ext cx="1326974" cy="719023"/>
              <a:chOff x="2301112" y="2967762"/>
              <a:chExt cx="655814" cy="355354"/>
            </a:xfrm>
          </p:grpSpPr>
          <p:sp>
            <p:nvSpPr>
              <p:cNvPr id="52" name="Google Shape;52;p3"/>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 name="Google Shape;53;p3"/>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4" name="Google Shape;54;p3"/>
            <p:cNvGrpSpPr/>
            <p:nvPr/>
          </p:nvGrpSpPr>
          <p:grpSpPr>
            <a:xfrm>
              <a:off x="5762626" y="3446784"/>
              <a:ext cx="978343" cy="530117"/>
              <a:chOff x="2301112" y="2967762"/>
              <a:chExt cx="655814" cy="355354"/>
            </a:xfrm>
          </p:grpSpPr>
          <p:sp>
            <p:nvSpPr>
              <p:cNvPr id="55" name="Google Shape;55;p3"/>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 name="Google Shape;56;p3"/>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7"/>
        <p:cNvGrpSpPr/>
        <p:nvPr/>
      </p:nvGrpSpPr>
      <p:grpSpPr>
        <a:xfrm>
          <a:off x="0" y="0"/>
          <a:ext cx="0" cy="0"/>
          <a:chOff x="0" y="0"/>
          <a:chExt cx="0" cy="0"/>
        </a:xfrm>
      </p:grpSpPr>
      <p:grpSp>
        <p:nvGrpSpPr>
          <p:cNvPr id="58" name="Google Shape;58;p4"/>
          <p:cNvGrpSpPr/>
          <p:nvPr/>
        </p:nvGrpSpPr>
        <p:grpSpPr>
          <a:xfrm>
            <a:off x="-92" y="4012213"/>
            <a:ext cx="9144092" cy="1131187"/>
            <a:chOff x="-92" y="2875563"/>
            <a:chExt cx="9144092" cy="1131187"/>
          </a:xfrm>
        </p:grpSpPr>
        <p:sp>
          <p:nvSpPr>
            <p:cNvPr id="59" name="Google Shape;59;p4"/>
            <p:cNvSpPr/>
            <p:nvPr/>
          </p:nvSpPr>
          <p:spPr>
            <a:xfrm>
              <a:off x="0" y="3386950"/>
              <a:ext cx="9144000" cy="6198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 name="Google Shape;60;p4"/>
            <p:cNvGrpSpPr/>
            <p:nvPr/>
          </p:nvGrpSpPr>
          <p:grpSpPr>
            <a:xfrm>
              <a:off x="-92" y="2875563"/>
              <a:ext cx="9143579" cy="571636"/>
              <a:chOff x="-1039007" y="2887141"/>
              <a:chExt cx="11347207" cy="718767"/>
            </a:xfrm>
          </p:grpSpPr>
          <p:sp>
            <p:nvSpPr>
              <p:cNvPr id="61" name="Google Shape;61;p4"/>
              <p:cNvSpPr/>
              <p:nvPr/>
            </p:nvSpPr>
            <p:spPr>
              <a:xfrm>
                <a:off x="4622368" y="2887141"/>
                <a:ext cx="5685832" cy="718767"/>
              </a:xfrm>
              <a:custGeom>
                <a:avLst/>
                <a:gdLst/>
                <a:ahLst/>
                <a:cxnLst/>
                <a:rect l="l" t="t" r="r" b="b"/>
                <a:pathLst>
                  <a:path w="285792" h="34085" extrusionOk="0">
                    <a:moveTo>
                      <a:pt x="46293" y="1"/>
                    </a:moveTo>
                    <a:cubicBezTo>
                      <a:pt x="45818" y="1"/>
                      <a:pt x="45342" y="32"/>
                      <a:pt x="44868" y="97"/>
                    </a:cubicBezTo>
                    <a:cubicBezTo>
                      <a:pt x="38932" y="864"/>
                      <a:pt x="34122" y="6708"/>
                      <a:pt x="34460" y="12675"/>
                    </a:cubicBezTo>
                    <a:cubicBezTo>
                      <a:pt x="32551" y="9929"/>
                      <a:pt x="29197" y="8335"/>
                      <a:pt x="25866" y="8335"/>
                    </a:cubicBezTo>
                    <a:cubicBezTo>
                      <a:pt x="24803" y="8335"/>
                      <a:pt x="23742" y="8498"/>
                      <a:pt x="22731" y="8837"/>
                    </a:cubicBezTo>
                    <a:cubicBezTo>
                      <a:pt x="18556" y="10290"/>
                      <a:pt x="15567" y="14640"/>
                      <a:pt x="15782" y="19030"/>
                    </a:cubicBezTo>
                    <a:cubicBezTo>
                      <a:pt x="14142" y="16767"/>
                      <a:pt x="11309" y="15481"/>
                      <a:pt x="8501" y="15481"/>
                    </a:cubicBezTo>
                    <a:cubicBezTo>
                      <a:pt x="7296" y="15481"/>
                      <a:pt x="6095" y="15718"/>
                      <a:pt x="4995" y="16216"/>
                    </a:cubicBezTo>
                    <a:cubicBezTo>
                      <a:pt x="1372" y="17925"/>
                      <a:pt x="1" y="21722"/>
                      <a:pt x="1" y="26235"/>
                    </a:cubicBezTo>
                    <a:lnTo>
                      <a:pt x="1" y="34084"/>
                    </a:lnTo>
                    <a:lnTo>
                      <a:pt x="285577" y="34084"/>
                    </a:lnTo>
                    <a:cubicBezTo>
                      <a:pt x="285577" y="34084"/>
                      <a:pt x="285628" y="27514"/>
                      <a:pt x="285628" y="23554"/>
                    </a:cubicBezTo>
                    <a:cubicBezTo>
                      <a:pt x="285792" y="19757"/>
                      <a:pt x="283233" y="16052"/>
                      <a:pt x="279651" y="14814"/>
                    </a:cubicBezTo>
                    <a:cubicBezTo>
                      <a:pt x="278792" y="14526"/>
                      <a:pt x="277891" y="14389"/>
                      <a:pt x="276988" y="14389"/>
                    </a:cubicBezTo>
                    <a:cubicBezTo>
                      <a:pt x="274127" y="14389"/>
                      <a:pt x="271250" y="15765"/>
                      <a:pt x="269632" y="18099"/>
                    </a:cubicBezTo>
                    <a:cubicBezTo>
                      <a:pt x="269888" y="12982"/>
                      <a:pt x="265794" y="7987"/>
                      <a:pt x="260718" y="7302"/>
                    </a:cubicBezTo>
                    <a:cubicBezTo>
                      <a:pt x="260319" y="7249"/>
                      <a:pt x="259919" y="7223"/>
                      <a:pt x="259520" y="7223"/>
                    </a:cubicBezTo>
                    <a:cubicBezTo>
                      <a:pt x="254838" y="7223"/>
                      <a:pt x="250277" y="10768"/>
                      <a:pt x="249297" y="15407"/>
                    </a:cubicBezTo>
                    <a:cubicBezTo>
                      <a:pt x="248235" y="14800"/>
                      <a:pt x="247053" y="14523"/>
                      <a:pt x="245860" y="14523"/>
                    </a:cubicBezTo>
                    <a:cubicBezTo>
                      <a:pt x="242106" y="14523"/>
                      <a:pt x="238242" y="17264"/>
                      <a:pt x="237691" y="21077"/>
                    </a:cubicBezTo>
                    <a:cubicBezTo>
                      <a:pt x="236544" y="20570"/>
                      <a:pt x="235290" y="20325"/>
                      <a:pt x="234032" y="20325"/>
                    </a:cubicBezTo>
                    <a:cubicBezTo>
                      <a:pt x="232112" y="20325"/>
                      <a:pt x="230183" y="20896"/>
                      <a:pt x="228613" y="21977"/>
                    </a:cubicBezTo>
                    <a:cubicBezTo>
                      <a:pt x="227846" y="20187"/>
                      <a:pt x="226607" y="18559"/>
                      <a:pt x="225031" y="17372"/>
                    </a:cubicBezTo>
                    <a:cubicBezTo>
                      <a:pt x="223161" y="15994"/>
                      <a:pt x="220831" y="15281"/>
                      <a:pt x="218504" y="15281"/>
                    </a:cubicBezTo>
                    <a:cubicBezTo>
                      <a:pt x="217012" y="15281"/>
                      <a:pt x="215520" y="15575"/>
                      <a:pt x="214152" y="16175"/>
                    </a:cubicBezTo>
                    <a:cubicBezTo>
                      <a:pt x="213507" y="11706"/>
                      <a:pt x="208972" y="8494"/>
                      <a:pt x="204586" y="8494"/>
                    </a:cubicBezTo>
                    <a:cubicBezTo>
                      <a:pt x="203197" y="8494"/>
                      <a:pt x="201823" y="8816"/>
                      <a:pt x="200592" y="9523"/>
                    </a:cubicBezTo>
                    <a:cubicBezTo>
                      <a:pt x="199453" y="4147"/>
                      <a:pt x="194130" y="1"/>
                      <a:pt x="188672" y="1"/>
                    </a:cubicBezTo>
                    <a:cubicBezTo>
                      <a:pt x="188197" y="1"/>
                      <a:pt x="187721" y="32"/>
                      <a:pt x="187246" y="97"/>
                    </a:cubicBezTo>
                    <a:cubicBezTo>
                      <a:pt x="181321" y="864"/>
                      <a:pt x="176501" y="6708"/>
                      <a:pt x="176838" y="12675"/>
                    </a:cubicBezTo>
                    <a:cubicBezTo>
                      <a:pt x="174899" y="9929"/>
                      <a:pt x="171566" y="8335"/>
                      <a:pt x="168248" y="8335"/>
                    </a:cubicBezTo>
                    <a:cubicBezTo>
                      <a:pt x="167189" y="8335"/>
                      <a:pt x="166131" y="8498"/>
                      <a:pt x="165120" y="8837"/>
                    </a:cubicBezTo>
                    <a:cubicBezTo>
                      <a:pt x="160934" y="10290"/>
                      <a:pt x="157956" y="14640"/>
                      <a:pt x="158120" y="19030"/>
                    </a:cubicBezTo>
                    <a:cubicBezTo>
                      <a:pt x="156480" y="16767"/>
                      <a:pt x="153647" y="15481"/>
                      <a:pt x="150853" y="15481"/>
                    </a:cubicBezTo>
                    <a:cubicBezTo>
                      <a:pt x="149654" y="15481"/>
                      <a:pt x="148462" y="15718"/>
                      <a:pt x="147374" y="16216"/>
                    </a:cubicBezTo>
                    <a:cubicBezTo>
                      <a:pt x="145327" y="17157"/>
                      <a:pt x="143792" y="18989"/>
                      <a:pt x="142983" y="21077"/>
                    </a:cubicBezTo>
                    <a:cubicBezTo>
                      <a:pt x="142216" y="18222"/>
                      <a:pt x="140087" y="15745"/>
                      <a:pt x="137273" y="14814"/>
                    </a:cubicBezTo>
                    <a:cubicBezTo>
                      <a:pt x="136423" y="14526"/>
                      <a:pt x="135529" y="14389"/>
                      <a:pt x="134632" y="14389"/>
                    </a:cubicBezTo>
                    <a:cubicBezTo>
                      <a:pt x="131787" y="14389"/>
                      <a:pt x="128903" y="15765"/>
                      <a:pt x="127253" y="18099"/>
                    </a:cubicBezTo>
                    <a:cubicBezTo>
                      <a:pt x="127550" y="12982"/>
                      <a:pt x="123416" y="7987"/>
                      <a:pt x="118339" y="7302"/>
                    </a:cubicBezTo>
                    <a:cubicBezTo>
                      <a:pt x="117941" y="7249"/>
                      <a:pt x="117540" y="7223"/>
                      <a:pt x="117141" y="7223"/>
                    </a:cubicBezTo>
                    <a:cubicBezTo>
                      <a:pt x="112458" y="7223"/>
                      <a:pt x="107892" y="10768"/>
                      <a:pt x="106949" y="15407"/>
                    </a:cubicBezTo>
                    <a:cubicBezTo>
                      <a:pt x="105880" y="14800"/>
                      <a:pt x="104692" y="14523"/>
                      <a:pt x="103495" y="14523"/>
                    </a:cubicBezTo>
                    <a:cubicBezTo>
                      <a:pt x="99727" y="14523"/>
                      <a:pt x="95864" y="17264"/>
                      <a:pt x="95312" y="21077"/>
                    </a:cubicBezTo>
                    <a:cubicBezTo>
                      <a:pt x="94162" y="20570"/>
                      <a:pt x="92905" y="20325"/>
                      <a:pt x="91645" y="20325"/>
                    </a:cubicBezTo>
                    <a:cubicBezTo>
                      <a:pt x="89723" y="20325"/>
                      <a:pt x="87795" y="20896"/>
                      <a:pt x="86224" y="21977"/>
                    </a:cubicBezTo>
                    <a:cubicBezTo>
                      <a:pt x="85457" y="20187"/>
                      <a:pt x="84218" y="18559"/>
                      <a:pt x="82642" y="17372"/>
                    </a:cubicBezTo>
                    <a:cubicBezTo>
                      <a:pt x="80772" y="15994"/>
                      <a:pt x="78442" y="15281"/>
                      <a:pt x="76118" y="15281"/>
                    </a:cubicBezTo>
                    <a:cubicBezTo>
                      <a:pt x="74627" y="15281"/>
                      <a:pt x="73138" y="15575"/>
                      <a:pt x="71774" y="16175"/>
                    </a:cubicBezTo>
                    <a:cubicBezTo>
                      <a:pt x="71160" y="11706"/>
                      <a:pt x="66632" y="8494"/>
                      <a:pt x="62230" y="8494"/>
                    </a:cubicBezTo>
                    <a:cubicBezTo>
                      <a:pt x="60836" y="8494"/>
                      <a:pt x="59454" y="8816"/>
                      <a:pt x="58213" y="9523"/>
                    </a:cubicBezTo>
                    <a:cubicBezTo>
                      <a:pt x="57074" y="4147"/>
                      <a:pt x="51752" y="1"/>
                      <a:pt x="4629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 name="Google Shape;62;p4"/>
              <p:cNvSpPr/>
              <p:nvPr/>
            </p:nvSpPr>
            <p:spPr>
              <a:xfrm flipH="1">
                <a:off x="-1039007" y="2887141"/>
                <a:ext cx="5685832" cy="718767"/>
              </a:xfrm>
              <a:custGeom>
                <a:avLst/>
                <a:gdLst/>
                <a:ahLst/>
                <a:cxnLst/>
                <a:rect l="l" t="t" r="r" b="b"/>
                <a:pathLst>
                  <a:path w="285792" h="34085" extrusionOk="0">
                    <a:moveTo>
                      <a:pt x="46293" y="1"/>
                    </a:moveTo>
                    <a:cubicBezTo>
                      <a:pt x="45818" y="1"/>
                      <a:pt x="45342" y="32"/>
                      <a:pt x="44868" y="97"/>
                    </a:cubicBezTo>
                    <a:cubicBezTo>
                      <a:pt x="38932" y="864"/>
                      <a:pt x="34122" y="6708"/>
                      <a:pt x="34460" y="12675"/>
                    </a:cubicBezTo>
                    <a:cubicBezTo>
                      <a:pt x="32551" y="9929"/>
                      <a:pt x="29197" y="8335"/>
                      <a:pt x="25866" y="8335"/>
                    </a:cubicBezTo>
                    <a:cubicBezTo>
                      <a:pt x="24803" y="8335"/>
                      <a:pt x="23742" y="8498"/>
                      <a:pt x="22731" y="8837"/>
                    </a:cubicBezTo>
                    <a:cubicBezTo>
                      <a:pt x="18556" y="10290"/>
                      <a:pt x="15567" y="14640"/>
                      <a:pt x="15782" y="19030"/>
                    </a:cubicBezTo>
                    <a:cubicBezTo>
                      <a:pt x="14142" y="16767"/>
                      <a:pt x="11309" y="15481"/>
                      <a:pt x="8501" y="15481"/>
                    </a:cubicBezTo>
                    <a:cubicBezTo>
                      <a:pt x="7296" y="15481"/>
                      <a:pt x="6095" y="15718"/>
                      <a:pt x="4995" y="16216"/>
                    </a:cubicBezTo>
                    <a:cubicBezTo>
                      <a:pt x="1372" y="17925"/>
                      <a:pt x="1" y="21722"/>
                      <a:pt x="1" y="26235"/>
                    </a:cubicBezTo>
                    <a:lnTo>
                      <a:pt x="1" y="34084"/>
                    </a:lnTo>
                    <a:lnTo>
                      <a:pt x="285577" y="34084"/>
                    </a:lnTo>
                    <a:cubicBezTo>
                      <a:pt x="285577" y="34084"/>
                      <a:pt x="285628" y="27514"/>
                      <a:pt x="285628" y="23554"/>
                    </a:cubicBezTo>
                    <a:cubicBezTo>
                      <a:pt x="285792" y="19757"/>
                      <a:pt x="283233" y="16052"/>
                      <a:pt x="279651" y="14814"/>
                    </a:cubicBezTo>
                    <a:cubicBezTo>
                      <a:pt x="278792" y="14526"/>
                      <a:pt x="277891" y="14389"/>
                      <a:pt x="276988" y="14389"/>
                    </a:cubicBezTo>
                    <a:cubicBezTo>
                      <a:pt x="274127" y="14389"/>
                      <a:pt x="271250" y="15765"/>
                      <a:pt x="269632" y="18099"/>
                    </a:cubicBezTo>
                    <a:cubicBezTo>
                      <a:pt x="269888" y="12982"/>
                      <a:pt x="265794" y="7987"/>
                      <a:pt x="260718" y="7302"/>
                    </a:cubicBezTo>
                    <a:cubicBezTo>
                      <a:pt x="260319" y="7249"/>
                      <a:pt x="259919" y="7223"/>
                      <a:pt x="259520" y="7223"/>
                    </a:cubicBezTo>
                    <a:cubicBezTo>
                      <a:pt x="254838" y="7223"/>
                      <a:pt x="250277" y="10768"/>
                      <a:pt x="249297" y="15407"/>
                    </a:cubicBezTo>
                    <a:cubicBezTo>
                      <a:pt x="248235" y="14800"/>
                      <a:pt x="247053" y="14523"/>
                      <a:pt x="245860" y="14523"/>
                    </a:cubicBezTo>
                    <a:cubicBezTo>
                      <a:pt x="242106" y="14523"/>
                      <a:pt x="238242" y="17264"/>
                      <a:pt x="237691" y="21077"/>
                    </a:cubicBezTo>
                    <a:cubicBezTo>
                      <a:pt x="236544" y="20570"/>
                      <a:pt x="235290" y="20325"/>
                      <a:pt x="234032" y="20325"/>
                    </a:cubicBezTo>
                    <a:cubicBezTo>
                      <a:pt x="232112" y="20325"/>
                      <a:pt x="230183" y="20896"/>
                      <a:pt x="228613" y="21977"/>
                    </a:cubicBezTo>
                    <a:cubicBezTo>
                      <a:pt x="227846" y="20187"/>
                      <a:pt x="226607" y="18559"/>
                      <a:pt x="225031" y="17372"/>
                    </a:cubicBezTo>
                    <a:cubicBezTo>
                      <a:pt x="223161" y="15994"/>
                      <a:pt x="220831" y="15281"/>
                      <a:pt x="218504" y="15281"/>
                    </a:cubicBezTo>
                    <a:cubicBezTo>
                      <a:pt x="217012" y="15281"/>
                      <a:pt x="215520" y="15575"/>
                      <a:pt x="214152" y="16175"/>
                    </a:cubicBezTo>
                    <a:cubicBezTo>
                      <a:pt x="213507" y="11706"/>
                      <a:pt x="208972" y="8494"/>
                      <a:pt x="204586" y="8494"/>
                    </a:cubicBezTo>
                    <a:cubicBezTo>
                      <a:pt x="203197" y="8494"/>
                      <a:pt x="201823" y="8816"/>
                      <a:pt x="200592" y="9523"/>
                    </a:cubicBezTo>
                    <a:cubicBezTo>
                      <a:pt x="199453" y="4147"/>
                      <a:pt x="194130" y="1"/>
                      <a:pt x="188672" y="1"/>
                    </a:cubicBezTo>
                    <a:cubicBezTo>
                      <a:pt x="188197" y="1"/>
                      <a:pt x="187721" y="32"/>
                      <a:pt x="187246" y="97"/>
                    </a:cubicBezTo>
                    <a:cubicBezTo>
                      <a:pt x="181321" y="864"/>
                      <a:pt x="176501" y="6708"/>
                      <a:pt x="176838" y="12675"/>
                    </a:cubicBezTo>
                    <a:cubicBezTo>
                      <a:pt x="174899" y="9929"/>
                      <a:pt x="171566" y="8335"/>
                      <a:pt x="168248" y="8335"/>
                    </a:cubicBezTo>
                    <a:cubicBezTo>
                      <a:pt x="167189" y="8335"/>
                      <a:pt x="166131" y="8498"/>
                      <a:pt x="165120" y="8837"/>
                    </a:cubicBezTo>
                    <a:cubicBezTo>
                      <a:pt x="160934" y="10290"/>
                      <a:pt x="157956" y="14640"/>
                      <a:pt x="158120" y="19030"/>
                    </a:cubicBezTo>
                    <a:cubicBezTo>
                      <a:pt x="156480" y="16767"/>
                      <a:pt x="153647" y="15481"/>
                      <a:pt x="150853" y="15481"/>
                    </a:cubicBezTo>
                    <a:cubicBezTo>
                      <a:pt x="149654" y="15481"/>
                      <a:pt x="148462" y="15718"/>
                      <a:pt x="147374" y="16216"/>
                    </a:cubicBezTo>
                    <a:cubicBezTo>
                      <a:pt x="145327" y="17157"/>
                      <a:pt x="143792" y="18989"/>
                      <a:pt x="142983" y="21077"/>
                    </a:cubicBezTo>
                    <a:cubicBezTo>
                      <a:pt x="142216" y="18222"/>
                      <a:pt x="140087" y="15745"/>
                      <a:pt x="137273" y="14814"/>
                    </a:cubicBezTo>
                    <a:cubicBezTo>
                      <a:pt x="136423" y="14526"/>
                      <a:pt x="135529" y="14389"/>
                      <a:pt x="134632" y="14389"/>
                    </a:cubicBezTo>
                    <a:cubicBezTo>
                      <a:pt x="131787" y="14389"/>
                      <a:pt x="128903" y="15765"/>
                      <a:pt x="127253" y="18099"/>
                    </a:cubicBezTo>
                    <a:cubicBezTo>
                      <a:pt x="127550" y="12982"/>
                      <a:pt x="123416" y="7987"/>
                      <a:pt x="118339" y="7302"/>
                    </a:cubicBezTo>
                    <a:cubicBezTo>
                      <a:pt x="117941" y="7249"/>
                      <a:pt x="117540" y="7223"/>
                      <a:pt x="117141" y="7223"/>
                    </a:cubicBezTo>
                    <a:cubicBezTo>
                      <a:pt x="112458" y="7223"/>
                      <a:pt x="107892" y="10768"/>
                      <a:pt x="106949" y="15407"/>
                    </a:cubicBezTo>
                    <a:cubicBezTo>
                      <a:pt x="105880" y="14800"/>
                      <a:pt x="104692" y="14523"/>
                      <a:pt x="103495" y="14523"/>
                    </a:cubicBezTo>
                    <a:cubicBezTo>
                      <a:pt x="99727" y="14523"/>
                      <a:pt x="95864" y="17264"/>
                      <a:pt x="95312" y="21077"/>
                    </a:cubicBezTo>
                    <a:cubicBezTo>
                      <a:pt x="94162" y="20570"/>
                      <a:pt x="92905" y="20325"/>
                      <a:pt x="91645" y="20325"/>
                    </a:cubicBezTo>
                    <a:cubicBezTo>
                      <a:pt x="89723" y="20325"/>
                      <a:pt x="87795" y="20896"/>
                      <a:pt x="86224" y="21977"/>
                    </a:cubicBezTo>
                    <a:cubicBezTo>
                      <a:pt x="85457" y="20187"/>
                      <a:pt x="84218" y="18559"/>
                      <a:pt x="82642" y="17372"/>
                    </a:cubicBezTo>
                    <a:cubicBezTo>
                      <a:pt x="80772" y="15994"/>
                      <a:pt x="78442" y="15281"/>
                      <a:pt x="76118" y="15281"/>
                    </a:cubicBezTo>
                    <a:cubicBezTo>
                      <a:pt x="74627" y="15281"/>
                      <a:pt x="73138" y="15575"/>
                      <a:pt x="71774" y="16175"/>
                    </a:cubicBezTo>
                    <a:cubicBezTo>
                      <a:pt x="71160" y="11706"/>
                      <a:pt x="66632" y="8494"/>
                      <a:pt x="62230" y="8494"/>
                    </a:cubicBezTo>
                    <a:cubicBezTo>
                      <a:pt x="60836" y="8494"/>
                      <a:pt x="59454" y="8816"/>
                      <a:pt x="58213" y="9523"/>
                    </a:cubicBezTo>
                    <a:cubicBezTo>
                      <a:pt x="57074" y="4147"/>
                      <a:pt x="51752" y="1"/>
                      <a:pt x="4629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3" name="Google Shape;63;p4"/>
          <p:cNvGrpSpPr/>
          <p:nvPr/>
        </p:nvGrpSpPr>
        <p:grpSpPr>
          <a:xfrm>
            <a:off x="-75" y="4674862"/>
            <a:ext cx="9144111" cy="468542"/>
            <a:chOff x="-75" y="3996089"/>
            <a:chExt cx="9144111" cy="818986"/>
          </a:xfrm>
        </p:grpSpPr>
        <p:sp>
          <p:nvSpPr>
            <p:cNvPr id="64" name="Google Shape;64;p4"/>
            <p:cNvSpPr/>
            <p:nvPr/>
          </p:nvSpPr>
          <p:spPr>
            <a:xfrm>
              <a:off x="-75" y="3996089"/>
              <a:ext cx="9144111" cy="818865"/>
            </a:xfrm>
            <a:custGeom>
              <a:avLst/>
              <a:gdLst/>
              <a:ahLst/>
              <a:cxnLst/>
              <a:rect l="l" t="t" r="r" b="b"/>
              <a:pathLst>
                <a:path w="116675" h="3930" extrusionOk="0">
                  <a:moveTo>
                    <a:pt x="0" y="0"/>
                  </a:moveTo>
                  <a:lnTo>
                    <a:pt x="0" y="3930"/>
                  </a:lnTo>
                  <a:lnTo>
                    <a:pt x="116675" y="3930"/>
                  </a:lnTo>
                  <a:lnTo>
                    <a:pt x="116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5" name="Google Shape;65;p4"/>
            <p:cNvGrpSpPr/>
            <p:nvPr/>
          </p:nvGrpSpPr>
          <p:grpSpPr>
            <a:xfrm>
              <a:off x="43175" y="3996198"/>
              <a:ext cx="9057943" cy="818877"/>
              <a:chOff x="31859" y="3637483"/>
              <a:chExt cx="9057943" cy="954958"/>
            </a:xfrm>
          </p:grpSpPr>
          <p:sp>
            <p:nvSpPr>
              <p:cNvPr id="66" name="Google Shape;66;p4"/>
              <p:cNvSpPr/>
              <p:nvPr/>
            </p:nvSpPr>
            <p:spPr>
              <a:xfrm>
                <a:off x="31859" y="3637483"/>
                <a:ext cx="583516" cy="954958"/>
              </a:xfrm>
              <a:custGeom>
                <a:avLst/>
                <a:gdLst/>
                <a:ahLst/>
                <a:cxnLst/>
                <a:rect l="l" t="t" r="r" b="b"/>
                <a:pathLst>
                  <a:path w="7506" h="12284" extrusionOk="0">
                    <a:moveTo>
                      <a:pt x="7393" y="0"/>
                    </a:moveTo>
                    <a:lnTo>
                      <a:pt x="1" y="12209"/>
                    </a:lnTo>
                    <a:lnTo>
                      <a:pt x="160" y="12284"/>
                    </a:lnTo>
                    <a:lnTo>
                      <a:pt x="7505" y="75"/>
                    </a:lnTo>
                    <a:lnTo>
                      <a:pt x="7393"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7" name="Google Shape;67;p4"/>
              <p:cNvSpPr/>
              <p:nvPr/>
            </p:nvSpPr>
            <p:spPr>
              <a:xfrm>
                <a:off x="8506364" y="3637483"/>
                <a:ext cx="583439" cy="954958"/>
              </a:xfrm>
              <a:custGeom>
                <a:avLst/>
                <a:gdLst/>
                <a:ahLst/>
                <a:cxnLst/>
                <a:rect l="l" t="t" r="r" b="b"/>
                <a:pathLst>
                  <a:path w="7505" h="12284" extrusionOk="0">
                    <a:moveTo>
                      <a:pt x="159" y="0"/>
                    </a:moveTo>
                    <a:lnTo>
                      <a:pt x="0" y="75"/>
                    </a:lnTo>
                    <a:lnTo>
                      <a:pt x="7355" y="12284"/>
                    </a:lnTo>
                    <a:lnTo>
                      <a:pt x="7505" y="12209"/>
                    </a:lnTo>
                    <a:lnTo>
                      <a:pt x="159"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8" name="Google Shape;68;p4"/>
              <p:cNvSpPr/>
              <p:nvPr/>
            </p:nvSpPr>
            <p:spPr>
              <a:xfrm>
                <a:off x="5347043" y="3640359"/>
                <a:ext cx="124151" cy="949205"/>
              </a:xfrm>
              <a:custGeom>
                <a:avLst/>
                <a:gdLst/>
                <a:ahLst/>
                <a:cxnLst/>
                <a:rect l="l" t="t" r="r" b="b"/>
                <a:pathLst>
                  <a:path w="1597" h="12210" extrusionOk="0">
                    <a:moveTo>
                      <a:pt x="0" y="1"/>
                    </a:moveTo>
                    <a:lnTo>
                      <a:pt x="1438" y="12209"/>
                    </a:lnTo>
                    <a:lnTo>
                      <a:pt x="1596" y="12209"/>
                    </a:lnTo>
                    <a:lnTo>
                      <a:pt x="159" y="1"/>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9" name="Google Shape;69;p4"/>
              <p:cNvSpPr/>
              <p:nvPr/>
            </p:nvSpPr>
            <p:spPr>
              <a:xfrm>
                <a:off x="3651240" y="3640359"/>
                <a:ext cx="127105" cy="949205"/>
              </a:xfrm>
              <a:custGeom>
                <a:avLst/>
                <a:gdLst/>
                <a:ahLst/>
                <a:cxnLst/>
                <a:rect l="l" t="t" r="r" b="b"/>
                <a:pathLst>
                  <a:path w="1635" h="12210" extrusionOk="0">
                    <a:moveTo>
                      <a:pt x="1475" y="1"/>
                    </a:moveTo>
                    <a:lnTo>
                      <a:pt x="1" y="12209"/>
                    </a:lnTo>
                    <a:lnTo>
                      <a:pt x="150" y="12209"/>
                    </a:lnTo>
                    <a:lnTo>
                      <a:pt x="1634" y="1"/>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0" name="Google Shape;70;p4"/>
              <p:cNvSpPr/>
              <p:nvPr/>
            </p:nvSpPr>
            <p:spPr>
              <a:xfrm>
                <a:off x="1843027" y="3637483"/>
                <a:ext cx="353484" cy="954958"/>
              </a:xfrm>
              <a:custGeom>
                <a:avLst/>
                <a:gdLst/>
                <a:ahLst/>
                <a:cxnLst/>
                <a:rect l="l" t="t" r="r" b="b"/>
                <a:pathLst>
                  <a:path w="4547" h="12284" extrusionOk="0">
                    <a:moveTo>
                      <a:pt x="4397" y="0"/>
                    </a:moveTo>
                    <a:lnTo>
                      <a:pt x="0" y="12209"/>
                    </a:lnTo>
                    <a:lnTo>
                      <a:pt x="112" y="12284"/>
                    </a:lnTo>
                    <a:lnTo>
                      <a:pt x="4546" y="75"/>
                    </a:lnTo>
                    <a:lnTo>
                      <a:pt x="4397"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1" name="Google Shape;71;p4"/>
              <p:cNvSpPr/>
              <p:nvPr/>
            </p:nvSpPr>
            <p:spPr>
              <a:xfrm>
                <a:off x="6925226" y="3637483"/>
                <a:ext cx="357060" cy="954958"/>
              </a:xfrm>
              <a:custGeom>
                <a:avLst/>
                <a:gdLst/>
                <a:ahLst/>
                <a:cxnLst/>
                <a:rect l="l" t="t" r="r" b="b"/>
                <a:pathLst>
                  <a:path w="4593" h="12284" extrusionOk="0">
                    <a:moveTo>
                      <a:pt x="159" y="0"/>
                    </a:moveTo>
                    <a:lnTo>
                      <a:pt x="1" y="75"/>
                    </a:lnTo>
                    <a:lnTo>
                      <a:pt x="4434" y="12284"/>
                    </a:lnTo>
                    <a:lnTo>
                      <a:pt x="4593" y="12209"/>
                    </a:lnTo>
                    <a:lnTo>
                      <a:pt x="159"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2" name="Google Shape;72;p4"/>
          <p:cNvSpPr/>
          <p:nvPr/>
        </p:nvSpPr>
        <p:spPr>
          <a:xfrm>
            <a:off x="6431600" y="-276225"/>
            <a:ext cx="2896625" cy="1126361"/>
          </a:xfrm>
          <a:custGeom>
            <a:avLst/>
            <a:gdLst/>
            <a:ahLst/>
            <a:cxnLst/>
            <a:rect l="l" t="t" r="r" b="b"/>
            <a:pathLst>
              <a:path w="115865" h="53439" extrusionOk="0">
                <a:moveTo>
                  <a:pt x="0" y="0"/>
                </a:moveTo>
                <a:cubicBezTo>
                  <a:pt x="3492" y="4364"/>
                  <a:pt x="9625" y="6081"/>
                  <a:pt x="13117" y="10445"/>
                </a:cubicBezTo>
                <a:cubicBezTo>
                  <a:pt x="18376" y="17016"/>
                  <a:pt x="22648" y="26527"/>
                  <a:pt x="30849" y="28420"/>
                </a:cubicBezTo>
                <a:cubicBezTo>
                  <a:pt x="44893" y="31662"/>
                  <a:pt x="60298" y="18878"/>
                  <a:pt x="73843" y="23805"/>
                </a:cubicBezTo>
                <a:cubicBezTo>
                  <a:pt x="89950" y="29664"/>
                  <a:pt x="98725" y="53439"/>
                  <a:pt x="115865" y="53439"/>
                </a:cubicBezTo>
              </a:path>
            </a:pathLst>
          </a:custGeom>
          <a:noFill/>
          <a:ln w="19050" cap="flat" cmpd="sng">
            <a:solidFill>
              <a:schemeClr val="dk2"/>
            </a:solidFill>
            <a:prstDash val="dash"/>
            <a:round/>
            <a:headEnd type="none" w="med" len="med"/>
            <a:tailEnd type="none" w="med" len="med"/>
          </a:ln>
        </p:spPr>
      </p:sp>
      <p:sp>
        <p:nvSpPr>
          <p:cNvPr id="73" name="Google Shape;73;p4"/>
          <p:cNvSpPr txBox="1">
            <a:spLocks noGrp="1"/>
          </p:cNvSpPr>
          <p:nvPr>
            <p:ph type="title"/>
          </p:nvPr>
        </p:nvSpPr>
        <p:spPr>
          <a:xfrm>
            <a:off x="720000" y="549175"/>
            <a:ext cx="7704000" cy="4686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3500"/>
              <a:buNone/>
              <a:defRPr/>
            </a:lvl1pPr>
            <a:lvl2pPr lvl="1" algn="ctr" rtl="0">
              <a:spcBef>
                <a:spcPts val="0"/>
              </a:spcBef>
              <a:spcAft>
                <a:spcPts val="0"/>
              </a:spcAft>
              <a:buSzPts val="3500"/>
              <a:buNone/>
              <a:defRPr/>
            </a:lvl2pPr>
            <a:lvl3pPr lvl="2" algn="ctr" rtl="0">
              <a:spcBef>
                <a:spcPts val="0"/>
              </a:spcBef>
              <a:spcAft>
                <a:spcPts val="0"/>
              </a:spcAft>
              <a:buSzPts val="3500"/>
              <a:buNone/>
              <a:defRPr/>
            </a:lvl3pPr>
            <a:lvl4pPr lvl="3" algn="ctr" rtl="0">
              <a:spcBef>
                <a:spcPts val="0"/>
              </a:spcBef>
              <a:spcAft>
                <a:spcPts val="0"/>
              </a:spcAft>
              <a:buSzPts val="3500"/>
              <a:buNone/>
              <a:defRPr/>
            </a:lvl4pPr>
            <a:lvl5pPr lvl="4" algn="ctr" rtl="0">
              <a:spcBef>
                <a:spcPts val="0"/>
              </a:spcBef>
              <a:spcAft>
                <a:spcPts val="0"/>
              </a:spcAft>
              <a:buSzPts val="3500"/>
              <a:buNone/>
              <a:defRPr/>
            </a:lvl5pPr>
            <a:lvl6pPr lvl="5" algn="ctr" rtl="0">
              <a:spcBef>
                <a:spcPts val="0"/>
              </a:spcBef>
              <a:spcAft>
                <a:spcPts val="0"/>
              </a:spcAft>
              <a:buSzPts val="3500"/>
              <a:buNone/>
              <a:defRPr/>
            </a:lvl6pPr>
            <a:lvl7pPr lvl="6" algn="ctr" rtl="0">
              <a:spcBef>
                <a:spcPts val="0"/>
              </a:spcBef>
              <a:spcAft>
                <a:spcPts val="0"/>
              </a:spcAft>
              <a:buSzPts val="3500"/>
              <a:buNone/>
              <a:defRPr/>
            </a:lvl7pPr>
            <a:lvl8pPr lvl="7" algn="ctr" rtl="0">
              <a:spcBef>
                <a:spcPts val="0"/>
              </a:spcBef>
              <a:spcAft>
                <a:spcPts val="0"/>
              </a:spcAft>
              <a:buSzPts val="3500"/>
              <a:buNone/>
              <a:defRPr/>
            </a:lvl8pPr>
            <a:lvl9pPr lvl="8" algn="ctr" rtl="0">
              <a:spcBef>
                <a:spcPts val="0"/>
              </a:spcBef>
              <a:spcAft>
                <a:spcPts val="0"/>
              </a:spcAft>
              <a:buSzPts val="3500"/>
              <a:buNone/>
              <a:defRPr/>
            </a:lvl9pPr>
          </a:lstStyle>
          <a:p>
            <a:endParaRPr/>
          </a:p>
        </p:txBody>
      </p:sp>
      <p:sp>
        <p:nvSpPr>
          <p:cNvPr id="74" name="Google Shape;74;p4"/>
          <p:cNvSpPr txBox="1">
            <a:spLocks noGrp="1"/>
          </p:cNvSpPr>
          <p:nvPr>
            <p:ph type="body" idx="1"/>
          </p:nvPr>
        </p:nvSpPr>
        <p:spPr>
          <a:xfrm>
            <a:off x="720000" y="1088225"/>
            <a:ext cx="7704000" cy="3516300"/>
          </a:xfrm>
          <a:prstGeom prst="rect">
            <a:avLst/>
          </a:prstGeom>
        </p:spPr>
        <p:txBody>
          <a:bodyPr spcFirstLastPara="1" wrap="square" lIns="14400" tIns="14400" rIns="14400" bIns="14400" anchor="t" anchorCtr="0">
            <a:noAutofit/>
          </a:bodyPr>
          <a:lstStyle>
            <a:lvl1pPr marL="457200" lvl="0" indent="-317500" rtl="0">
              <a:lnSpc>
                <a:spcPct val="100000"/>
              </a:lnSpc>
              <a:spcBef>
                <a:spcPts val="0"/>
              </a:spcBef>
              <a:spcAft>
                <a:spcPts val="0"/>
              </a:spcAft>
              <a:buSzPts val="1400"/>
              <a:buFont typeface="Spartan"/>
              <a:buAutoNum type="arabicPeriod"/>
              <a:defRPr sz="1250"/>
            </a:lvl1pPr>
            <a:lvl2pPr marL="914400" lvl="1" indent="-317500" rtl="0">
              <a:lnSpc>
                <a:spcPct val="100000"/>
              </a:lnSpc>
              <a:spcBef>
                <a:spcPts val="0"/>
              </a:spcBef>
              <a:spcAft>
                <a:spcPts val="0"/>
              </a:spcAft>
              <a:buSzPts val="1400"/>
              <a:buFont typeface="Spartan"/>
              <a:buAutoNum type="alphaLcPeriod"/>
              <a:defRPr/>
            </a:lvl2pPr>
            <a:lvl3pPr marL="1371600" lvl="2" indent="-317500" rtl="0">
              <a:lnSpc>
                <a:spcPct val="100000"/>
              </a:lnSpc>
              <a:spcBef>
                <a:spcPts val="0"/>
              </a:spcBef>
              <a:spcAft>
                <a:spcPts val="0"/>
              </a:spcAft>
              <a:buSzPts val="1400"/>
              <a:buFont typeface="Spartan"/>
              <a:buAutoNum type="romanLcPeriod"/>
              <a:defRPr/>
            </a:lvl3pPr>
            <a:lvl4pPr marL="1828800" lvl="3" indent="-317500" rtl="0">
              <a:lnSpc>
                <a:spcPct val="100000"/>
              </a:lnSpc>
              <a:spcBef>
                <a:spcPts val="0"/>
              </a:spcBef>
              <a:spcAft>
                <a:spcPts val="0"/>
              </a:spcAft>
              <a:buSzPts val="1400"/>
              <a:buFont typeface="Spartan"/>
              <a:buAutoNum type="arabicPeriod"/>
              <a:defRPr/>
            </a:lvl4pPr>
            <a:lvl5pPr marL="2286000" lvl="4" indent="-317500" rtl="0">
              <a:lnSpc>
                <a:spcPct val="100000"/>
              </a:lnSpc>
              <a:spcBef>
                <a:spcPts val="0"/>
              </a:spcBef>
              <a:spcAft>
                <a:spcPts val="0"/>
              </a:spcAft>
              <a:buSzPts val="1400"/>
              <a:buFont typeface="Spartan"/>
              <a:buAutoNum type="alphaLcPeriod"/>
              <a:defRPr/>
            </a:lvl5pPr>
            <a:lvl6pPr marL="2743200" lvl="5" indent="-317500" rtl="0">
              <a:lnSpc>
                <a:spcPct val="100000"/>
              </a:lnSpc>
              <a:spcBef>
                <a:spcPts val="0"/>
              </a:spcBef>
              <a:spcAft>
                <a:spcPts val="0"/>
              </a:spcAft>
              <a:buSzPts val="1400"/>
              <a:buFont typeface="Spartan"/>
              <a:buAutoNum type="romanLcPeriod"/>
              <a:defRPr/>
            </a:lvl6pPr>
            <a:lvl7pPr marL="3200400" lvl="6" indent="-317500" rtl="0">
              <a:lnSpc>
                <a:spcPct val="100000"/>
              </a:lnSpc>
              <a:spcBef>
                <a:spcPts val="0"/>
              </a:spcBef>
              <a:spcAft>
                <a:spcPts val="0"/>
              </a:spcAft>
              <a:buSzPts val="1400"/>
              <a:buFont typeface="Spartan"/>
              <a:buAutoNum type="arabicPeriod"/>
              <a:defRPr/>
            </a:lvl7pPr>
            <a:lvl8pPr marL="3657600" lvl="7" indent="-317500" rtl="0">
              <a:lnSpc>
                <a:spcPct val="100000"/>
              </a:lnSpc>
              <a:spcBef>
                <a:spcPts val="0"/>
              </a:spcBef>
              <a:spcAft>
                <a:spcPts val="0"/>
              </a:spcAft>
              <a:buSzPts val="1400"/>
              <a:buFont typeface="Spartan"/>
              <a:buAutoNum type="alphaLcPeriod"/>
              <a:defRPr/>
            </a:lvl8pPr>
            <a:lvl9pPr marL="4114800" lvl="8" indent="-317500" rtl="0">
              <a:lnSpc>
                <a:spcPct val="100000"/>
              </a:lnSpc>
              <a:spcBef>
                <a:spcPts val="0"/>
              </a:spcBef>
              <a:spcAft>
                <a:spcPts val="0"/>
              </a:spcAft>
              <a:buSzPts val="1400"/>
              <a:buFont typeface="Spartan"/>
              <a:buAutoNum type="romanLcPeriod"/>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91"/>
        <p:cNvGrpSpPr/>
        <p:nvPr/>
      </p:nvGrpSpPr>
      <p:grpSpPr>
        <a:xfrm>
          <a:off x="0" y="0"/>
          <a:ext cx="0" cy="0"/>
          <a:chOff x="0" y="0"/>
          <a:chExt cx="0" cy="0"/>
        </a:xfrm>
      </p:grpSpPr>
      <p:sp>
        <p:nvSpPr>
          <p:cNvPr id="92" name="Google Shape;92;p6"/>
          <p:cNvSpPr txBox="1">
            <a:spLocks noGrp="1"/>
          </p:cNvSpPr>
          <p:nvPr>
            <p:ph type="title"/>
          </p:nvPr>
        </p:nvSpPr>
        <p:spPr>
          <a:xfrm>
            <a:off x="1722900" y="539100"/>
            <a:ext cx="5698200" cy="4776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3" name="Google Shape;93;p6"/>
          <p:cNvSpPr/>
          <p:nvPr/>
        </p:nvSpPr>
        <p:spPr>
          <a:xfrm>
            <a:off x="332471" y="764250"/>
            <a:ext cx="1573722" cy="418226"/>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 name="Google Shape;94;p6"/>
          <p:cNvSpPr/>
          <p:nvPr/>
        </p:nvSpPr>
        <p:spPr>
          <a:xfrm flipH="1">
            <a:off x="1339779" y="2504600"/>
            <a:ext cx="875423" cy="290404"/>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6"/>
          <p:cNvSpPr/>
          <p:nvPr/>
        </p:nvSpPr>
        <p:spPr>
          <a:xfrm>
            <a:off x="7825232" y="338499"/>
            <a:ext cx="820431" cy="272150"/>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 name="Google Shape;96;p6"/>
          <p:cNvSpPr/>
          <p:nvPr/>
        </p:nvSpPr>
        <p:spPr>
          <a:xfrm>
            <a:off x="7740974" y="2571749"/>
            <a:ext cx="1218509" cy="323801"/>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7" name="Google Shape;97;p6"/>
          <p:cNvGrpSpPr/>
          <p:nvPr/>
        </p:nvGrpSpPr>
        <p:grpSpPr>
          <a:xfrm>
            <a:off x="-100" y="4487054"/>
            <a:ext cx="9144199" cy="687636"/>
            <a:chOff x="-1039007" y="2887141"/>
            <a:chExt cx="11347976" cy="1003409"/>
          </a:xfrm>
        </p:grpSpPr>
        <p:grpSp>
          <p:nvGrpSpPr>
            <p:cNvPr id="98" name="Google Shape;98;p6"/>
            <p:cNvGrpSpPr/>
            <p:nvPr/>
          </p:nvGrpSpPr>
          <p:grpSpPr>
            <a:xfrm flipH="1">
              <a:off x="-1038933" y="2887141"/>
              <a:ext cx="11347903" cy="1003409"/>
              <a:chOff x="-709973" y="3444288"/>
              <a:chExt cx="11164800" cy="936715"/>
            </a:xfrm>
          </p:grpSpPr>
          <p:sp>
            <p:nvSpPr>
              <p:cNvPr id="99" name="Google Shape;99;p6"/>
              <p:cNvSpPr/>
              <p:nvPr/>
            </p:nvSpPr>
            <p:spPr>
              <a:xfrm>
                <a:off x="-709973" y="4050103"/>
                <a:ext cx="11164800" cy="3309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 name="Google Shape;100;p6"/>
              <p:cNvSpPr/>
              <p:nvPr/>
            </p:nvSpPr>
            <p:spPr>
              <a:xfrm flipH="1">
                <a:off x="-709506" y="3444288"/>
                <a:ext cx="5594378" cy="670963"/>
              </a:xfrm>
              <a:custGeom>
                <a:avLst/>
                <a:gdLst/>
                <a:ahLst/>
                <a:cxnLst/>
                <a:rect l="l" t="t" r="r" b="b"/>
                <a:pathLst>
                  <a:path w="285792" h="34085" extrusionOk="0">
                    <a:moveTo>
                      <a:pt x="46293" y="1"/>
                    </a:moveTo>
                    <a:cubicBezTo>
                      <a:pt x="45818" y="1"/>
                      <a:pt x="45342" y="32"/>
                      <a:pt x="44868" y="97"/>
                    </a:cubicBezTo>
                    <a:cubicBezTo>
                      <a:pt x="38932" y="864"/>
                      <a:pt x="34122" y="6708"/>
                      <a:pt x="34460" y="12675"/>
                    </a:cubicBezTo>
                    <a:cubicBezTo>
                      <a:pt x="32551" y="9929"/>
                      <a:pt x="29197" y="8335"/>
                      <a:pt x="25866" y="8335"/>
                    </a:cubicBezTo>
                    <a:cubicBezTo>
                      <a:pt x="24803" y="8335"/>
                      <a:pt x="23742" y="8498"/>
                      <a:pt x="22731" y="8837"/>
                    </a:cubicBezTo>
                    <a:cubicBezTo>
                      <a:pt x="18556" y="10290"/>
                      <a:pt x="15567" y="14640"/>
                      <a:pt x="15782" y="19030"/>
                    </a:cubicBezTo>
                    <a:cubicBezTo>
                      <a:pt x="14142" y="16767"/>
                      <a:pt x="11309" y="15481"/>
                      <a:pt x="8501" y="15481"/>
                    </a:cubicBezTo>
                    <a:cubicBezTo>
                      <a:pt x="7296" y="15481"/>
                      <a:pt x="6095" y="15718"/>
                      <a:pt x="4995" y="16216"/>
                    </a:cubicBezTo>
                    <a:cubicBezTo>
                      <a:pt x="1372" y="17925"/>
                      <a:pt x="1" y="21722"/>
                      <a:pt x="1" y="26235"/>
                    </a:cubicBezTo>
                    <a:lnTo>
                      <a:pt x="1" y="34084"/>
                    </a:lnTo>
                    <a:lnTo>
                      <a:pt x="285577" y="34084"/>
                    </a:lnTo>
                    <a:cubicBezTo>
                      <a:pt x="285577" y="34084"/>
                      <a:pt x="285628" y="27514"/>
                      <a:pt x="285628" y="23554"/>
                    </a:cubicBezTo>
                    <a:cubicBezTo>
                      <a:pt x="285792" y="19757"/>
                      <a:pt x="283233" y="16052"/>
                      <a:pt x="279651" y="14814"/>
                    </a:cubicBezTo>
                    <a:cubicBezTo>
                      <a:pt x="278792" y="14526"/>
                      <a:pt x="277891" y="14389"/>
                      <a:pt x="276988" y="14389"/>
                    </a:cubicBezTo>
                    <a:cubicBezTo>
                      <a:pt x="274127" y="14389"/>
                      <a:pt x="271250" y="15765"/>
                      <a:pt x="269632" y="18099"/>
                    </a:cubicBezTo>
                    <a:cubicBezTo>
                      <a:pt x="269888" y="12982"/>
                      <a:pt x="265794" y="7987"/>
                      <a:pt x="260718" y="7302"/>
                    </a:cubicBezTo>
                    <a:cubicBezTo>
                      <a:pt x="260319" y="7249"/>
                      <a:pt x="259919" y="7223"/>
                      <a:pt x="259520" y="7223"/>
                    </a:cubicBezTo>
                    <a:cubicBezTo>
                      <a:pt x="254838" y="7223"/>
                      <a:pt x="250277" y="10768"/>
                      <a:pt x="249297" y="15407"/>
                    </a:cubicBezTo>
                    <a:cubicBezTo>
                      <a:pt x="248235" y="14800"/>
                      <a:pt x="247053" y="14523"/>
                      <a:pt x="245860" y="14523"/>
                    </a:cubicBezTo>
                    <a:cubicBezTo>
                      <a:pt x="242106" y="14523"/>
                      <a:pt x="238242" y="17264"/>
                      <a:pt x="237691" y="21077"/>
                    </a:cubicBezTo>
                    <a:cubicBezTo>
                      <a:pt x="236544" y="20570"/>
                      <a:pt x="235290" y="20325"/>
                      <a:pt x="234032" y="20325"/>
                    </a:cubicBezTo>
                    <a:cubicBezTo>
                      <a:pt x="232112" y="20325"/>
                      <a:pt x="230183" y="20896"/>
                      <a:pt x="228613" y="21977"/>
                    </a:cubicBezTo>
                    <a:cubicBezTo>
                      <a:pt x="227846" y="20187"/>
                      <a:pt x="226607" y="18559"/>
                      <a:pt x="225031" y="17372"/>
                    </a:cubicBezTo>
                    <a:cubicBezTo>
                      <a:pt x="223161" y="15994"/>
                      <a:pt x="220831" y="15281"/>
                      <a:pt x="218504" y="15281"/>
                    </a:cubicBezTo>
                    <a:cubicBezTo>
                      <a:pt x="217012" y="15281"/>
                      <a:pt x="215520" y="15575"/>
                      <a:pt x="214152" y="16175"/>
                    </a:cubicBezTo>
                    <a:cubicBezTo>
                      <a:pt x="213507" y="11706"/>
                      <a:pt x="208972" y="8494"/>
                      <a:pt x="204586" y="8494"/>
                    </a:cubicBezTo>
                    <a:cubicBezTo>
                      <a:pt x="203197" y="8494"/>
                      <a:pt x="201823" y="8816"/>
                      <a:pt x="200592" y="9523"/>
                    </a:cubicBezTo>
                    <a:cubicBezTo>
                      <a:pt x="199453" y="4147"/>
                      <a:pt x="194130" y="1"/>
                      <a:pt x="188672" y="1"/>
                    </a:cubicBezTo>
                    <a:cubicBezTo>
                      <a:pt x="188197" y="1"/>
                      <a:pt x="187721" y="32"/>
                      <a:pt x="187246" y="97"/>
                    </a:cubicBezTo>
                    <a:cubicBezTo>
                      <a:pt x="181321" y="864"/>
                      <a:pt x="176501" y="6708"/>
                      <a:pt x="176838" y="12675"/>
                    </a:cubicBezTo>
                    <a:cubicBezTo>
                      <a:pt x="174899" y="9929"/>
                      <a:pt x="171566" y="8335"/>
                      <a:pt x="168248" y="8335"/>
                    </a:cubicBezTo>
                    <a:cubicBezTo>
                      <a:pt x="167189" y="8335"/>
                      <a:pt x="166131" y="8498"/>
                      <a:pt x="165120" y="8837"/>
                    </a:cubicBezTo>
                    <a:cubicBezTo>
                      <a:pt x="160934" y="10290"/>
                      <a:pt x="157956" y="14640"/>
                      <a:pt x="158120" y="19030"/>
                    </a:cubicBezTo>
                    <a:cubicBezTo>
                      <a:pt x="156480" y="16767"/>
                      <a:pt x="153647" y="15481"/>
                      <a:pt x="150853" y="15481"/>
                    </a:cubicBezTo>
                    <a:cubicBezTo>
                      <a:pt x="149654" y="15481"/>
                      <a:pt x="148462" y="15718"/>
                      <a:pt x="147374" y="16216"/>
                    </a:cubicBezTo>
                    <a:cubicBezTo>
                      <a:pt x="145327" y="17157"/>
                      <a:pt x="143792" y="18989"/>
                      <a:pt x="142983" y="21077"/>
                    </a:cubicBezTo>
                    <a:cubicBezTo>
                      <a:pt x="142216" y="18222"/>
                      <a:pt x="140087" y="15745"/>
                      <a:pt x="137273" y="14814"/>
                    </a:cubicBezTo>
                    <a:cubicBezTo>
                      <a:pt x="136423" y="14526"/>
                      <a:pt x="135529" y="14389"/>
                      <a:pt x="134632" y="14389"/>
                    </a:cubicBezTo>
                    <a:cubicBezTo>
                      <a:pt x="131787" y="14389"/>
                      <a:pt x="128903" y="15765"/>
                      <a:pt x="127253" y="18099"/>
                    </a:cubicBezTo>
                    <a:cubicBezTo>
                      <a:pt x="127550" y="12982"/>
                      <a:pt x="123416" y="7987"/>
                      <a:pt x="118339" y="7302"/>
                    </a:cubicBezTo>
                    <a:cubicBezTo>
                      <a:pt x="117941" y="7249"/>
                      <a:pt x="117540" y="7223"/>
                      <a:pt x="117141" y="7223"/>
                    </a:cubicBezTo>
                    <a:cubicBezTo>
                      <a:pt x="112458" y="7223"/>
                      <a:pt x="107892" y="10768"/>
                      <a:pt x="106949" y="15407"/>
                    </a:cubicBezTo>
                    <a:cubicBezTo>
                      <a:pt x="105880" y="14800"/>
                      <a:pt x="104692" y="14523"/>
                      <a:pt x="103495" y="14523"/>
                    </a:cubicBezTo>
                    <a:cubicBezTo>
                      <a:pt x="99727" y="14523"/>
                      <a:pt x="95864" y="17264"/>
                      <a:pt x="95312" y="21077"/>
                    </a:cubicBezTo>
                    <a:cubicBezTo>
                      <a:pt x="94162" y="20570"/>
                      <a:pt x="92905" y="20325"/>
                      <a:pt x="91645" y="20325"/>
                    </a:cubicBezTo>
                    <a:cubicBezTo>
                      <a:pt x="89723" y="20325"/>
                      <a:pt x="87795" y="20896"/>
                      <a:pt x="86224" y="21977"/>
                    </a:cubicBezTo>
                    <a:cubicBezTo>
                      <a:pt x="85457" y="20187"/>
                      <a:pt x="84218" y="18559"/>
                      <a:pt x="82642" y="17372"/>
                    </a:cubicBezTo>
                    <a:cubicBezTo>
                      <a:pt x="80772" y="15994"/>
                      <a:pt x="78442" y="15281"/>
                      <a:pt x="76118" y="15281"/>
                    </a:cubicBezTo>
                    <a:cubicBezTo>
                      <a:pt x="74627" y="15281"/>
                      <a:pt x="73138" y="15575"/>
                      <a:pt x="71774" y="16175"/>
                    </a:cubicBezTo>
                    <a:cubicBezTo>
                      <a:pt x="71160" y="11706"/>
                      <a:pt x="66632" y="8494"/>
                      <a:pt x="62230" y="8494"/>
                    </a:cubicBezTo>
                    <a:cubicBezTo>
                      <a:pt x="60836" y="8494"/>
                      <a:pt x="59454" y="8816"/>
                      <a:pt x="58213" y="9523"/>
                    </a:cubicBezTo>
                    <a:cubicBezTo>
                      <a:pt x="57074" y="4147"/>
                      <a:pt x="51752" y="1"/>
                      <a:pt x="4629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1" name="Google Shape;101;p6"/>
            <p:cNvSpPr/>
            <p:nvPr/>
          </p:nvSpPr>
          <p:spPr>
            <a:xfrm flipH="1">
              <a:off x="-1039007" y="2887141"/>
              <a:ext cx="5685832" cy="718767"/>
            </a:xfrm>
            <a:custGeom>
              <a:avLst/>
              <a:gdLst/>
              <a:ahLst/>
              <a:cxnLst/>
              <a:rect l="l" t="t" r="r" b="b"/>
              <a:pathLst>
                <a:path w="285792" h="34085" extrusionOk="0">
                  <a:moveTo>
                    <a:pt x="46293" y="1"/>
                  </a:moveTo>
                  <a:cubicBezTo>
                    <a:pt x="45818" y="1"/>
                    <a:pt x="45342" y="32"/>
                    <a:pt x="44868" y="97"/>
                  </a:cubicBezTo>
                  <a:cubicBezTo>
                    <a:pt x="38932" y="864"/>
                    <a:pt x="34122" y="6708"/>
                    <a:pt x="34460" y="12675"/>
                  </a:cubicBezTo>
                  <a:cubicBezTo>
                    <a:pt x="32551" y="9929"/>
                    <a:pt x="29197" y="8335"/>
                    <a:pt x="25866" y="8335"/>
                  </a:cubicBezTo>
                  <a:cubicBezTo>
                    <a:pt x="24803" y="8335"/>
                    <a:pt x="23742" y="8498"/>
                    <a:pt x="22731" y="8837"/>
                  </a:cubicBezTo>
                  <a:cubicBezTo>
                    <a:pt x="18556" y="10290"/>
                    <a:pt x="15567" y="14640"/>
                    <a:pt x="15782" y="19030"/>
                  </a:cubicBezTo>
                  <a:cubicBezTo>
                    <a:pt x="14142" y="16767"/>
                    <a:pt x="11309" y="15481"/>
                    <a:pt x="8501" y="15481"/>
                  </a:cubicBezTo>
                  <a:cubicBezTo>
                    <a:pt x="7296" y="15481"/>
                    <a:pt x="6095" y="15718"/>
                    <a:pt x="4995" y="16216"/>
                  </a:cubicBezTo>
                  <a:cubicBezTo>
                    <a:pt x="1372" y="17925"/>
                    <a:pt x="1" y="21722"/>
                    <a:pt x="1" y="26235"/>
                  </a:cubicBezTo>
                  <a:lnTo>
                    <a:pt x="1" y="34084"/>
                  </a:lnTo>
                  <a:lnTo>
                    <a:pt x="285577" y="34084"/>
                  </a:lnTo>
                  <a:cubicBezTo>
                    <a:pt x="285577" y="34084"/>
                    <a:pt x="285628" y="27514"/>
                    <a:pt x="285628" y="23554"/>
                  </a:cubicBezTo>
                  <a:cubicBezTo>
                    <a:pt x="285792" y="19757"/>
                    <a:pt x="283233" y="16052"/>
                    <a:pt x="279651" y="14814"/>
                  </a:cubicBezTo>
                  <a:cubicBezTo>
                    <a:pt x="278792" y="14526"/>
                    <a:pt x="277891" y="14389"/>
                    <a:pt x="276988" y="14389"/>
                  </a:cubicBezTo>
                  <a:cubicBezTo>
                    <a:pt x="274127" y="14389"/>
                    <a:pt x="271250" y="15765"/>
                    <a:pt x="269632" y="18099"/>
                  </a:cubicBezTo>
                  <a:cubicBezTo>
                    <a:pt x="269888" y="12982"/>
                    <a:pt x="265794" y="7987"/>
                    <a:pt x="260718" y="7302"/>
                  </a:cubicBezTo>
                  <a:cubicBezTo>
                    <a:pt x="260319" y="7249"/>
                    <a:pt x="259919" y="7223"/>
                    <a:pt x="259520" y="7223"/>
                  </a:cubicBezTo>
                  <a:cubicBezTo>
                    <a:pt x="254838" y="7223"/>
                    <a:pt x="250277" y="10768"/>
                    <a:pt x="249297" y="15407"/>
                  </a:cubicBezTo>
                  <a:cubicBezTo>
                    <a:pt x="248235" y="14800"/>
                    <a:pt x="247053" y="14523"/>
                    <a:pt x="245860" y="14523"/>
                  </a:cubicBezTo>
                  <a:cubicBezTo>
                    <a:pt x="242106" y="14523"/>
                    <a:pt x="238242" y="17264"/>
                    <a:pt x="237691" y="21077"/>
                  </a:cubicBezTo>
                  <a:cubicBezTo>
                    <a:pt x="236544" y="20570"/>
                    <a:pt x="235290" y="20325"/>
                    <a:pt x="234032" y="20325"/>
                  </a:cubicBezTo>
                  <a:cubicBezTo>
                    <a:pt x="232112" y="20325"/>
                    <a:pt x="230183" y="20896"/>
                    <a:pt x="228613" y="21977"/>
                  </a:cubicBezTo>
                  <a:cubicBezTo>
                    <a:pt x="227846" y="20187"/>
                    <a:pt x="226607" y="18559"/>
                    <a:pt x="225031" y="17372"/>
                  </a:cubicBezTo>
                  <a:cubicBezTo>
                    <a:pt x="223161" y="15994"/>
                    <a:pt x="220831" y="15281"/>
                    <a:pt x="218504" y="15281"/>
                  </a:cubicBezTo>
                  <a:cubicBezTo>
                    <a:pt x="217012" y="15281"/>
                    <a:pt x="215520" y="15575"/>
                    <a:pt x="214152" y="16175"/>
                  </a:cubicBezTo>
                  <a:cubicBezTo>
                    <a:pt x="213507" y="11706"/>
                    <a:pt x="208972" y="8494"/>
                    <a:pt x="204586" y="8494"/>
                  </a:cubicBezTo>
                  <a:cubicBezTo>
                    <a:pt x="203197" y="8494"/>
                    <a:pt x="201823" y="8816"/>
                    <a:pt x="200592" y="9523"/>
                  </a:cubicBezTo>
                  <a:cubicBezTo>
                    <a:pt x="199453" y="4147"/>
                    <a:pt x="194130" y="1"/>
                    <a:pt x="188672" y="1"/>
                  </a:cubicBezTo>
                  <a:cubicBezTo>
                    <a:pt x="188197" y="1"/>
                    <a:pt x="187721" y="32"/>
                    <a:pt x="187246" y="97"/>
                  </a:cubicBezTo>
                  <a:cubicBezTo>
                    <a:pt x="181321" y="864"/>
                    <a:pt x="176501" y="6708"/>
                    <a:pt x="176838" y="12675"/>
                  </a:cubicBezTo>
                  <a:cubicBezTo>
                    <a:pt x="174899" y="9929"/>
                    <a:pt x="171566" y="8335"/>
                    <a:pt x="168248" y="8335"/>
                  </a:cubicBezTo>
                  <a:cubicBezTo>
                    <a:pt x="167189" y="8335"/>
                    <a:pt x="166131" y="8498"/>
                    <a:pt x="165120" y="8837"/>
                  </a:cubicBezTo>
                  <a:cubicBezTo>
                    <a:pt x="160934" y="10290"/>
                    <a:pt x="157956" y="14640"/>
                    <a:pt x="158120" y="19030"/>
                  </a:cubicBezTo>
                  <a:cubicBezTo>
                    <a:pt x="156480" y="16767"/>
                    <a:pt x="153647" y="15481"/>
                    <a:pt x="150853" y="15481"/>
                  </a:cubicBezTo>
                  <a:cubicBezTo>
                    <a:pt x="149654" y="15481"/>
                    <a:pt x="148462" y="15718"/>
                    <a:pt x="147374" y="16216"/>
                  </a:cubicBezTo>
                  <a:cubicBezTo>
                    <a:pt x="145327" y="17157"/>
                    <a:pt x="143792" y="18989"/>
                    <a:pt x="142983" y="21077"/>
                  </a:cubicBezTo>
                  <a:cubicBezTo>
                    <a:pt x="142216" y="18222"/>
                    <a:pt x="140087" y="15745"/>
                    <a:pt x="137273" y="14814"/>
                  </a:cubicBezTo>
                  <a:cubicBezTo>
                    <a:pt x="136423" y="14526"/>
                    <a:pt x="135529" y="14389"/>
                    <a:pt x="134632" y="14389"/>
                  </a:cubicBezTo>
                  <a:cubicBezTo>
                    <a:pt x="131787" y="14389"/>
                    <a:pt x="128903" y="15765"/>
                    <a:pt x="127253" y="18099"/>
                  </a:cubicBezTo>
                  <a:cubicBezTo>
                    <a:pt x="127550" y="12982"/>
                    <a:pt x="123416" y="7987"/>
                    <a:pt x="118339" y="7302"/>
                  </a:cubicBezTo>
                  <a:cubicBezTo>
                    <a:pt x="117941" y="7249"/>
                    <a:pt x="117540" y="7223"/>
                    <a:pt x="117141" y="7223"/>
                  </a:cubicBezTo>
                  <a:cubicBezTo>
                    <a:pt x="112458" y="7223"/>
                    <a:pt x="107892" y="10768"/>
                    <a:pt x="106949" y="15407"/>
                  </a:cubicBezTo>
                  <a:cubicBezTo>
                    <a:pt x="105880" y="14800"/>
                    <a:pt x="104692" y="14523"/>
                    <a:pt x="103495" y="14523"/>
                  </a:cubicBezTo>
                  <a:cubicBezTo>
                    <a:pt x="99727" y="14523"/>
                    <a:pt x="95864" y="17264"/>
                    <a:pt x="95312" y="21077"/>
                  </a:cubicBezTo>
                  <a:cubicBezTo>
                    <a:pt x="94162" y="20570"/>
                    <a:pt x="92905" y="20325"/>
                    <a:pt x="91645" y="20325"/>
                  </a:cubicBezTo>
                  <a:cubicBezTo>
                    <a:pt x="89723" y="20325"/>
                    <a:pt x="87795" y="20896"/>
                    <a:pt x="86224" y="21977"/>
                  </a:cubicBezTo>
                  <a:cubicBezTo>
                    <a:pt x="85457" y="20187"/>
                    <a:pt x="84218" y="18559"/>
                    <a:pt x="82642" y="17372"/>
                  </a:cubicBezTo>
                  <a:cubicBezTo>
                    <a:pt x="80772" y="15994"/>
                    <a:pt x="78442" y="15281"/>
                    <a:pt x="76118" y="15281"/>
                  </a:cubicBezTo>
                  <a:cubicBezTo>
                    <a:pt x="74627" y="15281"/>
                    <a:pt x="73138" y="15575"/>
                    <a:pt x="71774" y="16175"/>
                  </a:cubicBezTo>
                  <a:cubicBezTo>
                    <a:pt x="71160" y="11706"/>
                    <a:pt x="66632" y="8494"/>
                    <a:pt x="62230" y="8494"/>
                  </a:cubicBezTo>
                  <a:cubicBezTo>
                    <a:pt x="60836" y="8494"/>
                    <a:pt x="59454" y="8816"/>
                    <a:pt x="58213" y="9523"/>
                  </a:cubicBezTo>
                  <a:cubicBezTo>
                    <a:pt x="57074" y="4147"/>
                    <a:pt x="51752" y="1"/>
                    <a:pt x="4629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102"/>
        <p:cNvGrpSpPr/>
        <p:nvPr/>
      </p:nvGrpSpPr>
      <p:grpSpPr>
        <a:xfrm>
          <a:off x="0" y="0"/>
          <a:ext cx="0" cy="0"/>
          <a:chOff x="0" y="0"/>
          <a:chExt cx="0" cy="0"/>
        </a:xfrm>
      </p:grpSpPr>
      <p:grpSp>
        <p:nvGrpSpPr>
          <p:cNvPr id="103" name="Google Shape;103;p7"/>
          <p:cNvGrpSpPr/>
          <p:nvPr/>
        </p:nvGrpSpPr>
        <p:grpSpPr>
          <a:xfrm>
            <a:off x="50" y="4719548"/>
            <a:ext cx="9143923" cy="423899"/>
            <a:chOff x="50" y="4719548"/>
            <a:chExt cx="9143923" cy="423899"/>
          </a:xfrm>
        </p:grpSpPr>
        <p:sp>
          <p:nvSpPr>
            <p:cNvPr id="104" name="Google Shape;104;p7"/>
            <p:cNvSpPr/>
            <p:nvPr/>
          </p:nvSpPr>
          <p:spPr>
            <a:xfrm>
              <a:off x="75" y="4719548"/>
              <a:ext cx="9143898" cy="423899"/>
            </a:xfrm>
            <a:custGeom>
              <a:avLst/>
              <a:gdLst/>
              <a:ahLst/>
              <a:cxnLst/>
              <a:rect l="l" t="t" r="r" b="b"/>
              <a:pathLst>
                <a:path w="116676" h="10501" extrusionOk="0">
                  <a:moveTo>
                    <a:pt x="1" y="0"/>
                  </a:moveTo>
                  <a:lnTo>
                    <a:pt x="1" y="10501"/>
                  </a:lnTo>
                  <a:lnTo>
                    <a:pt x="116675" y="10501"/>
                  </a:lnTo>
                  <a:lnTo>
                    <a:pt x="116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 name="Google Shape;105;p7"/>
            <p:cNvSpPr/>
            <p:nvPr/>
          </p:nvSpPr>
          <p:spPr>
            <a:xfrm>
              <a:off x="50" y="4719548"/>
              <a:ext cx="9143898" cy="423899"/>
            </a:xfrm>
            <a:custGeom>
              <a:avLst/>
              <a:gdLst/>
              <a:ahLst/>
              <a:cxnLst/>
              <a:rect l="l" t="t" r="r" b="b"/>
              <a:pathLst>
                <a:path w="116676" h="10501" extrusionOk="0">
                  <a:moveTo>
                    <a:pt x="1" y="0"/>
                  </a:moveTo>
                  <a:lnTo>
                    <a:pt x="1" y="10501"/>
                  </a:lnTo>
                  <a:lnTo>
                    <a:pt x="116675" y="10501"/>
                  </a:lnTo>
                  <a:lnTo>
                    <a:pt x="116675" y="0"/>
                  </a:ln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06" name="Google Shape;106;p7"/>
          <p:cNvGrpSpPr/>
          <p:nvPr/>
        </p:nvGrpSpPr>
        <p:grpSpPr>
          <a:xfrm>
            <a:off x="-709948" y="3043291"/>
            <a:ext cx="11018894" cy="1108812"/>
            <a:chOff x="-709950" y="3444288"/>
            <a:chExt cx="10841100" cy="1035112"/>
          </a:xfrm>
        </p:grpSpPr>
        <p:sp>
          <p:nvSpPr>
            <p:cNvPr id="107" name="Google Shape;107;p7"/>
            <p:cNvSpPr/>
            <p:nvPr/>
          </p:nvSpPr>
          <p:spPr>
            <a:xfrm>
              <a:off x="-709950" y="4050100"/>
              <a:ext cx="10841100" cy="4293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8" name="Google Shape;108;p7"/>
            <p:cNvGrpSpPr/>
            <p:nvPr/>
          </p:nvGrpSpPr>
          <p:grpSpPr>
            <a:xfrm>
              <a:off x="-709849" y="3444288"/>
              <a:ext cx="10840996" cy="670973"/>
              <a:chOff x="3813" y="3737820"/>
              <a:chExt cx="9937662" cy="615064"/>
            </a:xfrm>
          </p:grpSpPr>
          <p:sp>
            <p:nvSpPr>
              <p:cNvPr id="109" name="Google Shape;109;p7"/>
              <p:cNvSpPr/>
              <p:nvPr/>
            </p:nvSpPr>
            <p:spPr>
              <a:xfrm flipH="1">
                <a:off x="3813" y="3737820"/>
                <a:ext cx="5128537" cy="615064"/>
              </a:xfrm>
              <a:custGeom>
                <a:avLst/>
                <a:gdLst/>
                <a:ahLst/>
                <a:cxnLst/>
                <a:rect l="l" t="t" r="r" b="b"/>
                <a:pathLst>
                  <a:path w="285792" h="34085" extrusionOk="0">
                    <a:moveTo>
                      <a:pt x="46293" y="1"/>
                    </a:moveTo>
                    <a:cubicBezTo>
                      <a:pt x="45818" y="1"/>
                      <a:pt x="45342" y="32"/>
                      <a:pt x="44868" y="97"/>
                    </a:cubicBezTo>
                    <a:cubicBezTo>
                      <a:pt x="38932" y="864"/>
                      <a:pt x="34122" y="6708"/>
                      <a:pt x="34460" y="12675"/>
                    </a:cubicBezTo>
                    <a:cubicBezTo>
                      <a:pt x="32551" y="9929"/>
                      <a:pt x="29197" y="8335"/>
                      <a:pt x="25866" y="8335"/>
                    </a:cubicBezTo>
                    <a:cubicBezTo>
                      <a:pt x="24803" y="8335"/>
                      <a:pt x="23742" y="8498"/>
                      <a:pt x="22731" y="8837"/>
                    </a:cubicBezTo>
                    <a:cubicBezTo>
                      <a:pt x="18556" y="10290"/>
                      <a:pt x="15567" y="14640"/>
                      <a:pt x="15782" y="19030"/>
                    </a:cubicBezTo>
                    <a:cubicBezTo>
                      <a:pt x="14142" y="16767"/>
                      <a:pt x="11309" y="15481"/>
                      <a:pt x="8501" y="15481"/>
                    </a:cubicBezTo>
                    <a:cubicBezTo>
                      <a:pt x="7296" y="15481"/>
                      <a:pt x="6095" y="15718"/>
                      <a:pt x="4995" y="16216"/>
                    </a:cubicBezTo>
                    <a:cubicBezTo>
                      <a:pt x="1372" y="17925"/>
                      <a:pt x="1" y="21722"/>
                      <a:pt x="1" y="26235"/>
                    </a:cubicBezTo>
                    <a:lnTo>
                      <a:pt x="1" y="34084"/>
                    </a:lnTo>
                    <a:lnTo>
                      <a:pt x="285577" y="34084"/>
                    </a:lnTo>
                    <a:cubicBezTo>
                      <a:pt x="285577" y="34084"/>
                      <a:pt x="285628" y="27514"/>
                      <a:pt x="285628" y="23554"/>
                    </a:cubicBezTo>
                    <a:cubicBezTo>
                      <a:pt x="285792" y="19757"/>
                      <a:pt x="283233" y="16052"/>
                      <a:pt x="279651" y="14814"/>
                    </a:cubicBezTo>
                    <a:cubicBezTo>
                      <a:pt x="278792" y="14526"/>
                      <a:pt x="277891" y="14389"/>
                      <a:pt x="276988" y="14389"/>
                    </a:cubicBezTo>
                    <a:cubicBezTo>
                      <a:pt x="274127" y="14389"/>
                      <a:pt x="271250" y="15765"/>
                      <a:pt x="269632" y="18099"/>
                    </a:cubicBezTo>
                    <a:cubicBezTo>
                      <a:pt x="269888" y="12982"/>
                      <a:pt x="265794" y="7987"/>
                      <a:pt x="260718" y="7302"/>
                    </a:cubicBezTo>
                    <a:cubicBezTo>
                      <a:pt x="260319" y="7249"/>
                      <a:pt x="259919" y="7223"/>
                      <a:pt x="259520" y="7223"/>
                    </a:cubicBezTo>
                    <a:cubicBezTo>
                      <a:pt x="254838" y="7223"/>
                      <a:pt x="250277" y="10768"/>
                      <a:pt x="249297" y="15407"/>
                    </a:cubicBezTo>
                    <a:cubicBezTo>
                      <a:pt x="248235" y="14800"/>
                      <a:pt x="247053" y="14523"/>
                      <a:pt x="245860" y="14523"/>
                    </a:cubicBezTo>
                    <a:cubicBezTo>
                      <a:pt x="242106" y="14523"/>
                      <a:pt x="238242" y="17264"/>
                      <a:pt x="237691" y="21077"/>
                    </a:cubicBezTo>
                    <a:cubicBezTo>
                      <a:pt x="236544" y="20570"/>
                      <a:pt x="235290" y="20325"/>
                      <a:pt x="234032" y="20325"/>
                    </a:cubicBezTo>
                    <a:cubicBezTo>
                      <a:pt x="232112" y="20325"/>
                      <a:pt x="230183" y="20896"/>
                      <a:pt x="228613" y="21977"/>
                    </a:cubicBezTo>
                    <a:cubicBezTo>
                      <a:pt x="227846" y="20187"/>
                      <a:pt x="226607" y="18559"/>
                      <a:pt x="225031" y="17372"/>
                    </a:cubicBezTo>
                    <a:cubicBezTo>
                      <a:pt x="223161" y="15994"/>
                      <a:pt x="220831" y="15281"/>
                      <a:pt x="218504" y="15281"/>
                    </a:cubicBezTo>
                    <a:cubicBezTo>
                      <a:pt x="217012" y="15281"/>
                      <a:pt x="215520" y="15575"/>
                      <a:pt x="214152" y="16175"/>
                    </a:cubicBezTo>
                    <a:cubicBezTo>
                      <a:pt x="213507" y="11706"/>
                      <a:pt x="208972" y="8494"/>
                      <a:pt x="204586" y="8494"/>
                    </a:cubicBezTo>
                    <a:cubicBezTo>
                      <a:pt x="203197" y="8494"/>
                      <a:pt x="201823" y="8816"/>
                      <a:pt x="200592" y="9523"/>
                    </a:cubicBezTo>
                    <a:cubicBezTo>
                      <a:pt x="199453" y="4147"/>
                      <a:pt x="194130" y="1"/>
                      <a:pt x="188672" y="1"/>
                    </a:cubicBezTo>
                    <a:cubicBezTo>
                      <a:pt x="188197" y="1"/>
                      <a:pt x="187721" y="32"/>
                      <a:pt x="187246" y="97"/>
                    </a:cubicBezTo>
                    <a:cubicBezTo>
                      <a:pt x="181321" y="864"/>
                      <a:pt x="176501" y="6708"/>
                      <a:pt x="176838" y="12675"/>
                    </a:cubicBezTo>
                    <a:cubicBezTo>
                      <a:pt x="174899" y="9929"/>
                      <a:pt x="171566" y="8335"/>
                      <a:pt x="168248" y="8335"/>
                    </a:cubicBezTo>
                    <a:cubicBezTo>
                      <a:pt x="167189" y="8335"/>
                      <a:pt x="166131" y="8498"/>
                      <a:pt x="165120" y="8837"/>
                    </a:cubicBezTo>
                    <a:cubicBezTo>
                      <a:pt x="160934" y="10290"/>
                      <a:pt x="157956" y="14640"/>
                      <a:pt x="158120" y="19030"/>
                    </a:cubicBezTo>
                    <a:cubicBezTo>
                      <a:pt x="156480" y="16767"/>
                      <a:pt x="153647" y="15481"/>
                      <a:pt x="150853" y="15481"/>
                    </a:cubicBezTo>
                    <a:cubicBezTo>
                      <a:pt x="149654" y="15481"/>
                      <a:pt x="148462" y="15718"/>
                      <a:pt x="147374" y="16216"/>
                    </a:cubicBezTo>
                    <a:cubicBezTo>
                      <a:pt x="145327" y="17157"/>
                      <a:pt x="143792" y="18989"/>
                      <a:pt x="142983" y="21077"/>
                    </a:cubicBezTo>
                    <a:cubicBezTo>
                      <a:pt x="142216" y="18222"/>
                      <a:pt x="140087" y="15745"/>
                      <a:pt x="137273" y="14814"/>
                    </a:cubicBezTo>
                    <a:cubicBezTo>
                      <a:pt x="136423" y="14526"/>
                      <a:pt x="135529" y="14389"/>
                      <a:pt x="134632" y="14389"/>
                    </a:cubicBezTo>
                    <a:cubicBezTo>
                      <a:pt x="131787" y="14389"/>
                      <a:pt x="128903" y="15765"/>
                      <a:pt x="127253" y="18099"/>
                    </a:cubicBezTo>
                    <a:cubicBezTo>
                      <a:pt x="127550" y="12982"/>
                      <a:pt x="123416" y="7987"/>
                      <a:pt x="118339" y="7302"/>
                    </a:cubicBezTo>
                    <a:cubicBezTo>
                      <a:pt x="117941" y="7249"/>
                      <a:pt x="117540" y="7223"/>
                      <a:pt x="117141" y="7223"/>
                    </a:cubicBezTo>
                    <a:cubicBezTo>
                      <a:pt x="112458" y="7223"/>
                      <a:pt x="107892" y="10768"/>
                      <a:pt x="106949" y="15407"/>
                    </a:cubicBezTo>
                    <a:cubicBezTo>
                      <a:pt x="105880" y="14800"/>
                      <a:pt x="104692" y="14523"/>
                      <a:pt x="103495" y="14523"/>
                    </a:cubicBezTo>
                    <a:cubicBezTo>
                      <a:pt x="99727" y="14523"/>
                      <a:pt x="95864" y="17264"/>
                      <a:pt x="95312" y="21077"/>
                    </a:cubicBezTo>
                    <a:cubicBezTo>
                      <a:pt x="94162" y="20570"/>
                      <a:pt x="92905" y="20325"/>
                      <a:pt x="91645" y="20325"/>
                    </a:cubicBezTo>
                    <a:cubicBezTo>
                      <a:pt x="89723" y="20325"/>
                      <a:pt x="87795" y="20896"/>
                      <a:pt x="86224" y="21977"/>
                    </a:cubicBezTo>
                    <a:cubicBezTo>
                      <a:pt x="85457" y="20187"/>
                      <a:pt x="84218" y="18559"/>
                      <a:pt x="82642" y="17372"/>
                    </a:cubicBezTo>
                    <a:cubicBezTo>
                      <a:pt x="80772" y="15994"/>
                      <a:pt x="78442" y="15281"/>
                      <a:pt x="76118" y="15281"/>
                    </a:cubicBezTo>
                    <a:cubicBezTo>
                      <a:pt x="74627" y="15281"/>
                      <a:pt x="73138" y="15575"/>
                      <a:pt x="71774" y="16175"/>
                    </a:cubicBezTo>
                    <a:cubicBezTo>
                      <a:pt x="71160" y="11706"/>
                      <a:pt x="66632" y="8494"/>
                      <a:pt x="62230" y="8494"/>
                    </a:cubicBezTo>
                    <a:cubicBezTo>
                      <a:pt x="60836" y="8494"/>
                      <a:pt x="59454" y="8816"/>
                      <a:pt x="58213" y="9523"/>
                    </a:cubicBezTo>
                    <a:cubicBezTo>
                      <a:pt x="57074" y="4147"/>
                      <a:pt x="51752" y="1"/>
                      <a:pt x="4629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 name="Google Shape;110;p7"/>
              <p:cNvSpPr/>
              <p:nvPr/>
            </p:nvSpPr>
            <p:spPr>
              <a:xfrm flipH="1">
                <a:off x="4812938" y="3737820"/>
                <a:ext cx="5128537" cy="615064"/>
              </a:xfrm>
              <a:custGeom>
                <a:avLst/>
                <a:gdLst/>
                <a:ahLst/>
                <a:cxnLst/>
                <a:rect l="l" t="t" r="r" b="b"/>
                <a:pathLst>
                  <a:path w="285792" h="34085" extrusionOk="0">
                    <a:moveTo>
                      <a:pt x="46293" y="1"/>
                    </a:moveTo>
                    <a:cubicBezTo>
                      <a:pt x="45818" y="1"/>
                      <a:pt x="45342" y="32"/>
                      <a:pt x="44868" y="97"/>
                    </a:cubicBezTo>
                    <a:cubicBezTo>
                      <a:pt x="38932" y="864"/>
                      <a:pt x="34122" y="6708"/>
                      <a:pt x="34460" y="12675"/>
                    </a:cubicBezTo>
                    <a:cubicBezTo>
                      <a:pt x="32551" y="9929"/>
                      <a:pt x="29197" y="8335"/>
                      <a:pt x="25866" y="8335"/>
                    </a:cubicBezTo>
                    <a:cubicBezTo>
                      <a:pt x="24803" y="8335"/>
                      <a:pt x="23742" y="8498"/>
                      <a:pt x="22731" y="8837"/>
                    </a:cubicBezTo>
                    <a:cubicBezTo>
                      <a:pt x="18556" y="10290"/>
                      <a:pt x="15567" y="14640"/>
                      <a:pt x="15782" y="19030"/>
                    </a:cubicBezTo>
                    <a:cubicBezTo>
                      <a:pt x="14142" y="16767"/>
                      <a:pt x="11309" y="15481"/>
                      <a:pt x="8501" y="15481"/>
                    </a:cubicBezTo>
                    <a:cubicBezTo>
                      <a:pt x="7296" y="15481"/>
                      <a:pt x="6095" y="15718"/>
                      <a:pt x="4995" y="16216"/>
                    </a:cubicBezTo>
                    <a:cubicBezTo>
                      <a:pt x="1372" y="17925"/>
                      <a:pt x="1" y="21722"/>
                      <a:pt x="1" y="26235"/>
                    </a:cubicBezTo>
                    <a:lnTo>
                      <a:pt x="1" y="34084"/>
                    </a:lnTo>
                    <a:lnTo>
                      <a:pt x="285577" y="34084"/>
                    </a:lnTo>
                    <a:cubicBezTo>
                      <a:pt x="285577" y="34084"/>
                      <a:pt x="285628" y="27514"/>
                      <a:pt x="285628" y="23554"/>
                    </a:cubicBezTo>
                    <a:cubicBezTo>
                      <a:pt x="285792" y="19757"/>
                      <a:pt x="283233" y="16052"/>
                      <a:pt x="279651" y="14814"/>
                    </a:cubicBezTo>
                    <a:cubicBezTo>
                      <a:pt x="278792" y="14526"/>
                      <a:pt x="277891" y="14389"/>
                      <a:pt x="276988" y="14389"/>
                    </a:cubicBezTo>
                    <a:cubicBezTo>
                      <a:pt x="274127" y="14389"/>
                      <a:pt x="271250" y="15765"/>
                      <a:pt x="269632" y="18099"/>
                    </a:cubicBezTo>
                    <a:cubicBezTo>
                      <a:pt x="269888" y="12982"/>
                      <a:pt x="265794" y="7987"/>
                      <a:pt x="260718" y="7302"/>
                    </a:cubicBezTo>
                    <a:cubicBezTo>
                      <a:pt x="260319" y="7249"/>
                      <a:pt x="259919" y="7223"/>
                      <a:pt x="259520" y="7223"/>
                    </a:cubicBezTo>
                    <a:cubicBezTo>
                      <a:pt x="254838" y="7223"/>
                      <a:pt x="250277" y="10768"/>
                      <a:pt x="249297" y="15407"/>
                    </a:cubicBezTo>
                    <a:cubicBezTo>
                      <a:pt x="248235" y="14800"/>
                      <a:pt x="247053" y="14523"/>
                      <a:pt x="245860" y="14523"/>
                    </a:cubicBezTo>
                    <a:cubicBezTo>
                      <a:pt x="242106" y="14523"/>
                      <a:pt x="238242" y="17264"/>
                      <a:pt x="237691" y="21077"/>
                    </a:cubicBezTo>
                    <a:cubicBezTo>
                      <a:pt x="236544" y="20570"/>
                      <a:pt x="235290" y="20325"/>
                      <a:pt x="234032" y="20325"/>
                    </a:cubicBezTo>
                    <a:cubicBezTo>
                      <a:pt x="232112" y="20325"/>
                      <a:pt x="230183" y="20896"/>
                      <a:pt x="228613" y="21977"/>
                    </a:cubicBezTo>
                    <a:cubicBezTo>
                      <a:pt x="227846" y="20187"/>
                      <a:pt x="226607" y="18559"/>
                      <a:pt x="225031" y="17372"/>
                    </a:cubicBezTo>
                    <a:cubicBezTo>
                      <a:pt x="223161" y="15994"/>
                      <a:pt x="220831" y="15281"/>
                      <a:pt x="218504" y="15281"/>
                    </a:cubicBezTo>
                    <a:cubicBezTo>
                      <a:pt x="217012" y="15281"/>
                      <a:pt x="215520" y="15575"/>
                      <a:pt x="214152" y="16175"/>
                    </a:cubicBezTo>
                    <a:cubicBezTo>
                      <a:pt x="213507" y="11706"/>
                      <a:pt x="208972" y="8494"/>
                      <a:pt x="204586" y="8494"/>
                    </a:cubicBezTo>
                    <a:cubicBezTo>
                      <a:pt x="203197" y="8494"/>
                      <a:pt x="201823" y="8816"/>
                      <a:pt x="200592" y="9523"/>
                    </a:cubicBezTo>
                    <a:cubicBezTo>
                      <a:pt x="199453" y="4147"/>
                      <a:pt x="194130" y="1"/>
                      <a:pt x="188672" y="1"/>
                    </a:cubicBezTo>
                    <a:cubicBezTo>
                      <a:pt x="188197" y="1"/>
                      <a:pt x="187721" y="32"/>
                      <a:pt x="187246" y="97"/>
                    </a:cubicBezTo>
                    <a:cubicBezTo>
                      <a:pt x="181321" y="864"/>
                      <a:pt x="176501" y="6708"/>
                      <a:pt x="176838" y="12675"/>
                    </a:cubicBezTo>
                    <a:cubicBezTo>
                      <a:pt x="174899" y="9929"/>
                      <a:pt x="171566" y="8335"/>
                      <a:pt x="168248" y="8335"/>
                    </a:cubicBezTo>
                    <a:cubicBezTo>
                      <a:pt x="167189" y="8335"/>
                      <a:pt x="166131" y="8498"/>
                      <a:pt x="165120" y="8837"/>
                    </a:cubicBezTo>
                    <a:cubicBezTo>
                      <a:pt x="160934" y="10290"/>
                      <a:pt x="157956" y="14640"/>
                      <a:pt x="158120" y="19030"/>
                    </a:cubicBezTo>
                    <a:cubicBezTo>
                      <a:pt x="156480" y="16767"/>
                      <a:pt x="153647" y="15481"/>
                      <a:pt x="150853" y="15481"/>
                    </a:cubicBezTo>
                    <a:cubicBezTo>
                      <a:pt x="149654" y="15481"/>
                      <a:pt x="148462" y="15718"/>
                      <a:pt x="147374" y="16216"/>
                    </a:cubicBezTo>
                    <a:cubicBezTo>
                      <a:pt x="145327" y="17157"/>
                      <a:pt x="143792" y="18989"/>
                      <a:pt x="142983" y="21077"/>
                    </a:cubicBezTo>
                    <a:cubicBezTo>
                      <a:pt x="142216" y="18222"/>
                      <a:pt x="140087" y="15745"/>
                      <a:pt x="137273" y="14814"/>
                    </a:cubicBezTo>
                    <a:cubicBezTo>
                      <a:pt x="136423" y="14526"/>
                      <a:pt x="135529" y="14389"/>
                      <a:pt x="134632" y="14389"/>
                    </a:cubicBezTo>
                    <a:cubicBezTo>
                      <a:pt x="131787" y="14389"/>
                      <a:pt x="128903" y="15765"/>
                      <a:pt x="127253" y="18099"/>
                    </a:cubicBezTo>
                    <a:cubicBezTo>
                      <a:pt x="127550" y="12982"/>
                      <a:pt x="123416" y="7987"/>
                      <a:pt x="118339" y="7302"/>
                    </a:cubicBezTo>
                    <a:cubicBezTo>
                      <a:pt x="117941" y="7249"/>
                      <a:pt x="117540" y="7223"/>
                      <a:pt x="117141" y="7223"/>
                    </a:cubicBezTo>
                    <a:cubicBezTo>
                      <a:pt x="112458" y="7223"/>
                      <a:pt x="107892" y="10768"/>
                      <a:pt x="106949" y="15407"/>
                    </a:cubicBezTo>
                    <a:cubicBezTo>
                      <a:pt x="105880" y="14800"/>
                      <a:pt x="104692" y="14523"/>
                      <a:pt x="103495" y="14523"/>
                    </a:cubicBezTo>
                    <a:cubicBezTo>
                      <a:pt x="99727" y="14523"/>
                      <a:pt x="95864" y="17264"/>
                      <a:pt x="95312" y="21077"/>
                    </a:cubicBezTo>
                    <a:cubicBezTo>
                      <a:pt x="94162" y="20570"/>
                      <a:pt x="92905" y="20325"/>
                      <a:pt x="91645" y="20325"/>
                    </a:cubicBezTo>
                    <a:cubicBezTo>
                      <a:pt x="89723" y="20325"/>
                      <a:pt x="87795" y="20896"/>
                      <a:pt x="86224" y="21977"/>
                    </a:cubicBezTo>
                    <a:cubicBezTo>
                      <a:pt x="85457" y="20187"/>
                      <a:pt x="84218" y="18559"/>
                      <a:pt x="82642" y="17372"/>
                    </a:cubicBezTo>
                    <a:cubicBezTo>
                      <a:pt x="80772" y="15994"/>
                      <a:pt x="78442" y="15281"/>
                      <a:pt x="76118" y="15281"/>
                    </a:cubicBezTo>
                    <a:cubicBezTo>
                      <a:pt x="74627" y="15281"/>
                      <a:pt x="73138" y="15575"/>
                      <a:pt x="71774" y="16175"/>
                    </a:cubicBezTo>
                    <a:cubicBezTo>
                      <a:pt x="71160" y="11706"/>
                      <a:pt x="66632" y="8494"/>
                      <a:pt x="62230" y="8494"/>
                    </a:cubicBezTo>
                    <a:cubicBezTo>
                      <a:pt x="60836" y="8494"/>
                      <a:pt x="59454" y="8816"/>
                      <a:pt x="58213" y="9523"/>
                    </a:cubicBezTo>
                    <a:cubicBezTo>
                      <a:pt x="57074" y="4147"/>
                      <a:pt x="51752" y="1"/>
                      <a:pt x="4629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1" name="Google Shape;111;p7"/>
          <p:cNvGrpSpPr/>
          <p:nvPr/>
        </p:nvGrpSpPr>
        <p:grpSpPr>
          <a:xfrm>
            <a:off x="150" y="4152091"/>
            <a:ext cx="9144111" cy="601083"/>
            <a:chOff x="150" y="3962296"/>
            <a:chExt cx="9144111" cy="790690"/>
          </a:xfrm>
        </p:grpSpPr>
        <p:sp>
          <p:nvSpPr>
            <p:cNvPr id="112" name="Google Shape;112;p7"/>
            <p:cNvSpPr/>
            <p:nvPr/>
          </p:nvSpPr>
          <p:spPr>
            <a:xfrm>
              <a:off x="150" y="3962350"/>
              <a:ext cx="9144111" cy="790636"/>
            </a:xfrm>
            <a:custGeom>
              <a:avLst/>
              <a:gdLst/>
              <a:ahLst/>
              <a:cxnLst/>
              <a:rect l="l" t="t" r="r" b="b"/>
              <a:pathLst>
                <a:path w="116675" h="12247" extrusionOk="0">
                  <a:moveTo>
                    <a:pt x="0" y="0"/>
                  </a:moveTo>
                  <a:lnTo>
                    <a:pt x="0" y="12246"/>
                  </a:lnTo>
                  <a:lnTo>
                    <a:pt x="116675" y="12246"/>
                  </a:lnTo>
                  <a:lnTo>
                    <a:pt x="116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 name="Google Shape;113;p7"/>
            <p:cNvGrpSpPr/>
            <p:nvPr/>
          </p:nvGrpSpPr>
          <p:grpSpPr>
            <a:xfrm>
              <a:off x="31859" y="3962296"/>
              <a:ext cx="9057943" cy="790610"/>
              <a:chOff x="31859" y="3637483"/>
              <a:chExt cx="9057943" cy="954958"/>
            </a:xfrm>
          </p:grpSpPr>
          <p:sp>
            <p:nvSpPr>
              <p:cNvPr id="114" name="Google Shape;114;p7"/>
              <p:cNvSpPr/>
              <p:nvPr/>
            </p:nvSpPr>
            <p:spPr>
              <a:xfrm>
                <a:off x="31859" y="3637483"/>
                <a:ext cx="583516" cy="954958"/>
              </a:xfrm>
              <a:custGeom>
                <a:avLst/>
                <a:gdLst/>
                <a:ahLst/>
                <a:cxnLst/>
                <a:rect l="l" t="t" r="r" b="b"/>
                <a:pathLst>
                  <a:path w="7506" h="12284" extrusionOk="0">
                    <a:moveTo>
                      <a:pt x="7393" y="0"/>
                    </a:moveTo>
                    <a:lnTo>
                      <a:pt x="1" y="12209"/>
                    </a:lnTo>
                    <a:lnTo>
                      <a:pt x="160" y="12284"/>
                    </a:lnTo>
                    <a:lnTo>
                      <a:pt x="7505" y="75"/>
                    </a:lnTo>
                    <a:lnTo>
                      <a:pt x="7393"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 name="Google Shape;115;p7"/>
              <p:cNvSpPr/>
              <p:nvPr/>
            </p:nvSpPr>
            <p:spPr>
              <a:xfrm>
                <a:off x="1843027" y="3637483"/>
                <a:ext cx="353484" cy="954958"/>
              </a:xfrm>
              <a:custGeom>
                <a:avLst/>
                <a:gdLst/>
                <a:ahLst/>
                <a:cxnLst/>
                <a:rect l="l" t="t" r="r" b="b"/>
                <a:pathLst>
                  <a:path w="4547" h="12284" extrusionOk="0">
                    <a:moveTo>
                      <a:pt x="4397" y="0"/>
                    </a:moveTo>
                    <a:lnTo>
                      <a:pt x="0" y="12209"/>
                    </a:lnTo>
                    <a:lnTo>
                      <a:pt x="112" y="12284"/>
                    </a:lnTo>
                    <a:lnTo>
                      <a:pt x="4546" y="75"/>
                    </a:lnTo>
                    <a:lnTo>
                      <a:pt x="4397"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 name="Google Shape;116;p7"/>
              <p:cNvSpPr/>
              <p:nvPr/>
            </p:nvSpPr>
            <p:spPr>
              <a:xfrm>
                <a:off x="3651240" y="3640359"/>
                <a:ext cx="127105" cy="949205"/>
              </a:xfrm>
              <a:custGeom>
                <a:avLst/>
                <a:gdLst/>
                <a:ahLst/>
                <a:cxnLst/>
                <a:rect l="l" t="t" r="r" b="b"/>
                <a:pathLst>
                  <a:path w="1635" h="12210" extrusionOk="0">
                    <a:moveTo>
                      <a:pt x="1475" y="1"/>
                    </a:moveTo>
                    <a:lnTo>
                      <a:pt x="1" y="12209"/>
                    </a:lnTo>
                    <a:lnTo>
                      <a:pt x="150" y="12209"/>
                    </a:lnTo>
                    <a:lnTo>
                      <a:pt x="1634" y="1"/>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 name="Google Shape;117;p7"/>
              <p:cNvSpPr/>
              <p:nvPr/>
            </p:nvSpPr>
            <p:spPr>
              <a:xfrm>
                <a:off x="5347043" y="3640359"/>
                <a:ext cx="124151" cy="949205"/>
              </a:xfrm>
              <a:custGeom>
                <a:avLst/>
                <a:gdLst/>
                <a:ahLst/>
                <a:cxnLst/>
                <a:rect l="l" t="t" r="r" b="b"/>
                <a:pathLst>
                  <a:path w="1597" h="12210" extrusionOk="0">
                    <a:moveTo>
                      <a:pt x="0" y="1"/>
                    </a:moveTo>
                    <a:lnTo>
                      <a:pt x="1438" y="12209"/>
                    </a:lnTo>
                    <a:lnTo>
                      <a:pt x="1596" y="12209"/>
                    </a:lnTo>
                    <a:lnTo>
                      <a:pt x="159" y="1"/>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 name="Google Shape;118;p7"/>
              <p:cNvSpPr/>
              <p:nvPr/>
            </p:nvSpPr>
            <p:spPr>
              <a:xfrm>
                <a:off x="6925226" y="3637483"/>
                <a:ext cx="357060" cy="954958"/>
              </a:xfrm>
              <a:custGeom>
                <a:avLst/>
                <a:gdLst/>
                <a:ahLst/>
                <a:cxnLst/>
                <a:rect l="l" t="t" r="r" b="b"/>
                <a:pathLst>
                  <a:path w="4593" h="12284" extrusionOk="0">
                    <a:moveTo>
                      <a:pt x="159" y="0"/>
                    </a:moveTo>
                    <a:lnTo>
                      <a:pt x="1" y="75"/>
                    </a:lnTo>
                    <a:lnTo>
                      <a:pt x="4434" y="12284"/>
                    </a:lnTo>
                    <a:lnTo>
                      <a:pt x="4593" y="12209"/>
                    </a:lnTo>
                    <a:lnTo>
                      <a:pt x="159"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 name="Google Shape;119;p7"/>
              <p:cNvSpPr/>
              <p:nvPr/>
            </p:nvSpPr>
            <p:spPr>
              <a:xfrm>
                <a:off x="8506364" y="3637483"/>
                <a:ext cx="583439" cy="954958"/>
              </a:xfrm>
              <a:custGeom>
                <a:avLst/>
                <a:gdLst/>
                <a:ahLst/>
                <a:cxnLst/>
                <a:rect l="l" t="t" r="r" b="b"/>
                <a:pathLst>
                  <a:path w="7505" h="12284" extrusionOk="0">
                    <a:moveTo>
                      <a:pt x="159" y="0"/>
                    </a:moveTo>
                    <a:lnTo>
                      <a:pt x="0" y="75"/>
                    </a:lnTo>
                    <a:lnTo>
                      <a:pt x="7355" y="12284"/>
                    </a:lnTo>
                    <a:lnTo>
                      <a:pt x="7505" y="12209"/>
                    </a:lnTo>
                    <a:lnTo>
                      <a:pt x="159"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0" name="Google Shape;120;p7"/>
          <p:cNvSpPr txBox="1">
            <a:spLocks noGrp="1"/>
          </p:cNvSpPr>
          <p:nvPr>
            <p:ph type="body" idx="1"/>
          </p:nvPr>
        </p:nvSpPr>
        <p:spPr>
          <a:xfrm>
            <a:off x="4621800" y="1689675"/>
            <a:ext cx="3513600" cy="2340600"/>
          </a:xfrm>
          <a:prstGeom prst="rect">
            <a:avLst/>
          </a:prstGeom>
        </p:spPr>
        <p:txBody>
          <a:bodyPr spcFirstLastPara="1" wrap="square" lIns="14400" tIns="14400" rIns="14400" bIns="14400" anchor="t" anchorCtr="0">
            <a:noAutofit/>
          </a:bodyPr>
          <a:lstStyle>
            <a:lvl1pPr marL="457200" lvl="0" indent="-330200" rtl="0">
              <a:lnSpc>
                <a:spcPct val="100000"/>
              </a:lnSpc>
              <a:spcBef>
                <a:spcPts val="0"/>
              </a:spcBef>
              <a:spcAft>
                <a:spcPts val="0"/>
              </a:spcAft>
              <a:buSzPts val="1600"/>
              <a:buFont typeface="Nunito Light"/>
              <a:buChar char="●"/>
              <a:defRPr/>
            </a:lvl1pPr>
            <a:lvl2pPr marL="914400" lvl="1" indent="-330200" rtl="0">
              <a:lnSpc>
                <a:spcPct val="100000"/>
              </a:lnSpc>
              <a:spcBef>
                <a:spcPts val="0"/>
              </a:spcBef>
              <a:spcAft>
                <a:spcPts val="0"/>
              </a:spcAft>
              <a:buSzPts val="1600"/>
              <a:buFont typeface="Nunito Light"/>
              <a:buChar char="○"/>
              <a:defRPr/>
            </a:lvl2pPr>
            <a:lvl3pPr marL="1371600" lvl="2" indent="-323850" rtl="0">
              <a:lnSpc>
                <a:spcPct val="100000"/>
              </a:lnSpc>
              <a:spcBef>
                <a:spcPts val="0"/>
              </a:spcBef>
              <a:spcAft>
                <a:spcPts val="0"/>
              </a:spcAft>
              <a:buSzPts val="1500"/>
              <a:buFont typeface="Nunito Light"/>
              <a:buChar char="■"/>
              <a:defRPr/>
            </a:lvl3pPr>
            <a:lvl4pPr marL="1828800" lvl="3" indent="-323850" rtl="0">
              <a:lnSpc>
                <a:spcPct val="100000"/>
              </a:lnSpc>
              <a:spcBef>
                <a:spcPts val="0"/>
              </a:spcBef>
              <a:spcAft>
                <a:spcPts val="0"/>
              </a:spcAft>
              <a:buSzPts val="1500"/>
              <a:buFont typeface="Nunito Light"/>
              <a:buChar char="●"/>
              <a:defRPr/>
            </a:lvl4pPr>
            <a:lvl5pPr marL="2286000" lvl="4" indent="-317500" rtl="0">
              <a:lnSpc>
                <a:spcPct val="100000"/>
              </a:lnSpc>
              <a:spcBef>
                <a:spcPts val="0"/>
              </a:spcBef>
              <a:spcAft>
                <a:spcPts val="0"/>
              </a:spcAft>
              <a:buSzPts val="1400"/>
              <a:buFont typeface="Nunito Light"/>
              <a:buChar char="○"/>
              <a:defRPr/>
            </a:lvl5pPr>
            <a:lvl6pPr marL="2743200" lvl="5" indent="-317500" rtl="0">
              <a:lnSpc>
                <a:spcPct val="100000"/>
              </a:lnSpc>
              <a:spcBef>
                <a:spcPts val="0"/>
              </a:spcBef>
              <a:spcAft>
                <a:spcPts val="0"/>
              </a:spcAft>
              <a:buSzPts val="1400"/>
              <a:buFont typeface="Nunito Light"/>
              <a:buChar char="■"/>
              <a:defRPr/>
            </a:lvl6pPr>
            <a:lvl7pPr marL="3200400" lvl="6" indent="-311150" rtl="0">
              <a:lnSpc>
                <a:spcPct val="100000"/>
              </a:lnSpc>
              <a:spcBef>
                <a:spcPts val="0"/>
              </a:spcBef>
              <a:spcAft>
                <a:spcPts val="0"/>
              </a:spcAft>
              <a:buSzPts val="1300"/>
              <a:buFont typeface="Nunito Light"/>
              <a:buChar char="●"/>
              <a:defRPr/>
            </a:lvl7pPr>
            <a:lvl8pPr marL="3657600" lvl="7" indent="-311150" rtl="0">
              <a:lnSpc>
                <a:spcPct val="100000"/>
              </a:lnSpc>
              <a:spcBef>
                <a:spcPts val="0"/>
              </a:spcBef>
              <a:spcAft>
                <a:spcPts val="0"/>
              </a:spcAft>
              <a:buSzPts val="1300"/>
              <a:buFont typeface="Nunito Light"/>
              <a:buChar char="○"/>
              <a:defRPr/>
            </a:lvl8pPr>
            <a:lvl9pPr marL="4114800" lvl="8" indent="-317500" rtl="0">
              <a:lnSpc>
                <a:spcPct val="100000"/>
              </a:lnSpc>
              <a:spcBef>
                <a:spcPts val="0"/>
              </a:spcBef>
              <a:spcAft>
                <a:spcPts val="0"/>
              </a:spcAft>
              <a:buSzPts val="1400"/>
              <a:buFont typeface="Nunito Light"/>
              <a:buChar char="■"/>
              <a:defRPr/>
            </a:lvl9pPr>
          </a:lstStyle>
          <a:p>
            <a:endParaRPr/>
          </a:p>
        </p:txBody>
      </p:sp>
      <p:sp>
        <p:nvSpPr>
          <p:cNvPr id="121" name="Google Shape;121;p7"/>
          <p:cNvSpPr txBox="1">
            <a:spLocks noGrp="1"/>
          </p:cNvSpPr>
          <p:nvPr>
            <p:ph type="title"/>
          </p:nvPr>
        </p:nvSpPr>
        <p:spPr>
          <a:xfrm>
            <a:off x="4621800" y="539100"/>
            <a:ext cx="3513600" cy="10155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122" name="Google Shape;122;p7"/>
          <p:cNvGrpSpPr/>
          <p:nvPr/>
        </p:nvGrpSpPr>
        <p:grpSpPr>
          <a:xfrm>
            <a:off x="860623" y="356932"/>
            <a:ext cx="7965375" cy="1647247"/>
            <a:chOff x="860623" y="356932"/>
            <a:chExt cx="7965375" cy="1647247"/>
          </a:xfrm>
        </p:grpSpPr>
        <p:sp>
          <p:nvSpPr>
            <p:cNvPr id="123" name="Google Shape;123;p7"/>
            <p:cNvSpPr/>
            <p:nvPr/>
          </p:nvSpPr>
          <p:spPr>
            <a:xfrm>
              <a:off x="2666605" y="869018"/>
              <a:ext cx="790181" cy="262127"/>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7"/>
            <p:cNvSpPr/>
            <p:nvPr/>
          </p:nvSpPr>
          <p:spPr>
            <a:xfrm>
              <a:off x="860623" y="356932"/>
              <a:ext cx="1370768" cy="364322"/>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 name="Google Shape;125;p7"/>
            <p:cNvSpPr/>
            <p:nvPr/>
          </p:nvSpPr>
          <p:spPr>
            <a:xfrm flipH="1">
              <a:off x="2468498" y="1639857"/>
              <a:ext cx="1370768" cy="364322"/>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 name="Google Shape;126;p7"/>
            <p:cNvSpPr/>
            <p:nvPr/>
          </p:nvSpPr>
          <p:spPr>
            <a:xfrm flipH="1">
              <a:off x="8035818" y="1329768"/>
              <a:ext cx="790181" cy="262127"/>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65"/>
        <p:cNvGrpSpPr/>
        <p:nvPr/>
      </p:nvGrpSpPr>
      <p:grpSpPr>
        <a:xfrm>
          <a:off x="0" y="0"/>
          <a:ext cx="0" cy="0"/>
          <a:chOff x="0" y="0"/>
          <a:chExt cx="0" cy="0"/>
        </a:xfrm>
      </p:grpSpPr>
      <p:sp>
        <p:nvSpPr>
          <p:cNvPr id="166" name="Google Shape;166;p9"/>
          <p:cNvSpPr/>
          <p:nvPr/>
        </p:nvSpPr>
        <p:spPr>
          <a:xfrm>
            <a:off x="75" y="4566251"/>
            <a:ext cx="9143898" cy="577187"/>
          </a:xfrm>
          <a:custGeom>
            <a:avLst/>
            <a:gdLst/>
            <a:ahLst/>
            <a:cxnLst/>
            <a:rect l="l" t="t" r="r" b="b"/>
            <a:pathLst>
              <a:path w="116676" h="10501" extrusionOk="0">
                <a:moveTo>
                  <a:pt x="1" y="0"/>
                </a:moveTo>
                <a:lnTo>
                  <a:pt x="1" y="10501"/>
                </a:lnTo>
                <a:lnTo>
                  <a:pt x="116675" y="10501"/>
                </a:lnTo>
                <a:lnTo>
                  <a:pt x="116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7" name="Google Shape;167;p9"/>
          <p:cNvSpPr/>
          <p:nvPr/>
        </p:nvSpPr>
        <p:spPr>
          <a:xfrm>
            <a:off x="50" y="4566251"/>
            <a:ext cx="9143898" cy="577187"/>
          </a:xfrm>
          <a:custGeom>
            <a:avLst/>
            <a:gdLst/>
            <a:ahLst/>
            <a:cxnLst/>
            <a:rect l="l" t="t" r="r" b="b"/>
            <a:pathLst>
              <a:path w="116676" h="10501" extrusionOk="0">
                <a:moveTo>
                  <a:pt x="1" y="0"/>
                </a:moveTo>
                <a:lnTo>
                  <a:pt x="1" y="10501"/>
                </a:lnTo>
                <a:lnTo>
                  <a:pt x="116675" y="10501"/>
                </a:lnTo>
                <a:lnTo>
                  <a:pt x="116675" y="0"/>
                </a:ln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 name="Google Shape;168;p9"/>
          <p:cNvSpPr/>
          <p:nvPr/>
        </p:nvSpPr>
        <p:spPr>
          <a:xfrm flipH="1">
            <a:off x="6128873" y="538344"/>
            <a:ext cx="1370768" cy="364322"/>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 name="Google Shape;169;p9"/>
          <p:cNvSpPr/>
          <p:nvPr/>
        </p:nvSpPr>
        <p:spPr>
          <a:xfrm>
            <a:off x="482530" y="272070"/>
            <a:ext cx="816337" cy="266281"/>
          </a:xfrm>
          <a:custGeom>
            <a:avLst/>
            <a:gdLst/>
            <a:ahLst/>
            <a:cxnLst/>
            <a:rect l="l" t="t" r="r" b="b"/>
            <a:pathLst>
              <a:path w="7272" h="2372" extrusionOk="0">
                <a:moveTo>
                  <a:pt x="4042" y="1"/>
                </a:moveTo>
                <a:cubicBezTo>
                  <a:pt x="3267" y="1"/>
                  <a:pt x="2604" y="542"/>
                  <a:pt x="2408" y="1289"/>
                </a:cubicBezTo>
                <a:cubicBezTo>
                  <a:pt x="2175" y="1167"/>
                  <a:pt x="1942" y="1130"/>
                  <a:pt x="1671" y="1130"/>
                </a:cubicBezTo>
                <a:cubicBezTo>
                  <a:pt x="896" y="1130"/>
                  <a:pt x="196" y="1634"/>
                  <a:pt x="0" y="2371"/>
                </a:cubicBezTo>
                <a:lnTo>
                  <a:pt x="7197" y="2371"/>
                </a:lnTo>
                <a:cubicBezTo>
                  <a:pt x="7234" y="2259"/>
                  <a:pt x="7271" y="2101"/>
                  <a:pt x="7271" y="1989"/>
                </a:cubicBezTo>
                <a:cubicBezTo>
                  <a:pt x="7271" y="1326"/>
                  <a:pt x="6730" y="775"/>
                  <a:pt x="6105" y="775"/>
                </a:cubicBezTo>
                <a:cubicBezTo>
                  <a:pt x="5909" y="775"/>
                  <a:pt x="5713" y="822"/>
                  <a:pt x="5601" y="897"/>
                </a:cubicBezTo>
                <a:cubicBezTo>
                  <a:pt x="5293" y="355"/>
                  <a:pt x="4705" y="1"/>
                  <a:pt x="4042"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 name="Google Shape;170;p9"/>
          <p:cNvSpPr/>
          <p:nvPr/>
        </p:nvSpPr>
        <p:spPr>
          <a:xfrm>
            <a:off x="4421030" y="459143"/>
            <a:ext cx="790181" cy="262127"/>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 name="Google Shape;171;p9"/>
          <p:cNvSpPr/>
          <p:nvPr/>
        </p:nvSpPr>
        <p:spPr>
          <a:xfrm>
            <a:off x="2132573" y="356944"/>
            <a:ext cx="1370768" cy="364322"/>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2" name="Google Shape;172;p9"/>
          <p:cNvGrpSpPr/>
          <p:nvPr/>
        </p:nvGrpSpPr>
        <p:grpSpPr>
          <a:xfrm>
            <a:off x="150" y="1000125"/>
            <a:ext cx="9144111" cy="2637309"/>
            <a:chOff x="150" y="1000125"/>
            <a:chExt cx="9144111" cy="2637309"/>
          </a:xfrm>
        </p:grpSpPr>
        <p:sp>
          <p:nvSpPr>
            <p:cNvPr id="173" name="Google Shape;173;p9"/>
            <p:cNvSpPr/>
            <p:nvPr/>
          </p:nvSpPr>
          <p:spPr>
            <a:xfrm>
              <a:off x="150" y="1387151"/>
              <a:ext cx="9144111" cy="2250284"/>
            </a:xfrm>
            <a:custGeom>
              <a:avLst/>
              <a:gdLst/>
              <a:ahLst/>
              <a:cxnLst/>
              <a:rect l="l" t="t" r="r" b="b"/>
              <a:pathLst>
                <a:path w="116675" h="38223" extrusionOk="0">
                  <a:moveTo>
                    <a:pt x="0" y="1"/>
                  </a:moveTo>
                  <a:lnTo>
                    <a:pt x="0" y="38223"/>
                  </a:lnTo>
                  <a:lnTo>
                    <a:pt x="116675" y="38223"/>
                  </a:lnTo>
                  <a:lnTo>
                    <a:pt x="116675" y="1"/>
                  </a:ln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 name="Google Shape;174;p9"/>
            <p:cNvSpPr/>
            <p:nvPr/>
          </p:nvSpPr>
          <p:spPr>
            <a:xfrm>
              <a:off x="150" y="1000125"/>
              <a:ext cx="9144111" cy="560209"/>
            </a:xfrm>
            <a:custGeom>
              <a:avLst/>
              <a:gdLst/>
              <a:ahLst/>
              <a:cxnLst/>
              <a:rect l="l" t="t" r="r" b="b"/>
              <a:pathLst>
                <a:path w="116675" h="6515" extrusionOk="0">
                  <a:moveTo>
                    <a:pt x="8866" y="1"/>
                  </a:moveTo>
                  <a:cubicBezTo>
                    <a:pt x="8776" y="1"/>
                    <a:pt x="8687" y="6"/>
                    <a:pt x="8597" y="18"/>
                  </a:cubicBezTo>
                  <a:cubicBezTo>
                    <a:pt x="7467" y="176"/>
                    <a:pt x="6534" y="1306"/>
                    <a:pt x="6609" y="2435"/>
                  </a:cubicBezTo>
                  <a:cubicBezTo>
                    <a:pt x="6256" y="1907"/>
                    <a:pt x="5617" y="1596"/>
                    <a:pt x="4971" y="1596"/>
                  </a:cubicBezTo>
                  <a:cubicBezTo>
                    <a:pt x="4762" y="1596"/>
                    <a:pt x="4551" y="1629"/>
                    <a:pt x="4350" y="1698"/>
                  </a:cubicBezTo>
                  <a:cubicBezTo>
                    <a:pt x="3575" y="1969"/>
                    <a:pt x="2996" y="2818"/>
                    <a:pt x="3034" y="3639"/>
                  </a:cubicBezTo>
                  <a:cubicBezTo>
                    <a:pt x="2708" y="3202"/>
                    <a:pt x="2172" y="2957"/>
                    <a:pt x="1640" y="2957"/>
                  </a:cubicBezTo>
                  <a:cubicBezTo>
                    <a:pt x="1410" y="2957"/>
                    <a:pt x="1182" y="3002"/>
                    <a:pt x="971" y="3098"/>
                  </a:cubicBezTo>
                  <a:cubicBezTo>
                    <a:pt x="271" y="3443"/>
                    <a:pt x="0" y="4143"/>
                    <a:pt x="0" y="5039"/>
                  </a:cubicBezTo>
                  <a:lnTo>
                    <a:pt x="0" y="6514"/>
                  </a:lnTo>
                  <a:lnTo>
                    <a:pt x="116675" y="6514"/>
                  </a:lnTo>
                  <a:lnTo>
                    <a:pt x="116675" y="5702"/>
                  </a:lnTo>
                  <a:cubicBezTo>
                    <a:pt x="116675" y="5002"/>
                    <a:pt x="116441" y="4339"/>
                    <a:pt x="115853" y="4069"/>
                  </a:cubicBezTo>
                  <a:cubicBezTo>
                    <a:pt x="115673" y="3970"/>
                    <a:pt x="115472" y="3924"/>
                    <a:pt x="115270" y="3924"/>
                  </a:cubicBezTo>
                  <a:cubicBezTo>
                    <a:pt x="114824" y="3924"/>
                    <a:pt x="114371" y="4145"/>
                    <a:pt x="114108" y="4498"/>
                  </a:cubicBezTo>
                  <a:cubicBezTo>
                    <a:pt x="114145" y="3798"/>
                    <a:pt x="113641" y="3051"/>
                    <a:pt x="112941" y="2818"/>
                  </a:cubicBezTo>
                  <a:cubicBezTo>
                    <a:pt x="112784" y="2763"/>
                    <a:pt x="112618" y="2736"/>
                    <a:pt x="112451" y="2736"/>
                  </a:cubicBezTo>
                  <a:cubicBezTo>
                    <a:pt x="111912" y="2736"/>
                    <a:pt x="111358" y="3011"/>
                    <a:pt x="111037" y="3481"/>
                  </a:cubicBezTo>
                  <a:cubicBezTo>
                    <a:pt x="111074" y="2473"/>
                    <a:pt x="110290" y="1539"/>
                    <a:pt x="109320" y="1418"/>
                  </a:cubicBezTo>
                  <a:cubicBezTo>
                    <a:pt x="109235" y="1405"/>
                    <a:pt x="109150" y="1399"/>
                    <a:pt x="109065" y="1399"/>
                  </a:cubicBezTo>
                  <a:cubicBezTo>
                    <a:pt x="108179" y="1399"/>
                    <a:pt x="107324" y="2087"/>
                    <a:pt x="107145" y="2939"/>
                  </a:cubicBezTo>
                  <a:cubicBezTo>
                    <a:pt x="106945" y="2830"/>
                    <a:pt x="106723" y="2781"/>
                    <a:pt x="106501" y="2781"/>
                  </a:cubicBezTo>
                  <a:cubicBezTo>
                    <a:pt x="105768" y="2781"/>
                    <a:pt x="105016" y="3316"/>
                    <a:pt x="104923" y="4031"/>
                  </a:cubicBezTo>
                  <a:cubicBezTo>
                    <a:pt x="104699" y="3941"/>
                    <a:pt x="104462" y="3897"/>
                    <a:pt x="104226" y="3897"/>
                  </a:cubicBezTo>
                  <a:cubicBezTo>
                    <a:pt x="103854" y="3897"/>
                    <a:pt x="103486" y="4007"/>
                    <a:pt x="103178" y="4218"/>
                  </a:cubicBezTo>
                  <a:cubicBezTo>
                    <a:pt x="103019" y="3873"/>
                    <a:pt x="102786" y="3565"/>
                    <a:pt x="102478" y="3331"/>
                  </a:cubicBezTo>
                  <a:cubicBezTo>
                    <a:pt x="102118" y="3069"/>
                    <a:pt x="101675" y="2935"/>
                    <a:pt x="101233" y="2935"/>
                  </a:cubicBezTo>
                  <a:cubicBezTo>
                    <a:pt x="100952" y="2935"/>
                    <a:pt x="100672" y="2989"/>
                    <a:pt x="100415" y="3098"/>
                  </a:cubicBezTo>
                  <a:cubicBezTo>
                    <a:pt x="100294" y="2235"/>
                    <a:pt x="99405" y="1623"/>
                    <a:pt x="98559" y="1623"/>
                  </a:cubicBezTo>
                  <a:cubicBezTo>
                    <a:pt x="98298" y="1623"/>
                    <a:pt x="98040" y="1682"/>
                    <a:pt x="97811" y="1810"/>
                  </a:cubicBezTo>
                  <a:cubicBezTo>
                    <a:pt x="97595" y="802"/>
                    <a:pt x="96553" y="1"/>
                    <a:pt x="95506" y="1"/>
                  </a:cubicBezTo>
                  <a:cubicBezTo>
                    <a:pt x="95418" y="1"/>
                    <a:pt x="95331" y="6"/>
                    <a:pt x="95244" y="18"/>
                  </a:cubicBezTo>
                  <a:cubicBezTo>
                    <a:pt x="94115" y="176"/>
                    <a:pt x="93181" y="1306"/>
                    <a:pt x="93256" y="2435"/>
                  </a:cubicBezTo>
                  <a:cubicBezTo>
                    <a:pt x="92875" y="1907"/>
                    <a:pt x="92250" y="1596"/>
                    <a:pt x="91617" y="1596"/>
                  </a:cubicBezTo>
                  <a:cubicBezTo>
                    <a:pt x="91412" y="1596"/>
                    <a:pt x="91205" y="1629"/>
                    <a:pt x="91006" y="1698"/>
                  </a:cubicBezTo>
                  <a:cubicBezTo>
                    <a:pt x="90222" y="1969"/>
                    <a:pt x="89644" y="2818"/>
                    <a:pt x="89681" y="3639"/>
                  </a:cubicBezTo>
                  <a:cubicBezTo>
                    <a:pt x="89355" y="3202"/>
                    <a:pt x="88819" y="2957"/>
                    <a:pt x="88287" y="2957"/>
                  </a:cubicBezTo>
                  <a:cubicBezTo>
                    <a:pt x="88058" y="2957"/>
                    <a:pt x="87829" y="3002"/>
                    <a:pt x="87618" y="3098"/>
                  </a:cubicBezTo>
                  <a:cubicBezTo>
                    <a:pt x="87114" y="3331"/>
                    <a:pt x="86769" y="3873"/>
                    <a:pt x="86685" y="4414"/>
                  </a:cubicBezTo>
                  <a:cubicBezTo>
                    <a:pt x="86535" y="4265"/>
                    <a:pt x="86377" y="4143"/>
                    <a:pt x="86218" y="4069"/>
                  </a:cubicBezTo>
                  <a:cubicBezTo>
                    <a:pt x="86026" y="3970"/>
                    <a:pt x="85817" y="3924"/>
                    <a:pt x="85610" y="3924"/>
                  </a:cubicBezTo>
                  <a:cubicBezTo>
                    <a:pt x="85152" y="3924"/>
                    <a:pt x="84699" y="4145"/>
                    <a:pt x="84435" y="4498"/>
                  </a:cubicBezTo>
                  <a:cubicBezTo>
                    <a:pt x="84473" y="3798"/>
                    <a:pt x="84006" y="3051"/>
                    <a:pt x="83306" y="2818"/>
                  </a:cubicBezTo>
                  <a:cubicBezTo>
                    <a:pt x="83140" y="2763"/>
                    <a:pt x="82967" y="2736"/>
                    <a:pt x="82795" y="2736"/>
                  </a:cubicBezTo>
                  <a:cubicBezTo>
                    <a:pt x="82239" y="2736"/>
                    <a:pt x="81683" y="3011"/>
                    <a:pt x="81355" y="3481"/>
                  </a:cubicBezTo>
                  <a:cubicBezTo>
                    <a:pt x="81439" y="2473"/>
                    <a:pt x="80655" y="1539"/>
                    <a:pt x="79684" y="1418"/>
                  </a:cubicBezTo>
                  <a:cubicBezTo>
                    <a:pt x="79600" y="1405"/>
                    <a:pt x="79515" y="1399"/>
                    <a:pt x="79430" y="1399"/>
                  </a:cubicBezTo>
                  <a:cubicBezTo>
                    <a:pt x="78544" y="1399"/>
                    <a:pt x="77685" y="2087"/>
                    <a:pt x="77472" y="2939"/>
                  </a:cubicBezTo>
                  <a:cubicBezTo>
                    <a:pt x="77281" y="2830"/>
                    <a:pt x="77066" y="2781"/>
                    <a:pt x="76848" y="2781"/>
                  </a:cubicBezTo>
                  <a:cubicBezTo>
                    <a:pt x="76131" y="2781"/>
                    <a:pt x="75372" y="3316"/>
                    <a:pt x="75251" y="4031"/>
                  </a:cubicBezTo>
                  <a:cubicBezTo>
                    <a:pt x="75041" y="3941"/>
                    <a:pt x="74807" y="3897"/>
                    <a:pt x="74570" y="3897"/>
                  </a:cubicBezTo>
                  <a:cubicBezTo>
                    <a:pt x="74196" y="3897"/>
                    <a:pt x="73814" y="4007"/>
                    <a:pt x="73505" y="4218"/>
                  </a:cubicBezTo>
                  <a:cubicBezTo>
                    <a:pt x="73384" y="3873"/>
                    <a:pt x="73150" y="3565"/>
                    <a:pt x="72842" y="3331"/>
                  </a:cubicBezTo>
                  <a:cubicBezTo>
                    <a:pt x="72483" y="3069"/>
                    <a:pt x="72040" y="2935"/>
                    <a:pt x="71589" y="2935"/>
                  </a:cubicBezTo>
                  <a:cubicBezTo>
                    <a:pt x="71303" y="2935"/>
                    <a:pt x="71014" y="2989"/>
                    <a:pt x="70742" y="3098"/>
                  </a:cubicBezTo>
                  <a:cubicBezTo>
                    <a:pt x="70621" y="2235"/>
                    <a:pt x="69754" y="1623"/>
                    <a:pt x="68902" y="1623"/>
                  </a:cubicBezTo>
                  <a:cubicBezTo>
                    <a:pt x="68639" y="1623"/>
                    <a:pt x="68376" y="1682"/>
                    <a:pt x="68138" y="1810"/>
                  </a:cubicBezTo>
                  <a:cubicBezTo>
                    <a:pt x="67923" y="802"/>
                    <a:pt x="66912" y="1"/>
                    <a:pt x="65870" y="1"/>
                  </a:cubicBezTo>
                  <a:cubicBezTo>
                    <a:pt x="65783" y="1"/>
                    <a:pt x="65696" y="6"/>
                    <a:pt x="65609" y="18"/>
                  </a:cubicBezTo>
                  <a:cubicBezTo>
                    <a:pt x="64479" y="176"/>
                    <a:pt x="63546" y="1306"/>
                    <a:pt x="63621" y="2435"/>
                  </a:cubicBezTo>
                  <a:cubicBezTo>
                    <a:pt x="63240" y="1907"/>
                    <a:pt x="62594" y="1596"/>
                    <a:pt x="61966" y="1596"/>
                  </a:cubicBezTo>
                  <a:cubicBezTo>
                    <a:pt x="61763" y="1596"/>
                    <a:pt x="61561" y="1629"/>
                    <a:pt x="61371" y="1698"/>
                  </a:cubicBezTo>
                  <a:cubicBezTo>
                    <a:pt x="60550" y="1969"/>
                    <a:pt x="59971" y="2818"/>
                    <a:pt x="60008" y="3639"/>
                  </a:cubicBezTo>
                  <a:cubicBezTo>
                    <a:pt x="59708" y="3202"/>
                    <a:pt x="59162" y="2957"/>
                    <a:pt x="58621" y="2957"/>
                  </a:cubicBezTo>
                  <a:cubicBezTo>
                    <a:pt x="58388" y="2957"/>
                    <a:pt x="58156" y="3002"/>
                    <a:pt x="57945" y="3098"/>
                  </a:cubicBezTo>
                  <a:cubicBezTo>
                    <a:pt x="57441" y="3369"/>
                    <a:pt x="57049" y="3910"/>
                    <a:pt x="57012" y="4498"/>
                  </a:cubicBezTo>
                  <a:cubicBezTo>
                    <a:pt x="56853" y="4302"/>
                    <a:pt x="56704" y="4143"/>
                    <a:pt x="56471" y="4069"/>
                  </a:cubicBezTo>
                  <a:cubicBezTo>
                    <a:pt x="56287" y="3970"/>
                    <a:pt x="56086" y="3924"/>
                    <a:pt x="55883" y="3924"/>
                  </a:cubicBezTo>
                  <a:cubicBezTo>
                    <a:pt x="55436" y="3924"/>
                    <a:pt x="54986" y="4145"/>
                    <a:pt x="54716" y="4498"/>
                  </a:cubicBezTo>
                  <a:cubicBezTo>
                    <a:pt x="54753" y="3798"/>
                    <a:pt x="54249" y="3051"/>
                    <a:pt x="53587" y="2818"/>
                  </a:cubicBezTo>
                  <a:cubicBezTo>
                    <a:pt x="53421" y="2763"/>
                    <a:pt x="53248" y="2736"/>
                    <a:pt x="53077" y="2736"/>
                  </a:cubicBezTo>
                  <a:cubicBezTo>
                    <a:pt x="52523" y="2736"/>
                    <a:pt x="51973" y="3011"/>
                    <a:pt x="51645" y="3481"/>
                  </a:cubicBezTo>
                  <a:cubicBezTo>
                    <a:pt x="51720" y="2473"/>
                    <a:pt x="50908" y="1539"/>
                    <a:pt x="49937" y="1418"/>
                  </a:cubicBezTo>
                  <a:cubicBezTo>
                    <a:pt x="49852" y="1405"/>
                    <a:pt x="49767" y="1399"/>
                    <a:pt x="49683" y="1399"/>
                  </a:cubicBezTo>
                  <a:cubicBezTo>
                    <a:pt x="48795" y="1399"/>
                    <a:pt x="47932" y="2087"/>
                    <a:pt x="47753" y="2939"/>
                  </a:cubicBezTo>
                  <a:cubicBezTo>
                    <a:pt x="47555" y="2830"/>
                    <a:pt x="47335" y="2781"/>
                    <a:pt x="47113" y="2781"/>
                  </a:cubicBezTo>
                  <a:cubicBezTo>
                    <a:pt x="46382" y="2781"/>
                    <a:pt x="45627" y="3316"/>
                    <a:pt x="45541" y="4031"/>
                  </a:cubicBezTo>
                  <a:cubicBezTo>
                    <a:pt x="45331" y="3941"/>
                    <a:pt x="45097" y="3897"/>
                    <a:pt x="44859" y="3897"/>
                  </a:cubicBezTo>
                  <a:cubicBezTo>
                    <a:pt x="44484" y="3897"/>
                    <a:pt x="44100" y="4007"/>
                    <a:pt x="43786" y="4218"/>
                  </a:cubicBezTo>
                  <a:cubicBezTo>
                    <a:pt x="43636" y="3873"/>
                    <a:pt x="43403" y="3565"/>
                    <a:pt x="43132" y="3331"/>
                  </a:cubicBezTo>
                  <a:cubicBezTo>
                    <a:pt x="42750" y="3069"/>
                    <a:pt x="42294" y="2935"/>
                    <a:pt x="41849" y="2935"/>
                  </a:cubicBezTo>
                  <a:cubicBezTo>
                    <a:pt x="41565" y="2935"/>
                    <a:pt x="41286" y="2989"/>
                    <a:pt x="41032" y="3098"/>
                  </a:cubicBezTo>
                  <a:cubicBezTo>
                    <a:pt x="40911" y="2235"/>
                    <a:pt x="40044" y="1623"/>
                    <a:pt x="39188" y="1623"/>
                  </a:cubicBezTo>
                  <a:cubicBezTo>
                    <a:pt x="38923" y="1623"/>
                    <a:pt x="38659" y="1682"/>
                    <a:pt x="38419" y="1810"/>
                  </a:cubicBezTo>
                  <a:cubicBezTo>
                    <a:pt x="38203" y="802"/>
                    <a:pt x="37193" y="1"/>
                    <a:pt x="36121" y="1"/>
                  </a:cubicBezTo>
                  <a:cubicBezTo>
                    <a:pt x="36032" y="1"/>
                    <a:pt x="35942" y="6"/>
                    <a:pt x="35852" y="18"/>
                  </a:cubicBezTo>
                  <a:cubicBezTo>
                    <a:pt x="34732" y="176"/>
                    <a:pt x="33836" y="1306"/>
                    <a:pt x="33873" y="2435"/>
                  </a:cubicBezTo>
                  <a:cubicBezTo>
                    <a:pt x="33521" y="1907"/>
                    <a:pt x="32881" y="1596"/>
                    <a:pt x="32236" y="1596"/>
                  </a:cubicBezTo>
                  <a:cubicBezTo>
                    <a:pt x="32026" y="1596"/>
                    <a:pt x="31816" y="1629"/>
                    <a:pt x="31614" y="1698"/>
                  </a:cubicBezTo>
                  <a:cubicBezTo>
                    <a:pt x="30840" y="1969"/>
                    <a:pt x="30252" y="2818"/>
                    <a:pt x="30298" y="3639"/>
                  </a:cubicBezTo>
                  <a:cubicBezTo>
                    <a:pt x="29998" y="3202"/>
                    <a:pt x="29452" y="2957"/>
                    <a:pt x="28911" y="2957"/>
                  </a:cubicBezTo>
                  <a:cubicBezTo>
                    <a:pt x="28678" y="2957"/>
                    <a:pt x="28446" y="3002"/>
                    <a:pt x="28235" y="3098"/>
                  </a:cubicBezTo>
                  <a:cubicBezTo>
                    <a:pt x="27843" y="3285"/>
                    <a:pt x="27535" y="3639"/>
                    <a:pt x="27377" y="4031"/>
                  </a:cubicBezTo>
                  <a:cubicBezTo>
                    <a:pt x="27265" y="3481"/>
                    <a:pt x="26835" y="3014"/>
                    <a:pt x="26285" y="2818"/>
                  </a:cubicBezTo>
                  <a:cubicBezTo>
                    <a:pt x="26130" y="2763"/>
                    <a:pt x="25966" y="2736"/>
                    <a:pt x="25799" y="2736"/>
                  </a:cubicBezTo>
                  <a:cubicBezTo>
                    <a:pt x="25264" y="2736"/>
                    <a:pt x="24708" y="3011"/>
                    <a:pt x="24381" y="3481"/>
                  </a:cubicBezTo>
                  <a:cubicBezTo>
                    <a:pt x="24418" y="2473"/>
                    <a:pt x="23643" y="1539"/>
                    <a:pt x="22672" y="1418"/>
                  </a:cubicBezTo>
                  <a:cubicBezTo>
                    <a:pt x="22588" y="1405"/>
                    <a:pt x="22503" y="1399"/>
                    <a:pt x="22418" y="1399"/>
                  </a:cubicBezTo>
                  <a:cubicBezTo>
                    <a:pt x="21531" y="1399"/>
                    <a:pt x="20668" y="2087"/>
                    <a:pt x="20498" y="2939"/>
                  </a:cubicBezTo>
                  <a:cubicBezTo>
                    <a:pt x="20297" y="2830"/>
                    <a:pt x="20076" y="2781"/>
                    <a:pt x="19853" y="2781"/>
                  </a:cubicBezTo>
                  <a:cubicBezTo>
                    <a:pt x="19121" y="2781"/>
                    <a:pt x="18369" y="3316"/>
                    <a:pt x="18276" y="4031"/>
                  </a:cubicBezTo>
                  <a:cubicBezTo>
                    <a:pt x="18052" y="3941"/>
                    <a:pt x="17815" y="3897"/>
                    <a:pt x="17579" y="3897"/>
                  </a:cubicBezTo>
                  <a:cubicBezTo>
                    <a:pt x="17207" y="3897"/>
                    <a:pt x="16839" y="4007"/>
                    <a:pt x="16531" y="4218"/>
                  </a:cubicBezTo>
                  <a:cubicBezTo>
                    <a:pt x="16372" y="3873"/>
                    <a:pt x="16139" y="3565"/>
                    <a:pt x="15831" y="3331"/>
                  </a:cubicBezTo>
                  <a:cubicBezTo>
                    <a:pt x="15471" y="3069"/>
                    <a:pt x="15028" y="2935"/>
                    <a:pt x="14586" y="2935"/>
                  </a:cubicBezTo>
                  <a:cubicBezTo>
                    <a:pt x="14305" y="2935"/>
                    <a:pt x="14025" y="2989"/>
                    <a:pt x="13768" y="3098"/>
                  </a:cubicBezTo>
                  <a:cubicBezTo>
                    <a:pt x="13647" y="2235"/>
                    <a:pt x="12758" y="1623"/>
                    <a:pt x="11912" y="1623"/>
                  </a:cubicBezTo>
                  <a:cubicBezTo>
                    <a:pt x="11651" y="1623"/>
                    <a:pt x="11393" y="1682"/>
                    <a:pt x="11164" y="1810"/>
                  </a:cubicBezTo>
                  <a:cubicBezTo>
                    <a:pt x="10948" y="802"/>
                    <a:pt x="9938" y="1"/>
                    <a:pt x="886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5" name="Google Shape;175;p9"/>
          <p:cNvSpPr/>
          <p:nvPr/>
        </p:nvSpPr>
        <p:spPr>
          <a:xfrm>
            <a:off x="150" y="3637475"/>
            <a:ext cx="9144111" cy="952112"/>
          </a:xfrm>
          <a:custGeom>
            <a:avLst/>
            <a:gdLst/>
            <a:ahLst/>
            <a:cxnLst/>
            <a:rect l="l" t="t" r="r" b="b"/>
            <a:pathLst>
              <a:path w="116675" h="12247" extrusionOk="0">
                <a:moveTo>
                  <a:pt x="0" y="0"/>
                </a:moveTo>
                <a:lnTo>
                  <a:pt x="0" y="12246"/>
                </a:lnTo>
                <a:lnTo>
                  <a:pt x="116675" y="12246"/>
                </a:lnTo>
                <a:lnTo>
                  <a:pt x="116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6" name="Google Shape;176;p9"/>
          <p:cNvGrpSpPr/>
          <p:nvPr/>
        </p:nvGrpSpPr>
        <p:grpSpPr>
          <a:xfrm>
            <a:off x="31859" y="3637483"/>
            <a:ext cx="9057943" cy="954958"/>
            <a:chOff x="31859" y="3637483"/>
            <a:chExt cx="9057943" cy="954958"/>
          </a:xfrm>
        </p:grpSpPr>
        <p:sp>
          <p:nvSpPr>
            <p:cNvPr id="177" name="Google Shape;177;p9"/>
            <p:cNvSpPr/>
            <p:nvPr/>
          </p:nvSpPr>
          <p:spPr>
            <a:xfrm>
              <a:off x="31859" y="3637483"/>
              <a:ext cx="583516" cy="954958"/>
            </a:xfrm>
            <a:custGeom>
              <a:avLst/>
              <a:gdLst/>
              <a:ahLst/>
              <a:cxnLst/>
              <a:rect l="l" t="t" r="r" b="b"/>
              <a:pathLst>
                <a:path w="7506" h="12284" extrusionOk="0">
                  <a:moveTo>
                    <a:pt x="7393" y="0"/>
                  </a:moveTo>
                  <a:lnTo>
                    <a:pt x="1" y="12209"/>
                  </a:lnTo>
                  <a:lnTo>
                    <a:pt x="160" y="12284"/>
                  </a:lnTo>
                  <a:lnTo>
                    <a:pt x="7505" y="75"/>
                  </a:lnTo>
                  <a:lnTo>
                    <a:pt x="7393"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 name="Google Shape;178;p9"/>
            <p:cNvSpPr/>
            <p:nvPr/>
          </p:nvSpPr>
          <p:spPr>
            <a:xfrm>
              <a:off x="1843027" y="3637483"/>
              <a:ext cx="353484" cy="954958"/>
            </a:xfrm>
            <a:custGeom>
              <a:avLst/>
              <a:gdLst/>
              <a:ahLst/>
              <a:cxnLst/>
              <a:rect l="l" t="t" r="r" b="b"/>
              <a:pathLst>
                <a:path w="4547" h="12284" extrusionOk="0">
                  <a:moveTo>
                    <a:pt x="4397" y="0"/>
                  </a:moveTo>
                  <a:lnTo>
                    <a:pt x="0" y="12209"/>
                  </a:lnTo>
                  <a:lnTo>
                    <a:pt x="112" y="12284"/>
                  </a:lnTo>
                  <a:lnTo>
                    <a:pt x="4546" y="75"/>
                  </a:lnTo>
                  <a:lnTo>
                    <a:pt x="4397"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 name="Google Shape;179;p9"/>
            <p:cNvSpPr/>
            <p:nvPr/>
          </p:nvSpPr>
          <p:spPr>
            <a:xfrm>
              <a:off x="3651240" y="3640359"/>
              <a:ext cx="127105" cy="949205"/>
            </a:xfrm>
            <a:custGeom>
              <a:avLst/>
              <a:gdLst/>
              <a:ahLst/>
              <a:cxnLst/>
              <a:rect l="l" t="t" r="r" b="b"/>
              <a:pathLst>
                <a:path w="1635" h="12210" extrusionOk="0">
                  <a:moveTo>
                    <a:pt x="1475" y="1"/>
                  </a:moveTo>
                  <a:lnTo>
                    <a:pt x="1" y="12209"/>
                  </a:lnTo>
                  <a:lnTo>
                    <a:pt x="150" y="12209"/>
                  </a:lnTo>
                  <a:lnTo>
                    <a:pt x="1634" y="1"/>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 name="Google Shape;180;p9"/>
            <p:cNvSpPr/>
            <p:nvPr/>
          </p:nvSpPr>
          <p:spPr>
            <a:xfrm>
              <a:off x="5347043" y="3640359"/>
              <a:ext cx="124151" cy="949205"/>
            </a:xfrm>
            <a:custGeom>
              <a:avLst/>
              <a:gdLst/>
              <a:ahLst/>
              <a:cxnLst/>
              <a:rect l="l" t="t" r="r" b="b"/>
              <a:pathLst>
                <a:path w="1597" h="12210" extrusionOk="0">
                  <a:moveTo>
                    <a:pt x="0" y="1"/>
                  </a:moveTo>
                  <a:lnTo>
                    <a:pt x="1438" y="12209"/>
                  </a:lnTo>
                  <a:lnTo>
                    <a:pt x="1596" y="12209"/>
                  </a:lnTo>
                  <a:lnTo>
                    <a:pt x="159" y="1"/>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 name="Google Shape;181;p9"/>
            <p:cNvSpPr/>
            <p:nvPr/>
          </p:nvSpPr>
          <p:spPr>
            <a:xfrm>
              <a:off x="6925226" y="3637483"/>
              <a:ext cx="357060" cy="954958"/>
            </a:xfrm>
            <a:custGeom>
              <a:avLst/>
              <a:gdLst/>
              <a:ahLst/>
              <a:cxnLst/>
              <a:rect l="l" t="t" r="r" b="b"/>
              <a:pathLst>
                <a:path w="4593" h="12284" extrusionOk="0">
                  <a:moveTo>
                    <a:pt x="159" y="0"/>
                  </a:moveTo>
                  <a:lnTo>
                    <a:pt x="1" y="75"/>
                  </a:lnTo>
                  <a:lnTo>
                    <a:pt x="4434" y="12284"/>
                  </a:lnTo>
                  <a:lnTo>
                    <a:pt x="4593" y="12209"/>
                  </a:lnTo>
                  <a:lnTo>
                    <a:pt x="159"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 name="Google Shape;182;p9"/>
            <p:cNvSpPr/>
            <p:nvPr/>
          </p:nvSpPr>
          <p:spPr>
            <a:xfrm>
              <a:off x="8506364" y="3637483"/>
              <a:ext cx="583439" cy="954958"/>
            </a:xfrm>
            <a:custGeom>
              <a:avLst/>
              <a:gdLst/>
              <a:ahLst/>
              <a:cxnLst/>
              <a:rect l="l" t="t" r="r" b="b"/>
              <a:pathLst>
                <a:path w="7505" h="12284" extrusionOk="0">
                  <a:moveTo>
                    <a:pt x="159" y="0"/>
                  </a:moveTo>
                  <a:lnTo>
                    <a:pt x="0" y="75"/>
                  </a:lnTo>
                  <a:lnTo>
                    <a:pt x="7355" y="12284"/>
                  </a:lnTo>
                  <a:lnTo>
                    <a:pt x="7505" y="12209"/>
                  </a:lnTo>
                  <a:lnTo>
                    <a:pt x="159"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3" name="Google Shape;183;p9"/>
          <p:cNvSpPr/>
          <p:nvPr/>
        </p:nvSpPr>
        <p:spPr>
          <a:xfrm>
            <a:off x="7983380" y="197018"/>
            <a:ext cx="790181" cy="262127"/>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 name="Google Shape;184;p9"/>
          <p:cNvSpPr txBox="1">
            <a:spLocks noGrp="1"/>
          </p:cNvSpPr>
          <p:nvPr>
            <p:ph type="title"/>
          </p:nvPr>
        </p:nvSpPr>
        <p:spPr>
          <a:xfrm>
            <a:off x="737450" y="1757750"/>
            <a:ext cx="3034500" cy="1589100"/>
          </a:xfrm>
          <a:prstGeom prst="rect">
            <a:avLst/>
          </a:prstGeom>
        </p:spPr>
        <p:txBody>
          <a:bodyPr spcFirstLastPara="1" wrap="square" lIns="14400" tIns="14400" rIns="14400" bIns="14400" anchor="t" anchorCtr="0">
            <a:noAutofit/>
          </a:bodyPr>
          <a:lstStyle>
            <a:lvl1pPr lvl="0" rtl="0">
              <a:spcBef>
                <a:spcPts val="0"/>
              </a:spcBef>
              <a:spcAft>
                <a:spcPts val="0"/>
              </a:spcAft>
              <a:buSzPts val="3500"/>
              <a:buNone/>
              <a:defRPr sz="50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85" name="Google Shape;185;p9"/>
          <p:cNvSpPr txBox="1">
            <a:spLocks noGrp="1"/>
          </p:cNvSpPr>
          <p:nvPr>
            <p:ph type="subTitle" idx="1"/>
          </p:nvPr>
        </p:nvSpPr>
        <p:spPr>
          <a:xfrm>
            <a:off x="3909000" y="1777200"/>
            <a:ext cx="3145800" cy="1589100"/>
          </a:xfrm>
          <a:prstGeom prst="rect">
            <a:avLst/>
          </a:prstGeom>
        </p:spPr>
        <p:txBody>
          <a:bodyPr spcFirstLastPara="1" wrap="square" lIns="14400" tIns="14400" rIns="14400" bIns="14400" anchor="t" anchorCtr="0">
            <a:noAutofit/>
          </a:bodyPr>
          <a:lstStyle>
            <a:lvl1pPr lvl="0"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Blank" type="blank">
  <p:cSld name="BLANK">
    <p:bg>
      <p:bgPr>
        <a:solidFill>
          <a:srgbClr val="FFFFFF"/>
        </a:solidFill>
        <a:effectLst/>
      </p:bgPr>
    </p:bg>
    <p:spTree>
      <p:nvGrpSpPr>
        <p:cNvPr id="1" name="Shape 271"/>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able of Contents">
  <p:cSld name="BLANK_1_1_1_1_1_1">
    <p:spTree>
      <p:nvGrpSpPr>
        <p:cNvPr id="1" name="Shape 272"/>
        <p:cNvGrpSpPr/>
        <p:nvPr/>
      </p:nvGrpSpPr>
      <p:grpSpPr>
        <a:xfrm>
          <a:off x="0" y="0"/>
          <a:ext cx="0" cy="0"/>
          <a:chOff x="0" y="0"/>
          <a:chExt cx="0" cy="0"/>
        </a:xfrm>
      </p:grpSpPr>
      <p:sp>
        <p:nvSpPr>
          <p:cNvPr id="273" name="Google Shape;273;p13"/>
          <p:cNvSpPr txBox="1">
            <a:spLocks noGrp="1"/>
          </p:cNvSpPr>
          <p:nvPr>
            <p:ph type="title"/>
          </p:nvPr>
        </p:nvSpPr>
        <p:spPr>
          <a:xfrm>
            <a:off x="720000" y="539100"/>
            <a:ext cx="7704000" cy="4785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274" name="Google Shape;274;p13"/>
          <p:cNvSpPr txBox="1">
            <a:spLocks noGrp="1"/>
          </p:cNvSpPr>
          <p:nvPr>
            <p:ph type="title" idx="2"/>
          </p:nvPr>
        </p:nvSpPr>
        <p:spPr>
          <a:xfrm>
            <a:off x="888313" y="2205713"/>
            <a:ext cx="1610400" cy="4476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75" name="Google Shape;275;p13"/>
          <p:cNvSpPr txBox="1">
            <a:spLocks noGrp="1"/>
          </p:cNvSpPr>
          <p:nvPr>
            <p:ph type="subTitle" idx="1"/>
          </p:nvPr>
        </p:nvSpPr>
        <p:spPr>
          <a:xfrm>
            <a:off x="768763" y="2694563"/>
            <a:ext cx="1849500" cy="696300"/>
          </a:xfrm>
          <a:prstGeom prst="rect">
            <a:avLst/>
          </a:prstGeom>
        </p:spPr>
        <p:txBody>
          <a:bodyPr spcFirstLastPara="1" wrap="square" lIns="14400" tIns="14400" rIns="14400" bIns="14400"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6" name="Google Shape;276;p13"/>
          <p:cNvSpPr txBox="1">
            <a:spLocks noGrp="1"/>
          </p:cNvSpPr>
          <p:nvPr>
            <p:ph type="title" idx="3"/>
          </p:nvPr>
        </p:nvSpPr>
        <p:spPr>
          <a:xfrm>
            <a:off x="2817900" y="2520488"/>
            <a:ext cx="1610400" cy="4476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77" name="Google Shape;277;p13"/>
          <p:cNvSpPr txBox="1">
            <a:spLocks noGrp="1"/>
          </p:cNvSpPr>
          <p:nvPr>
            <p:ph type="subTitle" idx="4"/>
          </p:nvPr>
        </p:nvSpPr>
        <p:spPr>
          <a:xfrm>
            <a:off x="2661000" y="3010538"/>
            <a:ext cx="1924200" cy="696300"/>
          </a:xfrm>
          <a:prstGeom prst="rect">
            <a:avLst/>
          </a:prstGeom>
        </p:spPr>
        <p:txBody>
          <a:bodyPr spcFirstLastPara="1" wrap="square" lIns="14400" tIns="14400" rIns="14400" bIns="14400"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78" name="Google Shape;278;p13"/>
          <p:cNvSpPr txBox="1">
            <a:spLocks noGrp="1"/>
          </p:cNvSpPr>
          <p:nvPr>
            <p:ph type="title" idx="5"/>
          </p:nvPr>
        </p:nvSpPr>
        <p:spPr>
          <a:xfrm>
            <a:off x="6645288" y="2520488"/>
            <a:ext cx="1610400" cy="4476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79" name="Google Shape;279;p13"/>
          <p:cNvSpPr txBox="1">
            <a:spLocks noGrp="1"/>
          </p:cNvSpPr>
          <p:nvPr>
            <p:ph type="subTitle" idx="6"/>
          </p:nvPr>
        </p:nvSpPr>
        <p:spPr>
          <a:xfrm>
            <a:off x="6525738" y="3010538"/>
            <a:ext cx="1849500" cy="696300"/>
          </a:xfrm>
          <a:prstGeom prst="rect">
            <a:avLst/>
          </a:prstGeom>
        </p:spPr>
        <p:txBody>
          <a:bodyPr spcFirstLastPara="1" wrap="square" lIns="14400" tIns="14400" rIns="14400" bIns="14400"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0" name="Google Shape;280;p13"/>
          <p:cNvSpPr txBox="1">
            <a:spLocks noGrp="1"/>
          </p:cNvSpPr>
          <p:nvPr>
            <p:ph type="title" idx="7"/>
          </p:nvPr>
        </p:nvSpPr>
        <p:spPr>
          <a:xfrm>
            <a:off x="4736425" y="2205713"/>
            <a:ext cx="1610400" cy="4476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281" name="Google Shape;281;p13"/>
          <p:cNvSpPr txBox="1">
            <a:spLocks noGrp="1"/>
          </p:cNvSpPr>
          <p:nvPr>
            <p:ph type="subTitle" idx="8"/>
          </p:nvPr>
        </p:nvSpPr>
        <p:spPr>
          <a:xfrm>
            <a:off x="4630713" y="2694563"/>
            <a:ext cx="1849500" cy="696300"/>
          </a:xfrm>
          <a:prstGeom prst="rect">
            <a:avLst/>
          </a:prstGeom>
        </p:spPr>
        <p:txBody>
          <a:bodyPr spcFirstLastPara="1" wrap="square" lIns="14400" tIns="14400" rIns="14400" bIns="14400"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282" name="Google Shape;282;p13"/>
          <p:cNvSpPr txBox="1">
            <a:spLocks noGrp="1"/>
          </p:cNvSpPr>
          <p:nvPr>
            <p:ph type="title" idx="9" hasCustomPrompt="1"/>
          </p:nvPr>
        </p:nvSpPr>
        <p:spPr>
          <a:xfrm>
            <a:off x="1418863" y="1561013"/>
            <a:ext cx="549300" cy="4476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3000"/>
              <a:buNone/>
              <a:defRPr sz="3000">
                <a:solidFill>
                  <a:schemeClr val="dk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3" name="Google Shape;283;p13"/>
          <p:cNvSpPr txBox="1">
            <a:spLocks noGrp="1"/>
          </p:cNvSpPr>
          <p:nvPr>
            <p:ph type="title" idx="13" hasCustomPrompt="1"/>
          </p:nvPr>
        </p:nvSpPr>
        <p:spPr>
          <a:xfrm>
            <a:off x="7175838" y="1868938"/>
            <a:ext cx="549300" cy="4476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3000"/>
              <a:buNone/>
              <a:defRPr sz="3000">
                <a:solidFill>
                  <a:schemeClr val="dk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4" name="Google Shape;284;p13"/>
          <p:cNvSpPr txBox="1">
            <a:spLocks noGrp="1"/>
          </p:cNvSpPr>
          <p:nvPr>
            <p:ph type="title" idx="14" hasCustomPrompt="1"/>
          </p:nvPr>
        </p:nvSpPr>
        <p:spPr>
          <a:xfrm>
            <a:off x="3348450" y="1875788"/>
            <a:ext cx="549300" cy="4476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3000"/>
              <a:buNone/>
              <a:defRPr sz="3000">
                <a:solidFill>
                  <a:schemeClr val="dk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285" name="Google Shape;285;p13"/>
          <p:cNvSpPr txBox="1">
            <a:spLocks noGrp="1"/>
          </p:cNvSpPr>
          <p:nvPr>
            <p:ph type="title" idx="15" hasCustomPrompt="1"/>
          </p:nvPr>
        </p:nvSpPr>
        <p:spPr>
          <a:xfrm>
            <a:off x="5266975" y="1554163"/>
            <a:ext cx="549300" cy="4476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3000"/>
              <a:buNone/>
              <a:defRPr sz="3000">
                <a:solidFill>
                  <a:schemeClr val="dk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grpSp>
        <p:nvGrpSpPr>
          <p:cNvPr id="286" name="Google Shape;286;p13"/>
          <p:cNvGrpSpPr/>
          <p:nvPr/>
        </p:nvGrpSpPr>
        <p:grpSpPr>
          <a:xfrm>
            <a:off x="-75" y="3714050"/>
            <a:ext cx="9144111" cy="890275"/>
            <a:chOff x="-75" y="3714050"/>
            <a:chExt cx="9144111" cy="890275"/>
          </a:xfrm>
        </p:grpSpPr>
        <p:sp>
          <p:nvSpPr>
            <p:cNvPr id="287" name="Google Shape;287;p13"/>
            <p:cNvSpPr/>
            <p:nvPr/>
          </p:nvSpPr>
          <p:spPr>
            <a:xfrm>
              <a:off x="-75" y="4250925"/>
              <a:ext cx="9144000" cy="3534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8" name="Google Shape;288;p13"/>
            <p:cNvSpPr/>
            <p:nvPr/>
          </p:nvSpPr>
          <p:spPr>
            <a:xfrm>
              <a:off x="-75" y="3714050"/>
              <a:ext cx="9144111" cy="553156"/>
            </a:xfrm>
            <a:custGeom>
              <a:avLst/>
              <a:gdLst/>
              <a:ahLst/>
              <a:cxnLst/>
              <a:rect l="l" t="t" r="r" b="b"/>
              <a:pathLst>
                <a:path w="116675" h="6515" extrusionOk="0">
                  <a:moveTo>
                    <a:pt x="8866" y="1"/>
                  </a:moveTo>
                  <a:cubicBezTo>
                    <a:pt x="8776" y="1"/>
                    <a:pt x="8687" y="6"/>
                    <a:pt x="8597" y="18"/>
                  </a:cubicBezTo>
                  <a:cubicBezTo>
                    <a:pt x="7467" y="176"/>
                    <a:pt x="6534" y="1306"/>
                    <a:pt x="6609" y="2435"/>
                  </a:cubicBezTo>
                  <a:cubicBezTo>
                    <a:pt x="6256" y="1907"/>
                    <a:pt x="5617" y="1596"/>
                    <a:pt x="4971" y="1596"/>
                  </a:cubicBezTo>
                  <a:cubicBezTo>
                    <a:pt x="4762" y="1596"/>
                    <a:pt x="4551" y="1629"/>
                    <a:pt x="4350" y="1698"/>
                  </a:cubicBezTo>
                  <a:cubicBezTo>
                    <a:pt x="3575" y="1969"/>
                    <a:pt x="2996" y="2818"/>
                    <a:pt x="3034" y="3639"/>
                  </a:cubicBezTo>
                  <a:cubicBezTo>
                    <a:pt x="2708" y="3202"/>
                    <a:pt x="2172" y="2957"/>
                    <a:pt x="1640" y="2957"/>
                  </a:cubicBezTo>
                  <a:cubicBezTo>
                    <a:pt x="1410" y="2957"/>
                    <a:pt x="1182" y="3002"/>
                    <a:pt x="971" y="3098"/>
                  </a:cubicBezTo>
                  <a:cubicBezTo>
                    <a:pt x="271" y="3443"/>
                    <a:pt x="0" y="4143"/>
                    <a:pt x="0" y="5039"/>
                  </a:cubicBezTo>
                  <a:lnTo>
                    <a:pt x="0" y="6514"/>
                  </a:lnTo>
                  <a:lnTo>
                    <a:pt x="116675" y="6514"/>
                  </a:lnTo>
                  <a:lnTo>
                    <a:pt x="116675" y="5702"/>
                  </a:lnTo>
                  <a:cubicBezTo>
                    <a:pt x="116675" y="5002"/>
                    <a:pt x="116441" y="4339"/>
                    <a:pt x="115853" y="4069"/>
                  </a:cubicBezTo>
                  <a:cubicBezTo>
                    <a:pt x="115673" y="3970"/>
                    <a:pt x="115472" y="3924"/>
                    <a:pt x="115270" y="3924"/>
                  </a:cubicBezTo>
                  <a:cubicBezTo>
                    <a:pt x="114824" y="3924"/>
                    <a:pt x="114371" y="4145"/>
                    <a:pt x="114108" y="4498"/>
                  </a:cubicBezTo>
                  <a:cubicBezTo>
                    <a:pt x="114145" y="3798"/>
                    <a:pt x="113641" y="3051"/>
                    <a:pt x="112941" y="2818"/>
                  </a:cubicBezTo>
                  <a:cubicBezTo>
                    <a:pt x="112784" y="2763"/>
                    <a:pt x="112618" y="2736"/>
                    <a:pt x="112451" y="2736"/>
                  </a:cubicBezTo>
                  <a:cubicBezTo>
                    <a:pt x="111912" y="2736"/>
                    <a:pt x="111358" y="3011"/>
                    <a:pt x="111037" y="3481"/>
                  </a:cubicBezTo>
                  <a:cubicBezTo>
                    <a:pt x="111074" y="2473"/>
                    <a:pt x="110290" y="1539"/>
                    <a:pt x="109320" y="1418"/>
                  </a:cubicBezTo>
                  <a:cubicBezTo>
                    <a:pt x="109235" y="1405"/>
                    <a:pt x="109150" y="1399"/>
                    <a:pt x="109065" y="1399"/>
                  </a:cubicBezTo>
                  <a:cubicBezTo>
                    <a:pt x="108179" y="1399"/>
                    <a:pt x="107324" y="2087"/>
                    <a:pt x="107145" y="2939"/>
                  </a:cubicBezTo>
                  <a:cubicBezTo>
                    <a:pt x="106945" y="2830"/>
                    <a:pt x="106723" y="2781"/>
                    <a:pt x="106501" y="2781"/>
                  </a:cubicBezTo>
                  <a:cubicBezTo>
                    <a:pt x="105768" y="2781"/>
                    <a:pt x="105016" y="3316"/>
                    <a:pt x="104923" y="4031"/>
                  </a:cubicBezTo>
                  <a:cubicBezTo>
                    <a:pt x="104699" y="3941"/>
                    <a:pt x="104462" y="3897"/>
                    <a:pt x="104226" y="3897"/>
                  </a:cubicBezTo>
                  <a:cubicBezTo>
                    <a:pt x="103854" y="3897"/>
                    <a:pt x="103486" y="4007"/>
                    <a:pt x="103178" y="4218"/>
                  </a:cubicBezTo>
                  <a:cubicBezTo>
                    <a:pt x="103019" y="3873"/>
                    <a:pt x="102786" y="3565"/>
                    <a:pt x="102478" y="3331"/>
                  </a:cubicBezTo>
                  <a:cubicBezTo>
                    <a:pt x="102118" y="3069"/>
                    <a:pt x="101675" y="2935"/>
                    <a:pt x="101233" y="2935"/>
                  </a:cubicBezTo>
                  <a:cubicBezTo>
                    <a:pt x="100952" y="2935"/>
                    <a:pt x="100672" y="2989"/>
                    <a:pt x="100415" y="3098"/>
                  </a:cubicBezTo>
                  <a:cubicBezTo>
                    <a:pt x="100294" y="2235"/>
                    <a:pt x="99405" y="1623"/>
                    <a:pt x="98559" y="1623"/>
                  </a:cubicBezTo>
                  <a:cubicBezTo>
                    <a:pt x="98298" y="1623"/>
                    <a:pt x="98040" y="1682"/>
                    <a:pt x="97811" y="1810"/>
                  </a:cubicBezTo>
                  <a:cubicBezTo>
                    <a:pt x="97595" y="802"/>
                    <a:pt x="96553" y="1"/>
                    <a:pt x="95506" y="1"/>
                  </a:cubicBezTo>
                  <a:cubicBezTo>
                    <a:pt x="95418" y="1"/>
                    <a:pt x="95331" y="6"/>
                    <a:pt x="95244" y="18"/>
                  </a:cubicBezTo>
                  <a:cubicBezTo>
                    <a:pt x="94115" y="176"/>
                    <a:pt x="93181" y="1306"/>
                    <a:pt x="93256" y="2435"/>
                  </a:cubicBezTo>
                  <a:cubicBezTo>
                    <a:pt x="92875" y="1907"/>
                    <a:pt x="92250" y="1596"/>
                    <a:pt x="91617" y="1596"/>
                  </a:cubicBezTo>
                  <a:cubicBezTo>
                    <a:pt x="91412" y="1596"/>
                    <a:pt x="91205" y="1629"/>
                    <a:pt x="91006" y="1698"/>
                  </a:cubicBezTo>
                  <a:cubicBezTo>
                    <a:pt x="90222" y="1969"/>
                    <a:pt x="89644" y="2818"/>
                    <a:pt x="89681" y="3639"/>
                  </a:cubicBezTo>
                  <a:cubicBezTo>
                    <a:pt x="89355" y="3202"/>
                    <a:pt x="88819" y="2957"/>
                    <a:pt x="88287" y="2957"/>
                  </a:cubicBezTo>
                  <a:cubicBezTo>
                    <a:pt x="88058" y="2957"/>
                    <a:pt x="87829" y="3002"/>
                    <a:pt x="87618" y="3098"/>
                  </a:cubicBezTo>
                  <a:cubicBezTo>
                    <a:pt x="87114" y="3331"/>
                    <a:pt x="86769" y="3873"/>
                    <a:pt x="86685" y="4414"/>
                  </a:cubicBezTo>
                  <a:cubicBezTo>
                    <a:pt x="86535" y="4265"/>
                    <a:pt x="86377" y="4143"/>
                    <a:pt x="86218" y="4069"/>
                  </a:cubicBezTo>
                  <a:cubicBezTo>
                    <a:pt x="86026" y="3970"/>
                    <a:pt x="85817" y="3924"/>
                    <a:pt x="85610" y="3924"/>
                  </a:cubicBezTo>
                  <a:cubicBezTo>
                    <a:pt x="85152" y="3924"/>
                    <a:pt x="84699" y="4145"/>
                    <a:pt x="84435" y="4498"/>
                  </a:cubicBezTo>
                  <a:cubicBezTo>
                    <a:pt x="84473" y="3798"/>
                    <a:pt x="84006" y="3051"/>
                    <a:pt x="83306" y="2818"/>
                  </a:cubicBezTo>
                  <a:cubicBezTo>
                    <a:pt x="83140" y="2763"/>
                    <a:pt x="82967" y="2736"/>
                    <a:pt x="82795" y="2736"/>
                  </a:cubicBezTo>
                  <a:cubicBezTo>
                    <a:pt x="82239" y="2736"/>
                    <a:pt x="81683" y="3011"/>
                    <a:pt x="81355" y="3481"/>
                  </a:cubicBezTo>
                  <a:cubicBezTo>
                    <a:pt x="81439" y="2473"/>
                    <a:pt x="80655" y="1539"/>
                    <a:pt x="79684" y="1418"/>
                  </a:cubicBezTo>
                  <a:cubicBezTo>
                    <a:pt x="79600" y="1405"/>
                    <a:pt x="79515" y="1399"/>
                    <a:pt x="79430" y="1399"/>
                  </a:cubicBezTo>
                  <a:cubicBezTo>
                    <a:pt x="78544" y="1399"/>
                    <a:pt x="77685" y="2087"/>
                    <a:pt x="77472" y="2939"/>
                  </a:cubicBezTo>
                  <a:cubicBezTo>
                    <a:pt x="77281" y="2830"/>
                    <a:pt x="77066" y="2781"/>
                    <a:pt x="76848" y="2781"/>
                  </a:cubicBezTo>
                  <a:cubicBezTo>
                    <a:pt x="76131" y="2781"/>
                    <a:pt x="75372" y="3316"/>
                    <a:pt x="75251" y="4031"/>
                  </a:cubicBezTo>
                  <a:cubicBezTo>
                    <a:pt x="75041" y="3941"/>
                    <a:pt x="74807" y="3897"/>
                    <a:pt x="74570" y="3897"/>
                  </a:cubicBezTo>
                  <a:cubicBezTo>
                    <a:pt x="74196" y="3897"/>
                    <a:pt x="73814" y="4007"/>
                    <a:pt x="73505" y="4218"/>
                  </a:cubicBezTo>
                  <a:cubicBezTo>
                    <a:pt x="73384" y="3873"/>
                    <a:pt x="73150" y="3565"/>
                    <a:pt x="72842" y="3331"/>
                  </a:cubicBezTo>
                  <a:cubicBezTo>
                    <a:pt x="72483" y="3069"/>
                    <a:pt x="72040" y="2935"/>
                    <a:pt x="71589" y="2935"/>
                  </a:cubicBezTo>
                  <a:cubicBezTo>
                    <a:pt x="71303" y="2935"/>
                    <a:pt x="71014" y="2989"/>
                    <a:pt x="70742" y="3098"/>
                  </a:cubicBezTo>
                  <a:cubicBezTo>
                    <a:pt x="70621" y="2235"/>
                    <a:pt x="69754" y="1623"/>
                    <a:pt x="68902" y="1623"/>
                  </a:cubicBezTo>
                  <a:cubicBezTo>
                    <a:pt x="68639" y="1623"/>
                    <a:pt x="68376" y="1682"/>
                    <a:pt x="68138" y="1810"/>
                  </a:cubicBezTo>
                  <a:cubicBezTo>
                    <a:pt x="67923" y="802"/>
                    <a:pt x="66912" y="1"/>
                    <a:pt x="65870" y="1"/>
                  </a:cubicBezTo>
                  <a:cubicBezTo>
                    <a:pt x="65783" y="1"/>
                    <a:pt x="65696" y="6"/>
                    <a:pt x="65609" y="18"/>
                  </a:cubicBezTo>
                  <a:cubicBezTo>
                    <a:pt x="64479" y="176"/>
                    <a:pt x="63546" y="1306"/>
                    <a:pt x="63621" y="2435"/>
                  </a:cubicBezTo>
                  <a:cubicBezTo>
                    <a:pt x="63240" y="1907"/>
                    <a:pt x="62594" y="1596"/>
                    <a:pt x="61966" y="1596"/>
                  </a:cubicBezTo>
                  <a:cubicBezTo>
                    <a:pt x="61763" y="1596"/>
                    <a:pt x="61561" y="1629"/>
                    <a:pt x="61371" y="1698"/>
                  </a:cubicBezTo>
                  <a:cubicBezTo>
                    <a:pt x="60550" y="1969"/>
                    <a:pt x="59971" y="2818"/>
                    <a:pt x="60008" y="3639"/>
                  </a:cubicBezTo>
                  <a:cubicBezTo>
                    <a:pt x="59708" y="3202"/>
                    <a:pt x="59162" y="2957"/>
                    <a:pt x="58621" y="2957"/>
                  </a:cubicBezTo>
                  <a:cubicBezTo>
                    <a:pt x="58388" y="2957"/>
                    <a:pt x="58156" y="3002"/>
                    <a:pt x="57945" y="3098"/>
                  </a:cubicBezTo>
                  <a:cubicBezTo>
                    <a:pt x="57441" y="3369"/>
                    <a:pt x="57049" y="3910"/>
                    <a:pt x="57012" y="4498"/>
                  </a:cubicBezTo>
                  <a:cubicBezTo>
                    <a:pt x="56853" y="4302"/>
                    <a:pt x="56704" y="4143"/>
                    <a:pt x="56471" y="4069"/>
                  </a:cubicBezTo>
                  <a:cubicBezTo>
                    <a:pt x="56287" y="3970"/>
                    <a:pt x="56086" y="3924"/>
                    <a:pt x="55883" y="3924"/>
                  </a:cubicBezTo>
                  <a:cubicBezTo>
                    <a:pt x="55436" y="3924"/>
                    <a:pt x="54986" y="4145"/>
                    <a:pt x="54716" y="4498"/>
                  </a:cubicBezTo>
                  <a:cubicBezTo>
                    <a:pt x="54753" y="3798"/>
                    <a:pt x="54249" y="3051"/>
                    <a:pt x="53587" y="2818"/>
                  </a:cubicBezTo>
                  <a:cubicBezTo>
                    <a:pt x="53421" y="2763"/>
                    <a:pt x="53248" y="2736"/>
                    <a:pt x="53077" y="2736"/>
                  </a:cubicBezTo>
                  <a:cubicBezTo>
                    <a:pt x="52523" y="2736"/>
                    <a:pt x="51973" y="3011"/>
                    <a:pt x="51645" y="3481"/>
                  </a:cubicBezTo>
                  <a:cubicBezTo>
                    <a:pt x="51720" y="2473"/>
                    <a:pt x="50908" y="1539"/>
                    <a:pt x="49937" y="1418"/>
                  </a:cubicBezTo>
                  <a:cubicBezTo>
                    <a:pt x="49852" y="1405"/>
                    <a:pt x="49767" y="1399"/>
                    <a:pt x="49683" y="1399"/>
                  </a:cubicBezTo>
                  <a:cubicBezTo>
                    <a:pt x="48795" y="1399"/>
                    <a:pt x="47932" y="2087"/>
                    <a:pt x="47753" y="2939"/>
                  </a:cubicBezTo>
                  <a:cubicBezTo>
                    <a:pt x="47555" y="2830"/>
                    <a:pt x="47335" y="2781"/>
                    <a:pt x="47113" y="2781"/>
                  </a:cubicBezTo>
                  <a:cubicBezTo>
                    <a:pt x="46382" y="2781"/>
                    <a:pt x="45627" y="3316"/>
                    <a:pt x="45541" y="4031"/>
                  </a:cubicBezTo>
                  <a:cubicBezTo>
                    <a:pt x="45331" y="3941"/>
                    <a:pt x="45097" y="3897"/>
                    <a:pt x="44859" y="3897"/>
                  </a:cubicBezTo>
                  <a:cubicBezTo>
                    <a:pt x="44484" y="3897"/>
                    <a:pt x="44100" y="4007"/>
                    <a:pt x="43786" y="4218"/>
                  </a:cubicBezTo>
                  <a:cubicBezTo>
                    <a:pt x="43636" y="3873"/>
                    <a:pt x="43403" y="3565"/>
                    <a:pt x="43132" y="3331"/>
                  </a:cubicBezTo>
                  <a:cubicBezTo>
                    <a:pt x="42750" y="3069"/>
                    <a:pt x="42294" y="2935"/>
                    <a:pt x="41849" y="2935"/>
                  </a:cubicBezTo>
                  <a:cubicBezTo>
                    <a:pt x="41565" y="2935"/>
                    <a:pt x="41286" y="2989"/>
                    <a:pt x="41032" y="3098"/>
                  </a:cubicBezTo>
                  <a:cubicBezTo>
                    <a:pt x="40911" y="2235"/>
                    <a:pt x="40044" y="1623"/>
                    <a:pt x="39188" y="1623"/>
                  </a:cubicBezTo>
                  <a:cubicBezTo>
                    <a:pt x="38923" y="1623"/>
                    <a:pt x="38659" y="1682"/>
                    <a:pt x="38419" y="1810"/>
                  </a:cubicBezTo>
                  <a:cubicBezTo>
                    <a:pt x="38203" y="802"/>
                    <a:pt x="37193" y="1"/>
                    <a:pt x="36121" y="1"/>
                  </a:cubicBezTo>
                  <a:cubicBezTo>
                    <a:pt x="36032" y="1"/>
                    <a:pt x="35942" y="6"/>
                    <a:pt x="35852" y="18"/>
                  </a:cubicBezTo>
                  <a:cubicBezTo>
                    <a:pt x="34732" y="176"/>
                    <a:pt x="33836" y="1306"/>
                    <a:pt x="33873" y="2435"/>
                  </a:cubicBezTo>
                  <a:cubicBezTo>
                    <a:pt x="33521" y="1907"/>
                    <a:pt x="32881" y="1596"/>
                    <a:pt x="32236" y="1596"/>
                  </a:cubicBezTo>
                  <a:cubicBezTo>
                    <a:pt x="32026" y="1596"/>
                    <a:pt x="31816" y="1629"/>
                    <a:pt x="31614" y="1698"/>
                  </a:cubicBezTo>
                  <a:cubicBezTo>
                    <a:pt x="30840" y="1969"/>
                    <a:pt x="30252" y="2818"/>
                    <a:pt x="30298" y="3639"/>
                  </a:cubicBezTo>
                  <a:cubicBezTo>
                    <a:pt x="29998" y="3202"/>
                    <a:pt x="29452" y="2957"/>
                    <a:pt x="28911" y="2957"/>
                  </a:cubicBezTo>
                  <a:cubicBezTo>
                    <a:pt x="28678" y="2957"/>
                    <a:pt x="28446" y="3002"/>
                    <a:pt x="28235" y="3098"/>
                  </a:cubicBezTo>
                  <a:cubicBezTo>
                    <a:pt x="27843" y="3285"/>
                    <a:pt x="27535" y="3639"/>
                    <a:pt x="27377" y="4031"/>
                  </a:cubicBezTo>
                  <a:cubicBezTo>
                    <a:pt x="27265" y="3481"/>
                    <a:pt x="26835" y="3014"/>
                    <a:pt x="26285" y="2818"/>
                  </a:cubicBezTo>
                  <a:cubicBezTo>
                    <a:pt x="26130" y="2763"/>
                    <a:pt x="25966" y="2736"/>
                    <a:pt x="25799" y="2736"/>
                  </a:cubicBezTo>
                  <a:cubicBezTo>
                    <a:pt x="25264" y="2736"/>
                    <a:pt x="24708" y="3011"/>
                    <a:pt x="24381" y="3481"/>
                  </a:cubicBezTo>
                  <a:cubicBezTo>
                    <a:pt x="24418" y="2473"/>
                    <a:pt x="23643" y="1539"/>
                    <a:pt x="22672" y="1418"/>
                  </a:cubicBezTo>
                  <a:cubicBezTo>
                    <a:pt x="22588" y="1405"/>
                    <a:pt x="22503" y="1399"/>
                    <a:pt x="22418" y="1399"/>
                  </a:cubicBezTo>
                  <a:cubicBezTo>
                    <a:pt x="21531" y="1399"/>
                    <a:pt x="20668" y="2087"/>
                    <a:pt x="20498" y="2939"/>
                  </a:cubicBezTo>
                  <a:cubicBezTo>
                    <a:pt x="20297" y="2830"/>
                    <a:pt x="20076" y="2781"/>
                    <a:pt x="19853" y="2781"/>
                  </a:cubicBezTo>
                  <a:cubicBezTo>
                    <a:pt x="19121" y="2781"/>
                    <a:pt x="18369" y="3316"/>
                    <a:pt x="18276" y="4031"/>
                  </a:cubicBezTo>
                  <a:cubicBezTo>
                    <a:pt x="18052" y="3941"/>
                    <a:pt x="17815" y="3897"/>
                    <a:pt x="17579" y="3897"/>
                  </a:cubicBezTo>
                  <a:cubicBezTo>
                    <a:pt x="17207" y="3897"/>
                    <a:pt x="16839" y="4007"/>
                    <a:pt x="16531" y="4218"/>
                  </a:cubicBezTo>
                  <a:cubicBezTo>
                    <a:pt x="16372" y="3873"/>
                    <a:pt x="16139" y="3565"/>
                    <a:pt x="15831" y="3331"/>
                  </a:cubicBezTo>
                  <a:cubicBezTo>
                    <a:pt x="15471" y="3069"/>
                    <a:pt x="15028" y="2935"/>
                    <a:pt x="14586" y="2935"/>
                  </a:cubicBezTo>
                  <a:cubicBezTo>
                    <a:pt x="14305" y="2935"/>
                    <a:pt x="14025" y="2989"/>
                    <a:pt x="13768" y="3098"/>
                  </a:cubicBezTo>
                  <a:cubicBezTo>
                    <a:pt x="13647" y="2235"/>
                    <a:pt x="12758" y="1623"/>
                    <a:pt x="11912" y="1623"/>
                  </a:cubicBezTo>
                  <a:cubicBezTo>
                    <a:pt x="11651" y="1623"/>
                    <a:pt x="11393" y="1682"/>
                    <a:pt x="11164" y="1810"/>
                  </a:cubicBezTo>
                  <a:cubicBezTo>
                    <a:pt x="10948" y="802"/>
                    <a:pt x="9938" y="1"/>
                    <a:pt x="886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89" name="Google Shape;289;p13"/>
          <p:cNvSpPr/>
          <p:nvPr/>
        </p:nvSpPr>
        <p:spPr>
          <a:xfrm>
            <a:off x="-75" y="4590317"/>
            <a:ext cx="9144111" cy="553147"/>
          </a:xfrm>
          <a:custGeom>
            <a:avLst/>
            <a:gdLst/>
            <a:ahLst/>
            <a:cxnLst/>
            <a:rect l="l" t="t" r="r" b="b"/>
            <a:pathLst>
              <a:path w="116675" h="3930" extrusionOk="0">
                <a:moveTo>
                  <a:pt x="0" y="0"/>
                </a:moveTo>
                <a:lnTo>
                  <a:pt x="0" y="3930"/>
                </a:lnTo>
                <a:lnTo>
                  <a:pt x="116675" y="3930"/>
                </a:lnTo>
                <a:lnTo>
                  <a:pt x="116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0" name="Google Shape;290;p13"/>
          <p:cNvGrpSpPr/>
          <p:nvPr/>
        </p:nvGrpSpPr>
        <p:grpSpPr>
          <a:xfrm>
            <a:off x="-43175" y="4590284"/>
            <a:ext cx="9236385" cy="572688"/>
            <a:chOff x="31859" y="3637483"/>
            <a:chExt cx="9057943" cy="954958"/>
          </a:xfrm>
        </p:grpSpPr>
        <p:sp>
          <p:nvSpPr>
            <p:cNvPr id="291" name="Google Shape;291;p13"/>
            <p:cNvSpPr/>
            <p:nvPr/>
          </p:nvSpPr>
          <p:spPr>
            <a:xfrm>
              <a:off x="31859" y="3637483"/>
              <a:ext cx="583516" cy="954958"/>
            </a:xfrm>
            <a:custGeom>
              <a:avLst/>
              <a:gdLst/>
              <a:ahLst/>
              <a:cxnLst/>
              <a:rect l="l" t="t" r="r" b="b"/>
              <a:pathLst>
                <a:path w="7506" h="12284" extrusionOk="0">
                  <a:moveTo>
                    <a:pt x="7393" y="0"/>
                  </a:moveTo>
                  <a:lnTo>
                    <a:pt x="1" y="12209"/>
                  </a:lnTo>
                  <a:lnTo>
                    <a:pt x="160" y="12284"/>
                  </a:lnTo>
                  <a:lnTo>
                    <a:pt x="7505" y="75"/>
                  </a:lnTo>
                  <a:lnTo>
                    <a:pt x="7393"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 name="Google Shape;292;p13"/>
            <p:cNvSpPr/>
            <p:nvPr/>
          </p:nvSpPr>
          <p:spPr>
            <a:xfrm>
              <a:off x="1843027" y="3637483"/>
              <a:ext cx="353484" cy="954958"/>
            </a:xfrm>
            <a:custGeom>
              <a:avLst/>
              <a:gdLst/>
              <a:ahLst/>
              <a:cxnLst/>
              <a:rect l="l" t="t" r="r" b="b"/>
              <a:pathLst>
                <a:path w="4547" h="12284" extrusionOk="0">
                  <a:moveTo>
                    <a:pt x="4397" y="0"/>
                  </a:moveTo>
                  <a:lnTo>
                    <a:pt x="0" y="12209"/>
                  </a:lnTo>
                  <a:lnTo>
                    <a:pt x="112" y="12284"/>
                  </a:lnTo>
                  <a:lnTo>
                    <a:pt x="4546" y="75"/>
                  </a:lnTo>
                  <a:lnTo>
                    <a:pt x="4397"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 name="Google Shape;293;p13"/>
            <p:cNvSpPr/>
            <p:nvPr/>
          </p:nvSpPr>
          <p:spPr>
            <a:xfrm>
              <a:off x="3651240" y="3640359"/>
              <a:ext cx="127105" cy="949205"/>
            </a:xfrm>
            <a:custGeom>
              <a:avLst/>
              <a:gdLst/>
              <a:ahLst/>
              <a:cxnLst/>
              <a:rect l="l" t="t" r="r" b="b"/>
              <a:pathLst>
                <a:path w="1635" h="12210" extrusionOk="0">
                  <a:moveTo>
                    <a:pt x="1475" y="1"/>
                  </a:moveTo>
                  <a:lnTo>
                    <a:pt x="1" y="12209"/>
                  </a:lnTo>
                  <a:lnTo>
                    <a:pt x="150" y="12209"/>
                  </a:lnTo>
                  <a:lnTo>
                    <a:pt x="1634" y="1"/>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 name="Google Shape;294;p13"/>
            <p:cNvSpPr/>
            <p:nvPr/>
          </p:nvSpPr>
          <p:spPr>
            <a:xfrm>
              <a:off x="5347043" y="3640359"/>
              <a:ext cx="124151" cy="949205"/>
            </a:xfrm>
            <a:custGeom>
              <a:avLst/>
              <a:gdLst/>
              <a:ahLst/>
              <a:cxnLst/>
              <a:rect l="l" t="t" r="r" b="b"/>
              <a:pathLst>
                <a:path w="1597" h="12210" extrusionOk="0">
                  <a:moveTo>
                    <a:pt x="0" y="1"/>
                  </a:moveTo>
                  <a:lnTo>
                    <a:pt x="1438" y="12209"/>
                  </a:lnTo>
                  <a:lnTo>
                    <a:pt x="1596" y="12209"/>
                  </a:lnTo>
                  <a:lnTo>
                    <a:pt x="159" y="1"/>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5" name="Google Shape;295;p13"/>
            <p:cNvSpPr/>
            <p:nvPr/>
          </p:nvSpPr>
          <p:spPr>
            <a:xfrm>
              <a:off x="6925226" y="3637483"/>
              <a:ext cx="357060" cy="954958"/>
            </a:xfrm>
            <a:custGeom>
              <a:avLst/>
              <a:gdLst/>
              <a:ahLst/>
              <a:cxnLst/>
              <a:rect l="l" t="t" r="r" b="b"/>
              <a:pathLst>
                <a:path w="4593" h="12284" extrusionOk="0">
                  <a:moveTo>
                    <a:pt x="159" y="0"/>
                  </a:moveTo>
                  <a:lnTo>
                    <a:pt x="1" y="75"/>
                  </a:lnTo>
                  <a:lnTo>
                    <a:pt x="4434" y="12284"/>
                  </a:lnTo>
                  <a:lnTo>
                    <a:pt x="4593" y="12209"/>
                  </a:lnTo>
                  <a:lnTo>
                    <a:pt x="159"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6" name="Google Shape;296;p13"/>
            <p:cNvSpPr/>
            <p:nvPr/>
          </p:nvSpPr>
          <p:spPr>
            <a:xfrm>
              <a:off x="8506364" y="3637483"/>
              <a:ext cx="583439" cy="954958"/>
            </a:xfrm>
            <a:custGeom>
              <a:avLst/>
              <a:gdLst/>
              <a:ahLst/>
              <a:cxnLst/>
              <a:rect l="l" t="t" r="r" b="b"/>
              <a:pathLst>
                <a:path w="7505" h="12284" extrusionOk="0">
                  <a:moveTo>
                    <a:pt x="159" y="0"/>
                  </a:moveTo>
                  <a:lnTo>
                    <a:pt x="0" y="75"/>
                  </a:lnTo>
                  <a:lnTo>
                    <a:pt x="7355" y="12284"/>
                  </a:lnTo>
                  <a:lnTo>
                    <a:pt x="7505" y="12209"/>
                  </a:lnTo>
                  <a:lnTo>
                    <a:pt x="159"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Section Header 1">
  <p:cSld name="BLANK_1_1_1_1_1_1_3">
    <p:spTree>
      <p:nvGrpSpPr>
        <p:cNvPr id="1" name="Shape 297"/>
        <p:cNvGrpSpPr/>
        <p:nvPr/>
      </p:nvGrpSpPr>
      <p:grpSpPr>
        <a:xfrm>
          <a:off x="0" y="0"/>
          <a:ext cx="0" cy="0"/>
          <a:chOff x="0" y="0"/>
          <a:chExt cx="0" cy="0"/>
        </a:xfrm>
      </p:grpSpPr>
      <p:grpSp>
        <p:nvGrpSpPr>
          <p:cNvPr id="298" name="Google Shape;298;p14"/>
          <p:cNvGrpSpPr/>
          <p:nvPr/>
        </p:nvGrpSpPr>
        <p:grpSpPr>
          <a:xfrm>
            <a:off x="787186" y="2097785"/>
            <a:ext cx="984621" cy="1822785"/>
            <a:chOff x="7797029" y="2174230"/>
            <a:chExt cx="1161931" cy="2151032"/>
          </a:xfrm>
        </p:grpSpPr>
        <p:sp>
          <p:nvSpPr>
            <p:cNvPr id="299" name="Google Shape;299;p14"/>
            <p:cNvSpPr/>
            <p:nvPr/>
          </p:nvSpPr>
          <p:spPr>
            <a:xfrm>
              <a:off x="7797029" y="2174230"/>
              <a:ext cx="1161931" cy="1382760"/>
            </a:xfrm>
            <a:custGeom>
              <a:avLst/>
              <a:gdLst/>
              <a:ahLst/>
              <a:cxnLst/>
              <a:rect l="l" t="t" r="r" b="b"/>
              <a:pathLst>
                <a:path w="21273" h="25316" extrusionOk="0">
                  <a:moveTo>
                    <a:pt x="11920" y="0"/>
                  </a:moveTo>
                  <a:cubicBezTo>
                    <a:pt x="9767" y="0"/>
                    <a:pt x="7648" y="927"/>
                    <a:pt x="6217" y="2390"/>
                  </a:cubicBezTo>
                  <a:cubicBezTo>
                    <a:pt x="4630" y="4024"/>
                    <a:pt x="3883" y="6245"/>
                    <a:pt x="3883" y="8383"/>
                  </a:cubicBezTo>
                  <a:cubicBezTo>
                    <a:pt x="3846" y="9045"/>
                    <a:pt x="3930" y="9745"/>
                    <a:pt x="3650" y="10361"/>
                  </a:cubicBezTo>
                  <a:cubicBezTo>
                    <a:pt x="3417" y="10828"/>
                    <a:pt x="3034" y="11220"/>
                    <a:pt x="2679" y="11650"/>
                  </a:cubicBezTo>
                  <a:cubicBezTo>
                    <a:pt x="1046" y="13516"/>
                    <a:pt x="0" y="15850"/>
                    <a:pt x="75" y="18183"/>
                  </a:cubicBezTo>
                  <a:cubicBezTo>
                    <a:pt x="150" y="20554"/>
                    <a:pt x="1438" y="22888"/>
                    <a:pt x="3613" y="24213"/>
                  </a:cubicBezTo>
                  <a:cubicBezTo>
                    <a:pt x="4824" y="24931"/>
                    <a:pt x="6299" y="25315"/>
                    <a:pt x="7769" y="25315"/>
                  </a:cubicBezTo>
                  <a:cubicBezTo>
                    <a:pt x="8994" y="25315"/>
                    <a:pt x="10215" y="25048"/>
                    <a:pt x="11276" y="24484"/>
                  </a:cubicBezTo>
                  <a:cubicBezTo>
                    <a:pt x="12090" y="24825"/>
                    <a:pt x="13002" y="24989"/>
                    <a:pt x="13926" y="24989"/>
                  </a:cubicBezTo>
                  <a:cubicBezTo>
                    <a:pt x="15830" y="24989"/>
                    <a:pt x="17782" y="24291"/>
                    <a:pt x="19014" y="23009"/>
                  </a:cubicBezTo>
                  <a:cubicBezTo>
                    <a:pt x="20843" y="21142"/>
                    <a:pt x="21273" y="18417"/>
                    <a:pt x="20498" y="16083"/>
                  </a:cubicBezTo>
                  <a:cubicBezTo>
                    <a:pt x="20143" y="14954"/>
                    <a:pt x="19518" y="13908"/>
                    <a:pt x="18864" y="12891"/>
                  </a:cubicBezTo>
                  <a:cubicBezTo>
                    <a:pt x="18743" y="12742"/>
                    <a:pt x="18668" y="12546"/>
                    <a:pt x="18631" y="12350"/>
                  </a:cubicBezTo>
                  <a:cubicBezTo>
                    <a:pt x="18631" y="12191"/>
                    <a:pt x="18743" y="11995"/>
                    <a:pt x="18780" y="11808"/>
                  </a:cubicBezTo>
                  <a:cubicBezTo>
                    <a:pt x="20843" y="3090"/>
                    <a:pt x="16718" y="561"/>
                    <a:pt x="12835" y="57"/>
                  </a:cubicBezTo>
                  <a:cubicBezTo>
                    <a:pt x="12530" y="19"/>
                    <a:pt x="12225" y="0"/>
                    <a:pt x="119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0" name="Google Shape;300;p14"/>
            <p:cNvGrpSpPr/>
            <p:nvPr/>
          </p:nvGrpSpPr>
          <p:grpSpPr>
            <a:xfrm>
              <a:off x="8149431" y="2521491"/>
              <a:ext cx="429313" cy="1803771"/>
              <a:chOff x="6097050" y="1346450"/>
              <a:chExt cx="196500" cy="825600"/>
            </a:xfrm>
          </p:grpSpPr>
          <p:sp>
            <p:nvSpPr>
              <p:cNvPr id="301" name="Google Shape;301;p14"/>
              <p:cNvSpPr/>
              <p:nvPr/>
            </p:nvSpPr>
            <p:spPr>
              <a:xfrm>
                <a:off x="6203225" y="1432075"/>
                <a:ext cx="20325" cy="739975"/>
              </a:xfrm>
              <a:custGeom>
                <a:avLst/>
                <a:gdLst/>
                <a:ahLst/>
                <a:cxnLst/>
                <a:rect l="l" t="t" r="r" b="b"/>
                <a:pathLst>
                  <a:path w="813" h="29599" extrusionOk="0">
                    <a:moveTo>
                      <a:pt x="420" y="1"/>
                    </a:moveTo>
                    <a:cubicBezTo>
                      <a:pt x="187" y="1"/>
                      <a:pt x="0" y="197"/>
                      <a:pt x="0" y="430"/>
                    </a:cubicBezTo>
                    <a:lnTo>
                      <a:pt x="0" y="29207"/>
                    </a:lnTo>
                    <a:cubicBezTo>
                      <a:pt x="0" y="29440"/>
                      <a:pt x="187" y="29599"/>
                      <a:pt x="420" y="29599"/>
                    </a:cubicBezTo>
                    <a:cubicBezTo>
                      <a:pt x="616" y="29599"/>
                      <a:pt x="812" y="29440"/>
                      <a:pt x="812" y="29207"/>
                    </a:cubicBezTo>
                    <a:lnTo>
                      <a:pt x="812" y="430"/>
                    </a:lnTo>
                    <a:cubicBezTo>
                      <a:pt x="812" y="197"/>
                      <a:pt x="616" y="1"/>
                      <a:pt x="42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 name="Google Shape;302;p14"/>
              <p:cNvSpPr/>
              <p:nvPr/>
            </p:nvSpPr>
            <p:spPr>
              <a:xfrm>
                <a:off x="6097050" y="1389375"/>
                <a:ext cx="124625" cy="276800"/>
              </a:xfrm>
              <a:custGeom>
                <a:avLst/>
                <a:gdLst/>
                <a:ahLst/>
                <a:cxnLst/>
                <a:rect l="l" t="t" r="r" b="b"/>
                <a:pathLst>
                  <a:path w="4985" h="11072" extrusionOk="0">
                    <a:moveTo>
                      <a:pt x="430" y="1"/>
                    </a:moveTo>
                    <a:cubicBezTo>
                      <a:pt x="234" y="1"/>
                      <a:pt x="84" y="113"/>
                      <a:pt x="84" y="309"/>
                    </a:cubicBezTo>
                    <a:cubicBezTo>
                      <a:pt x="47" y="971"/>
                      <a:pt x="0" y="1587"/>
                      <a:pt x="0" y="2250"/>
                    </a:cubicBezTo>
                    <a:cubicBezTo>
                      <a:pt x="0" y="3809"/>
                      <a:pt x="159" y="5405"/>
                      <a:pt x="747" y="6917"/>
                    </a:cubicBezTo>
                    <a:cubicBezTo>
                      <a:pt x="1447" y="8672"/>
                      <a:pt x="2763" y="10147"/>
                      <a:pt x="4396" y="11043"/>
                    </a:cubicBezTo>
                    <a:cubicBezTo>
                      <a:pt x="4449" y="11063"/>
                      <a:pt x="4501" y="11072"/>
                      <a:pt x="4550" y="11072"/>
                    </a:cubicBezTo>
                    <a:cubicBezTo>
                      <a:pt x="4688" y="11072"/>
                      <a:pt x="4808" y="11001"/>
                      <a:pt x="4863" y="10884"/>
                    </a:cubicBezTo>
                    <a:cubicBezTo>
                      <a:pt x="4985" y="10735"/>
                      <a:pt x="4901" y="10539"/>
                      <a:pt x="4751" y="10417"/>
                    </a:cubicBezTo>
                    <a:cubicBezTo>
                      <a:pt x="3230" y="9605"/>
                      <a:pt x="2026" y="8243"/>
                      <a:pt x="1363" y="6646"/>
                    </a:cubicBezTo>
                    <a:cubicBezTo>
                      <a:pt x="822" y="5284"/>
                      <a:pt x="700" y="3772"/>
                      <a:pt x="700" y="2250"/>
                    </a:cubicBezTo>
                    <a:cubicBezTo>
                      <a:pt x="700" y="1634"/>
                      <a:pt x="700" y="971"/>
                      <a:pt x="747" y="346"/>
                    </a:cubicBezTo>
                    <a:cubicBezTo>
                      <a:pt x="747" y="150"/>
                      <a:pt x="588" y="1"/>
                      <a:pt x="43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 name="Google Shape;303;p14"/>
              <p:cNvSpPr/>
              <p:nvPr/>
            </p:nvSpPr>
            <p:spPr>
              <a:xfrm>
                <a:off x="6207875" y="1346450"/>
                <a:ext cx="85675" cy="205950"/>
              </a:xfrm>
              <a:custGeom>
                <a:avLst/>
                <a:gdLst/>
                <a:ahLst/>
                <a:cxnLst/>
                <a:rect l="l" t="t" r="r" b="b"/>
                <a:pathLst>
                  <a:path w="3427" h="8238" extrusionOk="0">
                    <a:moveTo>
                      <a:pt x="2997" y="0"/>
                    </a:moveTo>
                    <a:cubicBezTo>
                      <a:pt x="2801" y="0"/>
                      <a:pt x="2652" y="159"/>
                      <a:pt x="2689" y="355"/>
                    </a:cubicBezTo>
                    <a:cubicBezTo>
                      <a:pt x="2726" y="1055"/>
                      <a:pt x="2764" y="1718"/>
                      <a:pt x="2764" y="2371"/>
                    </a:cubicBezTo>
                    <a:cubicBezTo>
                      <a:pt x="2764" y="3118"/>
                      <a:pt x="2726" y="3818"/>
                      <a:pt x="2530" y="4518"/>
                    </a:cubicBezTo>
                    <a:cubicBezTo>
                      <a:pt x="2381" y="5171"/>
                      <a:pt x="2101" y="5797"/>
                      <a:pt x="1718" y="6338"/>
                    </a:cubicBezTo>
                    <a:cubicBezTo>
                      <a:pt x="1326" y="6889"/>
                      <a:pt x="822" y="7318"/>
                      <a:pt x="234" y="7589"/>
                    </a:cubicBezTo>
                    <a:cubicBezTo>
                      <a:pt x="85" y="7663"/>
                      <a:pt x="1" y="7859"/>
                      <a:pt x="85" y="8018"/>
                    </a:cubicBezTo>
                    <a:cubicBezTo>
                      <a:pt x="112" y="8156"/>
                      <a:pt x="246" y="8237"/>
                      <a:pt x="378" y="8237"/>
                    </a:cubicBezTo>
                    <a:cubicBezTo>
                      <a:pt x="425" y="8237"/>
                      <a:pt x="472" y="8227"/>
                      <a:pt x="514" y="8205"/>
                    </a:cubicBezTo>
                    <a:cubicBezTo>
                      <a:pt x="1214" y="7897"/>
                      <a:pt x="1830" y="7355"/>
                      <a:pt x="2260" y="6730"/>
                    </a:cubicBezTo>
                    <a:cubicBezTo>
                      <a:pt x="2726" y="6151"/>
                      <a:pt x="3034" y="5405"/>
                      <a:pt x="3193" y="4667"/>
                    </a:cubicBezTo>
                    <a:cubicBezTo>
                      <a:pt x="3389" y="3930"/>
                      <a:pt x="3426" y="3155"/>
                      <a:pt x="3426" y="2371"/>
                    </a:cubicBezTo>
                    <a:cubicBezTo>
                      <a:pt x="3426" y="1671"/>
                      <a:pt x="3389" y="971"/>
                      <a:pt x="3352" y="318"/>
                    </a:cubicBezTo>
                    <a:cubicBezTo>
                      <a:pt x="3352" y="122"/>
                      <a:pt x="3156" y="0"/>
                      <a:pt x="2997"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04" name="Google Shape;304;p14"/>
          <p:cNvGrpSpPr/>
          <p:nvPr/>
        </p:nvGrpSpPr>
        <p:grpSpPr>
          <a:xfrm>
            <a:off x="346688" y="384688"/>
            <a:ext cx="8349362" cy="1989909"/>
            <a:chOff x="346688" y="384688"/>
            <a:chExt cx="8349362" cy="1989909"/>
          </a:xfrm>
        </p:grpSpPr>
        <p:sp>
          <p:nvSpPr>
            <p:cNvPr id="305" name="Google Shape;305;p14"/>
            <p:cNvSpPr/>
            <p:nvPr/>
          </p:nvSpPr>
          <p:spPr>
            <a:xfrm>
              <a:off x="346688" y="600725"/>
              <a:ext cx="732825" cy="238128"/>
            </a:xfrm>
            <a:custGeom>
              <a:avLst/>
              <a:gdLst/>
              <a:ahLst/>
              <a:cxnLst/>
              <a:rect l="l" t="t" r="r" b="b"/>
              <a:pathLst>
                <a:path w="6927" h="2251" extrusionOk="0">
                  <a:moveTo>
                    <a:pt x="3856" y="1"/>
                  </a:moveTo>
                  <a:cubicBezTo>
                    <a:pt x="3081" y="1"/>
                    <a:pt x="2456" y="505"/>
                    <a:pt x="2260" y="1205"/>
                  </a:cubicBezTo>
                  <a:cubicBezTo>
                    <a:pt x="2064" y="1130"/>
                    <a:pt x="1830" y="1046"/>
                    <a:pt x="1597" y="1046"/>
                  </a:cubicBezTo>
                  <a:cubicBezTo>
                    <a:pt x="822" y="1046"/>
                    <a:pt x="197" y="1550"/>
                    <a:pt x="1" y="2250"/>
                  </a:cubicBezTo>
                  <a:lnTo>
                    <a:pt x="6852" y="2250"/>
                  </a:lnTo>
                  <a:cubicBezTo>
                    <a:pt x="6927" y="2138"/>
                    <a:pt x="6927" y="2017"/>
                    <a:pt x="6927" y="1867"/>
                  </a:cubicBezTo>
                  <a:cubicBezTo>
                    <a:pt x="6927" y="1242"/>
                    <a:pt x="6423" y="738"/>
                    <a:pt x="5797" y="738"/>
                  </a:cubicBezTo>
                  <a:cubicBezTo>
                    <a:pt x="5601" y="738"/>
                    <a:pt x="5452" y="775"/>
                    <a:pt x="5293" y="850"/>
                  </a:cubicBezTo>
                  <a:cubicBezTo>
                    <a:pt x="5022" y="346"/>
                    <a:pt x="4481" y="1"/>
                    <a:pt x="38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 name="Google Shape;306;p14"/>
            <p:cNvSpPr/>
            <p:nvPr/>
          </p:nvSpPr>
          <p:spPr>
            <a:xfrm>
              <a:off x="1114725" y="1308300"/>
              <a:ext cx="1161909" cy="308823"/>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 name="Google Shape;307;p14"/>
            <p:cNvSpPr/>
            <p:nvPr/>
          </p:nvSpPr>
          <p:spPr>
            <a:xfrm flipH="1">
              <a:off x="7844150" y="2097774"/>
              <a:ext cx="851900" cy="276822"/>
            </a:xfrm>
            <a:custGeom>
              <a:avLst/>
              <a:gdLst/>
              <a:ahLst/>
              <a:cxnLst/>
              <a:rect l="l" t="t" r="r" b="b"/>
              <a:pathLst>
                <a:path w="6927" h="2251" extrusionOk="0">
                  <a:moveTo>
                    <a:pt x="3856" y="1"/>
                  </a:moveTo>
                  <a:cubicBezTo>
                    <a:pt x="3081" y="1"/>
                    <a:pt x="2456" y="505"/>
                    <a:pt x="2260" y="1205"/>
                  </a:cubicBezTo>
                  <a:cubicBezTo>
                    <a:pt x="2064" y="1130"/>
                    <a:pt x="1830" y="1046"/>
                    <a:pt x="1597" y="1046"/>
                  </a:cubicBezTo>
                  <a:cubicBezTo>
                    <a:pt x="822" y="1046"/>
                    <a:pt x="197" y="1550"/>
                    <a:pt x="1" y="2250"/>
                  </a:cubicBezTo>
                  <a:lnTo>
                    <a:pt x="6852" y="2250"/>
                  </a:lnTo>
                  <a:cubicBezTo>
                    <a:pt x="6927" y="2138"/>
                    <a:pt x="6927" y="2017"/>
                    <a:pt x="6927" y="1867"/>
                  </a:cubicBezTo>
                  <a:cubicBezTo>
                    <a:pt x="6927" y="1242"/>
                    <a:pt x="6423" y="738"/>
                    <a:pt x="5797" y="738"/>
                  </a:cubicBezTo>
                  <a:cubicBezTo>
                    <a:pt x="5601" y="738"/>
                    <a:pt x="5452" y="775"/>
                    <a:pt x="5293" y="850"/>
                  </a:cubicBezTo>
                  <a:cubicBezTo>
                    <a:pt x="5022" y="346"/>
                    <a:pt x="4481" y="1"/>
                    <a:pt x="3856"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 name="Google Shape;308;p14"/>
            <p:cNvSpPr/>
            <p:nvPr/>
          </p:nvSpPr>
          <p:spPr>
            <a:xfrm>
              <a:off x="6882125" y="384688"/>
              <a:ext cx="1161909" cy="308823"/>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9" name="Google Shape;309;p14"/>
          <p:cNvSpPr txBox="1">
            <a:spLocks noGrp="1"/>
          </p:cNvSpPr>
          <p:nvPr>
            <p:ph type="title"/>
          </p:nvPr>
        </p:nvSpPr>
        <p:spPr>
          <a:xfrm>
            <a:off x="2481751" y="2224125"/>
            <a:ext cx="4180500" cy="14073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3600"/>
              <a:buNone/>
              <a:defRPr sz="5000"/>
            </a:lvl1pPr>
            <a:lvl2pPr lvl="1" algn="ctr" rtl="0">
              <a:spcBef>
                <a:spcPts val="0"/>
              </a:spcBef>
              <a:spcAft>
                <a:spcPts val="0"/>
              </a:spcAft>
              <a:buSzPts val="3600"/>
              <a:buNone/>
              <a:defRPr sz="3600"/>
            </a:lvl2pPr>
            <a:lvl3pPr lvl="2" algn="ctr" rtl="0">
              <a:spcBef>
                <a:spcPts val="0"/>
              </a:spcBef>
              <a:spcAft>
                <a:spcPts val="0"/>
              </a:spcAft>
              <a:buSzPts val="3600"/>
              <a:buNone/>
              <a:defRPr sz="3600"/>
            </a:lvl3pPr>
            <a:lvl4pPr lvl="3" algn="ctr" rtl="0">
              <a:spcBef>
                <a:spcPts val="0"/>
              </a:spcBef>
              <a:spcAft>
                <a:spcPts val="0"/>
              </a:spcAft>
              <a:buSzPts val="3600"/>
              <a:buNone/>
              <a:defRPr sz="3600"/>
            </a:lvl4pPr>
            <a:lvl5pPr lvl="4" algn="ctr" rtl="0">
              <a:spcBef>
                <a:spcPts val="0"/>
              </a:spcBef>
              <a:spcAft>
                <a:spcPts val="0"/>
              </a:spcAft>
              <a:buSzPts val="3600"/>
              <a:buNone/>
              <a:defRPr sz="3600"/>
            </a:lvl5pPr>
            <a:lvl6pPr lvl="5" algn="ctr" rtl="0">
              <a:spcBef>
                <a:spcPts val="0"/>
              </a:spcBef>
              <a:spcAft>
                <a:spcPts val="0"/>
              </a:spcAft>
              <a:buSzPts val="3600"/>
              <a:buNone/>
              <a:defRPr sz="3600"/>
            </a:lvl6pPr>
            <a:lvl7pPr lvl="6" algn="ctr" rtl="0">
              <a:spcBef>
                <a:spcPts val="0"/>
              </a:spcBef>
              <a:spcAft>
                <a:spcPts val="0"/>
              </a:spcAft>
              <a:buSzPts val="3600"/>
              <a:buNone/>
              <a:defRPr sz="3600"/>
            </a:lvl7pPr>
            <a:lvl8pPr lvl="7" algn="ctr" rtl="0">
              <a:spcBef>
                <a:spcPts val="0"/>
              </a:spcBef>
              <a:spcAft>
                <a:spcPts val="0"/>
              </a:spcAft>
              <a:buSzPts val="3600"/>
              <a:buNone/>
              <a:defRPr sz="3600"/>
            </a:lvl8pPr>
            <a:lvl9pPr lvl="8" algn="ctr" rtl="0">
              <a:spcBef>
                <a:spcPts val="0"/>
              </a:spcBef>
              <a:spcAft>
                <a:spcPts val="0"/>
              </a:spcAft>
              <a:buSzPts val="3600"/>
              <a:buNone/>
              <a:defRPr sz="3600"/>
            </a:lvl9pPr>
          </a:lstStyle>
          <a:p>
            <a:endParaRPr/>
          </a:p>
        </p:txBody>
      </p:sp>
      <p:sp>
        <p:nvSpPr>
          <p:cNvPr id="310" name="Google Shape;310;p14"/>
          <p:cNvSpPr txBox="1">
            <a:spLocks noGrp="1"/>
          </p:cNvSpPr>
          <p:nvPr>
            <p:ph type="title" idx="2" hasCustomPrompt="1"/>
          </p:nvPr>
        </p:nvSpPr>
        <p:spPr>
          <a:xfrm>
            <a:off x="3975601" y="780000"/>
            <a:ext cx="1192800" cy="9807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6000"/>
              <a:buNone/>
              <a:defRPr sz="7000">
                <a:solidFill>
                  <a:schemeClr val="dk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311" name="Google Shape;311;p14"/>
          <p:cNvSpPr txBox="1">
            <a:spLocks noGrp="1"/>
          </p:cNvSpPr>
          <p:nvPr>
            <p:ph type="subTitle" idx="1"/>
          </p:nvPr>
        </p:nvSpPr>
        <p:spPr>
          <a:xfrm>
            <a:off x="2934301" y="3818625"/>
            <a:ext cx="3275400" cy="534000"/>
          </a:xfrm>
          <a:prstGeom prst="rect">
            <a:avLst/>
          </a:prstGeom>
        </p:spPr>
        <p:txBody>
          <a:bodyPr spcFirstLastPara="1" wrap="square" lIns="14400" tIns="14400" rIns="14400" bIns="14400" anchor="t" anchorCtr="0">
            <a:noAutofit/>
          </a:bodyPr>
          <a:lstStyle>
            <a:lvl1pPr lvl="0" algn="ctr" rtl="0">
              <a:lnSpc>
                <a:spcPct val="100000"/>
              </a:lnSpc>
              <a:spcBef>
                <a:spcPts val="0"/>
              </a:spcBef>
              <a:spcAft>
                <a:spcPts val="0"/>
              </a:spcAft>
              <a:buSzPts val="1400"/>
              <a:buNone/>
              <a:defRPr sz="16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312" name="Google Shape;312;p14"/>
          <p:cNvSpPr/>
          <p:nvPr/>
        </p:nvSpPr>
        <p:spPr>
          <a:xfrm>
            <a:off x="150" y="4539825"/>
            <a:ext cx="9144111" cy="620004"/>
          </a:xfrm>
          <a:custGeom>
            <a:avLst/>
            <a:gdLst/>
            <a:ahLst/>
            <a:cxnLst/>
            <a:rect l="l" t="t" r="r" b="b"/>
            <a:pathLst>
              <a:path w="116675" h="12247" extrusionOk="0">
                <a:moveTo>
                  <a:pt x="0" y="0"/>
                </a:moveTo>
                <a:lnTo>
                  <a:pt x="0" y="12246"/>
                </a:lnTo>
                <a:lnTo>
                  <a:pt x="116675" y="12246"/>
                </a:lnTo>
                <a:lnTo>
                  <a:pt x="116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13" name="Google Shape;313;p14"/>
          <p:cNvGrpSpPr/>
          <p:nvPr/>
        </p:nvGrpSpPr>
        <p:grpSpPr>
          <a:xfrm>
            <a:off x="31859" y="4540132"/>
            <a:ext cx="9057943" cy="621964"/>
            <a:chOff x="31859" y="3637483"/>
            <a:chExt cx="9057943" cy="954958"/>
          </a:xfrm>
        </p:grpSpPr>
        <p:sp>
          <p:nvSpPr>
            <p:cNvPr id="314" name="Google Shape;314;p14"/>
            <p:cNvSpPr/>
            <p:nvPr/>
          </p:nvSpPr>
          <p:spPr>
            <a:xfrm>
              <a:off x="31859" y="3637483"/>
              <a:ext cx="583516" cy="954958"/>
            </a:xfrm>
            <a:custGeom>
              <a:avLst/>
              <a:gdLst/>
              <a:ahLst/>
              <a:cxnLst/>
              <a:rect l="l" t="t" r="r" b="b"/>
              <a:pathLst>
                <a:path w="7506" h="12284" extrusionOk="0">
                  <a:moveTo>
                    <a:pt x="7393" y="0"/>
                  </a:moveTo>
                  <a:lnTo>
                    <a:pt x="1" y="12209"/>
                  </a:lnTo>
                  <a:lnTo>
                    <a:pt x="160" y="12284"/>
                  </a:lnTo>
                  <a:lnTo>
                    <a:pt x="7505" y="75"/>
                  </a:lnTo>
                  <a:lnTo>
                    <a:pt x="7393"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5" name="Google Shape;315;p14"/>
            <p:cNvSpPr/>
            <p:nvPr/>
          </p:nvSpPr>
          <p:spPr>
            <a:xfrm>
              <a:off x="1843027" y="3637483"/>
              <a:ext cx="353484" cy="954958"/>
            </a:xfrm>
            <a:custGeom>
              <a:avLst/>
              <a:gdLst/>
              <a:ahLst/>
              <a:cxnLst/>
              <a:rect l="l" t="t" r="r" b="b"/>
              <a:pathLst>
                <a:path w="4547" h="12284" extrusionOk="0">
                  <a:moveTo>
                    <a:pt x="4397" y="0"/>
                  </a:moveTo>
                  <a:lnTo>
                    <a:pt x="0" y="12209"/>
                  </a:lnTo>
                  <a:lnTo>
                    <a:pt x="112" y="12284"/>
                  </a:lnTo>
                  <a:lnTo>
                    <a:pt x="4546" y="75"/>
                  </a:lnTo>
                  <a:lnTo>
                    <a:pt x="4397"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6" name="Google Shape;316;p14"/>
            <p:cNvSpPr/>
            <p:nvPr/>
          </p:nvSpPr>
          <p:spPr>
            <a:xfrm>
              <a:off x="3651240" y="3640359"/>
              <a:ext cx="127105" cy="949205"/>
            </a:xfrm>
            <a:custGeom>
              <a:avLst/>
              <a:gdLst/>
              <a:ahLst/>
              <a:cxnLst/>
              <a:rect l="l" t="t" r="r" b="b"/>
              <a:pathLst>
                <a:path w="1635" h="12210" extrusionOk="0">
                  <a:moveTo>
                    <a:pt x="1475" y="1"/>
                  </a:moveTo>
                  <a:lnTo>
                    <a:pt x="1" y="12209"/>
                  </a:lnTo>
                  <a:lnTo>
                    <a:pt x="150" y="12209"/>
                  </a:lnTo>
                  <a:lnTo>
                    <a:pt x="1634" y="1"/>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7" name="Google Shape;317;p14"/>
            <p:cNvSpPr/>
            <p:nvPr/>
          </p:nvSpPr>
          <p:spPr>
            <a:xfrm>
              <a:off x="5347043" y="3640359"/>
              <a:ext cx="124151" cy="949205"/>
            </a:xfrm>
            <a:custGeom>
              <a:avLst/>
              <a:gdLst/>
              <a:ahLst/>
              <a:cxnLst/>
              <a:rect l="l" t="t" r="r" b="b"/>
              <a:pathLst>
                <a:path w="1597" h="12210" extrusionOk="0">
                  <a:moveTo>
                    <a:pt x="0" y="1"/>
                  </a:moveTo>
                  <a:lnTo>
                    <a:pt x="1438" y="12209"/>
                  </a:lnTo>
                  <a:lnTo>
                    <a:pt x="1596" y="12209"/>
                  </a:lnTo>
                  <a:lnTo>
                    <a:pt x="159" y="1"/>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8" name="Google Shape;318;p14"/>
            <p:cNvSpPr/>
            <p:nvPr/>
          </p:nvSpPr>
          <p:spPr>
            <a:xfrm>
              <a:off x="6925226" y="3637483"/>
              <a:ext cx="357060" cy="954958"/>
            </a:xfrm>
            <a:custGeom>
              <a:avLst/>
              <a:gdLst/>
              <a:ahLst/>
              <a:cxnLst/>
              <a:rect l="l" t="t" r="r" b="b"/>
              <a:pathLst>
                <a:path w="4593" h="12284" extrusionOk="0">
                  <a:moveTo>
                    <a:pt x="159" y="0"/>
                  </a:moveTo>
                  <a:lnTo>
                    <a:pt x="1" y="75"/>
                  </a:lnTo>
                  <a:lnTo>
                    <a:pt x="4434" y="12284"/>
                  </a:lnTo>
                  <a:lnTo>
                    <a:pt x="4593" y="12209"/>
                  </a:lnTo>
                  <a:lnTo>
                    <a:pt x="159"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9" name="Google Shape;319;p14"/>
            <p:cNvSpPr/>
            <p:nvPr/>
          </p:nvSpPr>
          <p:spPr>
            <a:xfrm>
              <a:off x="8506364" y="3637483"/>
              <a:ext cx="583439" cy="954958"/>
            </a:xfrm>
            <a:custGeom>
              <a:avLst/>
              <a:gdLst/>
              <a:ahLst/>
              <a:cxnLst/>
              <a:rect l="l" t="t" r="r" b="b"/>
              <a:pathLst>
                <a:path w="7505" h="12284" extrusionOk="0">
                  <a:moveTo>
                    <a:pt x="159" y="0"/>
                  </a:moveTo>
                  <a:lnTo>
                    <a:pt x="0" y="75"/>
                  </a:lnTo>
                  <a:lnTo>
                    <a:pt x="7355" y="12284"/>
                  </a:lnTo>
                  <a:lnTo>
                    <a:pt x="7505" y="12209"/>
                  </a:lnTo>
                  <a:lnTo>
                    <a:pt x="159"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20" name="Google Shape;320;p14"/>
          <p:cNvGrpSpPr/>
          <p:nvPr/>
        </p:nvGrpSpPr>
        <p:grpSpPr>
          <a:xfrm>
            <a:off x="50" y="3070796"/>
            <a:ext cx="2276574" cy="1468907"/>
            <a:chOff x="50" y="3136773"/>
            <a:chExt cx="2174170" cy="1402833"/>
          </a:xfrm>
        </p:grpSpPr>
        <p:grpSp>
          <p:nvGrpSpPr>
            <p:cNvPr id="321" name="Google Shape;321;p14"/>
            <p:cNvGrpSpPr/>
            <p:nvPr/>
          </p:nvGrpSpPr>
          <p:grpSpPr>
            <a:xfrm>
              <a:off x="50" y="3136773"/>
              <a:ext cx="2174170" cy="1402833"/>
              <a:chOff x="41" y="2411634"/>
              <a:chExt cx="4234022" cy="2731906"/>
            </a:xfrm>
          </p:grpSpPr>
          <p:sp>
            <p:nvSpPr>
              <p:cNvPr id="322" name="Google Shape;322;p14"/>
              <p:cNvSpPr/>
              <p:nvPr/>
            </p:nvSpPr>
            <p:spPr>
              <a:xfrm flipH="1">
                <a:off x="41" y="2411634"/>
                <a:ext cx="4234022" cy="2731906"/>
              </a:xfrm>
              <a:custGeom>
                <a:avLst/>
                <a:gdLst/>
                <a:ahLst/>
                <a:cxnLst/>
                <a:rect l="l" t="t" r="r" b="b"/>
                <a:pathLst>
                  <a:path w="33454" h="21585" extrusionOk="0">
                    <a:moveTo>
                      <a:pt x="31249" y="0"/>
                    </a:moveTo>
                    <a:cubicBezTo>
                      <a:pt x="29319" y="0"/>
                      <a:pt x="27370" y="606"/>
                      <a:pt x="25828" y="1750"/>
                    </a:cubicBezTo>
                    <a:cubicBezTo>
                      <a:pt x="24232" y="2964"/>
                      <a:pt x="22990" y="4747"/>
                      <a:pt x="21124" y="5447"/>
                    </a:cubicBezTo>
                    <a:cubicBezTo>
                      <a:pt x="20245" y="5790"/>
                      <a:pt x="19314" y="5882"/>
                      <a:pt x="18355" y="5882"/>
                    </a:cubicBezTo>
                    <a:cubicBezTo>
                      <a:pt x="17908" y="5882"/>
                      <a:pt x="17455" y="5862"/>
                      <a:pt x="16998" y="5839"/>
                    </a:cubicBezTo>
                    <a:cubicBezTo>
                      <a:pt x="16503" y="5823"/>
                      <a:pt x="16008" y="5800"/>
                      <a:pt x="15516" y="5800"/>
                    </a:cubicBezTo>
                    <a:cubicBezTo>
                      <a:pt x="14810" y="5800"/>
                      <a:pt x="14110" y="5848"/>
                      <a:pt x="13423" y="6035"/>
                    </a:cubicBezTo>
                    <a:cubicBezTo>
                      <a:pt x="11482" y="6539"/>
                      <a:pt x="9886" y="8135"/>
                      <a:pt x="9335" y="10076"/>
                    </a:cubicBezTo>
                    <a:cubicBezTo>
                      <a:pt x="9185" y="10702"/>
                      <a:pt x="9101" y="11364"/>
                      <a:pt x="8756" y="11906"/>
                    </a:cubicBezTo>
                    <a:cubicBezTo>
                      <a:pt x="8252" y="12839"/>
                      <a:pt x="7197" y="13268"/>
                      <a:pt x="6227" y="13698"/>
                    </a:cubicBezTo>
                    <a:cubicBezTo>
                      <a:pt x="4164" y="14631"/>
                      <a:pt x="2101" y="15873"/>
                      <a:pt x="934" y="17814"/>
                    </a:cubicBezTo>
                    <a:cubicBezTo>
                      <a:pt x="356" y="18785"/>
                      <a:pt x="1" y="20540"/>
                      <a:pt x="430" y="21585"/>
                    </a:cubicBezTo>
                    <a:lnTo>
                      <a:pt x="33454" y="21585"/>
                    </a:lnTo>
                    <a:lnTo>
                      <a:pt x="33454" y="276"/>
                    </a:lnTo>
                    <a:cubicBezTo>
                      <a:pt x="32738" y="91"/>
                      <a:pt x="31995" y="0"/>
                      <a:pt x="312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23" name="Google Shape;323;p14"/>
              <p:cNvGrpSpPr/>
              <p:nvPr/>
            </p:nvGrpSpPr>
            <p:grpSpPr>
              <a:xfrm>
                <a:off x="231728" y="2704031"/>
                <a:ext cx="3471198" cy="2190466"/>
                <a:chOff x="231728" y="2704031"/>
                <a:chExt cx="3471198" cy="2190466"/>
              </a:xfrm>
            </p:grpSpPr>
            <p:sp>
              <p:nvSpPr>
                <p:cNvPr id="324" name="Google Shape;324;p14"/>
                <p:cNvSpPr/>
                <p:nvPr/>
              </p:nvSpPr>
              <p:spPr>
                <a:xfrm flipH="1">
                  <a:off x="291878" y="27040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5" name="Google Shape;325;p14"/>
                <p:cNvSpPr/>
                <p:nvPr/>
              </p:nvSpPr>
              <p:spPr>
                <a:xfrm flipH="1">
                  <a:off x="231728" y="382805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6" name="Google Shape;326;p14"/>
                <p:cNvSpPr/>
                <p:nvPr/>
              </p:nvSpPr>
              <p:spPr>
                <a:xfrm>
                  <a:off x="618203" y="29572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7" name="Google Shape;327;p14"/>
                <p:cNvSpPr/>
                <p:nvPr/>
              </p:nvSpPr>
              <p:spPr>
                <a:xfrm flipH="1">
                  <a:off x="807803" y="3478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8" name="Google Shape;328;p14"/>
                <p:cNvSpPr/>
                <p:nvPr/>
              </p:nvSpPr>
              <p:spPr>
                <a:xfrm>
                  <a:off x="502953" y="4154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29" name="Google Shape;329;p14"/>
                <p:cNvSpPr/>
                <p:nvPr/>
              </p:nvSpPr>
              <p:spPr>
                <a:xfrm flipH="1">
                  <a:off x="1052128" y="47980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0" name="Google Shape;330;p14"/>
                <p:cNvSpPr/>
                <p:nvPr/>
              </p:nvSpPr>
              <p:spPr>
                <a:xfrm flipH="1">
                  <a:off x="1272928" y="32874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1" name="Google Shape;331;p14"/>
                <p:cNvSpPr/>
                <p:nvPr/>
              </p:nvSpPr>
              <p:spPr>
                <a:xfrm>
                  <a:off x="1388378" y="37843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 name="Google Shape;332;p14"/>
                <p:cNvSpPr/>
                <p:nvPr/>
              </p:nvSpPr>
              <p:spPr>
                <a:xfrm>
                  <a:off x="1835878" y="4154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3" name="Google Shape;333;p14"/>
                <p:cNvSpPr/>
                <p:nvPr/>
              </p:nvSpPr>
              <p:spPr>
                <a:xfrm>
                  <a:off x="2762528" y="37843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 name="Google Shape;334;p14"/>
                <p:cNvSpPr/>
                <p:nvPr/>
              </p:nvSpPr>
              <p:spPr>
                <a:xfrm>
                  <a:off x="1941978" y="33841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 name="Google Shape;335;p14"/>
                <p:cNvSpPr/>
                <p:nvPr/>
              </p:nvSpPr>
              <p:spPr>
                <a:xfrm flipH="1">
                  <a:off x="2533578" y="3464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 name="Google Shape;336;p14"/>
                <p:cNvSpPr/>
                <p:nvPr/>
              </p:nvSpPr>
              <p:spPr>
                <a:xfrm>
                  <a:off x="2477128" y="43399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 name="Google Shape;337;p14"/>
                <p:cNvSpPr/>
                <p:nvPr/>
              </p:nvSpPr>
              <p:spPr>
                <a:xfrm flipH="1">
                  <a:off x="3186628" y="42962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 name="Google Shape;338;p14"/>
                <p:cNvSpPr/>
                <p:nvPr/>
              </p:nvSpPr>
              <p:spPr>
                <a:xfrm>
                  <a:off x="2877978" y="483795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 name="Google Shape;339;p14"/>
                <p:cNvSpPr/>
                <p:nvPr/>
              </p:nvSpPr>
              <p:spPr>
                <a:xfrm flipH="1">
                  <a:off x="3587478" y="479420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 name="Google Shape;340;p14"/>
                <p:cNvSpPr/>
                <p:nvPr/>
              </p:nvSpPr>
              <p:spPr>
                <a:xfrm>
                  <a:off x="2168478" y="481970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41" name="Google Shape;341;p14"/>
            <p:cNvGrpSpPr/>
            <p:nvPr/>
          </p:nvGrpSpPr>
          <p:grpSpPr>
            <a:xfrm>
              <a:off x="119034" y="3286919"/>
              <a:ext cx="1782460" cy="1124804"/>
              <a:chOff x="231728" y="2704031"/>
              <a:chExt cx="3471198" cy="2190466"/>
            </a:xfrm>
          </p:grpSpPr>
          <p:sp>
            <p:nvSpPr>
              <p:cNvPr id="342" name="Google Shape;342;p14"/>
              <p:cNvSpPr/>
              <p:nvPr/>
            </p:nvSpPr>
            <p:spPr>
              <a:xfrm flipH="1">
                <a:off x="291878" y="27040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 name="Google Shape;343;p14"/>
              <p:cNvSpPr/>
              <p:nvPr/>
            </p:nvSpPr>
            <p:spPr>
              <a:xfrm flipH="1">
                <a:off x="231728" y="382805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 name="Google Shape;344;p14"/>
              <p:cNvSpPr/>
              <p:nvPr/>
            </p:nvSpPr>
            <p:spPr>
              <a:xfrm>
                <a:off x="618203" y="29572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 name="Google Shape;345;p14"/>
              <p:cNvSpPr/>
              <p:nvPr/>
            </p:nvSpPr>
            <p:spPr>
              <a:xfrm flipH="1">
                <a:off x="807803" y="3478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 name="Google Shape;346;p14"/>
              <p:cNvSpPr/>
              <p:nvPr/>
            </p:nvSpPr>
            <p:spPr>
              <a:xfrm>
                <a:off x="502953" y="4154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 name="Google Shape;347;p14"/>
              <p:cNvSpPr/>
              <p:nvPr/>
            </p:nvSpPr>
            <p:spPr>
              <a:xfrm flipH="1">
                <a:off x="1052128" y="47980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 name="Google Shape;348;p14"/>
              <p:cNvSpPr/>
              <p:nvPr/>
            </p:nvSpPr>
            <p:spPr>
              <a:xfrm flipH="1">
                <a:off x="1272928" y="32874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 name="Google Shape;349;p14"/>
              <p:cNvSpPr/>
              <p:nvPr/>
            </p:nvSpPr>
            <p:spPr>
              <a:xfrm>
                <a:off x="1388378" y="37843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 name="Google Shape;350;p14"/>
              <p:cNvSpPr/>
              <p:nvPr/>
            </p:nvSpPr>
            <p:spPr>
              <a:xfrm>
                <a:off x="1835878" y="4154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 name="Google Shape;351;p14"/>
              <p:cNvSpPr/>
              <p:nvPr/>
            </p:nvSpPr>
            <p:spPr>
              <a:xfrm>
                <a:off x="2762528" y="37843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 name="Google Shape;352;p14"/>
              <p:cNvSpPr/>
              <p:nvPr/>
            </p:nvSpPr>
            <p:spPr>
              <a:xfrm>
                <a:off x="1941978" y="33841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 name="Google Shape;353;p14"/>
              <p:cNvSpPr/>
              <p:nvPr/>
            </p:nvSpPr>
            <p:spPr>
              <a:xfrm flipH="1">
                <a:off x="2533578" y="3464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 name="Google Shape;354;p14"/>
              <p:cNvSpPr/>
              <p:nvPr/>
            </p:nvSpPr>
            <p:spPr>
              <a:xfrm>
                <a:off x="2477128" y="43399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 name="Google Shape;355;p14"/>
              <p:cNvSpPr/>
              <p:nvPr/>
            </p:nvSpPr>
            <p:spPr>
              <a:xfrm flipH="1">
                <a:off x="3186628" y="42962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 name="Google Shape;356;p14"/>
              <p:cNvSpPr/>
              <p:nvPr/>
            </p:nvSpPr>
            <p:spPr>
              <a:xfrm>
                <a:off x="2877978" y="483795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 name="Google Shape;357;p14"/>
              <p:cNvSpPr/>
              <p:nvPr/>
            </p:nvSpPr>
            <p:spPr>
              <a:xfrm flipH="1">
                <a:off x="3587478" y="479420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 name="Google Shape;358;p14"/>
              <p:cNvSpPr/>
              <p:nvPr/>
            </p:nvSpPr>
            <p:spPr>
              <a:xfrm>
                <a:off x="2168478" y="481970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59" name="Google Shape;359;p14"/>
          <p:cNvGrpSpPr/>
          <p:nvPr/>
        </p:nvGrpSpPr>
        <p:grpSpPr>
          <a:xfrm>
            <a:off x="7039018" y="3243036"/>
            <a:ext cx="2105249" cy="1296779"/>
            <a:chOff x="7039018" y="3243036"/>
            <a:chExt cx="2105249" cy="1296779"/>
          </a:xfrm>
        </p:grpSpPr>
        <p:grpSp>
          <p:nvGrpSpPr>
            <p:cNvPr id="360" name="Google Shape;360;p14"/>
            <p:cNvGrpSpPr/>
            <p:nvPr/>
          </p:nvGrpSpPr>
          <p:grpSpPr>
            <a:xfrm flipH="1">
              <a:off x="7039018" y="3243036"/>
              <a:ext cx="2105249" cy="1296779"/>
              <a:chOff x="41" y="2411634"/>
              <a:chExt cx="4234022" cy="2731906"/>
            </a:xfrm>
          </p:grpSpPr>
          <p:sp>
            <p:nvSpPr>
              <p:cNvPr id="361" name="Google Shape;361;p14"/>
              <p:cNvSpPr/>
              <p:nvPr/>
            </p:nvSpPr>
            <p:spPr>
              <a:xfrm flipH="1">
                <a:off x="41" y="2411634"/>
                <a:ext cx="4234022" cy="2731906"/>
              </a:xfrm>
              <a:custGeom>
                <a:avLst/>
                <a:gdLst/>
                <a:ahLst/>
                <a:cxnLst/>
                <a:rect l="l" t="t" r="r" b="b"/>
                <a:pathLst>
                  <a:path w="33454" h="21585" extrusionOk="0">
                    <a:moveTo>
                      <a:pt x="31249" y="0"/>
                    </a:moveTo>
                    <a:cubicBezTo>
                      <a:pt x="29319" y="0"/>
                      <a:pt x="27370" y="606"/>
                      <a:pt x="25828" y="1750"/>
                    </a:cubicBezTo>
                    <a:cubicBezTo>
                      <a:pt x="24232" y="2964"/>
                      <a:pt x="22990" y="4747"/>
                      <a:pt x="21124" y="5447"/>
                    </a:cubicBezTo>
                    <a:cubicBezTo>
                      <a:pt x="20245" y="5790"/>
                      <a:pt x="19314" y="5882"/>
                      <a:pt x="18355" y="5882"/>
                    </a:cubicBezTo>
                    <a:cubicBezTo>
                      <a:pt x="17908" y="5882"/>
                      <a:pt x="17455" y="5862"/>
                      <a:pt x="16998" y="5839"/>
                    </a:cubicBezTo>
                    <a:cubicBezTo>
                      <a:pt x="16503" y="5823"/>
                      <a:pt x="16008" y="5800"/>
                      <a:pt x="15516" y="5800"/>
                    </a:cubicBezTo>
                    <a:cubicBezTo>
                      <a:pt x="14810" y="5800"/>
                      <a:pt x="14110" y="5848"/>
                      <a:pt x="13423" y="6035"/>
                    </a:cubicBezTo>
                    <a:cubicBezTo>
                      <a:pt x="11482" y="6539"/>
                      <a:pt x="9886" y="8135"/>
                      <a:pt x="9335" y="10076"/>
                    </a:cubicBezTo>
                    <a:cubicBezTo>
                      <a:pt x="9185" y="10702"/>
                      <a:pt x="9101" y="11364"/>
                      <a:pt x="8756" y="11906"/>
                    </a:cubicBezTo>
                    <a:cubicBezTo>
                      <a:pt x="8252" y="12839"/>
                      <a:pt x="7197" y="13268"/>
                      <a:pt x="6227" y="13698"/>
                    </a:cubicBezTo>
                    <a:cubicBezTo>
                      <a:pt x="4164" y="14631"/>
                      <a:pt x="2101" y="15873"/>
                      <a:pt x="934" y="17814"/>
                    </a:cubicBezTo>
                    <a:cubicBezTo>
                      <a:pt x="356" y="18785"/>
                      <a:pt x="1" y="20540"/>
                      <a:pt x="430" y="21585"/>
                    </a:cubicBezTo>
                    <a:lnTo>
                      <a:pt x="33454" y="21585"/>
                    </a:lnTo>
                    <a:lnTo>
                      <a:pt x="33454" y="276"/>
                    </a:lnTo>
                    <a:cubicBezTo>
                      <a:pt x="32738" y="91"/>
                      <a:pt x="31995" y="0"/>
                      <a:pt x="312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2" name="Google Shape;362;p14"/>
              <p:cNvGrpSpPr/>
              <p:nvPr/>
            </p:nvGrpSpPr>
            <p:grpSpPr>
              <a:xfrm>
                <a:off x="231728" y="2704031"/>
                <a:ext cx="3471198" cy="2190466"/>
                <a:chOff x="231728" y="2704031"/>
                <a:chExt cx="3471198" cy="2190466"/>
              </a:xfrm>
            </p:grpSpPr>
            <p:sp>
              <p:nvSpPr>
                <p:cNvPr id="363" name="Google Shape;363;p14"/>
                <p:cNvSpPr/>
                <p:nvPr/>
              </p:nvSpPr>
              <p:spPr>
                <a:xfrm flipH="1">
                  <a:off x="291878" y="27040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 name="Google Shape;364;p14"/>
                <p:cNvSpPr/>
                <p:nvPr/>
              </p:nvSpPr>
              <p:spPr>
                <a:xfrm flipH="1">
                  <a:off x="231728" y="382805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 name="Google Shape;365;p14"/>
                <p:cNvSpPr/>
                <p:nvPr/>
              </p:nvSpPr>
              <p:spPr>
                <a:xfrm>
                  <a:off x="618203" y="29572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 name="Google Shape;366;p14"/>
                <p:cNvSpPr/>
                <p:nvPr/>
              </p:nvSpPr>
              <p:spPr>
                <a:xfrm flipH="1">
                  <a:off x="807803" y="3478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 name="Google Shape;367;p14"/>
                <p:cNvSpPr/>
                <p:nvPr/>
              </p:nvSpPr>
              <p:spPr>
                <a:xfrm>
                  <a:off x="502953" y="4154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 name="Google Shape;368;p14"/>
                <p:cNvSpPr/>
                <p:nvPr/>
              </p:nvSpPr>
              <p:spPr>
                <a:xfrm flipH="1">
                  <a:off x="1052128" y="47980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 name="Google Shape;369;p14"/>
                <p:cNvSpPr/>
                <p:nvPr/>
              </p:nvSpPr>
              <p:spPr>
                <a:xfrm flipH="1">
                  <a:off x="1272928" y="32874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 name="Google Shape;370;p14"/>
                <p:cNvSpPr/>
                <p:nvPr/>
              </p:nvSpPr>
              <p:spPr>
                <a:xfrm>
                  <a:off x="1388378" y="37843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 name="Google Shape;371;p14"/>
                <p:cNvSpPr/>
                <p:nvPr/>
              </p:nvSpPr>
              <p:spPr>
                <a:xfrm>
                  <a:off x="1835878" y="4154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 name="Google Shape;372;p14"/>
                <p:cNvSpPr/>
                <p:nvPr/>
              </p:nvSpPr>
              <p:spPr>
                <a:xfrm>
                  <a:off x="2762528" y="37843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 name="Google Shape;373;p14"/>
                <p:cNvSpPr/>
                <p:nvPr/>
              </p:nvSpPr>
              <p:spPr>
                <a:xfrm>
                  <a:off x="1941978" y="33841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 name="Google Shape;374;p14"/>
                <p:cNvSpPr/>
                <p:nvPr/>
              </p:nvSpPr>
              <p:spPr>
                <a:xfrm flipH="1">
                  <a:off x="2533578" y="3464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 name="Google Shape;375;p14"/>
                <p:cNvSpPr/>
                <p:nvPr/>
              </p:nvSpPr>
              <p:spPr>
                <a:xfrm>
                  <a:off x="2477128" y="43399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 name="Google Shape;376;p14"/>
                <p:cNvSpPr/>
                <p:nvPr/>
              </p:nvSpPr>
              <p:spPr>
                <a:xfrm flipH="1">
                  <a:off x="3186628" y="42962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 name="Google Shape;377;p14"/>
                <p:cNvSpPr/>
                <p:nvPr/>
              </p:nvSpPr>
              <p:spPr>
                <a:xfrm>
                  <a:off x="2877978" y="483795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 name="Google Shape;378;p14"/>
                <p:cNvSpPr/>
                <p:nvPr/>
              </p:nvSpPr>
              <p:spPr>
                <a:xfrm flipH="1">
                  <a:off x="3587478" y="479420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 name="Google Shape;379;p14"/>
                <p:cNvSpPr/>
                <p:nvPr/>
              </p:nvSpPr>
              <p:spPr>
                <a:xfrm>
                  <a:off x="2168478" y="481970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80" name="Google Shape;380;p14"/>
            <p:cNvGrpSpPr/>
            <p:nvPr/>
          </p:nvGrpSpPr>
          <p:grpSpPr>
            <a:xfrm flipH="1">
              <a:off x="7303098" y="3381831"/>
              <a:ext cx="1725956" cy="1039769"/>
              <a:chOff x="231728" y="2704031"/>
              <a:chExt cx="3471198" cy="2190466"/>
            </a:xfrm>
          </p:grpSpPr>
          <p:sp>
            <p:nvSpPr>
              <p:cNvPr id="381" name="Google Shape;381;p14"/>
              <p:cNvSpPr/>
              <p:nvPr/>
            </p:nvSpPr>
            <p:spPr>
              <a:xfrm flipH="1">
                <a:off x="291878" y="27040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 name="Google Shape;382;p14"/>
              <p:cNvSpPr/>
              <p:nvPr/>
            </p:nvSpPr>
            <p:spPr>
              <a:xfrm flipH="1">
                <a:off x="231728" y="382805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 name="Google Shape;383;p14"/>
              <p:cNvSpPr/>
              <p:nvPr/>
            </p:nvSpPr>
            <p:spPr>
              <a:xfrm>
                <a:off x="618203" y="29572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 name="Google Shape;384;p14"/>
              <p:cNvSpPr/>
              <p:nvPr/>
            </p:nvSpPr>
            <p:spPr>
              <a:xfrm flipH="1">
                <a:off x="807803" y="3478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 name="Google Shape;385;p14"/>
              <p:cNvSpPr/>
              <p:nvPr/>
            </p:nvSpPr>
            <p:spPr>
              <a:xfrm>
                <a:off x="502953" y="4154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 name="Google Shape;386;p14"/>
              <p:cNvSpPr/>
              <p:nvPr/>
            </p:nvSpPr>
            <p:spPr>
              <a:xfrm flipH="1">
                <a:off x="1052128" y="47980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 name="Google Shape;387;p14"/>
              <p:cNvSpPr/>
              <p:nvPr/>
            </p:nvSpPr>
            <p:spPr>
              <a:xfrm flipH="1">
                <a:off x="1272928" y="32874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 name="Google Shape;388;p14"/>
              <p:cNvSpPr/>
              <p:nvPr/>
            </p:nvSpPr>
            <p:spPr>
              <a:xfrm>
                <a:off x="1388378" y="37843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 name="Google Shape;389;p14"/>
              <p:cNvSpPr/>
              <p:nvPr/>
            </p:nvSpPr>
            <p:spPr>
              <a:xfrm>
                <a:off x="1835878" y="4154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 name="Google Shape;390;p14"/>
              <p:cNvSpPr/>
              <p:nvPr/>
            </p:nvSpPr>
            <p:spPr>
              <a:xfrm>
                <a:off x="2762528" y="37843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 name="Google Shape;391;p14"/>
              <p:cNvSpPr/>
              <p:nvPr/>
            </p:nvSpPr>
            <p:spPr>
              <a:xfrm>
                <a:off x="1941978" y="33841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 name="Google Shape;392;p14"/>
              <p:cNvSpPr/>
              <p:nvPr/>
            </p:nvSpPr>
            <p:spPr>
              <a:xfrm flipH="1">
                <a:off x="2533578" y="3464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 name="Google Shape;393;p14"/>
              <p:cNvSpPr/>
              <p:nvPr/>
            </p:nvSpPr>
            <p:spPr>
              <a:xfrm>
                <a:off x="2477128" y="43399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 name="Google Shape;394;p14"/>
              <p:cNvSpPr/>
              <p:nvPr/>
            </p:nvSpPr>
            <p:spPr>
              <a:xfrm flipH="1">
                <a:off x="3186628" y="42962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 name="Google Shape;395;p14"/>
              <p:cNvSpPr/>
              <p:nvPr/>
            </p:nvSpPr>
            <p:spPr>
              <a:xfrm>
                <a:off x="2877978" y="483795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 name="Google Shape;396;p14"/>
              <p:cNvSpPr/>
              <p:nvPr/>
            </p:nvSpPr>
            <p:spPr>
              <a:xfrm flipH="1">
                <a:off x="3587478" y="479420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 name="Google Shape;397;p14"/>
              <p:cNvSpPr/>
              <p:nvPr/>
            </p:nvSpPr>
            <p:spPr>
              <a:xfrm>
                <a:off x="2168478" y="481970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only 1">
  <p:cSld name="BLANK_1_1_1_1_1_1_1">
    <p:bg>
      <p:bgPr>
        <a:solidFill>
          <a:schemeClr val="accent6"/>
        </a:solidFill>
        <a:effectLst/>
      </p:bgPr>
    </p:bg>
    <p:spTree>
      <p:nvGrpSpPr>
        <p:cNvPr id="1" name="Shape 410"/>
        <p:cNvGrpSpPr/>
        <p:nvPr/>
      </p:nvGrpSpPr>
      <p:grpSpPr>
        <a:xfrm>
          <a:off x="0" y="0"/>
          <a:ext cx="0" cy="0"/>
          <a:chOff x="0" y="0"/>
          <a:chExt cx="0" cy="0"/>
        </a:xfrm>
      </p:grpSpPr>
      <p:sp>
        <p:nvSpPr>
          <p:cNvPr id="411" name="Google Shape;411;p16"/>
          <p:cNvSpPr txBox="1">
            <a:spLocks noGrp="1"/>
          </p:cNvSpPr>
          <p:nvPr>
            <p:ph type="title"/>
          </p:nvPr>
        </p:nvSpPr>
        <p:spPr>
          <a:xfrm>
            <a:off x="720125" y="539100"/>
            <a:ext cx="3852000" cy="1046700"/>
          </a:xfrm>
          <a:prstGeom prst="rect">
            <a:avLst/>
          </a:prstGeom>
        </p:spPr>
        <p:txBody>
          <a:bodyPr spcFirstLastPara="1" wrap="square" lIns="14400" tIns="14400" rIns="14400" bIns="14400" anchor="ctr"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412" name="Google Shape;412;p16"/>
          <p:cNvGrpSpPr/>
          <p:nvPr/>
        </p:nvGrpSpPr>
        <p:grpSpPr>
          <a:xfrm>
            <a:off x="552386" y="351876"/>
            <a:ext cx="8037223" cy="4490505"/>
            <a:chOff x="552386" y="351876"/>
            <a:chExt cx="8037223" cy="4490505"/>
          </a:xfrm>
        </p:grpSpPr>
        <p:grpSp>
          <p:nvGrpSpPr>
            <p:cNvPr id="413" name="Google Shape;413;p16"/>
            <p:cNvGrpSpPr/>
            <p:nvPr/>
          </p:nvGrpSpPr>
          <p:grpSpPr>
            <a:xfrm flipH="1">
              <a:off x="552386" y="4357735"/>
              <a:ext cx="685850" cy="371629"/>
              <a:chOff x="2301112" y="2967762"/>
              <a:chExt cx="655814" cy="355354"/>
            </a:xfrm>
          </p:grpSpPr>
          <p:sp>
            <p:nvSpPr>
              <p:cNvPr id="414" name="Google Shape;414;p16"/>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 name="Google Shape;415;p16"/>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6" name="Google Shape;416;p16"/>
            <p:cNvGrpSpPr/>
            <p:nvPr/>
          </p:nvGrpSpPr>
          <p:grpSpPr>
            <a:xfrm flipH="1">
              <a:off x="4284907" y="1917101"/>
              <a:ext cx="475924" cy="257880"/>
              <a:chOff x="2301112" y="2967762"/>
              <a:chExt cx="655814" cy="355354"/>
            </a:xfrm>
          </p:grpSpPr>
          <p:sp>
            <p:nvSpPr>
              <p:cNvPr id="417" name="Google Shape;417;p16"/>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 name="Google Shape;418;p16"/>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19" name="Google Shape;419;p16"/>
            <p:cNvGrpSpPr/>
            <p:nvPr/>
          </p:nvGrpSpPr>
          <p:grpSpPr>
            <a:xfrm flipH="1">
              <a:off x="4940082" y="4584501"/>
              <a:ext cx="475924" cy="257880"/>
              <a:chOff x="2301112" y="2967762"/>
              <a:chExt cx="655814" cy="355354"/>
            </a:xfrm>
          </p:grpSpPr>
          <p:sp>
            <p:nvSpPr>
              <p:cNvPr id="420" name="Google Shape;420;p16"/>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 name="Google Shape;421;p16"/>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2" name="Google Shape;422;p16"/>
            <p:cNvGrpSpPr/>
            <p:nvPr/>
          </p:nvGrpSpPr>
          <p:grpSpPr>
            <a:xfrm flipH="1">
              <a:off x="8021609" y="351876"/>
              <a:ext cx="568000" cy="307737"/>
              <a:chOff x="2301112" y="2967762"/>
              <a:chExt cx="655814" cy="355354"/>
            </a:xfrm>
          </p:grpSpPr>
          <p:sp>
            <p:nvSpPr>
              <p:cNvPr id="423" name="Google Shape;423;p16"/>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 name="Google Shape;424;p16"/>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4">
  <p:cSld name="BLANK_1_1_1_1_1_1_1_1_1_1">
    <p:bg>
      <p:bgPr>
        <a:solidFill>
          <a:schemeClr val="accent5"/>
        </a:solidFill>
        <a:effectLst/>
      </p:bgPr>
    </p:bg>
    <p:spTree>
      <p:nvGrpSpPr>
        <p:cNvPr id="1" name="Shape 560"/>
        <p:cNvGrpSpPr/>
        <p:nvPr/>
      </p:nvGrpSpPr>
      <p:grpSpPr>
        <a:xfrm>
          <a:off x="0" y="0"/>
          <a:ext cx="0" cy="0"/>
          <a:chOff x="0" y="0"/>
          <a:chExt cx="0" cy="0"/>
        </a:xfrm>
      </p:grpSpPr>
      <p:sp>
        <p:nvSpPr>
          <p:cNvPr id="561" name="Google Shape;561;p20"/>
          <p:cNvSpPr txBox="1">
            <a:spLocks noGrp="1"/>
          </p:cNvSpPr>
          <p:nvPr>
            <p:ph type="title"/>
          </p:nvPr>
        </p:nvSpPr>
        <p:spPr>
          <a:xfrm>
            <a:off x="1848025" y="539100"/>
            <a:ext cx="5448000" cy="4731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grpSp>
        <p:nvGrpSpPr>
          <p:cNvPr id="562" name="Google Shape;562;p20"/>
          <p:cNvGrpSpPr/>
          <p:nvPr/>
        </p:nvGrpSpPr>
        <p:grpSpPr>
          <a:xfrm>
            <a:off x="-148202" y="444698"/>
            <a:ext cx="9581922" cy="2714951"/>
            <a:chOff x="-148202" y="444698"/>
            <a:chExt cx="9581922" cy="2714951"/>
          </a:xfrm>
        </p:grpSpPr>
        <p:sp>
          <p:nvSpPr>
            <p:cNvPr id="563" name="Google Shape;563;p20"/>
            <p:cNvSpPr/>
            <p:nvPr/>
          </p:nvSpPr>
          <p:spPr>
            <a:xfrm>
              <a:off x="8430910" y="2826947"/>
              <a:ext cx="1002811" cy="332702"/>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4" name="Google Shape;564;p20"/>
            <p:cNvSpPr/>
            <p:nvPr/>
          </p:nvSpPr>
          <p:spPr>
            <a:xfrm>
              <a:off x="643629" y="444698"/>
              <a:ext cx="1201382" cy="319275"/>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5" name="Google Shape;565;p20"/>
            <p:cNvSpPr/>
            <p:nvPr/>
          </p:nvSpPr>
          <p:spPr>
            <a:xfrm>
              <a:off x="-148202" y="2279175"/>
              <a:ext cx="1002829" cy="332673"/>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6" name="Google Shape;566;p20"/>
            <p:cNvSpPr/>
            <p:nvPr/>
          </p:nvSpPr>
          <p:spPr>
            <a:xfrm flipH="1">
              <a:off x="7356399" y="629773"/>
              <a:ext cx="1439424" cy="382551"/>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67" name="Google Shape;567;p20"/>
            <p:cNvSpPr/>
            <p:nvPr/>
          </p:nvSpPr>
          <p:spPr>
            <a:xfrm>
              <a:off x="3279000" y="2555762"/>
              <a:ext cx="651283" cy="216052"/>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Quote">
  <p:cSld name="BLANK_1_1">
    <p:spTree>
      <p:nvGrpSpPr>
        <p:cNvPr id="1" name="Shape 592"/>
        <p:cNvGrpSpPr/>
        <p:nvPr/>
      </p:nvGrpSpPr>
      <p:grpSpPr>
        <a:xfrm>
          <a:off x="0" y="0"/>
          <a:ext cx="0" cy="0"/>
          <a:chOff x="0" y="0"/>
          <a:chExt cx="0" cy="0"/>
        </a:xfrm>
      </p:grpSpPr>
      <p:sp>
        <p:nvSpPr>
          <p:cNvPr id="593" name="Google Shape;593;p22"/>
          <p:cNvSpPr txBox="1">
            <a:spLocks noGrp="1"/>
          </p:cNvSpPr>
          <p:nvPr>
            <p:ph type="title"/>
          </p:nvPr>
        </p:nvSpPr>
        <p:spPr>
          <a:xfrm>
            <a:off x="3142500" y="2716575"/>
            <a:ext cx="2859000" cy="4311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3000"/>
              <a:buNone/>
              <a:defRPr sz="2000"/>
            </a:lvl1pPr>
            <a:lvl2pPr lvl="1" algn="ctr" rtl="0">
              <a:spcBef>
                <a:spcPts val="0"/>
              </a:spcBef>
              <a:spcAft>
                <a:spcPts val="0"/>
              </a:spcAft>
              <a:buSzPts val="3000"/>
              <a:buNone/>
              <a:defRPr sz="3000"/>
            </a:lvl2pPr>
            <a:lvl3pPr lvl="2" algn="ctr" rtl="0">
              <a:spcBef>
                <a:spcPts val="0"/>
              </a:spcBef>
              <a:spcAft>
                <a:spcPts val="0"/>
              </a:spcAft>
              <a:buSzPts val="3000"/>
              <a:buNone/>
              <a:defRPr sz="3000"/>
            </a:lvl3pPr>
            <a:lvl4pPr lvl="3" algn="ctr" rtl="0">
              <a:spcBef>
                <a:spcPts val="0"/>
              </a:spcBef>
              <a:spcAft>
                <a:spcPts val="0"/>
              </a:spcAft>
              <a:buSzPts val="3000"/>
              <a:buNone/>
              <a:defRPr sz="3000"/>
            </a:lvl4pPr>
            <a:lvl5pPr lvl="4" algn="ctr" rtl="0">
              <a:spcBef>
                <a:spcPts val="0"/>
              </a:spcBef>
              <a:spcAft>
                <a:spcPts val="0"/>
              </a:spcAft>
              <a:buSzPts val="3000"/>
              <a:buNone/>
              <a:defRPr sz="3000"/>
            </a:lvl5pPr>
            <a:lvl6pPr lvl="5" algn="ctr" rtl="0">
              <a:spcBef>
                <a:spcPts val="0"/>
              </a:spcBef>
              <a:spcAft>
                <a:spcPts val="0"/>
              </a:spcAft>
              <a:buSzPts val="3000"/>
              <a:buNone/>
              <a:defRPr sz="3000"/>
            </a:lvl6pPr>
            <a:lvl7pPr lvl="6" algn="ctr" rtl="0">
              <a:spcBef>
                <a:spcPts val="0"/>
              </a:spcBef>
              <a:spcAft>
                <a:spcPts val="0"/>
              </a:spcAft>
              <a:buSzPts val="3000"/>
              <a:buNone/>
              <a:defRPr sz="3000"/>
            </a:lvl7pPr>
            <a:lvl8pPr lvl="7" algn="ctr" rtl="0">
              <a:spcBef>
                <a:spcPts val="0"/>
              </a:spcBef>
              <a:spcAft>
                <a:spcPts val="0"/>
              </a:spcAft>
              <a:buSzPts val="3000"/>
              <a:buNone/>
              <a:defRPr sz="3000"/>
            </a:lvl8pPr>
            <a:lvl9pPr lvl="8" algn="ctr" rtl="0">
              <a:spcBef>
                <a:spcPts val="0"/>
              </a:spcBef>
              <a:spcAft>
                <a:spcPts val="0"/>
              </a:spcAft>
              <a:buSzPts val="3000"/>
              <a:buNone/>
              <a:defRPr sz="3000"/>
            </a:lvl9pPr>
          </a:lstStyle>
          <a:p>
            <a:endParaRPr/>
          </a:p>
        </p:txBody>
      </p:sp>
      <p:sp>
        <p:nvSpPr>
          <p:cNvPr id="594" name="Google Shape;594;p22"/>
          <p:cNvSpPr txBox="1">
            <a:spLocks noGrp="1"/>
          </p:cNvSpPr>
          <p:nvPr>
            <p:ph type="subTitle" idx="1"/>
          </p:nvPr>
        </p:nvSpPr>
        <p:spPr>
          <a:xfrm>
            <a:off x="2379450" y="1364725"/>
            <a:ext cx="4385100" cy="1318500"/>
          </a:xfrm>
          <a:prstGeom prst="rect">
            <a:avLst/>
          </a:prstGeom>
        </p:spPr>
        <p:txBody>
          <a:bodyPr spcFirstLastPara="1" wrap="square" lIns="14400" tIns="14400" rIns="14400" bIns="14400" anchor="t" anchorCtr="0">
            <a:noAutofit/>
          </a:bodyPr>
          <a:lstStyle>
            <a:lvl1pPr lvl="0" algn="ctr" rtl="0">
              <a:spcBef>
                <a:spcPts val="0"/>
              </a:spcBef>
              <a:spcAft>
                <a:spcPts val="0"/>
              </a:spcAft>
              <a:buSzPts val="3000"/>
              <a:buNone/>
              <a:defRPr sz="1600"/>
            </a:lvl1pPr>
            <a:lvl2pPr lvl="1" algn="ctr" rtl="0">
              <a:lnSpc>
                <a:spcPct val="100000"/>
              </a:lnSpc>
              <a:spcBef>
                <a:spcPts val="0"/>
              </a:spcBef>
              <a:spcAft>
                <a:spcPts val="0"/>
              </a:spcAft>
              <a:buSzPts val="3000"/>
              <a:buNone/>
              <a:defRPr sz="3000"/>
            </a:lvl2pPr>
            <a:lvl3pPr lvl="2" algn="ctr" rtl="0">
              <a:lnSpc>
                <a:spcPct val="100000"/>
              </a:lnSpc>
              <a:spcBef>
                <a:spcPts val="0"/>
              </a:spcBef>
              <a:spcAft>
                <a:spcPts val="0"/>
              </a:spcAft>
              <a:buSzPts val="3000"/>
              <a:buNone/>
              <a:defRPr sz="3000"/>
            </a:lvl3pPr>
            <a:lvl4pPr lvl="3" algn="ctr" rtl="0">
              <a:lnSpc>
                <a:spcPct val="100000"/>
              </a:lnSpc>
              <a:spcBef>
                <a:spcPts val="0"/>
              </a:spcBef>
              <a:spcAft>
                <a:spcPts val="0"/>
              </a:spcAft>
              <a:buSzPts val="3000"/>
              <a:buNone/>
              <a:defRPr sz="3000"/>
            </a:lvl4pPr>
            <a:lvl5pPr lvl="4" algn="ctr" rtl="0">
              <a:lnSpc>
                <a:spcPct val="100000"/>
              </a:lnSpc>
              <a:spcBef>
                <a:spcPts val="0"/>
              </a:spcBef>
              <a:spcAft>
                <a:spcPts val="0"/>
              </a:spcAft>
              <a:buSzPts val="3000"/>
              <a:buNone/>
              <a:defRPr sz="3000"/>
            </a:lvl5pPr>
            <a:lvl6pPr lvl="5" algn="ctr" rtl="0">
              <a:lnSpc>
                <a:spcPct val="100000"/>
              </a:lnSpc>
              <a:spcBef>
                <a:spcPts val="0"/>
              </a:spcBef>
              <a:spcAft>
                <a:spcPts val="0"/>
              </a:spcAft>
              <a:buSzPts val="3000"/>
              <a:buNone/>
              <a:defRPr sz="3000"/>
            </a:lvl6pPr>
            <a:lvl7pPr lvl="6" algn="ctr" rtl="0">
              <a:lnSpc>
                <a:spcPct val="100000"/>
              </a:lnSpc>
              <a:spcBef>
                <a:spcPts val="0"/>
              </a:spcBef>
              <a:spcAft>
                <a:spcPts val="0"/>
              </a:spcAft>
              <a:buSzPts val="3000"/>
              <a:buNone/>
              <a:defRPr sz="3000"/>
            </a:lvl7pPr>
            <a:lvl8pPr lvl="7" algn="ctr" rtl="0">
              <a:lnSpc>
                <a:spcPct val="100000"/>
              </a:lnSpc>
              <a:spcBef>
                <a:spcPts val="0"/>
              </a:spcBef>
              <a:spcAft>
                <a:spcPts val="0"/>
              </a:spcAft>
              <a:buSzPts val="3000"/>
              <a:buNone/>
              <a:defRPr sz="3000"/>
            </a:lvl8pPr>
            <a:lvl9pPr lvl="8" algn="ctr" rtl="0">
              <a:lnSpc>
                <a:spcPct val="100000"/>
              </a:lnSpc>
              <a:spcBef>
                <a:spcPts val="0"/>
              </a:spcBef>
              <a:spcAft>
                <a:spcPts val="0"/>
              </a:spcAft>
              <a:buSzPts val="3000"/>
              <a:buNone/>
              <a:defRPr sz="3000"/>
            </a:lvl9pPr>
          </a:lstStyle>
          <a:p>
            <a:endParaRPr/>
          </a:p>
        </p:txBody>
      </p:sp>
      <p:grpSp>
        <p:nvGrpSpPr>
          <p:cNvPr id="595" name="Google Shape;595;p22"/>
          <p:cNvGrpSpPr/>
          <p:nvPr/>
        </p:nvGrpSpPr>
        <p:grpSpPr>
          <a:xfrm>
            <a:off x="150" y="4057060"/>
            <a:ext cx="9144111" cy="1094672"/>
            <a:chOff x="150" y="3935350"/>
            <a:chExt cx="9144111" cy="1211725"/>
          </a:xfrm>
        </p:grpSpPr>
        <p:sp>
          <p:nvSpPr>
            <p:cNvPr id="596" name="Google Shape;596;p22"/>
            <p:cNvSpPr/>
            <p:nvPr/>
          </p:nvSpPr>
          <p:spPr>
            <a:xfrm rot="5400000">
              <a:off x="4187250" y="190175"/>
              <a:ext cx="769800" cy="91440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 name="Google Shape;597;p22"/>
            <p:cNvSpPr/>
            <p:nvPr/>
          </p:nvSpPr>
          <p:spPr>
            <a:xfrm>
              <a:off x="150" y="3935350"/>
              <a:ext cx="9144111" cy="560209"/>
            </a:xfrm>
            <a:custGeom>
              <a:avLst/>
              <a:gdLst/>
              <a:ahLst/>
              <a:cxnLst/>
              <a:rect l="l" t="t" r="r" b="b"/>
              <a:pathLst>
                <a:path w="116675" h="6515" extrusionOk="0">
                  <a:moveTo>
                    <a:pt x="8866" y="1"/>
                  </a:moveTo>
                  <a:cubicBezTo>
                    <a:pt x="8776" y="1"/>
                    <a:pt x="8687" y="6"/>
                    <a:pt x="8597" y="18"/>
                  </a:cubicBezTo>
                  <a:cubicBezTo>
                    <a:pt x="7467" y="176"/>
                    <a:pt x="6534" y="1306"/>
                    <a:pt x="6609" y="2435"/>
                  </a:cubicBezTo>
                  <a:cubicBezTo>
                    <a:pt x="6256" y="1907"/>
                    <a:pt x="5617" y="1596"/>
                    <a:pt x="4971" y="1596"/>
                  </a:cubicBezTo>
                  <a:cubicBezTo>
                    <a:pt x="4762" y="1596"/>
                    <a:pt x="4551" y="1629"/>
                    <a:pt x="4350" y="1698"/>
                  </a:cubicBezTo>
                  <a:cubicBezTo>
                    <a:pt x="3575" y="1969"/>
                    <a:pt x="2996" y="2818"/>
                    <a:pt x="3034" y="3639"/>
                  </a:cubicBezTo>
                  <a:cubicBezTo>
                    <a:pt x="2708" y="3202"/>
                    <a:pt x="2172" y="2957"/>
                    <a:pt x="1640" y="2957"/>
                  </a:cubicBezTo>
                  <a:cubicBezTo>
                    <a:pt x="1410" y="2957"/>
                    <a:pt x="1182" y="3002"/>
                    <a:pt x="971" y="3098"/>
                  </a:cubicBezTo>
                  <a:cubicBezTo>
                    <a:pt x="271" y="3443"/>
                    <a:pt x="0" y="4143"/>
                    <a:pt x="0" y="5039"/>
                  </a:cubicBezTo>
                  <a:lnTo>
                    <a:pt x="0" y="6514"/>
                  </a:lnTo>
                  <a:lnTo>
                    <a:pt x="116675" y="6514"/>
                  </a:lnTo>
                  <a:lnTo>
                    <a:pt x="116675" y="5702"/>
                  </a:lnTo>
                  <a:cubicBezTo>
                    <a:pt x="116675" y="5002"/>
                    <a:pt x="116441" y="4339"/>
                    <a:pt x="115853" y="4069"/>
                  </a:cubicBezTo>
                  <a:cubicBezTo>
                    <a:pt x="115673" y="3970"/>
                    <a:pt x="115472" y="3924"/>
                    <a:pt x="115270" y="3924"/>
                  </a:cubicBezTo>
                  <a:cubicBezTo>
                    <a:pt x="114824" y="3924"/>
                    <a:pt x="114371" y="4145"/>
                    <a:pt x="114108" y="4498"/>
                  </a:cubicBezTo>
                  <a:cubicBezTo>
                    <a:pt x="114145" y="3798"/>
                    <a:pt x="113641" y="3051"/>
                    <a:pt x="112941" y="2818"/>
                  </a:cubicBezTo>
                  <a:cubicBezTo>
                    <a:pt x="112784" y="2763"/>
                    <a:pt x="112618" y="2736"/>
                    <a:pt x="112451" y="2736"/>
                  </a:cubicBezTo>
                  <a:cubicBezTo>
                    <a:pt x="111912" y="2736"/>
                    <a:pt x="111358" y="3011"/>
                    <a:pt x="111037" y="3481"/>
                  </a:cubicBezTo>
                  <a:cubicBezTo>
                    <a:pt x="111074" y="2473"/>
                    <a:pt x="110290" y="1539"/>
                    <a:pt x="109320" y="1418"/>
                  </a:cubicBezTo>
                  <a:cubicBezTo>
                    <a:pt x="109235" y="1405"/>
                    <a:pt x="109150" y="1399"/>
                    <a:pt x="109065" y="1399"/>
                  </a:cubicBezTo>
                  <a:cubicBezTo>
                    <a:pt x="108179" y="1399"/>
                    <a:pt x="107324" y="2087"/>
                    <a:pt x="107145" y="2939"/>
                  </a:cubicBezTo>
                  <a:cubicBezTo>
                    <a:pt x="106945" y="2830"/>
                    <a:pt x="106723" y="2781"/>
                    <a:pt x="106501" y="2781"/>
                  </a:cubicBezTo>
                  <a:cubicBezTo>
                    <a:pt x="105768" y="2781"/>
                    <a:pt x="105016" y="3316"/>
                    <a:pt x="104923" y="4031"/>
                  </a:cubicBezTo>
                  <a:cubicBezTo>
                    <a:pt x="104699" y="3941"/>
                    <a:pt x="104462" y="3897"/>
                    <a:pt x="104226" y="3897"/>
                  </a:cubicBezTo>
                  <a:cubicBezTo>
                    <a:pt x="103854" y="3897"/>
                    <a:pt x="103486" y="4007"/>
                    <a:pt x="103178" y="4218"/>
                  </a:cubicBezTo>
                  <a:cubicBezTo>
                    <a:pt x="103019" y="3873"/>
                    <a:pt x="102786" y="3565"/>
                    <a:pt x="102478" y="3331"/>
                  </a:cubicBezTo>
                  <a:cubicBezTo>
                    <a:pt x="102118" y="3069"/>
                    <a:pt x="101675" y="2935"/>
                    <a:pt x="101233" y="2935"/>
                  </a:cubicBezTo>
                  <a:cubicBezTo>
                    <a:pt x="100952" y="2935"/>
                    <a:pt x="100672" y="2989"/>
                    <a:pt x="100415" y="3098"/>
                  </a:cubicBezTo>
                  <a:cubicBezTo>
                    <a:pt x="100294" y="2235"/>
                    <a:pt x="99405" y="1623"/>
                    <a:pt x="98559" y="1623"/>
                  </a:cubicBezTo>
                  <a:cubicBezTo>
                    <a:pt x="98298" y="1623"/>
                    <a:pt x="98040" y="1682"/>
                    <a:pt x="97811" y="1810"/>
                  </a:cubicBezTo>
                  <a:cubicBezTo>
                    <a:pt x="97595" y="802"/>
                    <a:pt x="96553" y="1"/>
                    <a:pt x="95506" y="1"/>
                  </a:cubicBezTo>
                  <a:cubicBezTo>
                    <a:pt x="95418" y="1"/>
                    <a:pt x="95331" y="6"/>
                    <a:pt x="95244" y="18"/>
                  </a:cubicBezTo>
                  <a:cubicBezTo>
                    <a:pt x="94115" y="176"/>
                    <a:pt x="93181" y="1306"/>
                    <a:pt x="93256" y="2435"/>
                  </a:cubicBezTo>
                  <a:cubicBezTo>
                    <a:pt x="92875" y="1907"/>
                    <a:pt x="92250" y="1596"/>
                    <a:pt x="91617" y="1596"/>
                  </a:cubicBezTo>
                  <a:cubicBezTo>
                    <a:pt x="91412" y="1596"/>
                    <a:pt x="91205" y="1629"/>
                    <a:pt x="91006" y="1698"/>
                  </a:cubicBezTo>
                  <a:cubicBezTo>
                    <a:pt x="90222" y="1969"/>
                    <a:pt x="89644" y="2818"/>
                    <a:pt x="89681" y="3639"/>
                  </a:cubicBezTo>
                  <a:cubicBezTo>
                    <a:pt x="89355" y="3202"/>
                    <a:pt x="88819" y="2957"/>
                    <a:pt x="88287" y="2957"/>
                  </a:cubicBezTo>
                  <a:cubicBezTo>
                    <a:pt x="88058" y="2957"/>
                    <a:pt x="87829" y="3002"/>
                    <a:pt x="87618" y="3098"/>
                  </a:cubicBezTo>
                  <a:cubicBezTo>
                    <a:pt x="87114" y="3331"/>
                    <a:pt x="86769" y="3873"/>
                    <a:pt x="86685" y="4414"/>
                  </a:cubicBezTo>
                  <a:cubicBezTo>
                    <a:pt x="86535" y="4265"/>
                    <a:pt x="86377" y="4143"/>
                    <a:pt x="86218" y="4069"/>
                  </a:cubicBezTo>
                  <a:cubicBezTo>
                    <a:pt x="86026" y="3970"/>
                    <a:pt x="85817" y="3924"/>
                    <a:pt x="85610" y="3924"/>
                  </a:cubicBezTo>
                  <a:cubicBezTo>
                    <a:pt x="85152" y="3924"/>
                    <a:pt x="84699" y="4145"/>
                    <a:pt x="84435" y="4498"/>
                  </a:cubicBezTo>
                  <a:cubicBezTo>
                    <a:pt x="84473" y="3798"/>
                    <a:pt x="84006" y="3051"/>
                    <a:pt x="83306" y="2818"/>
                  </a:cubicBezTo>
                  <a:cubicBezTo>
                    <a:pt x="83140" y="2763"/>
                    <a:pt x="82967" y="2736"/>
                    <a:pt x="82795" y="2736"/>
                  </a:cubicBezTo>
                  <a:cubicBezTo>
                    <a:pt x="82239" y="2736"/>
                    <a:pt x="81683" y="3011"/>
                    <a:pt x="81355" y="3481"/>
                  </a:cubicBezTo>
                  <a:cubicBezTo>
                    <a:pt x="81439" y="2473"/>
                    <a:pt x="80655" y="1539"/>
                    <a:pt x="79684" y="1418"/>
                  </a:cubicBezTo>
                  <a:cubicBezTo>
                    <a:pt x="79600" y="1405"/>
                    <a:pt x="79515" y="1399"/>
                    <a:pt x="79430" y="1399"/>
                  </a:cubicBezTo>
                  <a:cubicBezTo>
                    <a:pt x="78544" y="1399"/>
                    <a:pt x="77685" y="2087"/>
                    <a:pt x="77472" y="2939"/>
                  </a:cubicBezTo>
                  <a:cubicBezTo>
                    <a:pt x="77281" y="2830"/>
                    <a:pt x="77066" y="2781"/>
                    <a:pt x="76848" y="2781"/>
                  </a:cubicBezTo>
                  <a:cubicBezTo>
                    <a:pt x="76131" y="2781"/>
                    <a:pt x="75372" y="3316"/>
                    <a:pt x="75251" y="4031"/>
                  </a:cubicBezTo>
                  <a:cubicBezTo>
                    <a:pt x="75041" y="3941"/>
                    <a:pt x="74807" y="3897"/>
                    <a:pt x="74570" y="3897"/>
                  </a:cubicBezTo>
                  <a:cubicBezTo>
                    <a:pt x="74196" y="3897"/>
                    <a:pt x="73814" y="4007"/>
                    <a:pt x="73505" y="4218"/>
                  </a:cubicBezTo>
                  <a:cubicBezTo>
                    <a:pt x="73384" y="3873"/>
                    <a:pt x="73150" y="3565"/>
                    <a:pt x="72842" y="3331"/>
                  </a:cubicBezTo>
                  <a:cubicBezTo>
                    <a:pt x="72483" y="3069"/>
                    <a:pt x="72040" y="2935"/>
                    <a:pt x="71589" y="2935"/>
                  </a:cubicBezTo>
                  <a:cubicBezTo>
                    <a:pt x="71303" y="2935"/>
                    <a:pt x="71014" y="2989"/>
                    <a:pt x="70742" y="3098"/>
                  </a:cubicBezTo>
                  <a:cubicBezTo>
                    <a:pt x="70621" y="2235"/>
                    <a:pt x="69754" y="1623"/>
                    <a:pt x="68902" y="1623"/>
                  </a:cubicBezTo>
                  <a:cubicBezTo>
                    <a:pt x="68639" y="1623"/>
                    <a:pt x="68376" y="1682"/>
                    <a:pt x="68138" y="1810"/>
                  </a:cubicBezTo>
                  <a:cubicBezTo>
                    <a:pt x="67923" y="802"/>
                    <a:pt x="66912" y="1"/>
                    <a:pt x="65870" y="1"/>
                  </a:cubicBezTo>
                  <a:cubicBezTo>
                    <a:pt x="65783" y="1"/>
                    <a:pt x="65696" y="6"/>
                    <a:pt x="65609" y="18"/>
                  </a:cubicBezTo>
                  <a:cubicBezTo>
                    <a:pt x="64479" y="176"/>
                    <a:pt x="63546" y="1306"/>
                    <a:pt x="63621" y="2435"/>
                  </a:cubicBezTo>
                  <a:cubicBezTo>
                    <a:pt x="63240" y="1907"/>
                    <a:pt x="62594" y="1596"/>
                    <a:pt x="61966" y="1596"/>
                  </a:cubicBezTo>
                  <a:cubicBezTo>
                    <a:pt x="61763" y="1596"/>
                    <a:pt x="61561" y="1629"/>
                    <a:pt x="61371" y="1698"/>
                  </a:cubicBezTo>
                  <a:cubicBezTo>
                    <a:pt x="60550" y="1969"/>
                    <a:pt x="59971" y="2818"/>
                    <a:pt x="60008" y="3639"/>
                  </a:cubicBezTo>
                  <a:cubicBezTo>
                    <a:pt x="59708" y="3202"/>
                    <a:pt x="59162" y="2957"/>
                    <a:pt x="58621" y="2957"/>
                  </a:cubicBezTo>
                  <a:cubicBezTo>
                    <a:pt x="58388" y="2957"/>
                    <a:pt x="58156" y="3002"/>
                    <a:pt x="57945" y="3098"/>
                  </a:cubicBezTo>
                  <a:cubicBezTo>
                    <a:pt x="57441" y="3369"/>
                    <a:pt x="57049" y="3910"/>
                    <a:pt x="57012" y="4498"/>
                  </a:cubicBezTo>
                  <a:cubicBezTo>
                    <a:pt x="56853" y="4302"/>
                    <a:pt x="56704" y="4143"/>
                    <a:pt x="56471" y="4069"/>
                  </a:cubicBezTo>
                  <a:cubicBezTo>
                    <a:pt x="56287" y="3970"/>
                    <a:pt x="56086" y="3924"/>
                    <a:pt x="55883" y="3924"/>
                  </a:cubicBezTo>
                  <a:cubicBezTo>
                    <a:pt x="55436" y="3924"/>
                    <a:pt x="54986" y="4145"/>
                    <a:pt x="54716" y="4498"/>
                  </a:cubicBezTo>
                  <a:cubicBezTo>
                    <a:pt x="54753" y="3798"/>
                    <a:pt x="54249" y="3051"/>
                    <a:pt x="53587" y="2818"/>
                  </a:cubicBezTo>
                  <a:cubicBezTo>
                    <a:pt x="53421" y="2763"/>
                    <a:pt x="53248" y="2736"/>
                    <a:pt x="53077" y="2736"/>
                  </a:cubicBezTo>
                  <a:cubicBezTo>
                    <a:pt x="52523" y="2736"/>
                    <a:pt x="51973" y="3011"/>
                    <a:pt x="51645" y="3481"/>
                  </a:cubicBezTo>
                  <a:cubicBezTo>
                    <a:pt x="51720" y="2473"/>
                    <a:pt x="50908" y="1539"/>
                    <a:pt x="49937" y="1418"/>
                  </a:cubicBezTo>
                  <a:cubicBezTo>
                    <a:pt x="49852" y="1405"/>
                    <a:pt x="49767" y="1399"/>
                    <a:pt x="49683" y="1399"/>
                  </a:cubicBezTo>
                  <a:cubicBezTo>
                    <a:pt x="48795" y="1399"/>
                    <a:pt x="47932" y="2087"/>
                    <a:pt x="47753" y="2939"/>
                  </a:cubicBezTo>
                  <a:cubicBezTo>
                    <a:pt x="47555" y="2830"/>
                    <a:pt x="47335" y="2781"/>
                    <a:pt x="47113" y="2781"/>
                  </a:cubicBezTo>
                  <a:cubicBezTo>
                    <a:pt x="46382" y="2781"/>
                    <a:pt x="45627" y="3316"/>
                    <a:pt x="45541" y="4031"/>
                  </a:cubicBezTo>
                  <a:cubicBezTo>
                    <a:pt x="45331" y="3941"/>
                    <a:pt x="45097" y="3897"/>
                    <a:pt x="44859" y="3897"/>
                  </a:cubicBezTo>
                  <a:cubicBezTo>
                    <a:pt x="44484" y="3897"/>
                    <a:pt x="44100" y="4007"/>
                    <a:pt x="43786" y="4218"/>
                  </a:cubicBezTo>
                  <a:cubicBezTo>
                    <a:pt x="43636" y="3873"/>
                    <a:pt x="43403" y="3565"/>
                    <a:pt x="43132" y="3331"/>
                  </a:cubicBezTo>
                  <a:cubicBezTo>
                    <a:pt x="42750" y="3069"/>
                    <a:pt x="42294" y="2935"/>
                    <a:pt x="41849" y="2935"/>
                  </a:cubicBezTo>
                  <a:cubicBezTo>
                    <a:pt x="41565" y="2935"/>
                    <a:pt x="41286" y="2989"/>
                    <a:pt x="41032" y="3098"/>
                  </a:cubicBezTo>
                  <a:cubicBezTo>
                    <a:pt x="40911" y="2235"/>
                    <a:pt x="40044" y="1623"/>
                    <a:pt x="39188" y="1623"/>
                  </a:cubicBezTo>
                  <a:cubicBezTo>
                    <a:pt x="38923" y="1623"/>
                    <a:pt x="38659" y="1682"/>
                    <a:pt x="38419" y="1810"/>
                  </a:cubicBezTo>
                  <a:cubicBezTo>
                    <a:pt x="38203" y="802"/>
                    <a:pt x="37193" y="1"/>
                    <a:pt x="36121" y="1"/>
                  </a:cubicBezTo>
                  <a:cubicBezTo>
                    <a:pt x="36032" y="1"/>
                    <a:pt x="35942" y="6"/>
                    <a:pt x="35852" y="18"/>
                  </a:cubicBezTo>
                  <a:cubicBezTo>
                    <a:pt x="34732" y="176"/>
                    <a:pt x="33836" y="1306"/>
                    <a:pt x="33873" y="2435"/>
                  </a:cubicBezTo>
                  <a:cubicBezTo>
                    <a:pt x="33521" y="1907"/>
                    <a:pt x="32881" y="1596"/>
                    <a:pt x="32236" y="1596"/>
                  </a:cubicBezTo>
                  <a:cubicBezTo>
                    <a:pt x="32026" y="1596"/>
                    <a:pt x="31816" y="1629"/>
                    <a:pt x="31614" y="1698"/>
                  </a:cubicBezTo>
                  <a:cubicBezTo>
                    <a:pt x="30840" y="1969"/>
                    <a:pt x="30252" y="2818"/>
                    <a:pt x="30298" y="3639"/>
                  </a:cubicBezTo>
                  <a:cubicBezTo>
                    <a:pt x="29998" y="3202"/>
                    <a:pt x="29452" y="2957"/>
                    <a:pt x="28911" y="2957"/>
                  </a:cubicBezTo>
                  <a:cubicBezTo>
                    <a:pt x="28678" y="2957"/>
                    <a:pt x="28446" y="3002"/>
                    <a:pt x="28235" y="3098"/>
                  </a:cubicBezTo>
                  <a:cubicBezTo>
                    <a:pt x="27843" y="3285"/>
                    <a:pt x="27535" y="3639"/>
                    <a:pt x="27377" y="4031"/>
                  </a:cubicBezTo>
                  <a:cubicBezTo>
                    <a:pt x="27265" y="3481"/>
                    <a:pt x="26835" y="3014"/>
                    <a:pt x="26285" y="2818"/>
                  </a:cubicBezTo>
                  <a:cubicBezTo>
                    <a:pt x="26130" y="2763"/>
                    <a:pt x="25966" y="2736"/>
                    <a:pt x="25799" y="2736"/>
                  </a:cubicBezTo>
                  <a:cubicBezTo>
                    <a:pt x="25264" y="2736"/>
                    <a:pt x="24708" y="3011"/>
                    <a:pt x="24381" y="3481"/>
                  </a:cubicBezTo>
                  <a:cubicBezTo>
                    <a:pt x="24418" y="2473"/>
                    <a:pt x="23643" y="1539"/>
                    <a:pt x="22672" y="1418"/>
                  </a:cubicBezTo>
                  <a:cubicBezTo>
                    <a:pt x="22588" y="1405"/>
                    <a:pt x="22503" y="1399"/>
                    <a:pt x="22418" y="1399"/>
                  </a:cubicBezTo>
                  <a:cubicBezTo>
                    <a:pt x="21531" y="1399"/>
                    <a:pt x="20668" y="2087"/>
                    <a:pt x="20498" y="2939"/>
                  </a:cubicBezTo>
                  <a:cubicBezTo>
                    <a:pt x="20297" y="2830"/>
                    <a:pt x="20076" y="2781"/>
                    <a:pt x="19853" y="2781"/>
                  </a:cubicBezTo>
                  <a:cubicBezTo>
                    <a:pt x="19121" y="2781"/>
                    <a:pt x="18369" y="3316"/>
                    <a:pt x="18276" y="4031"/>
                  </a:cubicBezTo>
                  <a:cubicBezTo>
                    <a:pt x="18052" y="3941"/>
                    <a:pt x="17815" y="3897"/>
                    <a:pt x="17579" y="3897"/>
                  </a:cubicBezTo>
                  <a:cubicBezTo>
                    <a:pt x="17207" y="3897"/>
                    <a:pt x="16839" y="4007"/>
                    <a:pt x="16531" y="4218"/>
                  </a:cubicBezTo>
                  <a:cubicBezTo>
                    <a:pt x="16372" y="3873"/>
                    <a:pt x="16139" y="3565"/>
                    <a:pt x="15831" y="3331"/>
                  </a:cubicBezTo>
                  <a:cubicBezTo>
                    <a:pt x="15471" y="3069"/>
                    <a:pt x="15028" y="2935"/>
                    <a:pt x="14586" y="2935"/>
                  </a:cubicBezTo>
                  <a:cubicBezTo>
                    <a:pt x="14305" y="2935"/>
                    <a:pt x="14025" y="2989"/>
                    <a:pt x="13768" y="3098"/>
                  </a:cubicBezTo>
                  <a:cubicBezTo>
                    <a:pt x="13647" y="2235"/>
                    <a:pt x="12758" y="1623"/>
                    <a:pt x="11912" y="1623"/>
                  </a:cubicBezTo>
                  <a:cubicBezTo>
                    <a:pt x="11651" y="1623"/>
                    <a:pt x="11393" y="1682"/>
                    <a:pt x="11164" y="1810"/>
                  </a:cubicBezTo>
                  <a:cubicBezTo>
                    <a:pt x="10948" y="802"/>
                    <a:pt x="9938" y="1"/>
                    <a:pt x="886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8" name="Google Shape;598;p22"/>
          <p:cNvGrpSpPr/>
          <p:nvPr/>
        </p:nvGrpSpPr>
        <p:grpSpPr>
          <a:xfrm>
            <a:off x="365895" y="4379496"/>
            <a:ext cx="8494158" cy="666011"/>
            <a:chOff x="365895" y="4379496"/>
            <a:chExt cx="8494158" cy="666011"/>
          </a:xfrm>
        </p:grpSpPr>
        <p:grpSp>
          <p:nvGrpSpPr>
            <p:cNvPr id="599" name="Google Shape;599;p22"/>
            <p:cNvGrpSpPr/>
            <p:nvPr/>
          </p:nvGrpSpPr>
          <p:grpSpPr>
            <a:xfrm>
              <a:off x="8054127" y="4779458"/>
              <a:ext cx="209443" cy="186391"/>
              <a:chOff x="10847407" y="-45304"/>
              <a:chExt cx="178629" cy="158969"/>
            </a:xfrm>
          </p:grpSpPr>
          <p:sp>
            <p:nvSpPr>
              <p:cNvPr id="600" name="Google Shape;600;p22"/>
              <p:cNvSpPr/>
              <p:nvPr/>
            </p:nvSpPr>
            <p:spPr>
              <a:xfrm flipH="1">
                <a:off x="10847407" y="-45304"/>
                <a:ext cx="178629" cy="153449"/>
              </a:xfrm>
              <a:custGeom>
                <a:avLst/>
                <a:gdLst/>
                <a:ahLst/>
                <a:cxnLst/>
                <a:rect l="l" t="t" r="r" b="b"/>
                <a:pathLst>
                  <a:path w="2717" h="2334" extrusionOk="0">
                    <a:moveTo>
                      <a:pt x="1008" y="0"/>
                    </a:moveTo>
                    <a:cubicBezTo>
                      <a:pt x="896" y="159"/>
                      <a:pt x="663" y="626"/>
                      <a:pt x="971" y="1130"/>
                    </a:cubicBezTo>
                    <a:lnTo>
                      <a:pt x="663" y="1130"/>
                    </a:lnTo>
                    <a:cubicBezTo>
                      <a:pt x="346" y="1130"/>
                      <a:pt x="112" y="1288"/>
                      <a:pt x="0" y="1363"/>
                    </a:cubicBezTo>
                    <a:cubicBezTo>
                      <a:pt x="196" y="1596"/>
                      <a:pt x="467" y="1718"/>
                      <a:pt x="738" y="1755"/>
                    </a:cubicBezTo>
                    <a:cubicBezTo>
                      <a:pt x="504" y="1951"/>
                      <a:pt x="430" y="2185"/>
                      <a:pt x="383" y="2297"/>
                    </a:cubicBezTo>
                    <a:cubicBezTo>
                      <a:pt x="467" y="2334"/>
                      <a:pt x="579" y="2334"/>
                      <a:pt x="663" y="2334"/>
                    </a:cubicBezTo>
                    <a:cubicBezTo>
                      <a:pt x="971" y="2334"/>
                      <a:pt x="1279" y="2185"/>
                      <a:pt x="1513" y="1904"/>
                    </a:cubicBezTo>
                    <a:cubicBezTo>
                      <a:pt x="1279" y="1055"/>
                      <a:pt x="971" y="355"/>
                      <a:pt x="971" y="318"/>
                    </a:cubicBezTo>
                    <a:cubicBezTo>
                      <a:pt x="971" y="318"/>
                      <a:pt x="971" y="271"/>
                      <a:pt x="1008" y="234"/>
                    </a:cubicBezTo>
                    <a:cubicBezTo>
                      <a:pt x="1046" y="234"/>
                      <a:pt x="1083" y="234"/>
                      <a:pt x="1083" y="271"/>
                    </a:cubicBezTo>
                    <a:cubicBezTo>
                      <a:pt x="1083" y="271"/>
                      <a:pt x="1438" y="1055"/>
                      <a:pt x="1671" y="1951"/>
                    </a:cubicBezTo>
                    <a:cubicBezTo>
                      <a:pt x="1746" y="1951"/>
                      <a:pt x="1867" y="1989"/>
                      <a:pt x="1942" y="1989"/>
                    </a:cubicBezTo>
                    <a:cubicBezTo>
                      <a:pt x="2213" y="1989"/>
                      <a:pt x="2483" y="1867"/>
                      <a:pt x="2717" y="1671"/>
                    </a:cubicBezTo>
                    <a:cubicBezTo>
                      <a:pt x="2642" y="1559"/>
                      <a:pt x="2446" y="1400"/>
                      <a:pt x="2138" y="1363"/>
                    </a:cubicBezTo>
                    <a:cubicBezTo>
                      <a:pt x="2371" y="1204"/>
                      <a:pt x="2483" y="971"/>
                      <a:pt x="2567" y="663"/>
                    </a:cubicBezTo>
                    <a:cubicBezTo>
                      <a:pt x="2530" y="663"/>
                      <a:pt x="2446" y="626"/>
                      <a:pt x="2371" y="626"/>
                    </a:cubicBezTo>
                    <a:cubicBezTo>
                      <a:pt x="2175" y="626"/>
                      <a:pt x="1905" y="700"/>
                      <a:pt x="1634" y="934"/>
                    </a:cubicBezTo>
                    <a:cubicBezTo>
                      <a:pt x="1634" y="551"/>
                      <a:pt x="1363" y="196"/>
                      <a:pt x="10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 name="Google Shape;601;p22"/>
              <p:cNvSpPr/>
              <p:nvPr/>
            </p:nvSpPr>
            <p:spPr>
              <a:xfrm flipH="1">
                <a:off x="10911247" y="79872"/>
                <a:ext cx="15384" cy="33793"/>
              </a:xfrm>
              <a:custGeom>
                <a:avLst/>
                <a:gdLst/>
                <a:ahLst/>
                <a:cxnLst/>
                <a:rect l="l" t="t" r="r" b="b"/>
                <a:pathLst>
                  <a:path w="234" h="514" extrusionOk="0">
                    <a:moveTo>
                      <a:pt x="1" y="0"/>
                    </a:moveTo>
                    <a:cubicBezTo>
                      <a:pt x="38" y="159"/>
                      <a:pt x="85" y="318"/>
                      <a:pt x="122" y="467"/>
                    </a:cubicBezTo>
                    <a:cubicBezTo>
                      <a:pt x="122" y="514"/>
                      <a:pt x="159" y="514"/>
                      <a:pt x="197" y="514"/>
                    </a:cubicBezTo>
                    <a:cubicBezTo>
                      <a:pt x="234" y="514"/>
                      <a:pt x="234" y="467"/>
                      <a:pt x="234" y="430"/>
                    </a:cubicBezTo>
                    <a:cubicBezTo>
                      <a:pt x="197" y="318"/>
                      <a:pt x="197" y="159"/>
                      <a:pt x="159" y="47"/>
                    </a:cubicBezTo>
                    <a:cubicBezTo>
                      <a:pt x="122" y="0"/>
                      <a:pt x="38" y="0"/>
                      <a:pt x="1" y="0"/>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 name="Google Shape;602;p22"/>
              <p:cNvSpPr/>
              <p:nvPr/>
            </p:nvSpPr>
            <p:spPr>
              <a:xfrm flipH="1">
                <a:off x="10916111" y="-29986"/>
                <a:ext cx="46087" cy="113016"/>
              </a:xfrm>
              <a:custGeom>
                <a:avLst/>
                <a:gdLst/>
                <a:ahLst/>
                <a:cxnLst/>
                <a:rect l="l" t="t" r="r" b="b"/>
                <a:pathLst>
                  <a:path w="701" h="1719" extrusionOk="0">
                    <a:moveTo>
                      <a:pt x="37" y="1"/>
                    </a:moveTo>
                    <a:cubicBezTo>
                      <a:pt x="0" y="38"/>
                      <a:pt x="0" y="85"/>
                      <a:pt x="0" y="85"/>
                    </a:cubicBezTo>
                    <a:cubicBezTo>
                      <a:pt x="0" y="122"/>
                      <a:pt x="308" y="822"/>
                      <a:pt x="542" y="1671"/>
                    </a:cubicBezTo>
                    <a:cubicBezTo>
                      <a:pt x="579" y="1671"/>
                      <a:pt x="663" y="1671"/>
                      <a:pt x="700" y="1718"/>
                    </a:cubicBezTo>
                    <a:cubicBezTo>
                      <a:pt x="467" y="822"/>
                      <a:pt x="112" y="38"/>
                      <a:pt x="112" y="38"/>
                    </a:cubicBezTo>
                    <a:cubicBezTo>
                      <a:pt x="112" y="1"/>
                      <a:pt x="75" y="1"/>
                      <a:pt x="37" y="1"/>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3" name="Google Shape;603;p22"/>
            <p:cNvGrpSpPr/>
            <p:nvPr/>
          </p:nvGrpSpPr>
          <p:grpSpPr>
            <a:xfrm>
              <a:off x="8605283" y="4521841"/>
              <a:ext cx="254769" cy="287916"/>
              <a:chOff x="11317476" y="-265020"/>
              <a:chExt cx="217287" cy="245558"/>
            </a:xfrm>
          </p:grpSpPr>
          <p:sp>
            <p:nvSpPr>
              <p:cNvPr id="604" name="Google Shape;604;p22"/>
              <p:cNvSpPr/>
              <p:nvPr/>
            </p:nvSpPr>
            <p:spPr>
              <a:xfrm flipH="1">
                <a:off x="11317476" y="-265020"/>
                <a:ext cx="217287" cy="245558"/>
              </a:xfrm>
              <a:custGeom>
                <a:avLst/>
                <a:gdLst/>
                <a:ahLst/>
                <a:cxnLst/>
                <a:rect l="l" t="t" r="r" b="b"/>
                <a:pathLst>
                  <a:path w="3305" h="3735" extrusionOk="0">
                    <a:moveTo>
                      <a:pt x="1354" y="1"/>
                    </a:moveTo>
                    <a:cubicBezTo>
                      <a:pt x="1046" y="272"/>
                      <a:pt x="934" y="626"/>
                      <a:pt x="887" y="1009"/>
                    </a:cubicBezTo>
                    <a:cubicBezTo>
                      <a:pt x="617" y="701"/>
                      <a:pt x="271" y="580"/>
                      <a:pt x="75" y="580"/>
                    </a:cubicBezTo>
                    <a:cubicBezTo>
                      <a:pt x="1" y="1168"/>
                      <a:pt x="234" y="1709"/>
                      <a:pt x="701" y="2101"/>
                    </a:cubicBezTo>
                    <a:cubicBezTo>
                      <a:pt x="1867" y="1709"/>
                      <a:pt x="2838" y="1280"/>
                      <a:pt x="2838" y="1280"/>
                    </a:cubicBezTo>
                    <a:lnTo>
                      <a:pt x="2875" y="1242"/>
                    </a:lnTo>
                    <a:cubicBezTo>
                      <a:pt x="2913" y="1242"/>
                      <a:pt x="2950" y="1280"/>
                      <a:pt x="2987" y="1326"/>
                    </a:cubicBezTo>
                    <a:cubicBezTo>
                      <a:pt x="2987" y="1364"/>
                      <a:pt x="2987" y="1401"/>
                      <a:pt x="2913" y="1438"/>
                    </a:cubicBezTo>
                    <a:cubicBezTo>
                      <a:pt x="2913" y="1438"/>
                      <a:pt x="1905" y="1905"/>
                      <a:pt x="654" y="2297"/>
                    </a:cubicBezTo>
                    <a:cubicBezTo>
                      <a:pt x="542" y="2801"/>
                      <a:pt x="654" y="3305"/>
                      <a:pt x="1083" y="3734"/>
                    </a:cubicBezTo>
                    <a:cubicBezTo>
                      <a:pt x="1242" y="3613"/>
                      <a:pt x="1438" y="3342"/>
                      <a:pt x="1475" y="2913"/>
                    </a:cubicBezTo>
                    <a:cubicBezTo>
                      <a:pt x="1709" y="3230"/>
                      <a:pt x="2054" y="3426"/>
                      <a:pt x="2446" y="3501"/>
                    </a:cubicBezTo>
                    <a:cubicBezTo>
                      <a:pt x="2521" y="3230"/>
                      <a:pt x="2521" y="2726"/>
                      <a:pt x="2017" y="2213"/>
                    </a:cubicBezTo>
                    <a:cubicBezTo>
                      <a:pt x="2567" y="2176"/>
                      <a:pt x="3034" y="1830"/>
                      <a:pt x="3305" y="1280"/>
                    </a:cubicBezTo>
                    <a:cubicBezTo>
                      <a:pt x="3183" y="1205"/>
                      <a:pt x="2875" y="1046"/>
                      <a:pt x="2521" y="1046"/>
                    </a:cubicBezTo>
                    <a:cubicBezTo>
                      <a:pt x="2287" y="1046"/>
                      <a:pt x="2017" y="1130"/>
                      <a:pt x="1709" y="1280"/>
                    </a:cubicBezTo>
                    <a:cubicBezTo>
                      <a:pt x="1867" y="580"/>
                      <a:pt x="1550" y="160"/>
                      <a:pt x="13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 name="Google Shape;605;p22"/>
              <p:cNvSpPr/>
              <p:nvPr/>
            </p:nvSpPr>
            <p:spPr>
              <a:xfrm flipH="1">
                <a:off x="11486244" y="-126958"/>
                <a:ext cx="48520" cy="22814"/>
              </a:xfrm>
              <a:custGeom>
                <a:avLst/>
                <a:gdLst/>
                <a:ahLst/>
                <a:cxnLst/>
                <a:rect l="l" t="t" r="r" b="b"/>
                <a:pathLst>
                  <a:path w="738" h="347" extrusionOk="0">
                    <a:moveTo>
                      <a:pt x="701" y="1"/>
                    </a:moveTo>
                    <a:cubicBezTo>
                      <a:pt x="505" y="38"/>
                      <a:pt x="271" y="113"/>
                      <a:pt x="75" y="160"/>
                    </a:cubicBezTo>
                    <a:cubicBezTo>
                      <a:pt x="1" y="160"/>
                      <a:pt x="1" y="234"/>
                      <a:pt x="1" y="272"/>
                    </a:cubicBezTo>
                    <a:cubicBezTo>
                      <a:pt x="1" y="309"/>
                      <a:pt x="38" y="346"/>
                      <a:pt x="75" y="346"/>
                    </a:cubicBezTo>
                    <a:lnTo>
                      <a:pt x="113" y="346"/>
                    </a:lnTo>
                    <a:cubicBezTo>
                      <a:pt x="309" y="272"/>
                      <a:pt x="505" y="234"/>
                      <a:pt x="654" y="197"/>
                    </a:cubicBezTo>
                    <a:cubicBezTo>
                      <a:pt x="701" y="113"/>
                      <a:pt x="701" y="76"/>
                      <a:pt x="738" y="1"/>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 name="Google Shape;606;p22"/>
              <p:cNvSpPr/>
              <p:nvPr/>
            </p:nvSpPr>
            <p:spPr>
              <a:xfrm flipH="1">
                <a:off x="11338318" y="-183366"/>
                <a:ext cx="153515" cy="69361"/>
              </a:xfrm>
              <a:custGeom>
                <a:avLst/>
                <a:gdLst/>
                <a:ahLst/>
                <a:cxnLst/>
                <a:rect l="l" t="t" r="r" b="b"/>
                <a:pathLst>
                  <a:path w="2335" h="1055" extrusionOk="0">
                    <a:moveTo>
                      <a:pt x="2222" y="0"/>
                    </a:moveTo>
                    <a:lnTo>
                      <a:pt x="2185" y="38"/>
                    </a:lnTo>
                    <a:cubicBezTo>
                      <a:pt x="2185" y="38"/>
                      <a:pt x="1214" y="467"/>
                      <a:pt x="48" y="859"/>
                    </a:cubicBezTo>
                    <a:lnTo>
                      <a:pt x="85" y="859"/>
                    </a:lnTo>
                    <a:cubicBezTo>
                      <a:pt x="48" y="934"/>
                      <a:pt x="48" y="971"/>
                      <a:pt x="1" y="1055"/>
                    </a:cubicBezTo>
                    <a:cubicBezTo>
                      <a:pt x="1252" y="663"/>
                      <a:pt x="2260" y="196"/>
                      <a:pt x="2260" y="196"/>
                    </a:cubicBezTo>
                    <a:cubicBezTo>
                      <a:pt x="2334" y="159"/>
                      <a:pt x="2334" y="122"/>
                      <a:pt x="2334" y="84"/>
                    </a:cubicBezTo>
                    <a:cubicBezTo>
                      <a:pt x="2297" y="38"/>
                      <a:pt x="2260" y="0"/>
                      <a:pt x="2222" y="0"/>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7" name="Google Shape;607;p22"/>
            <p:cNvGrpSpPr/>
            <p:nvPr/>
          </p:nvGrpSpPr>
          <p:grpSpPr>
            <a:xfrm>
              <a:off x="6651927" y="4809758"/>
              <a:ext cx="209443" cy="186391"/>
              <a:chOff x="10847407" y="-45304"/>
              <a:chExt cx="178629" cy="158969"/>
            </a:xfrm>
          </p:grpSpPr>
          <p:sp>
            <p:nvSpPr>
              <p:cNvPr id="608" name="Google Shape;608;p22"/>
              <p:cNvSpPr/>
              <p:nvPr/>
            </p:nvSpPr>
            <p:spPr>
              <a:xfrm flipH="1">
                <a:off x="10847407" y="-45304"/>
                <a:ext cx="178629" cy="153449"/>
              </a:xfrm>
              <a:custGeom>
                <a:avLst/>
                <a:gdLst/>
                <a:ahLst/>
                <a:cxnLst/>
                <a:rect l="l" t="t" r="r" b="b"/>
                <a:pathLst>
                  <a:path w="2717" h="2334" extrusionOk="0">
                    <a:moveTo>
                      <a:pt x="1008" y="0"/>
                    </a:moveTo>
                    <a:cubicBezTo>
                      <a:pt x="896" y="159"/>
                      <a:pt x="663" y="626"/>
                      <a:pt x="971" y="1130"/>
                    </a:cubicBezTo>
                    <a:lnTo>
                      <a:pt x="663" y="1130"/>
                    </a:lnTo>
                    <a:cubicBezTo>
                      <a:pt x="346" y="1130"/>
                      <a:pt x="112" y="1288"/>
                      <a:pt x="0" y="1363"/>
                    </a:cubicBezTo>
                    <a:cubicBezTo>
                      <a:pt x="196" y="1596"/>
                      <a:pt x="467" y="1718"/>
                      <a:pt x="738" y="1755"/>
                    </a:cubicBezTo>
                    <a:cubicBezTo>
                      <a:pt x="504" y="1951"/>
                      <a:pt x="430" y="2185"/>
                      <a:pt x="383" y="2297"/>
                    </a:cubicBezTo>
                    <a:cubicBezTo>
                      <a:pt x="467" y="2334"/>
                      <a:pt x="579" y="2334"/>
                      <a:pt x="663" y="2334"/>
                    </a:cubicBezTo>
                    <a:cubicBezTo>
                      <a:pt x="971" y="2334"/>
                      <a:pt x="1279" y="2185"/>
                      <a:pt x="1513" y="1904"/>
                    </a:cubicBezTo>
                    <a:cubicBezTo>
                      <a:pt x="1279" y="1055"/>
                      <a:pt x="971" y="355"/>
                      <a:pt x="971" y="318"/>
                    </a:cubicBezTo>
                    <a:cubicBezTo>
                      <a:pt x="971" y="318"/>
                      <a:pt x="971" y="271"/>
                      <a:pt x="1008" y="234"/>
                    </a:cubicBezTo>
                    <a:cubicBezTo>
                      <a:pt x="1046" y="234"/>
                      <a:pt x="1083" y="234"/>
                      <a:pt x="1083" y="271"/>
                    </a:cubicBezTo>
                    <a:cubicBezTo>
                      <a:pt x="1083" y="271"/>
                      <a:pt x="1438" y="1055"/>
                      <a:pt x="1671" y="1951"/>
                    </a:cubicBezTo>
                    <a:cubicBezTo>
                      <a:pt x="1746" y="1951"/>
                      <a:pt x="1867" y="1989"/>
                      <a:pt x="1942" y="1989"/>
                    </a:cubicBezTo>
                    <a:cubicBezTo>
                      <a:pt x="2213" y="1989"/>
                      <a:pt x="2483" y="1867"/>
                      <a:pt x="2717" y="1671"/>
                    </a:cubicBezTo>
                    <a:cubicBezTo>
                      <a:pt x="2642" y="1559"/>
                      <a:pt x="2446" y="1400"/>
                      <a:pt x="2138" y="1363"/>
                    </a:cubicBezTo>
                    <a:cubicBezTo>
                      <a:pt x="2371" y="1204"/>
                      <a:pt x="2483" y="971"/>
                      <a:pt x="2567" y="663"/>
                    </a:cubicBezTo>
                    <a:cubicBezTo>
                      <a:pt x="2530" y="663"/>
                      <a:pt x="2446" y="626"/>
                      <a:pt x="2371" y="626"/>
                    </a:cubicBezTo>
                    <a:cubicBezTo>
                      <a:pt x="2175" y="626"/>
                      <a:pt x="1905" y="700"/>
                      <a:pt x="1634" y="934"/>
                    </a:cubicBezTo>
                    <a:cubicBezTo>
                      <a:pt x="1634" y="551"/>
                      <a:pt x="1363" y="196"/>
                      <a:pt x="10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9" name="Google Shape;609;p22"/>
              <p:cNvSpPr/>
              <p:nvPr/>
            </p:nvSpPr>
            <p:spPr>
              <a:xfrm flipH="1">
                <a:off x="10911247" y="79872"/>
                <a:ext cx="15384" cy="33793"/>
              </a:xfrm>
              <a:custGeom>
                <a:avLst/>
                <a:gdLst/>
                <a:ahLst/>
                <a:cxnLst/>
                <a:rect l="l" t="t" r="r" b="b"/>
                <a:pathLst>
                  <a:path w="234" h="514" extrusionOk="0">
                    <a:moveTo>
                      <a:pt x="1" y="0"/>
                    </a:moveTo>
                    <a:cubicBezTo>
                      <a:pt x="38" y="159"/>
                      <a:pt x="85" y="318"/>
                      <a:pt x="122" y="467"/>
                    </a:cubicBezTo>
                    <a:cubicBezTo>
                      <a:pt x="122" y="514"/>
                      <a:pt x="159" y="514"/>
                      <a:pt x="197" y="514"/>
                    </a:cubicBezTo>
                    <a:cubicBezTo>
                      <a:pt x="234" y="514"/>
                      <a:pt x="234" y="467"/>
                      <a:pt x="234" y="430"/>
                    </a:cubicBezTo>
                    <a:cubicBezTo>
                      <a:pt x="197" y="318"/>
                      <a:pt x="197" y="159"/>
                      <a:pt x="159" y="47"/>
                    </a:cubicBezTo>
                    <a:cubicBezTo>
                      <a:pt x="122" y="0"/>
                      <a:pt x="38" y="0"/>
                      <a:pt x="1" y="0"/>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 name="Google Shape;610;p22"/>
              <p:cNvSpPr/>
              <p:nvPr/>
            </p:nvSpPr>
            <p:spPr>
              <a:xfrm flipH="1">
                <a:off x="10916111" y="-29986"/>
                <a:ext cx="46087" cy="113016"/>
              </a:xfrm>
              <a:custGeom>
                <a:avLst/>
                <a:gdLst/>
                <a:ahLst/>
                <a:cxnLst/>
                <a:rect l="l" t="t" r="r" b="b"/>
                <a:pathLst>
                  <a:path w="701" h="1719" extrusionOk="0">
                    <a:moveTo>
                      <a:pt x="37" y="1"/>
                    </a:moveTo>
                    <a:cubicBezTo>
                      <a:pt x="0" y="38"/>
                      <a:pt x="0" y="85"/>
                      <a:pt x="0" y="85"/>
                    </a:cubicBezTo>
                    <a:cubicBezTo>
                      <a:pt x="0" y="122"/>
                      <a:pt x="308" y="822"/>
                      <a:pt x="542" y="1671"/>
                    </a:cubicBezTo>
                    <a:cubicBezTo>
                      <a:pt x="579" y="1671"/>
                      <a:pt x="663" y="1671"/>
                      <a:pt x="700" y="1718"/>
                    </a:cubicBezTo>
                    <a:cubicBezTo>
                      <a:pt x="467" y="822"/>
                      <a:pt x="112" y="38"/>
                      <a:pt x="112" y="38"/>
                    </a:cubicBezTo>
                    <a:cubicBezTo>
                      <a:pt x="112" y="1"/>
                      <a:pt x="75" y="1"/>
                      <a:pt x="37" y="1"/>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1" name="Google Shape;611;p22"/>
            <p:cNvGrpSpPr/>
            <p:nvPr/>
          </p:nvGrpSpPr>
          <p:grpSpPr>
            <a:xfrm>
              <a:off x="7179383" y="4460429"/>
              <a:ext cx="254769" cy="287916"/>
              <a:chOff x="11317476" y="-265020"/>
              <a:chExt cx="217287" cy="245558"/>
            </a:xfrm>
          </p:grpSpPr>
          <p:sp>
            <p:nvSpPr>
              <p:cNvPr id="612" name="Google Shape;612;p22"/>
              <p:cNvSpPr/>
              <p:nvPr/>
            </p:nvSpPr>
            <p:spPr>
              <a:xfrm flipH="1">
                <a:off x="11317476" y="-265020"/>
                <a:ext cx="217287" cy="245558"/>
              </a:xfrm>
              <a:custGeom>
                <a:avLst/>
                <a:gdLst/>
                <a:ahLst/>
                <a:cxnLst/>
                <a:rect l="l" t="t" r="r" b="b"/>
                <a:pathLst>
                  <a:path w="3305" h="3735" extrusionOk="0">
                    <a:moveTo>
                      <a:pt x="1354" y="1"/>
                    </a:moveTo>
                    <a:cubicBezTo>
                      <a:pt x="1046" y="272"/>
                      <a:pt x="934" y="626"/>
                      <a:pt x="887" y="1009"/>
                    </a:cubicBezTo>
                    <a:cubicBezTo>
                      <a:pt x="617" y="701"/>
                      <a:pt x="271" y="580"/>
                      <a:pt x="75" y="580"/>
                    </a:cubicBezTo>
                    <a:cubicBezTo>
                      <a:pt x="1" y="1168"/>
                      <a:pt x="234" y="1709"/>
                      <a:pt x="701" y="2101"/>
                    </a:cubicBezTo>
                    <a:cubicBezTo>
                      <a:pt x="1867" y="1709"/>
                      <a:pt x="2838" y="1280"/>
                      <a:pt x="2838" y="1280"/>
                    </a:cubicBezTo>
                    <a:lnTo>
                      <a:pt x="2875" y="1242"/>
                    </a:lnTo>
                    <a:cubicBezTo>
                      <a:pt x="2913" y="1242"/>
                      <a:pt x="2950" y="1280"/>
                      <a:pt x="2987" y="1326"/>
                    </a:cubicBezTo>
                    <a:cubicBezTo>
                      <a:pt x="2987" y="1364"/>
                      <a:pt x="2987" y="1401"/>
                      <a:pt x="2913" y="1438"/>
                    </a:cubicBezTo>
                    <a:cubicBezTo>
                      <a:pt x="2913" y="1438"/>
                      <a:pt x="1905" y="1905"/>
                      <a:pt x="654" y="2297"/>
                    </a:cubicBezTo>
                    <a:cubicBezTo>
                      <a:pt x="542" y="2801"/>
                      <a:pt x="654" y="3305"/>
                      <a:pt x="1083" y="3734"/>
                    </a:cubicBezTo>
                    <a:cubicBezTo>
                      <a:pt x="1242" y="3613"/>
                      <a:pt x="1438" y="3342"/>
                      <a:pt x="1475" y="2913"/>
                    </a:cubicBezTo>
                    <a:cubicBezTo>
                      <a:pt x="1709" y="3230"/>
                      <a:pt x="2054" y="3426"/>
                      <a:pt x="2446" y="3501"/>
                    </a:cubicBezTo>
                    <a:cubicBezTo>
                      <a:pt x="2521" y="3230"/>
                      <a:pt x="2521" y="2726"/>
                      <a:pt x="2017" y="2213"/>
                    </a:cubicBezTo>
                    <a:cubicBezTo>
                      <a:pt x="2567" y="2176"/>
                      <a:pt x="3034" y="1830"/>
                      <a:pt x="3305" y="1280"/>
                    </a:cubicBezTo>
                    <a:cubicBezTo>
                      <a:pt x="3183" y="1205"/>
                      <a:pt x="2875" y="1046"/>
                      <a:pt x="2521" y="1046"/>
                    </a:cubicBezTo>
                    <a:cubicBezTo>
                      <a:pt x="2287" y="1046"/>
                      <a:pt x="2017" y="1130"/>
                      <a:pt x="1709" y="1280"/>
                    </a:cubicBezTo>
                    <a:cubicBezTo>
                      <a:pt x="1867" y="580"/>
                      <a:pt x="1550" y="160"/>
                      <a:pt x="13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 name="Google Shape;613;p22"/>
              <p:cNvSpPr/>
              <p:nvPr/>
            </p:nvSpPr>
            <p:spPr>
              <a:xfrm flipH="1">
                <a:off x="11486244" y="-126958"/>
                <a:ext cx="48520" cy="22814"/>
              </a:xfrm>
              <a:custGeom>
                <a:avLst/>
                <a:gdLst/>
                <a:ahLst/>
                <a:cxnLst/>
                <a:rect l="l" t="t" r="r" b="b"/>
                <a:pathLst>
                  <a:path w="738" h="347" extrusionOk="0">
                    <a:moveTo>
                      <a:pt x="701" y="1"/>
                    </a:moveTo>
                    <a:cubicBezTo>
                      <a:pt x="505" y="38"/>
                      <a:pt x="271" y="113"/>
                      <a:pt x="75" y="160"/>
                    </a:cubicBezTo>
                    <a:cubicBezTo>
                      <a:pt x="1" y="160"/>
                      <a:pt x="1" y="234"/>
                      <a:pt x="1" y="272"/>
                    </a:cubicBezTo>
                    <a:cubicBezTo>
                      <a:pt x="1" y="309"/>
                      <a:pt x="38" y="346"/>
                      <a:pt x="75" y="346"/>
                    </a:cubicBezTo>
                    <a:lnTo>
                      <a:pt x="113" y="346"/>
                    </a:lnTo>
                    <a:cubicBezTo>
                      <a:pt x="309" y="272"/>
                      <a:pt x="505" y="234"/>
                      <a:pt x="654" y="197"/>
                    </a:cubicBezTo>
                    <a:cubicBezTo>
                      <a:pt x="701" y="113"/>
                      <a:pt x="701" y="76"/>
                      <a:pt x="738" y="1"/>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 name="Google Shape;614;p22"/>
              <p:cNvSpPr/>
              <p:nvPr/>
            </p:nvSpPr>
            <p:spPr>
              <a:xfrm flipH="1">
                <a:off x="11338318" y="-183366"/>
                <a:ext cx="153515" cy="69361"/>
              </a:xfrm>
              <a:custGeom>
                <a:avLst/>
                <a:gdLst/>
                <a:ahLst/>
                <a:cxnLst/>
                <a:rect l="l" t="t" r="r" b="b"/>
                <a:pathLst>
                  <a:path w="2335" h="1055" extrusionOk="0">
                    <a:moveTo>
                      <a:pt x="2222" y="0"/>
                    </a:moveTo>
                    <a:lnTo>
                      <a:pt x="2185" y="38"/>
                    </a:lnTo>
                    <a:cubicBezTo>
                      <a:pt x="2185" y="38"/>
                      <a:pt x="1214" y="467"/>
                      <a:pt x="48" y="859"/>
                    </a:cubicBezTo>
                    <a:lnTo>
                      <a:pt x="85" y="859"/>
                    </a:lnTo>
                    <a:cubicBezTo>
                      <a:pt x="48" y="934"/>
                      <a:pt x="48" y="971"/>
                      <a:pt x="1" y="1055"/>
                    </a:cubicBezTo>
                    <a:cubicBezTo>
                      <a:pt x="1252" y="663"/>
                      <a:pt x="2260" y="196"/>
                      <a:pt x="2260" y="196"/>
                    </a:cubicBezTo>
                    <a:cubicBezTo>
                      <a:pt x="2334" y="159"/>
                      <a:pt x="2334" y="122"/>
                      <a:pt x="2334" y="84"/>
                    </a:cubicBezTo>
                    <a:cubicBezTo>
                      <a:pt x="2297" y="38"/>
                      <a:pt x="2260" y="0"/>
                      <a:pt x="2222" y="0"/>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5" name="Google Shape;615;p22"/>
            <p:cNvGrpSpPr/>
            <p:nvPr/>
          </p:nvGrpSpPr>
          <p:grpSpPr>
            <a:xfrm rot="-10666852">
              <a:off x="5753732" y="4509241"/>
              <a:ext cx="254765" cy="287911"/>
              <a:chOff x="11317476" y="-265020"/>
              <a:chExt cx="217287" cy="245558"/>
            </a:xfrm>
          </p:grpSpPr>
          <p:sp>
            <p:nvSpPr>
              <p:cNvPr id="616" name="Google Shape;616;p22"/>
              <p:cNvSpPr/>
              <p:nvPr/>
            </p:nvSpPr>
            <p:spPr>
              <a:xfrm flipH="1">
                <a:off x="11317476" y="-265020"/>
                <a:ext cx="217287" cy="245558"/>
              </a:xfrm>
              <a:custGeom>
                <a:avLst/>
                <a:gdLst/>
                <a:ahLst/>
                <a:cxnLst/>
                <a:rect l="l" t="t" r="r" b="b"/>
                <a:pathLst>
                  <a:path w="3305" h="3735" extrusionOk="0">
                    <a:moveTo>
                      <a:pt x="1354" y="1"/>
                    </a:moveTo>
                    <a:cubicBezTo>
                      <a:pt x="1046" y="272"/>
                      <a:pt x="934" y="626"/>
                      <a:pt x="887" y="1009"/>
                    </a:cubicBezTo>
                    <a:cubicBezTo>
                      <a:pt x="617" y="701"/>
                      <a:pt x="271" y="580"/>
                      <a:pt x="75" y="580"/>
                    </a:cubicBezTo>
                    <a:cubicBezTo>
                      <a:pt x="1" y="1168"/>
                      <a:pt x="234" y="1709"/>
                      <a:pt x="701" y="2101"/>
                    </a:cubicBezTo>
                    <a:cubicBezTo>
                      <a:pt x="1867" y="1709"/>
                      <a:pt x="2838" y="1280"/>
                      <a:pt x="2838" y="1280"/>
                    </a:cubicBezTo>
                    <a:lnTo>
                      <a:pt x="2875" y="1242"/>
                    </a:lnTo>
                    <a:cubicBezTo>
                      <a:pt x="2913" y="1242"/>
                      <a:pt x="2950" y="1280"/>
                      <a:pt x="2987" y="1326"/>
                    </a:cubicBezTo>
                    <a:cubicBezTo>
                      <a:pt x="2987" y="1364"/>
                      <a:pt x="2987" y="1401"/>
                      <a:pt x="2913" y="1438"/>
                    </a:cubicBezTo>
                    <a:cubicBezTo>
                      <a:pt x="2913" y="1438"/>
                      <a:pt x="1905" y="1905"/>
                      <a:pt x="654" y="2297"/>
                    </a:cubicBezTo>
                    <a:cubicBezTo>
                      <a:pt x="542" y="2801"/>
                      <a:pt x="654" y="3305"/>
                      <a:pt x="1083" y="3734"/>
                    </a:cubicBezTo>
                    <a:cubicBezTo>
                      <a:pt x="1242" y="3613"/>
                      <a:pt x="1438" y="3342"/>
                      <a:pt x="1475" y="2913"/>
                    </a:cubicBezTo>
                    <a:cubicBezTo>
                      <a:pt x="1709" y="3230"/>
                      <a:pt x="2054" y="3426"/>
                      <a:pt x="2446" y="3501"/>
                    </a:cubicBezTo>
                    <a:cubicBezTo>
                      <a:pt x="2521" y="3230"/>
                      <a:pt x="2521" y="2726"/>
                      <a:pt x="2017" y="2213"/>
                    </a:cubicBezTo>
                    <a:cubicBezTo>
                      <a:pt x="2567" y="2176"/>
                      <a:pt x="3034" y="1830"/>
                      <a:pt x="3305" y="1280"/>
                    </a:cubicBezTo>
                    <a:cubicBezTo>
                      <a:pt x="3183" y="1205"/>
                      <a:pt x="2875" y="1046"/>
                      <a:pt x="2521" y="1046"/>
                    </a:cubicBezTo>
                    <a:cubicBezTo>
                      <a:pt x="2287" y="1046"/>
                      <a:pt x="2017" y="1130"/>
                      <a:pt x="1709" y="1280"/>
                    </a:cubicBezTo>
                    <a:cubicBezTo>
                      <a:pt x="1867" y="580"/>
                      <a:pt x="1550" y="160"/>
                      <a:pt x="13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 name="Google Shape;617;p22"/>
              <p:cNvSpPr/>
              <p:nvPr/>
            </p:nvSpPr>
            <p:spPr>
              <a:xfrm flipH="1">
                <a:off x="11486244" y="-126958"/>
                <a:ext cx="48520" cy="22814"/>
              </a:xfrm>
              <a:custGeom>
                <a:avLst/>
                <a:gdLst/>
                <a:ahLst/>
                <a:cxnLst/>
                <a:rect l="l" t="t" r="r" b="b"/>
                <a:pathLst>
                  <a:path w="738" h="347" extrusionOk="0">
                    <a:moveTo>
                      <a:pt x="701" y="1"/>
                    </a:moveTo>
                    <a:cubicBezTo>
                      <a:pt x="505" y="38"/>
                      <a:pt x="271" y="113"/>
                      <a:pt x="75" y="160"/>
                    </a:cubicBezTo>
                    <a:cubicBezTo>
                      <a:pt x="1" y="160"/>
                      <a:pt x="1" y="234"/>
                      <a:pt x="1" y="272"/>
                    </a:cubicBezTo>
                    <a:cubicBezTo>
                      <a:pt x="1" y="309"/>
                      <a:pt x="38" y="346"/>
                      <a:pt x="75" y="346"/>
                    </a:cubicBezTo>
                    <a:lnTo>
                      <a:pt x="113" y="346"/>
                    </a:lnTo>
                    <a:cubicBezTo>
                      <a:pt x="309" y="272"/>
                      <a:pt x="505" y="234"/>
                      <a:pt x="654" y="197"/>
                    </a:cubicBezTo>
                    <a:cubicBezTo>
                      <a:pt x="701" y="113"/>
                      <a:pt x="701" y="76"/>
                      <a:pt x="738" y="1"/>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 name="Google Shape;618;p22"/>
              <p:cNvSpPr/>
              <p:nvPr/>
            </p:nvSpPr>
            <p:spPr>
              <a:xfrm flipH="1">
                <a:off x="11338318" y="-183366"/>
                <a:ext cx="153515" cy="69361"/>
              </a:xfrm>
              <a:custGeom>
                <a:avLst/>
                <a:gdLst/>
                <a:ahLst/>
                <a:cxnLst/>
                <a:rect l="l" t="t" r="r" b="b"/>
                <a:pathLst>
                  <a:path w="2335" h="1055" extrusionOk="0">
                    <a:moveTo>
                      <a:pt x="2222" y="0"/>
                    </a:moveTo>
                    <a:lnTo>
                      <a:pt x="2185" y="38"/>
                    </a:lnTo>
                    <a:cubicBezTo>
                      <a:pt x="2185" y="38"/>
                      <a:pt x="1214" y="467"/>
                      <a:pt x="48" y="859"/>
                    </a:cubicBezTo>
                    <a:lnTo>
                      <a:pt x="85" y="859"/>
                    </a:lnTo>
                    <a:cubicBezTo>
                      <a:pt x="48" y="934"/>
                      <a:pt x="48" y="971"/>
                      <a:pt x="1" y="1055"/>
                    </a:cubicBezTo>
                    <a:cubicBezTo>
                      <a:pt x="1252" y="663"/>
                      <a:pt x="2260" y="196"/>
                      <a:pt x="2260" y="196"/>
                    </a:cubicBezTo>
                    <a:cubicBezTo>
                      <a:pt x="2334" y="159"/>
                      <a:pt x="2334" y="122"/>
                      <a:pt x="2334" y="84"/>
                    </a:cubicBezTo>
                    <a:cubicBezTo>
                      <a:pt x="2297" y="38"/>
                      <a:pt x="2260" y="0"/>
                      <a:pt x="2222" y="0"/>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9" name="Google Shape;619;p22"/>
            <p:cNvGrpSpPr/>
            <p:nvPr/>
          </p:nvGrpSpPr>
          <p:grpSpPr>
            <a:xfrm flipH="1">
              <a:off x="5146527" y="4782908"/>
              <a:ext cx="209443" cy="186391"/>
              <a:chOff x="10847407" y="-45304"/>
              <a:chExt cx="178629" cy="158969"/>
            </a:xfrm>
          </p:grpSpPr>
          <p:sp>
            <p:nvSpPr>
              <p:cNvPr id="620" name="Google Shape;620;p22"/>
              <p:cNvSpPr/>
              <p:nvPr/>
            </p:nvSpPr>
            <p:spPr>
              <a:xfrm flipH="1">
                <a:off x="10847407" y="-45304"/>
                <a:ext cx="178629" cy="153449"/>
              </a:xfrm>
              <a:custGeom>
                <a:avLst/>
                <a:gdLst/>
                <a:ahLst/>
                <a:cxnLst/>
                <a:rect l="l" t="t" r="r" b="b"/>
                <a:pathLst>
                  <a:path w="2717" h="2334" extrusionOk="0">
                    <a:moveTo>
                      <a:pt x="1008" y="0"/>
                    </a:moveTo>
                    <a:cubicBezTo>
                      <a:pt x="896" y="159"/>
                      <a:pt x="663" y="626"/>
                      <a:pt x="971" y="1130"/>
                    </a:cubicBezTo>
                    <a:lnTo>
                      <a:pt x="663" y="1130"/>
                    </a:lnTo>
                    <a:cubicBezTo>
                      <a:pt x="346" y="1130"/>
                      <a:pt x="112" y="1288"/>
                      <a:pt x="0" y="1363"/>
                    </a:cubicBezTo>
                    <a:cubicBezTo>
                      <a:pt x="196" y="1596"/>
                      <a:pt x="467" y="1718"/>
                      <a:pt x="738" y="1755"/>
                    </a:cubicBezTo>
                    <a:cubicBezTo>
                      <a:pt x="504" y="1951"/>
                      <a:pt x="430" y="2185"/>
                      <a:pt x="383" y="2297"/>
                    </a:cubicBezTo>
                    <a:cubicBezTo>
                      <a:pt x="467" y="2334"/>
                      <a:pt x="579" y="2334"/>
                      <a:pt x="663" y="2334"/>
                    </a:cubicBezTo>
                    <a:cubicBezTo>
                      <a:pt x="971" y="2334"/>
                      <a:pt x="1279" y="2185"/>
                      <a:pt x="1513" y="1904"/>
                    </a:cubicBezTo>
                    <a:cubicBezTo>
                      <a:pt x="1279" y="1055"/>
                      <a:pt x="971" y="355"/>
                      <a:pt x="971" y="318"/>
                    </a:cubicBezTo>
                    <a:cubicBezTo>
                      <a:pt x="971" y="318"/>
                      <a:pt x="971" y="271"/>
                      <a:pt x="1008" y="234"/>
                    </a:cubicBezTo>
                    <a:cubicBezTo>
                      <a:pt x="1046" y="234"/>
                      <a:pt x="1083" y="234"/>
                      <a:pt x="1083" y="271"/>
                    </a:cubicBezTo>
                    <a:cubicBezTo>
                      <a:pt x="1083" y="271"/>
                      <a:pt x="1438" y="1055"/>
                      <a:pt x="1671" y="1951"/>
                    </a:cubicBezTo>
                    <a:cubicBezTo>
                      <a:pt x="1746" y="1951"/>
                      <a:pt x="1867" y="1989"/>
                      <a:pt x="1942" y="1989"/>
                    </a:cubicBezTo>
                    <a:cubicBezTo>
                      <a:pt x="2213" y="1989"/>
                      <a:pt x="2483" y="1867"/>
                      <a:pt x="2717" y="1671"/>
                    </a:cubicBezTo>
                    <a:cubicBezTo>
                      <a:pt x="2642" y="1559"/>
                      <a:pt x="2446" y="1400"/>
                      <a:pt x="2138" y="1363"/>
                    </a:cubicBezTo>
                    <a:cubicBezTo>
                      <a:pt x="2371" y="1204"/>
                      <a:pt x="2483" y="971"/>
                      <a:pt x="2567" y="663"/>
                    </a:cubicBezTo>
                    <a:cubicBezTo>
                      <a:pt x="2530" y="663"/>
                      <a:pt x="2446" y="626"/>
                      <a:pt x="2371" y="626"/>
                    </a:cubicBezTo>
                    <a:cubicBezTo>
                      <a:pt x="2175" y="626"/>
                      <a:pt x="1905" y="700"/>
                      <a:pt x="1634" y="934"/>
                    </a:cubicBezTo>
                    <a:cubicBezTo>
                      <a:pt x="1634" y="551"/>
                      <a:pt x="1363" y="196"/>
                      <a:pt x="10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 name="Google Shape;621;p22"/>
              <p:cNvSpPr/>
              <p:nvPr/>
            </p:nvSpPr>
            <p:spPr>
              <a:xfrm flipH="1">
                <a:off x="10911247" y="79872"/>
                <a:ext cx="15384" cy="33793"/>
              </a:xfrm>
              <a:custGeom>
                <a:avLst/>
                <a:gdLst/>
                <a:ahLst/>
                <a:cxnLst/>
                <a:rect l="l" t="t" r="r" b="b"/>
                <a:pathLst>
                  <a:path w="234" h="514" extrusionOk="0">
                    <a:moveTo>
                      <a:pt x="1" y="0"/>
                    </a:moveTo>
                    <a:cubicBezTo>
                      <a:pt x="38" y="159"/>
                      <a:pt x="85" y="318"/>
                      <a:pt x="122" y="467"/>
                    </a:cubicBezTo>
                    <a:cubicBezTo>
                      <a:pt x="122" y="514"/>
                      <a:pt x="159" y="514"/>
                      <a:pt x="197" y="514"/>
                    </a:cubicBezTo>
                    <a:cubicBezTo>
                      <a:pt x="234" y="514"/>
                      <a:pt x="234" y="467"/>
                      <a:pt x="234" y="430"/>
                    </a:cubicBezTo>
                    <a:cubicBezTo>
                      <a:pt x="197" y="318"/>
                      <a:pt x="197" y="159"/>
                      <a:pt x="159" y="47"/>
                    </a:cubicBezTo>
                    <a:cubicBezTo>
                      <a:pt x="122" y="0"/>
                      <a:pt x="38" y="0"/>
                      <a:pt x="1" y="0"/>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 name="Google Shape;622;p22"/>
              <p:cNvSpPr/>
              <p:nvPr/>
            </p:nvSpPr>
            <p:spPr>
              <a:xfrm flipH="1">
                <a:off x="10916111" y="-29986"/>
                <a:ext cx="46087" cy="113016"/>
              </a:xfrm>
              <a:custGeom>
                <a:avLst/>
                <a:gdLst/>
                <a:ahLst/>
                <a:cxnLst/>
                <a:rect l="l" t="t" r="r" b="b"/>
                <a:pathLst>
                  <a:path w="701" h="1719" extrusionOk="0">
                    <a:moveTo>
                      <a:pt x="37" y="1"/>
                    </a:moveTo>
                    <a:cubicBezTo>
                      <a:pt x="0" y="38"/>
                      <a:pt x="0" y="85"/>
                      <a:pt x="0" y="85"/>
                    </a:cubicBezTo>
                    <a:cubicBezTo>
                      <a:pt x="0" y="122"/>
                      <a:pt x="308" y="822"/>
                      <a:pt x="542" y="1671"/>
                    </a:cubicBezTo>
                    <a:cubicBezTo>
                      <a:pt x="579" y="1671"/>
                      <a:pt x="663" y="1671"/>
                      <a:pt x="700" y="1718"/>
                    </a:cubicBezTo>
                    <a:cubicBezTo>
                      <a:pt x="467" y="822"/>
                      <a:pt x="112" y="38"/>
                      <a:pt x="112" y="38"/>
                    </a:cubicBezTo>
                    <a:cubicBezTo>
                      <a:pt x="112" y="1"/>
                      <a:pt x="75" y="1"/>
                      <a:pt x="37" y="1"/>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3" name="Google Shape;623;p22"/>
            <p:cNvGrpSpPr/>
            <p:nvPr/>
          </p:nvGrpSpPr>
          <p:grpSpPr>
            <a:xfrm rot="5088202">
              <a:off x="4555365" y="4460854"/>
              <a:ext cx="254773" cy="287921"/>
              <a:chOff x="11317476" y="-265020"/>
              <a:chExt cx="217287" cy="245558"/>
            </a:xfrm>
          </p:grpSpPr>
          <p:sp>
            <p:nvSpPr>
              <p:cNvPr id="624" name="Google Shape;624;p22"/>
              <p:cNvSpPr/>
              <p:nvPr/>
            </p:nvSpPr>
            <p:spPr>
              <a:xfrm flipH="1">
                <a:off x="11317476" y="-265020"/>
                <a:ext cx="217287" cy="245558"/>
              </a:xfrm>
              <a:custGeom>
                <a:avLst/>
                <a:gdLst/>
                <a:ahLst/>
                <a:cxnLst/>
                <a:rect l="l" t="t" r="r" b="b"/>
                <a:pathLst>
                  <a:path w="3305" h="3735" extrusionOk="0">
                    <a:moveTo>
                      <a:pt x="1354" y="1"/>
                    </a:moveTo>
                    <a:cubicBezTo>
                      <a:pt x="1046" y="272"/>
                      <a:pt x="934" y="626"/>
                      <a:pt x="887" y="1009"/>
                    </a:cubicBezTo>
                    <a:cubicBezTo>
                      <a:pt x="617" y="701"/>
                      <a:pt x="271" y="580"/>
                      <a:pt x="75" y="580"/>
                    </a:cubicBezTo>
                    <a:cubicBezTo>
                      <a:pt x="1" y="1168"/>
                      <a:pt x="234" y="1709"/>
                      <a:pt x="701" y="2101"/>
                    </a:cubicBezTo>
                    <a:cubicBezTo>
                      <a:pt x="1867" y="1709"/>
                      <a:pt x="2838" y="1280"/>
                      <a:pt x="2838" y="1280"/>
                    </a:cubicBezTo>
                    <a:lnTo>
                      <a:pt x="2875" y="1242"/>
                    </a:lnTo>
                    <a:cubicBezTo>
                      <a:pt x="2913" y="1242"/>
                      <a:pt x="2950" y="1280"/>
                      <a:pt x="2987" y="1326"/>
                    </a:cubicBezTo>
                    <a:cubicBezTo>
                      <a:pt x="2987" y="1364"/>
                      <a:pt x="2987" y="1401"/>
                      <a:pt x="2913" y="1438"/>
                    </a:cubicBezTo>
                    <a:cubicBezTo>
                      <a:pt x="2913" y="1438"/>
                      <a:pt x="1905" y="1905"/>
                      <a:pt x="654" y="2297"/>
                    </a:cubicBezTo>
                    <a:cubicBezTo>
                      <a:pt x="542" y="2801"/>
                      <a:pt x="654" y="3305"/>
                      <a:pt x="1083" y="3734"/>
                    </a:cubicBezTo>
                    <a:cubicBezTo>
                      <a:pt x="1242" y="3613"/>
                      <a:pt x="1438" y="3342"/>
                      <a:pt x="1475" y="2913"/>
                    </a:cubicBezTo>
                    <a:cubicBezTo>
                      <a:pt x="1709" y="3230"/>
                      <a:pt x="2054" y="3426"/>
                      <a:pt x="2446" y="3501"/>
                    </a:cubicBezTo>
                    <a:cubicBezTo>
                      <a:pt x="2521" y="3230"/>
                      <a:pt x="2521" y="2726"/>
                      <a:pt x="2017" y="2213"/>
                    </a:cubicBezTo>
                    <a:cubicBezTo>
                      <a:pt x="2567" y="2176"/>
                      <a:pt x="3034" y="1830"/>
                      <a:pt x="3305" y="1280"/>
                    </a:cubicBezTo>
                    <a:cubicBezTo>
                      <a:pt x="3183" y="1205"/>
                      <a:pt x="2875" y="1046"/>
                      <a:pt x="2521" y="1046"/>
                    </a:cubicBezTo>
                    <a:cubicBezTo>
                      <a:pt x="2287" y="1046"/>
                      <a:pt x="2017" y="1130"/>
                      <a:pt x="1709" y="1280"/>
                    </a:cubicBezTo>
                    <a:cubicBezTo>
                      <a:pt x="1867" y="580"/>
                      <a:pt x="1550" y="160"/>
                      <a:pt x="13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 name="Google Shape;625;p22"/>
              <p:cNvSpPr/>
              <p:nvPr/>
            </p:nvSpPr>
            <p:spPr>
              <a:xfrm flipH="1">
                <a:off x="11486244" y="-126958"/>
                <a:ext cx="48520" cy="22814"/>
              </a:xfrm>
              <a:custGeom>
                <a:avLst/>
                <a:gdLst/>
                <a:ahLst/>
                <a:cxnLst/>
                <a:rect l="l" t="t" r="r" b="b"/>
                <a:pathLst>
                  <a:path w="738" h="347" extrusionOk="0">
                    <a:moveTo>
                      <a:pt x="701" y="1"/>
                    </a:moveTo>
                    <a:cubicBezTo>
                      <a:pt x="505" y="38"/>
                      <a:pt x="271" y="113"/>
                      <a:pt x="75" y="160"/>
                    </a:cubicBezTo>
                    <a:cubicBezTo>
                      <a:pt x="1" y="160"/>
                      <a:pt x="1" y="234"/>
                      <a:pt x="1" y="272"/>
                    </a:cubicBezTo>
                    <a:cubicBezTo>
                      <a:pt x="1" y="309"/>
                      <a:pt x="38" y="346"/>
                      <a:pt x="75" y="346"/>
                    </a:cubicBezTo>
                    <a:lnTo>
                      <a:pt x="113" y="346"/>
                    </a:lnTo>
                    <a:cubicBezTo>
                      <a:pt x="309" y="272"/>
                      <a:pt x="505" y="234"/>
                      <a:pt x="654" y="197"/>
                    </a:cubicBezTo>
                    <a:cubicBezTo>
                      <a:pt x="701" y="113"/>
                      <a:pt x="701" y="76"/>
                      <a:pt x="738" y="1"/>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 name="Google Shape;626;p22"/>
              <p:cNvSpPr/>
              <p:nvPr/>
            </p:nvSpPr>
            <p:spPr>
              <a:xfrm flipH="1">
                <a:off x="11338318" y="-183366"/>
                <a:ext cx="153515" cy="69361"/>
              </a:xfrm>
              <a:custGeom>
                <a:avLst/>
                <a:gdLst/>
                <a:ahLst/>
                <a:cxnLst/>
                <a:rect l="l" t="t" r="r" b="b"/>
                <a:pathLst>
                  <a:path w="2335" h="1055" extrusionOk="0">
                    <a:moveTo>
                      <a:pt x="2222" y="0"/>
                    </a:moveTo>
                    <a:lnTo>
                      <a:pt x="2185" y="38"/>
                    </a:lnTo>
                    <a:cubicBezTo>
                      <a:pt x="2185" y="38"/>
                      <a:pt x="1214" y="467"/>
                      <a:pt x="48" y="859"/>
                    </a:cubicBezTo>
                    <a:lnTo>
                      <a:pt x="85" y="859"/>
                    </a:lnTo>
                    <a:cubicBezTo>
                      <a:pt x="48" y="934"/>
                      <a:pt x="48" y="971"/>
                      <a:pt x="1" y="1055"/>
                    </a:cubicBezTo>
                    <a:cubicBezTo>
                      <a:pt x="1252" y="663"/>
                      <a:pt x="2260" y="196"/>
                      <a:pt x="2260" y="196"/>
                    </a:cubicBezTo>
                    <a:cubicBezTo>
                      <a:pt x="2334" y="159"/>
                      <a:pt x="2334" y="122"/>
                      <a:pt x="2334" y="84"/>
                    </a:cubicBezTo>
                    <a:cubicBezTo>
                      <a:pt x="2297" y="38"/>
                      <a:pt x="2260" y="0"/>
                      <a:pt x="2222" y="0"/>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7" name="Google Shape;627;p22"/>
            <p:cNvGrpSpPr/>
            <p:nvPr/>
          </p:nvGrpSpPr>
          <p:grpSpPr>
            <a:xfrm rot="-6580926" flipH="1">
              <a:off x="4011944" y="4822320"/>
              <a:ext cx="209443" cy="186392"/>
              <a:chOff x="10847407" y="-45304"/>
              <a:chExt cx="178629" cy="158969"/>
            </a:xfrm>
          </p:grpSpPr>
          <p:sp>
            <p:nvSpPr>
              <p:cNvPr id="628" name="Google Shape;628;p22"/>
              <p:cNvSpPr/>
              <p:nvPr/>
            </p:nvSpPr>
            <p:spPr>
              <a:xfrm flipH="1">
                <a:off x="10847407" y="-45304"/>
                <a:ext cx="178629" cy="153449"/>
              </a:xfrm>
              <a:custGeom>
                <a:avLst/>
                <a:gdLst/>
                <a:ahLst/>
                <a:cxnLst/>
                <a:rect l="l" t="t" r="r" b="b"/>
                <a:pathLst>
                  <a:path w="2717" h="2334" extrusionOk="0">
                    <a:moveTo>
                      <a:pt x="1008" y="0"/>
                    </a:moveTo>
                    <a:cubicBezTo>
                      <a:pt x="896" y="159"/>
                      <a:pt x="663" y="626"/>
                      <a:pt x="971" y="1130"/>
                    </a:cubicBezTo>
                    <a:lnTo>
                      <a:pt x="663" y="1130"/>
                    </a:lnTo>
                    <a:cubicBezTo>
                      <a:pt x="346" y="1130"/>
                      <a:pt x="112" y="1288"/>
                      <a:pt x="0" y="1363"/>
                    </a:cubicBezTo>
                    <a:cubicBezTo>
                      <a:pt x="196" y="1596"/>
                      <a:pt x="467" y="1718"/>
                      <a:pt x="738" y="1755"/>
                    </a:cubicBezTo>
                    <a:cubicBezTo>
                      <a:pt x="504" y="1951"/>
                      <a:pt x="430" y="2185"/>
                      <a:pt x="383" y="2297"/>
                    </a:cubicBezTo>
                    <a:cubicBezTo>
                      <a:pt x="467" y="2334"/>
                      <a:pt x="579" y="2334"/>
                      <a:pt x="663" y="2334"/>
                    </a:cubicBezTo>
                    <a:cubicBezTo>
                      <a:pt x="971" y="2334"/>
                      <a:pt x="1279" y="2185"/>
                      <a:pt x="1513" y="1904"/>
                    </a:cubicBezTo>
                    <a:cubicBezTo>
                      <a:pt x="1279" y="1055"/>
                      <a:pt x="971" y="355"/>
                      <a:pt x="971" y="318"/>
                    </a:cubicBezTo>
                    <a:cubicBezTo>
                      <a:pt x="971" y="318"/>
                      <a:pt x="971" y="271"/>
                      <a:pt x="1008" y="234"/>
                    </a:cubicBezTo>
                    <a:cubicBezTo>
                      <a:pt x="1046" y="234"/>
                      <a:pt x="1083" y="234"/>
                      <a:pt x="1083" y="271"/>
                    </a:cubicBezTo>
                    <a:cubicBezTo>
                      <a:pt x="1083" y="271"/>
                      <a:pt x="1438" y="1055"/>
                      <a:pt x="1671" y="1951"/>
                    </a:cubicBezTo>
                    <a:cubicBezTo>
                      <a:pt x="1746" y="1951"/>
                      <a:pt x="1867" y="1989"/>
                      <a:pt x="1942" y="1989"/>
                    </a:cubicBezTo>
                    <a:cubicBezTo>
                      <a:pt x="2213" y="1989"/>
                      <a:pt x="2483" y="1867"/>
                      <a:pt x="2717" y="1671"/>
                    </a:cubicBezTo>
                    <a:cubicBezTo>
                      <a:pt x="2642" y="1559"/>
                      <a:pt x="2446" y="1400"/>
                      <a:pt x="2138" y="1363"/>
                    </a:cubicBezTo>
                    <a:cubicBezTo>
                      <a:pt x="2371" y="1204"/>
                      <a:pt x="2483" y="971"/>
                      <a:pt x="2567" y="663"/>
                    </a:cubicBezTo>
                    <a:cubicBezTo>
                      <a:pt x="2530" y="663"/>
                      <a:pt x="2446" y="626"/>
                      <a:pt x="2371" y="626"/>
                    </a:cubicBezTo>
                    <a:cubicBezTo>
                      <a:pt x="2175" y="626"/>
                      <a:pt x="1905" y="700"/>
                      <a:pt x="1634" y="934"/>
                    </a:cubicBezTo>
                    <a:cubicBezTo>
                      <a:pt x="1634" y="551"/>
                      <a:pt x="1363" y="196"/>
                      <a:pt x="10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 name="Google Shape;629;p22"/>
              <p:cNvSpPr/>
              <p:nvPr/>
            </p:nvSpPr>
            <p:spPr>
              <a:xfrm flipH="1">
                <a:off x="10911247" y="79872"/>
                <a:ext cx="15384" cy="33793"/>
              </a:xfrm>
              <a:custGeom>
                <a:avLst/>
                <a:gdLst/>
                <a:ahLst/>
                <a:cxnLst/>
                <a:rect l="l" t="t" r="r" b="b"/>
                <a:pathLst>
                  <a:path w="234" h="514" extrusionOk="0">
                    <a:moveTo>
                      <a:pt x="1" y="0"/>
                    </a:moveTo>
                    <a:cubicBezTo>
                      <a:pt x="38" y="159"/>
                      <a:pt x="85" y="318"/>
                      <a:pt x="122" y="467"/>
                    </a:cubicBezTo>
                    <a:cubicBezTo>
                      <a:pt x="122" y="514"/>
                      <a:pt x="159" y="514"/>
                      <a:pt x="197" y="514"/>
                    </a:cubicBezTo>
                    <a:cubicBezTo>
                      <a:pt x="234" y="514"/>
                      <a:pt x="234" y="467"/>
                      <a:pt x="234" y="430"/>
                    </a:cubicBezTo>
                    <a:cubicBezTo>
                      <a:pt x="197" y="318"/>
                      <a:pt x="197" y="159"/>
                      <a:pt x="159" y="47"/>
                    </a:cubicBezTo>
                    <a:cubicBezTo>
                      <a:pt x="122" y="0"/>
                      <a:pt x="38" y="0"/>
                      <a:pt x="1" y="0"/>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 name="Google Shape;630;p22"/>
              <p:cNvSpPr/>
              <p:nvPr/>
            </p:nvSpPr>
            <p:spPr>
              <a:xfrm flipH="1">
                <a:off x="10916111" y="-29986"/>
                <a:ext cx="46087" cy="113016"/>
              </a:xfrm>
              <a:custGeom>
                <a:avLst/>
                <a:gdLst/>
                <a:ahLst/>
                <a:cxnLst/>
                <a:rect l="l" t="t" r="r" b="b"/>
                <a:pathLst>
                  <a:path w="701" h="1719" extrusionOk="0">
                    <a:moveTo>
                      <a:pt x="37" y="1"/>
                    </a:moveTo>
                    <a:cubicBezTo>
                      <a:pt x="0" y="38"/>
                      <a:pt x="0" y="85"/>
                      <a:pt x="0" y="85"/>
                    </a:cubicBezTo>
                    <a:cubicBezTo>
                      <a:pt x="0" y="122"/>
                      <a:pt x="308" y="822"/>
                      <a:pt x="542" y="1671"/>
                    </a:cubicBezTo>
                    <a:cubicBezTo>
                      <a:pt x="579" y="1671"/>
                      <a:pt x="663" y="1671"/>
                      <a:pt x="700" y="1718"/>
                    </a:cubicBezTo>
                    <a:cubicBezTo>
                      <a:pt x="467" y="822"/>
                      <a:pt x="112" y="38"/>
                      <a:pt x="112" y="38"/>
                    </a:cubicBezTo>
                    <a:cubicBezTo>
                      <a:pt x="112" y="1"/>
                      <a:pt x="75" y="1"/>
                      <a:pt x="37" y="1"/>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1" name="Google Shape;631;p22"/>
            <p:cNvGrpSpPr/>
            <p:nvPr/>
          </p:nvGrpSpPr>
          <p:grpSpPr>
            <a:xfrm rot="-5088202" flipH="1">
              <a:off x="3334965" y="4500379"/>
              <a:ext cx="254773" cy="287921"/>
              <a:chOff x="11317476" y="-265020"/>
              <a:chExt cx="217287" cy="245558"/>
            </a:xfrm>
          </p:grpSpPr>
          <p:sp>
            <p:nvSpPr>
              <p:cNvPr id="632" name="Google Shape;632;p22"/>
              <p:cNvSpPr/>
              <p:nvPr/>
            </p:nvSpPr>
            <p:spPr>
              <a:xfrm flipH="1">
                <a:off x="11317476" y="-265020"/>
                <a:ext cx="217287" cy="245558"/>
              </a:xfrm>
              <a:custGeom>
                <a:avLst/>
                <a:gdLst/>
                <a:ahLst/>
                <a:cxnLst/>
                <a:rect l="l" t="t" r="r" b="b"/>
                <a:pathLst>
                  <a:path w="3305" h="3735" extrusionOk="0">
                    <a:moveTo>
                      <a:pt x="1354" y="1"/>
                    </a:moveTo>
                    <a:cubicBezTo>
                      <a:pt x="1046" y="272"/>
                      <a:pt x="934" y="626"/>
                      <a:pt x="887" y="1009"/>
                    </a:cubicBezTo>
                    <a:cubicBezTo>
                      <a:pt x="617" y="701"/>
                      <a:pt x="271" y="580"/>
                      <a:pt x="75" y="580"/>
                    </a:cubicBezTo>
                    <a:cubicBezTo>
                      <a:pt x="1" y="1168"/>
                      <a:pt x="234" y="1709"/>
                      <a:pt x="701" y="2101"/>
                    </a:cubicBezTo>
                    <a:cubicBezTo>
                      <a:pt x="1867" y="1709"/>
                      <a:pt x="2838" y="1280"/>
                      <a:pt x="2838" y="1280"/>
                    </a:cubicBezTo>
                    <a:lnTo>
                      <a:pt x="2875" y="1242"/>
                    </a:lnTo>
                    <a:cubicBezTo>
                      <a:pt x="2913" y="1242"/>
                      <a:pt x="2950" y="1280"/>
                      <a:pt x="2987" y="1326"/>
                    </a:cubicBezTo>
                    <a:cubicBezTo>
                      <a:pt x="2987" y="1364"/>
                      <a:pt x="2987" y="1401"/>
                      <a:pt x="2913" y="1438"/>
                    </a:cubicBezTo>
                    <a:cubicBezTo>
                      <a:pt x="2913" y="1438"/>
                      <a:pt x="1905" y="1905"/>
                      <a:pt x="654" y="2297"/>
                    </a:cubicBezTo>
                    <a:cubicBezTo>
                      <a:pt x="542" y="2801"/>
                      <a:pt x="654" y="3305"/>
                      <a:pt x="1083" y="3734"/>
                    </a:cubicBezTo>
                    <a:cubicBezTo>
                      <a:pt x="1242" y="3613"/>
                      <a:pt x="1438" y="3342"/>
                      <a:pt x="1475" y="2913"/>
                    </a:cubicBezTo>
                    <a:cubicBezTo>
                      <a:pt x="1709" y="3230"/>
                      <a:pt x="2054" y="3426"/>
                      <a:pt x="2446" y="3501"/>
                    </a:cubicBezTo>
                    <a:cubicBezTo>
                      <a:pt x="2521" y="3230"/>
                      <a:pt x="2521" y="2726"/>
                      <a:pt x="2017" y="2213"/>
                    </a:cubicBezTo>
                    <a:cubicBezTo>
                      <a:pt x="2567" y="2176"/>
                      <a:pt x="3034" y="1830"/>
                      <a:pt x="3305" y="1280"/>
                    </a:cubicBezTo>
                    <a:cubicBezTo>
                      <a:pt x="3183" y="1205"/>
                      <a:pt x="2875" y="1046"/>
                      <a:pt x="2521" y="1046"/>
                    </a:cubicBezTo>
                    <a:cubicBezTo>
                      <a:pt x="2287" y="1046"/>
                      <a:pt x="2017" y="1130"/>
                      <a:pt x="1709" y="1280"/>
                    </a:cubicBezTo>
                    <a:cubicBezTo>
                      <a:pt x="1867" y="580"/>
                      <a:pt x="1550" y="160"/>
                      <a:pt x="13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 name="Google Shape;633;p22"/>
              <p:cNvSpPr/>
              <p:nvPr/>
            </p:nvSpPr>
            <p:spPr>
              <a:xfrm flipH="1">
                <a:off x="11486244" y="-126958"/>
                <a:ext cx="48520" cy="22814"/>
              </a:xfrm>
              <a:custGeom>
                <a:avLst/>
                <a:gdLst/>
                <a:ahLst/>
                <a:cxnLst/>
                <a:rect l="l" t="t" r="r" b="b"/>
                <a:pathLst>
                  <a:path w="738" h="347" extrusionOk="0">
                    <a:moveTo>
                      <a:pt x="701" y="1"/>
                    </a:moveTo>
                    <a:cubicBezTo>
                      <a:pt x="505" y="38"/>
                      <a:pt x="271" y="113"/>
                      <a:pt x="75" y="160"/>
                    </a:cubicBezTo>
                    <a:cubicBezTo>
                      <a:pt x="1" y="160"/>
                      <a:pt x="1" y="234"/>
                      <a:pt x="1" y="272"/>
                    </a:cubicBezTo>
                    <a:cubicBezTo>
                      <a:pt x="1" y="309"/>
                      <a:pt x="38" y="346"/>
                      <a:pt x="75" y="346"/>
                    </a:cubicBezTo>
                    <a:lnTo>
                      <a:pt x="113" y="346"/>
                    </a:lnTo>
                    <a:cubicBezTo>
                      <a:pt x="309" y="272"/>
                      <a:pt x="505" y="234"/>
                      <a:pt x="654" y="197"/>
                    </a:cubicBezTo>
                    <a:cubicBezTo>
                      <a:pt x="701" y="113"/>
                      <a:pt x="701" y="76"/>
                      <a:pt x="738" y="1"/>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 name="Google Shape;634;p22"/>
              <p:cNvSpPr/>
              <p:nvPr/>
            </p:nvSpPr>
            <p:spPr>
              <a:xfrm flipH="1">
                <a:off x="11338318" y="-183366"/>
                <a:ext cx="153515" cy="69361"/>
              </a:xfrm>
              <a:custGeom>
                <a:avLst/>
                <a:gdLst/>
                <a:ahLst/>
                <a:cxnLst/>
                <a:rect l="l" t="t" r="r" b="b"/>
                <a:pathLst>
                  <a:path w="2335" h="1055" extrusionOk="0">
                    <a:moveTo>
                      <a:pt x="2222" y="0"/>
                    </a:moveTo>
                    <a:lnTo>
                      <a:pt x="2185" y="38"/>
                    </a:lnTo>
                    <a:cubicBezTo>
                      <a:pt x="2185" y="38"/>
                      <a:pt x="1214" y="467"/>
                      <a:pt x="48" y="859"/>
                    </a:cubicBezTo>
                    <a:lnTo>
                      <a:pt x="85" y="859"/>
                    </a:lnTo>
                    <a:cubicBezTo>
                      <a:pt x="48" y="934"/>
                      <a:pt x="48" y="971"/>
                      <a:pt x="1" y="1055"/>
                    </a:cubicBezTo>
                    <a:cubicBezTo>
                      <a:pt x="1252" y="663"/>
                      <a:pt x="2260" y="196"/>
                      <a:pt x="2260" y="196"/>
                    </a:cubicBezTo>
                    <a:cubicBezTo>
                      <a:pt x="2334" y="159"/>
                      <a:pt x="2334" y="122"/>
                      <a:pt x="2334" y="84"/>
                    </a:cubicBezTo>
                    <a:cubicBezTo>
                      <a:pt x="2297" y="38"/>
                      <a:pt x="2260" y="0"/>
                      <a:pt x="2222" y="0"/>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5" name="Google Shape;635;p22"/>
            <p:cNvGrpSpPr/>
            <p:nvPr/>
          </p:nvGrpSpPr>
          <p:grpSpPr>
            <a:xfrm rot="-3557410" flipH="1">
              <a:off x="2410580" y="4653253"/>
              <a:ext cx="254776" cy="287924"/>
              <a:chOff x="11317476" y="-265020"/>
              <a:chExt cx="217287" cy="245558"/>
            </a:xfrm>
          </p:grpSpPr>
          <p:sp>
            <p:nvSpPr>
              <p:cNvPr id="636" name="Google Shape;636;p22"/>
              <p:cNvSpPr/>
              <p:nvPr/>
            </p:nvSpPr>
            <p:spPr>
              <a:xfrm flipH="1">
                <a:off x="11317476" y="-265020"/>
                <a:ext cx="217287" cy="245558"/>
              </a:xfrm>
              <a:custGeom>
                <a:avLst/>
                <a:gdLst/>
                <a:ahLst/>
                <a:cxnLst/>
                <a:rect l="l" t="t" r="r" b="b"/>
                <a:pathLst>
                  <a:path w="3305" h="3735" extrusionOk="0">
                    <a:moveTo>
                      <a:pt x="1354" y="1"/>
                    </a:moveTo>
                    <a:cubicBezTo>
                      <a:pt x="1046" y="272"/>
                      <a:pt x="934" y="626"/>
                      <a:pt x="887" y="1009"/>
                    </a:cubicBezTo>
                    <a:cubicBezTo>
                      <a:pt x="617" y="701"/>
                      <a:pt x="271" y="580"/>
                      <a:pt x="75" y="580"/>
                    </a:cubicBezTo>
                    <a:cubicBezTo>
                      <a:pt x="1" y="1168"/>
                      <a:pt x="234" y="1709"/>
                      <a:pt x="701" y="2101"/>
                    </a:cubicBezTo>
                    <a:cubicBezTo>
                      <a:pt x="1867" y="1709"/>
                      <a:pt x="2838" y="1280"/>
                      <a:pt x="2838" y="1280"/>
                    </a:cubicBezTo>
                    <a:lnTo>
                      <a:pt x="2875" y="1242"/>
                    </a:lnTo>
                    <a:cubicBezTo>
                      <a:pt x="2913" y="1242"/>
                      <a:pt x="2950" y="1280"/>
                      <a:pt x="2987" y="1326"/>
                    </a:cubicBezTo>
                    <a:cubicBezTo>
                      <a:pt x="2987" y="1364"/>
                      <a:pt x="2987" y="1401"/>
                      <a:pt x="2913" y="1438"/>
                    </a:cubicBezTo>
                    <a:cubicBezTo>
                      <a:pt x="2913" y="1438"/>
                      <a:pt x="1905" y="1905"/>
                      <a:pt x="654" y="2297"/>
                    </a:cubicBezTo>
                    <a:cubicBezTo>
                      <a:pt x="542" y="2801"/>
                      <a:pt x="654" y="3305"/>
                      <a:pt x="1083" y="3734"/>
                    </a:cubicBezTo>
                    <a:cubicBezTo>
                      <a:pt x="1242" y="3613"/>
                      <a:pt x="1438" y="3342"/>
                      <a:pt x="1475" y="2913"/>
                    </a:cubicBezTo>
                    <a:cubicBezTo>
                      <a:pt x="1709" y="3230"/>
                      <a:pt x="2054" y="3426"/>
                      <a:pt x="2446" y="3501"/>
                    </a:cubicBezTo>
                    <a:cubicBezTo>
                      <a:pt x="2521" y="3230"/>
                      <a:pt x="2521" y="2726"/>
                      <a:pt x="2017" y="2213"/>
                    </a:cubicBezTo>
                    <a:cubicBezTo>
                      <a:pt x="2567" y="2176"/>
                      <a:pt x="3034" y="1830"/>
                      <a:pt x="3305" y="1280"/>
                    </a:cubicBezTo>
                    <a:cubicBezTo>
                      <a:pt x="3183" y="1205"/>
                      <a:pt x="2875" y="1046"/>
                      <a:pt x="2521" y="1046"/>
                    </a:cubicBezTo>
                    <a:cubicBezTo>
                      <a:pt x="2287" y="1046"/>
                      <a:pt x="2017" y="1130"/>
                      <a:pt x="1709" y="1280"/>
                    </a:cubicBezTo>
                    <a:cubicBezTo>
                      <a:pt x="1867" y="580"/>
                      <a:pt x="1550" y="160"/>
                      <a:pt x="13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 name="Google Shape;637;p22"/>
              <p:cNvSpPr/>
              <p:nvPr/>
            </p:nvSpPr>
            <p:spPr>
              <a:xfrm flipH="1">
                <a:off x="11486244" y="-126958"/>
                <a:ext cx="48520" cy="22814"/>
              </a:xfrm>
              <a:custGeom>
                <a:avLst/>
                <a:gdLst/>
                <a:ahLst/>
                <a:cxnLst/>
                <a:rect l="l" t="t" r="r" b="b"/>
                <a:pathLst>
                  <a:path w="738" h="347" extrusionOk="0">
                    <a:moveTo>
                      <a:pt x="701" y="1"/>
                    </a:moveTo>
                    <a:cubicBezTo>
                      <a:pt x="505" y="38"/>
                      <a:pt x="271" y="113"/>
                      <a:pt x="75" y="160"/>
                    </a:cubicBezTo>
                    <a:cubicBezTo>
                      <a:pt x="1" y="160"/>
                      <a:pt x="1" y="234"/>
                      <a:pt x="1" y="272"/>
                    </a:cubicBezTo>
                    <a:cubicBezTo>
                      <a:pt x="1" y="309"/>
                      <a:pt x="38" y="346"/>
                      <a:pt x="75" y="346"/>
                    </a:cubicBezTo>
                    <a:lnTo>
                      <a:pt x="113" y="346"/>
                    </a:lnTo>
                    <a:cubicBezTo>
                      <a:pt x="309" y="272"/>
                      <a:pt x="505" y="234"/>
                      <a:pt x="654" y="197"/>
                    </a:cubicBezTo>
                    <a:cubicBezTo>
                      <a:pt x="701" y="113"/>
                      <a:pt x="701" y="76"/>
                      <a:pt x="738" y="1"/>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 name="Google Shape;638;p22"/>
              <p:cNvSpPr/>
              <p:nvPr/>
            </p:nvSpPr>
            <p:spPr>
              <a:xfrm flipH="1">
                <a:off x="11338318" y="-183366"/>
                <a:ext cx="153515" cy="69361"/>
              </a:xfrm>
              <a:custGeom>
                <a:avLst/>
                <a:gdLst/>
                <a:ahLst/>
                <a:cxnLst/>
                <a:rect l="l" t="t" r="r" b="b"/>
                <a:pathLst>
                  <a:path w="2335" h="1055" extrusionOk="0">
                    <a:moveTo>
                      <a:pt x="2222" y="0"/>
                    </a:moveTo>
                    <a:lnTo>
                      <a:pt x="2185" y="38"/>
                    </a:lnTo>
                    <a:cubicBezTo>
                      <a:pt x="2185" y="38"/>
                      <a:pt x="1214" y="467"/>
                      <a:pt x="48" y="859"/>
                    </a:cubicBezTo>
                    <a:lnTo>
                      <a:pt x="85" y="859"/>
                    </a:lnTo>
                    <a:cubicBezTo>
                      <a:pt x="48" y="934"/>
                      <a:pt x="48" y="971"/>
                      <a:pt x="1" y="1055"/>
                    </a:cubicBezTo>
                    <a:cubicBezTo>
                      <a:pt x="1252" y="663"/>
                      <a:pt x="2260" y="196"/>
                      <a:pt x="2260" y="196"/>
                    </a:cubicBezTo>
                    <a:cubicBezTo>
                      <a:pt x="2334" y="159"/>
                      <a:pt x="2334" y="122"/>
                      <a:pt x="2334" y="84"/>
                    </a:cubicBezTo>
                    <a:cubicBezTo>
                      <a:pt x="2297" y="38"/>
                      <a:pt x="2260" y="0"/>
                      <a:pt x="2222" y="0"/>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9" name="Google Shape;639;p22"/>
            <p:cNvGrpSpPr/>
            <p:nvPr/>
          </p:nvGrpSpPr>
          <p:grpSpPr>
            <a:xfrm rot="-6580926" flipH="1">
              <a:off x="1619919" y="4464620"/>
              <a:ext cx="209443" cy="186392"/>
              <a:chOff x="10847407" y="-45304"/>
              <a:chExt cx="178629" cy="158969"/>
            </a:xfrm>
          </p:grpSpPr>
          <p:sp>
            <p:nvSpPr>
              <p:cNvPr id="640" name="Google Shape;640;p22"/>
              <p:cNvSpPr/>
              <p:nvPr/>
            </p:nvSpPr>
            <p:spPr>
              <a:xfrm flipH="1">
                <a:off x="10847407" y="-45304"/>
                <a:ext cx="178629" cy="153449"/>
              </a:xfrm>
              <a:custGeom>
                <a:avLst/>
                <a:gdLst/>
                <a:ahLst/>
                <a:cxnLst/>
                <a:rect l="l" t="t" r="r" b="b"/>
                <a:pathLst>
                  <a:path w="2717" h="2334" extrusionOk="0">
                    <a:moveTo>
                      <a:pt x="1008" y="0"/>
                    </a:moveTo>
                    <a:cubicBezTo>
                      <a:pt x="896" y="159"/>
                      <a:pt x="663" y="626"/>
                      <a:pt x="971" y="1130"/>
                    </a:cubicBezTo>
                    <a:lnTo>
                      <a:pt x="663" y="1130"/>
                    </a:lnTo>
                    <a:cubicBezTo>
                      <a:pt x="346" y="1130"/>
                      <a:pt x="112" y="1288"/>
                      <a:pt x="0" y="1363"/>
                    </a:cubicBezTo>
                    <a:cubicBezTo>
                      <a:pt x="196" y="1596"/>
                      <a:pt x="467" y="1718"/>
                      <a:pt x="738" y="1755"/>
                    </a:cubicBezTo>
                    <a:cubicBezTo>
                      <a:pt x="504" y="1951"/>
                      <a:pt x="430" y="2185"/>
                      <a:pt x="383" y="2297"/>
                    </a:cubicBezTo>
                    <a:cubicBezTo>
                      <a:pt x="467" y="2334"/>
                      <a:pt x="579" y="2334"/>
                      <a:pt x="663" y="2334"/>
                    </a:cubicBezTo>
                    <a:cubicBezTo>
                      <a:pt x="971" y="2334"/>
                      <a:pt x="1279" y="2185"/>
                      <a:pt x="1513" y="1904"/>
                    </a:cubicBezTo>
                    <a:cubicBezTo>
                      <a:pt x="1279" y="1055"/>
                      <a:pt x="971" y="355"/>
                      <a:pt x="971" y="318"/>
                    </a:cubicBezTo>
                    <a:cubicBezTo>
                      <a:pt x="971" y="318"/>
                      <a:pt x="971" y="271"/>
                      <a:pt x="1008" y="234"/>
                    </a:cubicBezTo>
                    <a:cubicBezTo>
                      <a:pt x="1046" y="234"/>
                      <a:pt x="1083" y="234"/>
                      <a:pt x="1083" y="271"/>
                    </a:cubicBezTo>
                    <a:cubicBezTo>
                      <a:pt x="1083" y="271"/>
                      <a:pt x="1438" y="1055"/>
                      <a:pt x="1671" y="1951"/>
                    </a:cubicBezTo>
                    <a:cubicBezTo>
                      <a:pt x="1746" y="1951"/>
                      <a:pt x="1867" y="1989"/>
                      <a:pt x="1942" y="1989"/>
                    </a:cubicBezTo>
                    <a:cubicBezTo>
                      <a:pt x="2213" y="1989"/>
                      <a:pt x="2483" y="1867"/>
                      <a:pt x="2717" y="1671"/>
                    </a:cubicBezTo>
                    <a:cubicBezTo>
                      <a:pt x="2642" y="1559"/>
                      <a:pt x="2446" y="1400"/>
                      <a:pt x="2138" y="1363"/>
                    </a:cubicBezTo>
                    <a:cubicBezTo>
                      <a:pt x="2371" y="1204"/>
                      <a:pt x="2483" y="971"/>
                      <a:pt x="2567" y="663"/>
                    </a:cubicBezTo>
                    <a:cubicBezTo>
                      <a:pt x="2530" y="663"/>
                      <a:pt x="2446" y="626"/>
                      <a:pt x="2371" y="626"/>
                    </a:cubicBezTo>
                    <a:cubicBezTo>
                      <a:pt x="2175" y="626"/>
                      <a:pt x="1905" y="700"/>
                      <a:pt x="1634" y="934"/>
                    </a:cubicBezTo>
                    <a:cubicBezTo>
                      <a:pt x="1634" y="551"/>
                      <a:pt x="1363" y="196"/>
                      <a:pt x="10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1" name="Google Shape;641;p22"/>
              <p:cNvSpPr/>
              <p:nvPr/>
            </p:nvSpPr>
            <p:spPr>
              <a:xfrm flipH="1">
                <a:off x="10911247" y="79872"/>
                <a:ext cx="15384" cy="33793"/>
              </a:xfrm>
              <a:custGeom>
                <a:avLst/>
                <a:gdLst/>
                <a:ahLst/>
                <a:cxnLst/>
                <a:rect l="l" t="t" r="r" b="b"/>
                <a:pathLst>
                  <a:path w="234" h="514" extrusionOk="0">
                    <a:moveTo>
                      <a:pt x="1" y="0"/>
                    </a:moveTo>
                    <a:cubicBezTo>
                      <a:pt x="38" y="159"/>
                      <a:pt x="85" y="318"/>
                      <a:pt x="122" y="467"/>
                    </a:cubicBezTo>
                    <a:cubicBezTo>
                      <a:pt x="122" y="514"/>
                      <a:pt x="159" y="514"/>
                      <a:pt x="197" y="514"/>
                    </a:cubicBezTo>
                    <a:cubicBezTo>
                      <a:pt x="234" y="514"/>
                      <a:pt x="234" y="467"/>
                      <a:pt x="234" y="430"/>
                    </a:cubicBezTo>
                    <a:cubicBezTo>
                      <a:pt x="197" y="318"/>
                      <a:pt x="197" y="159"/>
                      <a:pt x="159" y="47"/>
                    </a:cubicBezTo>
                    <a:cubicBezTo>
                      <a:pt x="122" y="0"/>
                      <a:pt x="38" y="0"/>
                      <a:pt x="1" y="0"/>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2" name="Google Shape;642;p22"/>
              <p:cNvSpPr/>
              <p:nvPr/>
            </p:nvSpPr>
            <p:spPr>
              <a:xfrm flipH="1">
                <a:off x="10916111" y="-29986"/>
                <a:ext cx="46087" cy="113016"/>
              </a:xfrm>
              <a:custGeom>
                <a:avLst/>
                <a:gdLst/>
                <a:ahLst/>
                <a:cxnLst/>
                <a:rect l="l" t="t" r="r" b="b"/>
                <a:pathLst>
                  <a:path w="701" h="1719" extrusionOk="0">
                    <a:moveTo>
                      <a:pt x="37" y="1"/>
                    </a:moveTo>
                    <a:cubicBezTo>
                      <a:pt x="0" y="38"/>
                      <a:pt x="0" y="85"/>
                      <a:pt x="0" y="85"/>
                    </a:cubicBezTo>
                    <a:cubicBezTo>
                      <a:pt x="0" y="122"/>
                      <a:pt x="308" y="822"/>
                      <a:pt x="542" y="1671"/>
                    </a:cubicBezTo>
                    <a:cubicBezTo>
                      <a:pt x="579" y="1671"/>
                      <a:pt x="663" y="1671"/>
                      <a:pt x="700" y="1718"/>
                    </a:cubicBezTo>
                    <a:cubicBezTo>
                      <a:pt x="467" y="822"/>
                      <a:pt x="112" y="38"/>
                      <a:pt x="112" y="38"/>
                    </a:cubicBezTo>
                    <a:cubicBezTo>
                      <a:pt x="112" y="1"/>
                      <a:pt x="75" y="1"/>
                      <a:pt x="37" y="1"/>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3" name="Google Shape;643;p22"/>
            <p:cNvGrpSpPr/>
            <p:nvPr/>
          </p:nvGrpSpPr>
          <p:grpSpPr>
            <a:xfrm rot="-5088202" flipH="1">
              <a:off x="743690" y="4696379"/>
              <a:ext cx="254773" cy="287921"/>
              <a:chOff x="11317476" y="-265020"/>
              <a:chExt cx="217287" cy="245558"/>
            </a:xfrm>
          </p:grpSpPr>
          <p:sp>
            <p:nvSpPr>
              <p:cNvPr id="644" name="Google Shape;644;p22"/>
              <p:cNvSpPr/>
              <p:nvPr/>
            </p:nvSpPr>
            <p:spPr>
              <a:xfrm flipH="1">
                <a:off x="11317476" y="-265020"/>
                <a:ext cx="217287" cy="245558"/>
              </a:xfrm>
              <a:custGeom>
                <a:avLst/>
                <a:gdLst/>
                <a:ahLst/>
                <a:cxnLst/>
                <a:rect l="l" t="t" r="r" b="b"/>
                <a:pathLst>
                  <a:path w="3305" h="3735" extrusionOk="0">
                    <a:moveTo>
                      <a:pt x="1354" y="1"/>
                    </a:moveTo>
                    <a:cubicBezTo>
                      <a:pt x="1046" y="272"/>
                      <a:pt x="934" y="626"/>
                      <a:pt x="887" y="1009"/>
                    </a:cubicBezTo>
                    <a:cubicBezTo>
                      <a:pt x="617" y="701"/>
                      <a:pt x="271" y="580"/>
                      <a:pt x="75" y="580"/>
                    </a:cubicBezTo>
                    <a:cubicBezTo>
                      <a:pt x="1" y="1168"/>
                      <a:pt x="234" y="1709"/>
                      <a:pt x="701" y="2101"/>
                    </a:cubicBezTo>
                    <a:cubicBezTo>
                      <a:pt x="1867" y="1709"/>
                      <a:pt x="2838" y="1280"/>
                      <a:pt x="2838" y="1280"/>
                    </a:cubicBezTo>
                    <a:lnTo>
                      <a:pt x="2875" y="1242"/>
                    </a:lnTo>
                    <a:cubicBezTo>
                      <a:pt x="2913" y="1242"/>
                      <a:pt x="2950" y="1280"/>
                      <a:pt x="2987" y="1326"/>
                    </a:cubicBezTo>
                    <a:cubicBezTo>
                      <a:pt x="2987" y="1364"/>
                      <a:pt x="2987" y="1401"/>
                      <a:pt x="2913" y="1438"/>
                    </a:cubicBezTo>
                    <a:cubicBezTo>
                      <a:pt x="2913" y="1438"/>
                      <a:pt x="1905" y="1905"/>
                      <a:pt x="654" y="2297"/>
                    </a:cubicBezTo>
                    <a:cubicBezTo>
                      <a:pt x="542" y="2801"/>
                      <a:pt x="654" y="3305"/>
                      <a:pt x="1083" y="3734"/>
                    </a:cubicBezTo>
                    <a:cubicBezTo>
                      <a:pt x="1242" y="3613"/>
                      <a:pt x="1438" y="3342"/>
                      <a:pt x="1475" y="2913"/>
                    </a:cubicBezTo>
                    <a:cubicBezTo>
                      <a:pt x="1709" y="3230"/>
                      <a:pt x="2054" y="3426"/>
                      <a:pt x="2446" y="3501"/>
                    </a:cubicBezTo>
                    <a:cubicBezTo>
                      <a:pt x="2521" y="3230"/>
                      <a:pt x="2521" y="2726"/>
                      <a:pt x="2017" y="2213"/>
                    </a:cubicBezTo>
                    <a:cubicBezTo>
                      <a:pt x="2567" y="2176"/>
                      <a:pt x="3034" y="1830"/>
                      <a:pt x="3305" y="1280"/>
                    </a:cubicBezTo>
                    <a:cubicBezTo>
                      <a:pt x="3183" y="1205"/>
                      <a:pt x="2875" y="1046"/>
                      <a:pt x="2521" y="1046"/>
                    </a:cubicBezTo>
                    <a:cubicBezTo>
                      <a:pt x="2287" y="1046"/>
                      <a:pt x="2017" y="1130"/>
                      <a:pt x="1709" y="1280"/>
                    </a:cubicBezTo>
                    <a:cubicBezTo>
                      <a:pt x="1867" y="580"/>
                      <a:pt x="1550" y="160"/>
                      <a:pt x="13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5" name="Google Shape;645;p22"/>
              <p:cNvSpPr/>
              <p:nvPr/>
            </p:nvSpPr>
            <p:spPr>
              <a:xfrm flipH="1">
                <a:off x="11486244" y="-126958"/>
                <a:ext cx="48520" cy="22814"/>
              </a:xfrm>
              <a:custGeom>
                <a:avLst/>
                <a:gdLst/>
                <a:ahLst/>
                <a:cxnLst/>
                <a:rect l="l" t="t" r="r" b="b"/>
                <a:pathLst>
                  <a:path w="738" h="347" extrusionOk="0">
                    <a:moveTo>
                      <a:pt x="701" y="1"/>
                    </a:moveTo>
                    <a:cubicBezTo>
                      <a:pt x="505" y="38"/>
                      <a:pt x="271" y="113"/>
                      <a:pt x="75" y="160"/>
                    </a:cubicBezTo>
                    <a:cubicBezTo>
                      <a:pt x="1" y="160"/>
                      <a:pt x="1" y="234"/>
                      <a:pt x="1" y="272"/>
                    </a:cubicBezTo>
                    <a:cubicBezTo>
                      <a:pt x="1" y="309"/>
                      <a:pt x="38" y="346"/>
                      <a:pt x="75" y="346"/>
                    </a:cubicBezTo>
                    <a:lnTo>
                      <a:pt x="113" y="346"/>
                    </a:lnTo>
                    <a:cubicBezTo>
                      <a:pt x="309" y="272"/>
                      <a:pt x="505" y="234"/>
                      <a:pt x="654" y="197"/>
                    </a:cubicBezTo>
                    <a:cubicBezTo>
                      <a:pt x="701" y="113"/>
                      <a:pt x="701" y="76"/>
                      <a:pt x="738" y="1"/>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6" name="Google Shape;646;p22"/>
              <p:cNvSpPr/>
              <p:nvPr/>
            </p:nvSpPr>
            <p:spPr>
              <a:xfrm flipH="1">
                <a:off x="11338318" y="-183366"/>
                <a:ext cx="153515" cy="69361"/>
              </a:xfrm>
              <a:custGeom>
                <a:avLst/>
                <a:gdLst/>
                <a:ahLst/>
                <a:cxnLst/>
                <a:rect l="l" t="t" r="r" b="b"/>
                <a:pathLst>
                  <a:path w="2335" h="1055" extrusionOk="0">
                    <a:moveTo>
                      <a:pt x="2222" y="0"/>
                    </a:moveTo>
                    <a:lnTo>
                      <a:pt x="2185" y="38"/>
                    </a:lnTo>
                    <a:cubicBezTo>
                      <a:pt x="2185" y="38"/>
                      <a:pt x="1214" y="467"/>
                      <a:pt x="48" y="859"/>
                    </a:cubicBezTo>
                    <a:lnTo>
                      <a:pt x="85" y="859"/>
                    </a:lnTo>
                    <a:cubicBezTo>
                      <a:pt x="48" y="934"/>
                      <a:pt x="48" y="971"/>
                      <a:pt x="1" y="1055"/>
                    </a:cubicBezTo>
                    <a:cubicBezTo>
                      <a:pt x="1252" y="663"/>
                      <a:pt x="2260" y="196"/>
                      <a:pt x="2260" y="196"/>
                    </a:cubicBezTo>
                    <a:cubicBezTo>
                      <a:pt x="2334" y="159"/>
                      <a:pt x="2334" y="122"/>
                      <a:pt x="2334" y="84"/>
                    </a:cubicBezTo>
                    <a:cubicBezTo>
                      <a:pt x="2297" y="38"/>
                      <a:pt x="2260" y="0"/>
                      <a:pt x="2222" y="0"/>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47" name="Google Shape;647;p22"/>
            <p:cNvGrpSpPr/>
            <p:nvPr/>
          </p:nvGrpSpPr>
          <p:grpSpPr>
            <a:xfrm rot="5400000" flipH="1">
              <a:off x="354369" y="4391022"/>
              <a:ext cx="209443" cy="186391"/>
              <a:chOff x="10847407" y="-45304"/>
              <a:chExt cx="178629" cy="158969"/>
            </a:xfrm>
          </p:grpSpPr>
          <p:sp>
            <p:nvSpPr>
              <p:cNvPr id="648" name="Google Shape;648;p22"/>
              <p:cNvSpPr/>
              <p:nvPr/>
            </p:nvSpPr>
            <p:spPr>
              <a:xfrm flipH="1">
                <a:off x="10847407" y="-45304"/>
                <a:ext cx="178629" cy="153449"/>
              </a:xfrm>
              <a:custGeom>
                <a:avLst/>
                <a:gdLst/>
                <a:ahLst/>
                <a:cxnLst/>
                <a:rect l="l" t="t" r="r" b="b"/>
                <a:pathLst>
                  <a:path w="2717" h="2334" extrusionOk="0">
                    <a:moveTo>
                      <a:pt x="1008" y="0"/>
                    </a:moveTo>
                    <a:cubicBezTo>
                      <a:pt x="896" y="159"/>
                      <a:pt x="663" y="626"/>
                      <a:pt x="971" y="1130"/>
                    </a:cubicBezTo>
                    <a:lnTo>
                      <a:pt x="663" y="1130"/>
                    </a:lnTo>
                    <a:cubicBezTo>
                      <a:pt x="346" y="1130"/>
                      <a:pt x="112" y="1288"/>
                      <a:pt x="0" y="1363"/>
                    </a:cubicBezTo>
                    <a:cubicBezTo>
                      <a:pt x="196" y="1596"/>
                      <a:pt x="467" y="1718"/>
                      <a:pt x="738" y="1755"/>
                    </a:cubicBezTo>
                    <a:cubicBezTo>
                      <a:pt x="504" y="1951"/>
                      <a:pt x="430" y="2185"/>
                      <a:pt x="383" y="2297"/>
                    </a:cubicBezTo>
                    <a:cubicBezTo>
                      <a:pt x="467" y="2334"/>
                      <a:pt x="579" y="2334"/>
                      <a:pt x="663" y="2334"/>
                    </a:cubicBezTo>
                    <a:cubicBezTo>
                      <a:pt x="971" y="2334"/>
                      <a:pt x="1279" y="2185"/>
                      <a:pt x="1513" y="1904"/>
                    </a:cubicBezTo>
                    <a:cubicBezTo>
                      <a:pt x="1279" y="1055"/>
                      <a:pt x="971" y="355"/>
                      <a:pt x="971" y="318"/>
                    </a:cubicBezTo>
                    <a:cubicBezTo>
                      <a:pt x="971" y="318"/>
                      <a:pt x="971" y="271"/>
                      <a:pt x="1008" y="234"/>
                    </a:cubicBezTo>
                    <a:cubicBezTo>
                      <a:pt x="1046" y="234"/>
                      <a:pt x="1083" y="234"/>
                      <a:pt x="1083" y="271"/>
                    </a:cubicBezTo>
                    <a:cubicBezTo>
                      <a:pt x="1083" y="271"/>
                      <a:pt x="1438" y="1055"/>
                      <a:pt x="1671" y="1951"/>
                    </a:cubicBezTo>
                    <a:cubicBezTo>
                      <a:pt x="1746" y="1951"/>
                      <a:pt x="1867" y="1989"/>
                      <a:pt x="1942" y="1989"/>
                    </a:cubicBezTo>
                    <a:cubicBezTo>
                      <a:pt x="2213" y="1989"/>
                      <a:pt x="2483" y="1867"/>
                      <a:pt x="2717" y="1671"/>
                    </a:cubicBezTo>
                    <a:cubicBezTo>
                      <a:pt x="2642" y="1559"/>
                      <a:pt x="2446" y="1400"/>
                      <a:pt x="2138" y="1363"/>
                    </a:cubicBezTo>
                    <a:cubicBezTo>
                      <a:pt x="2371" y="1204"/>
                      <a:pt x="2483" y="971"/>
                      <a:pt x="2567" y="663"/>
                    </a:cubicBezTo>
                    <a:cubicBezTo>
                      <a:pt x="2530" y="663"/>
                      <a:pt x="2446" y="626"/>
                      <a:pt x="2371" y="626"/>
                    </a:cubicBezTo>
                    <a:cubicBezTo>
                      <a:pt x="2175" y="626"/>
                      <a:pt x="1905" y="700"/>
                      <a:pt x="1634" y="934"/>
                    </a:cubicBezTo>
                    <a:cubicBezTo>
                      <a:pt x="1634" y="551"/>
                      <a:pt x="1363" y="196"/>
                      <a:pt x="10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49" name="Google Shape;649;p22"/>
              <p:cNvSpPr/>
              <p:nvPr/>
            </p:nvSpPr>
            <p:spPr>
              <a:xfrm flipH="1">
                <a:off x="10911247" y="79872"/>
                <a:ext cx="15384" cy="33793"/>
              </a:xfrm>
              <a:custGeom>
                <a:avLst/>
                <a:gdLst/>
                <a:ahLst/>
                <a:cxnLst/>
                <a:rect l="l" t="t" r="r" b="b"/>
                <a:pathLst>
                  <a:path w="234" h="514" extrusionOk="0">
                    <a:moveTo>
                      <a:pt x="1" y="0"/>
                    </a:moveTo>
                    <a:cubicBezTo>
                      <a:pt x="38" y="159"/>
                      <a:pt x="85" y="318"/>
                      <a:pt x="122" y="467"/>
                    </a:cubicBezTo>
                    <a:cubicBezTo>
                      <a:pt x="122" y="514"/>
                      <a:pt x="159" y="514"/>
                      <a:pt x="197" y="514"/>
                    </a:cubicBezTo>
                    <a:cubicBezTo>
                      <a:pt x="234" y="514"/>
                      <a:pt x="234" y="467"/>
                      <a:pt x="234" y="430"/>
                    </a:cubicBezTo>
                    <a:cubicBezTo>
                      <a:pt x="197" y="318"/>
                      <a:pt x="197" y="159"/>
                      <a:pt x="159" y="47"/>
                    </a:cubicBezTo>
                    <a:cubicBezTo>
                      <a:pt x="122" y="0"/>
                      <a:pt x="38" y="0"/>
                      <a:pt x="1" y="0"/>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0" name="Google Shape;650;p22"/>
              <p:cNvSpPr/>
              <p:nvPr/>
            </p:nvSpPr>
            <p:spPr>
              <a:xfrm flipH="1">
                <a:off x="10916111" y="-29986"/>
                <a:ext cx="46087" cy="113016"/>
              </a:xfrm>
              <a:custGeom>
                <a:avLst/>
                <a:gdLst/>
                <a:ahLst/>
                <a:cxnLst/>
                <a:rect l="l" t="t" r="r" b="b"/>
                <a:pathLst>
                  <a:path w="701" h="1719" extrusionOk="0">
                    <a:moveTo>
                      <a:pt x="37" y="1"/>
                    </a:moveTo>
                    <a:cubicBezTo>
                      <a:pt x="0" y="38"/>
                      <a:pt x="0" y="85"/>
                      <a:pt x="0" y="85"/>
                    </a:cubicBezTo>
                    <a:cubicBezTo>
                      <a:pt x="0" y="122"/>
                      <a:pt x="308" y="822"/>
                      <a:pt x="542" y="1671"/>
                    </a:cubicBezTo>
                    <a:cubicBezTo>
                      <a:pt x="579" y="1671"/>
                      <a:pt x="663" y="1671"/>
                      <a:pt x="700" y="1718"/>
                    </a:cubicBezTo>
                    <a:cubicBezTo>
                      <a:pt x="467" y="822"/>
                      <a:pt x="112" y="38"/>
                      <a:pt x="112" y="38"/>
                    </a:cubicBezTo>
                    <a:cubicBezTo>
                      <a:pt x="112" y="1"/>
                      <a:pt x="75" y="1"/>
                      <a:pt x="37" y="1"/>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51" name="Google Shape;651;p22"/>
          <p:cNvGrpSpPr/>
          <p:nvPr/>
        </p:nvGrpSpPr>
        <p:grpSpPr>
          <a:xfrm>
            <a:off x="-367000" y="297524"/>
            <a:ext cx="9803625" cy="3166636"/>
            <a:chOff x="-367000" y="297524"/>
            <a:chExt cx="9803625" cy="3166636"/>
          </a:xfrm>
        </p:grpSpPr>
        <p:sp>
          <p:nvSpPr>
            <p:cNvPr id="652" name="Google Shape;652;p22"/>
            <p:cNvSpPr/>
            <p:nvPr/>
          </p:nvSpPr>
          <p:spPr>
            <a:xfrm flipH="1">
              <a:off x="6870915" y="1911969"/>
              <a:ext cx="1268813" cy="337198"/>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3" name="Google Shape;653;p22"/>
            <p:cNvSpPr/>
            <p:nvPr/>
          </p:nvSpPr>
          <p:spPr>
            <a:xfrm>
              <a:off x="664915" y="1484565"/>
              <a:ext cx="1608173" cy="427409"/>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4" name="Google Shape;654;p22"/>
            <p:cNvSpPr/>
            <p:nvPr/>
          </p:nvSpPr>
          <p:spPr>
            <a:xfrm>
              <a:off x="-367000" y="2571750"/>
              <a:ext cx="1016520" cy="337197"/>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5" name="Google Shape;655;p22"/>
            <p:cNvSpPr/>
            <p:nvPr/>
          </p:nvSpPr>
          <p:spPr>
            <a:xfrm>
              <a:off x="7596050" y="370503"/>
              <a:ext cx="1016396" cy="337197"/>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6" name="Google Shape;656;p22"/>
            <p:cNvSpPr/>
            <p:nvPr/>
          </p:nvSpPr>
          <p:spPr>
            <a:xfrm flipH="1">
              <a:off x="649533" y="297524"/>
              <a:ext cx="728167" cy="241573"/>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57" name="Google Shape;657;p22"/>
            <p:cNvSpPr/>
            <p:nvPr/>
          </p:nvSpPr>
          <p:spPr>
            <a:xfrm flipH="1">
              <a:off x="8708458" y="3222587"/>
              <a:ext cx="728167" cy="241573"/>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and Text 1">
  <p:cSld name="CUSTOM_13">
    <p:spTree>
      <p:nvGrpSpPr>
        <p:cNvPr id="1" name="Shape 658"/>
        <p:cNvGrpSpPr/>
        <p:nvPr/>
      </p:nvGrpSpPr>
      <p:grpSpPr>
        <a:xfrm>
          <a:off x="0" y="0"/>
          <a:ext cx="0" cy="0"/>
          <a:chOff x="0" y="0"/>
          <a:chExt cx="0" cy="0"/>
        </a:xfrm>
      </p:grpSpPr>
      <p:sp>
        <p:nvSpPr>
          <p:cNvPr id="659" name="Google Shape;659;p23"/>
          <p:cNvSpPr/>
          <p:nvPr/>
        </p:nvSpPr>
        <p:spPr>
          <a:xfrm>
            <a:off x="-50" y="2684875"/>
            <a:ext cx="9144111" cy="2029966"/>
          </a:xfrm>
          <a:custGeom>
            <a:avLst/>
            <a:gdLst/>
            <a:ahLst/>
            <a:cxnLst/>
            <a:rect l="l" t="t" r="r" b="b"/>
            <a:pathLst>
              <a:path w="116675" h="33837" extrusionOk="0">
                <a:moveTo>
                  <a:pt x="24464" y="1"/>
                </a:moveTo>
                <a:cubicBezTo>
                  <a:pt x="18743" y="1"/>
                  <a:pt x="14001" y="4164"/>
                  <a:pt x="13142" y="9615"/>
                </a:cubicBezTo>
                <a:cubicBezTo>
                  <a:pt x="11705" y="8989"/>
                  <a:pt x="10146" y="8635"/>
                  <a:pt x="8475" y="8635"/>
                </a:cubicBezTo>
                <a:cubicBezTo>
                  <a:pt x="5134" y="8635"/>
                  <a:pt x="2100" y="10119"/>
                  <a:pt x="0" y="12415"/>
                </a:cubicBezTo>
                <a:lnTo>
                  <a:pt x="0" y="33836"/>
                </a:lnTo>
                <a:lnTo>
                  <a:pt x="116675" y="33836"/>
                </a:lnTo>
                <a:lnTo>
                  <a:pt x="116675" y="10119"/>
                </a:lnTo>
                <a:cubicBezTo>
                  <a:pt x="115508" y="9727"/>
                  <a:pt x="114257" y="9531"/>
                  <a:pt x="113016" y="9531"/>
                </a:cubicBezTo>
                <a:cubicBezTo>
                  <a:pt x="110486" y="9531"/>
                  <a:pt x="108115" y="10352"/>
                  <a:pt x="106249" y="11752"/>
                </a:cubicBezTo>
                <a:cubicBezTo>
                  <a:pt x="105119" y="6581"/>
                  <a:pt x="100536" y="2652"/>
                  <a:pt x="95011" y="2652"/>
                </a:cubicBezTo>
                <a:cubicBezTo>
                  <a:pt x="89802" y="2652"/>
                  <a:pt x="85406" y="6189"/>
                  <a:pt x="84006" y="10968"/>
                </a:cubicBezTo>
                <a:cubicBezTo>
                  <a:pt x="81943" y="8793"/>
                  <a:pt x="79021" y="7468"/>
                  <a:pt x="75801" y="7468"/>
                </a:cubicBezTo>
                <a:cubicBezTo>
                  <a:pt x="72142" y="7468"/>
                  <a:pt x="68913" y="9148"/>
                  <a:pt x="66813" y="11789"/>
                </a:cubicBezTo>
                <a:cubicBezTo>
                  <a:pt x="66075" y="6189"/>
                  <a:pt x="61287" y="1868"/>
                  <a:pt x="55453" y="1868"/>
                </a:cubicBezTo>
                <a:cubicBezTo>
                  <a:pt x="49470" y="1868"/>
                  <a:pt x="44532" y="6497"/>
                  <a:pt x="44066" y="12368"/>
                </a:cubicBezTo>
                <a:cubicBezTo>
                  <a:pt x="42348" y="11360"/>
                  <a:pt x="40332" y="10781"/>
                  <a:pt x="38185" y="10781"/>
                </a:cubicBezTo>
                <a:cubicBezTo>
                  <a:pt x="37411" y="10781"/>
                  <a:pt x="36636" y="10856"/>
                  <a:pt x="35899" y="11015"/>
                </a:cubicBezTo>
                <a:cubicBezTo>
                  <a:pt x="35665" y="4901"/>
                  <a:pt x="30606" y="1"/>
                  <a:pt x="24464"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0" name="Google Shape;660;p23"/>
          <p:cNvGrpSpPr/>
          <p:nvPr/>
        </p:nvGrpSpPr>
        <p:grpSpPr>
          <a:xfrm>
            <a:off x="-75" y="4401134"/>
            <a:ext cx="9144111" cy="753303"/>
            <a:chOff x="-75" y="3996089"/>
            <a:chExt cx="9144111" cy="818986"/>
          </a:xfrm>
        </p:grpSpPr>
        <p:sp>
          <p:nvSpPr>
            <p:cNvPr id="661" name="Google Shape;661;p23"/>
            <p:cNvSpPr/>
            <p:nvPr/>
          </p:nvSpPr>
          <p:spPr>
            <a:xfrm>
              <a:off x="-75" y="3996089"/>
              <a:ext cx="9144111" cy="818865"/>
            </a:xfrm>
            <a:custGeom>
              <a:avLst/>
              <a:gdLst/>
              <a:ahLst/>
              <a:cxnLst/>
              <a:rect l="l" t="t" r="r" b="b"/>
              <a:pathLst>
                <a:path w="116675" h="3930" extrusionOk="0">
                  <a:moveTo>
                    <a:pt x="0" y="0"/>
                  </a:moveTo>
                  <a:lnTo>
                    <a:pt x="0" y="3930"/>
                  </a:lnTo>
                  <a:lnTo>
                    <a:pt x="116675" y="3930"/>
                  </a:lnTo>
                  <a:lnTo>
                    <a:pt x="116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62" name="Google Shape;662;p23"/>
            <p:cNvGrpSpPr/>
            <p:nvPr/>
          </p:nvGrpSpPr>
          <p:grpSpPr>
            <a:xfrm>
              <a:off x="43175" y="3996198"/>
              <a:ext cx="9057943" cy="818877"/>
              <a:chOff x="31859" y="3637483"/>
              <a:chExt cx="9057943" cy="954958"/>
            </a:xfrm>
          </p:grpSpPr>
          <p:sp>
            <p:nvSpPr>
              <p:cNvPr id="663" name="Google Shape;663;p23"/>
              <p:cNvSpPr/>
              <p:nvPr/>
            </p:nvSpPr>
            <p:spPr>
              <a:xfrm>
                <a:off x="31859" y="3637483"/>
                <a:ext cx="583516" cy="954958"/>
              </a:xfrm>
              <a:custGeom>
                <a:avLst/>
                <a:gdLst/>
                <a:ahLst/>
                <a:cxnLst/>
                <a:rect l="l" t="t" r="r" b="b"/>
                <a:pathLst>
                  <a:path w="7506" h="12284" extrusionOk="0">
                    <a:moveTo>
                      <a:pt x="7393" y="0"/>
                    </a:moveTo>
                    <a:lnTo>
                      <a:pt x="1" y="12209"/>
                    </a:lnTo>
                    <a:lnTo>
                      <a:pt x="160" y="12284"/>
                    </a:lnTo>
                    <a:lnTo>
                      <a:pt x="7505" y="75"/>
                    </a:lnTo>
                    <a:lnTo>
                      <a:pt x="7393"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4" name="Google Shape;664;p23"/>
              <p:cNvSpPr/>
              <p:nvPr/>
            </p:nvSpPr>
            <p:spPr>
              <a:xfrm>
                <a:off x="1843027" y="3637483"/>
                <a:ext cx="353484" cy="954958"/>
              </a:xfrm>
              <a:custGeom>
                <a:avLst/>
                <a:gdLst/>
                <a:ahLst/>
                <a:cxnLst/>
                <a:rect l="l" t="t" r="r" b="b"/>
                <a:pathLst>
                  <a:path w="4547" h="12284" extrusionOk="0">
                    <a:moveTo>
                      <a:pt x="4397" y="0"/>
                    </a:moveTo>
                    <a:lnTo>
                      <a:pt x="0" y="12209"/>
                    </a:lnTo>
                    <a:lnTo>
                      <a:pt x="112" y="12284"/>
                    </a:lnTo>
                    <a:lnTo>
                      <a:pt x="4546" y="75"/>
                    </a:lnTo>
                    <a:lnTo>
                      <a:pt x="4397"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5" name="Google Shape;665;p23"/>
              <p:cNvSpPr/>
              <p:nvPr/>
            </p:nvSpPr>
            <p:spPr>
              <a:xfrm>
                <a:off x="3651240" y="3640359"/>
                <a:ext cx="127105" cy="949205"/>
              </a:xfrm>
              <a:custGeom>
                <a:avLst/>
                <a:gdLst/>
                <a:ahLst/>
                <a:cxnLst/>
                <a:rect l="l" t="t" r="r" b="b"/>
                <a:pathLst>
                  <a:path w="1635" h="12210" extrusionOk="0">
                    <a:moveTo>
                      <a:pt x="1475" y="1"/>
                    </a:moveTo>
                    <a:lnTo>
                      <a:pt x="1" y="12209"/>
                    </a:lnTo>
                    <a:lnTo>
                      <a:pt x="150" y="12209"/>
                    </a:lnTo>
                    <a:lnTo>
                      <a:pt x="1634" y="1"/>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6" name="Google Shape;666;p23"/>
              <p:cNvSpPr/>
              <p:nvPr/>
            </p:nvSpPr>
            <p:spPr>
              <a:xfrm>
                <a:off x="5347043" y="3640359"/>
                <a:ext cx="124151" cy="949205"/>
              </a:xfrm>
              <a:custGeom>
                <a:avLst/>
                <a:gdLst/>
                <a:ahLst/>
                <a:cxnLst/>
                <a:rect l="l" t="t" r="r" b="b"/>
                <a:pathLst>
                  <a:path w="1597" h="12210" extrusionOk="0">
                    <a:moveTo>
                      <a:pt x="0" y="1"/>
                    </a:moveTo>
                    <a:lnTo>
                      <a:pt x="1438" y="12209"/>
                    </a:lnTo>
                    <a:lnTo>
                      <a:pt x="1596" y="12209"/>
                    </a:lnTo>
                    <a:lnTo>
                      <a:pt x="159" y="1"/>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7" name="Google Shape;667;p23"/>
              <p:cNvSpPr/>
              <p:nvPr/>
            </p:nvSpPr>
            <p:spPr>
              <a:xfrm>
                <a:off x="6925226" y="3637483"/>
                <a:ext cx="357060" cy="954958"/>
              </a:xfrm>
              <a:custGeom>
                <a:avLst/>
                <a:gdLst/>
                <a:ahLst/>
                <a:cxnLst/>
                <a:rect l="l" t="t" r="r" b="b"/>
                <a:pathLst>
                  <a:path w="4593" h="12284" extrusionOk="0">
                    <a:moveTo>
                      <a:pt x="159" y="0"/>
                    </a:moveTo>
                    <a:lnTo>
                      <a:pt x="1" y="75"/>
                    </a:lnTo>
                    <a:lnTo>
                      <a:pt x="4434" y="12284"/>
                    </a:lnTo>
                    <a:lnTo>
                      <a:pt x="4593" y="12209"/>
                    </a:lnTo>
                    <a:lnTo>
                      <a:pt x="159"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68" name="Google Shape;668;p23"/>
              <p:cNvSpPr/>
              <p:nvPr/>
            </p:nvSpPr>
            <p:spPr>
              <a:xfrm>
                <a:off x="8506364" y="3637483"/>
                <a:ext cx="583439" cy="954958"/>
              </a:xfrm>
              <a:custGeom>
                <a:avLst/>
                <a:gdLst/>
                <a:ahLst/>
                <a:cxnLst/>
                <a:rect l="l" t="t" r="r" b="b"/>
                <a:pathLst>
                  <a:path w="7505" h="12284" extrusionOk="0">
                    <a:moveTo>
                      <a:pt x="159" y="0"/>
                    </a:moveTo>
                    <a:lnTo>
                      <a:pt x="0" y="75"/>
                    </a:lnTo>
                    <a:lnTo>
                      <a:pt x="7355" y="12284"/>
                    </a:lnTo>
                    <a:lnTo>
                      <a:pt x="7505" y="12209"/>
                    </a:lnTo>
                    <a:lnTo>
                      <a:pt x="159"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669" name="Google Shape;669;p23"/>
          <p:cNvSpPr txBox="1">
            <a:spLocks noGrp="1"/>
          </p:cNvSpPr>
          <p:nvPr>
            <p:ph type="title"/>
          </p:nvPr>
        </p:nvSpPr>
        <p:spPr>
          <a:xfrm>
            <a:off x="713100" y="1030025"/>
            <a:ext cx="2717100" cy="2211000"/>
          </a:xfrm>
          <a:prstGeom prst="rect">
            <a:avLst/>
          </a:prstGeom>
        </p:spPr>
        <p:txBody>
          <a:bodyPr spcFirstLastPara="1" wrap="square" lIns="14400" tIns="14400" rIns="14400" bIns="14400"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670" name="Google Shape;670;p23"/>
          <p:cNvSpPr txBox="1">
            <a:spLocks noGrp="1"/>
          </p:cNvSpPr>
          <p:nvPr>
            <p:ph type="subTitle" idx="1"/>
          </p:nvPr>
        </p:nvSpPr>
        <p:spPr>
          <a:xfrm>
            <a:off x="713100" y="3398625"/>
            <a:ext cx="2376900" cy="874200"/>
          </a:xfrm>
          <a:prstGeom prst="rect">
            <a:avLst/>
          </a:prstGeom>
        </p:spPr>
        <p:txBody>
          <a:bodyPr spcFirstLastPara="1" wrap="square" lIns="14400" tIns="14400" rIns="14400" bIns="14400" anchor="t" anchorCtr="0">
            <a:noAutofit/>
          </a:bodyPr>
          <a:lstStyle>
            <a:lvl1pPr lvl="0" rtl="0">
              <a:lnSpc>
                <a:spcPct val="100000"/>
              </a:lnSpc>
              <a:spcBef>
                <a:spcPts val="0"/>
              </a:spcBef>
              <a:spcAft>
                <a:spcPts val="0"/>
              </a:spcAft>
              <a:buSzPts val="1400"/>
              <a:buNone/>
              <a:defRPr sz="13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two columns 1">
  <p:cSld name="TITLE_AND_TWO_COLUMNS_1">
    <p:spTree>
      <p:nvGrpSpPr>
        <p:cNvPr id="1" name="Shape 720"/>
        <p:cNvGrpSpPr/>
        <p:nvPr/>
      </p:nvGrpSpPr>
      <p:grpSpPr>
        <a:xfrm>
          <a:off x="0" y="0"/>
          <a:ext cx="0" cy="0"/>
          <a:chOff x="0" y="0"/>
          <a:chExt cx="0" cy="0"/>
        </a:xfrm>
      </p:grpSpPr>
      <p:sp>
        <p:nvSpPr>
          <p:cNvPr id="721" name="Google Shape;721;p27"/>
          <p:cNvSpPr/>
          <p:nvPr/>
        </p:nvSpPr>
        <p:spPr>
          <a:xfrm>
            <a:off x="75" y="1645605"/>
            <a:ext cx="9143898" cy="1810504"/>
          </a:xfrm>
          <a:custGeom>
            <a:avLst/>
            <a:gdLst/>
            <a:ahLst/>
            <a:cxnLst/>
            <a:rect l="l" t="t" r="r" b="b"/>
            <a:pathLst>
              <a:path w="116676" h="10501" extrusionOk="0">
                <a:moveTo>
                  <a:pt x="1" y="0"/>
                </a:moveTo>
                <a:lnTo>
                  <a:pt x="1" y="10501"/>
                </a:lnTo>
                <a:lnTo>
                  <a:pt x="116675" y="10501"/>
                </a:lnTo>
                <a:lnTo>
                  <a:pt x="116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2" name="Google Shape;722;p27"/>
          <p:cNvSpPr/>
          <p:nvPr/>
        </p:nvSpPr>
        <p:spPr>
          <a:xfrm>
            <a:off x="50" y="1645605"/>
            <a:ext cx="9143898" cy="1810504"/>
          </a:xfrm>
          <a:custGeom>
            <a:avLst/>
            <a:gdLst/>
            <a:ahLst/>
            <a:cxnLst/>
            <a:rect l="l" t="t" r="r" b="b"/>
            <a:pathLst>
              <a:path w="116676" h="10501" extrusionOk="0">
                <a:moveTo>
                  <a:pt x="1" y="0"/>
                </a:moveTo>
                <a:lnTo>
                  <a:pt x="1" y="10501"/>
                </a:lnTo>
                <a:lnTo>
                  <a:pt x="116675" y="10501"/>
                </a:lnTo>
                <a:lnTo>
                  <a:pt x="116675" y="0"/>
                </a:ln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3" name="Google Shape;723;p27"/>
          <p:cNvSpPr/>
          <p:nvPr/>
        </p:nvSpPr>
        <p:spPr>
          <a:xfrm>
            <a:off x="0" y="4357500"/>
            <a:ext cx="9144300" cy="7860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4" name="Google Shape;724;p27"/>
          <p:cNvSpPr/>
          <p:nvPr/>
        </p:nvSpPr>
        <p:spPr>
          <a:xfrm rot="5400000">
            <a:off x="4385400" y="-4388050"/>
            <a:ext cx="373500" cy="91440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5" name="Google Shape;725;p27"/>
          <p:cNvSpPr/>
          <p:nvPr/>
        </p:nvSpPr>
        <p:spPr>
          <a:xfrm rot="5400000">
            <a:off x="3940200" y="-3563850"/>
            <a:ext cx="1263900" cy="9144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26" name="Google Shape;726;p27"/>
          <p:cNvGrpSpPr/>
          <p:nvPr/>
        </p:nvGrpSpPr>
        <p:grpSpPr>
          <a:xfrm>
            <a:off x="86200" y="345862"/>
            <a:ext cx="9057943" cy="1294064"/>
            <a:chOff x="31859" y="3637483"/>
            <a:chExt cx="9057943" cy="954958"/>
          </a:xfrm>
        </p:grpSpPr>
        <p:sp>
          <p:nvSpPr>
            <p:cNvPr id="727" name="Google Shape;727;p27"/>
            <p:cNvSpPr/>
            <p:nvPr/>
          </p:nvSpPr>
          <p:spPr>
            <a:xfrm>
              <a:off x="31859" y="3637483"/>
              <a:ext cx="583516" cy="954958"/>
            </a:xfrm>
            <a:custGeom>
              <a:avLst/>
              <a:gdLst/>
              <a:ahLst/>
              <a:cxnLst/>
              <a:rect l="l" t="t" r="r" b="b"/>
              <a:pathLst>
                <a:path w="7506" h="12284" extrusionOk="0">
                  <a:moveTo>
                    <a:pt x="7393" y="0"/>
                  </a:moveTo>
                  <a:lnTo>
                    <a:pt x="1" y="12209"/>
                  </a:lnTo>
                  <a:lnTo>
                    <a:pt x="160" y="12284"/>
                  </a:lnTo>
                  <a:lnTo>
                    <a:pt x="7505" y="75"/>
                  </a:lnTo>
                  <a:lnTo>
                    <a:pt x="7393"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8" name="Google Shape;728;p27"/>
            <p:cNvSpPr/>
            <p:nvPr/>
          </p:nvSpPr>
          <p:spPr>
            <a:xfrm>
              <a:off x="1843027" y="3637483"/>
              <a:ext cx="353484" cy="954958"/>
            </a:xfrm>
            <a:custGeom>
              <a:avLst/>
              <a:gdLst/>
              <a:ahLst/>
              <a:cxnLst/>
              <a:rect l="l" t="t" r="r" b="b"/>
              <a:pathLst>
                <a:path w="4547" h="12284" extrusionOk="0">
                  <a:moveTo>
                    <a:pt x="4397" y="0"/>
                  </a:moveTo>
                  <a:lnTo>
                    <a:pt x="0" y="12209"/>
                  </a:lnTo>
                  <a:lnTo>
                    <a:pt x="112" y="12284"/>
                  </a:lnTo>
                  <a:lnTo>
                    <a:pt x="4546" y="75"/>
                  </a:lnTo>
                  <a:lnTo>
                    <a:pt x="4397"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29" name="Google Shape;729;p27"/>
            <p:cNvSpPr/>
            <p:nvPr/>
          </p:nvSpPr>
          <p:spPr>
            <a:xfrm>
              <a:off x="6925226" y="3637483"/>
              <a:ext cx="357060" cy="954958"/>
            </a:xfrm>
            <a:custGeom>
              <a:avLst/>
              <a:gdLst/>
              <a:ahLst/>
              <a:cxnLst/>
              <a:rect l="l" t="t" r="r" b="b"/>
              <a:pathLst>
                <a:path w="4593" h="12284" extrusionOk="0">
                  <a:moveTo>
                    <a:pt x="159" y="0"/>
                  </a:moveTo>
                  <a:lnTo>
                    <a:pt x="1" y="75"/>
                  </a:lnTo>
                  <a:lnTo>
                    <a:pt x="4434" y="12284"/>
                  </a:lnTo>
                  <a:lnTo>
                    <a:pt x="4593" y="12209"/>
                  </a:lnTo>
                  <a:lnTo>
                    <a:pt x="159"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0" name="Google Shape;730;p27"/>
            <p:cNvSpPr/>
            <p:nvPr/>
          </p:nvSpPr>
          <p:spPr>
            <a:xfrm>
              <a:off x="8506364" y="3637483"/>
              <a:ext cx="583439" cy="954958"/>
            </a:xfrm>
            <a:custGeom>
              <a:avLst/>
              <a:gdLst/>
              <a:ahLst/>
              <a:cxnLst/>
              <a:rect l="l" t="t" r="r" b="b"/>
              <a:pathLst>
                <a:path w="7505" h="12284" extrusionOk="0">
                  <a:moveTo>
                    <a:pt x="159" y="0"/>
                  </a:moveTo>
                  <a:lnTo>
                    <a:pt x="0" y="75"/>
                  </a:lnTo>
                  <a:lnTo>
                    <a:pt x="7355" y="12284"/>
                  </a:lnTo>
                  <a:lnTo>
                    <a:pt x="7505" y="12209"/>
                  </a:lnTo>
                  <a:lnTo>
                    <a:pt x="159"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1" name="Google Shape;731;p27"/>
          <p:cNvSpPr/>
          <p:nvPr/>
        </p:nvSpPr>
        <p:spPr>
          <a:xfrm rot="5400000">
            <a:off x="4086649" y="-638820"/>
            <a:ext cx="970703" cy="91440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32" name="Google Shape;732;p27"/>
          <p:cNvGrpSpPr/>
          <p:nvPr/>
        </p:nvGrpSpPr>
        <p:grpSpPr>
          <a:xfrm>
            <a:off x="-43176" y="3447807"/>
            <a:ext cx="9236385" cy="1010632"/>
            <a:chOff x="31859" y="3637483"/>
            <a:chExt cx="9057943" cy="954958"/>
          </a:xfrm>
        </p:grpSpPr>
        <p:sp>
          <p:nvSpPr>
            <p:cNvPr id="733" name="Google Shape;733;p27"/>
            <p:cNvSpPr/>
            <p:nvPr/>
          </p:nvSpPr>
          <p:spPr>
            <a:xfrm>
              <a:off x="31859" y="3637483"/>
              <a:ext cx="583516" cy="954958"/>
            </a:xfrm>
            <a:custGeom>
              <a:avLst/>
              <a:gdLst/>
              <a:ahLst/>
              <a:cxnLst/>
              <a:rect l="l" t="t" r="r" b="b"/>
              <a:pathLst>
                <a:path w="7506" h="12284" extrusionOk="0">
                  <a:moveTo>
                    <a:pt x="7393" y="0"/>
                  </a:moveTo>
                  <a:lnTo>
                    <a:pt x="1" y="12209"/>
                  </a:lnTo>
                  <a:lnTo>
                    <a:pt x="160" y="12284"/>
                  </a:lnTo>
                  <a:lnTo>
                    <a:pt x="7505" y="75"/>
                  </a:lnTo>
                  <a:lnTo>
                    <a:pt x="7393"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4" name="Google Shape;734;p27"/>
            <p:cNvSpPr/>
            <p:nvPr/>
          </p:nvSpPr>
          <p:spPr>
            <a:xfrm>
              <a:off x="1843027" y="3637483"/>
              <a:ext cx="353484" cy="954958"/>
            </a:xfrm>
            <a:custGeom>
              <a:avLst/>
              <a:gdLst/>
              <a:ahLst/>
              <a:cxnLst/>
              <a:rect l="l" t="t" r="r" b="b"/>
              <a:pathLst>
                <a:path w="4547" h="12284" extrusionOk="0">
                  <a:moveTo>
                    <a:pt x="4397" y="0"/>
                  </a:moveTo>
                  <a:lnTo>
                    <a:pt x="0" y="12209"/>
                  </a:lnTo>
                  <a:lnTo>
                    <a:pt x="112" y="12284"/>
                  </a:lnTo>
                  <a:lnTo>
                    <a:pt x="4546" y="75"/>
                  </a:lnTo>
                  <a:lnTo>
                    <a:pt x="4397"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5" name="Google Shape;735;p27"/>
            <p:cNvSpPr/>
            <p:nvPr/>
          </p:nvSpPr>
          <p:spPr>
            <a:xfrm>
              <a:off x="3651240" y="3640359"/>
              <a:ext cx="127105" cy="949205"/>
            </a:xfrm>
            <a:custGeom>
              <a:avLst/>
              <a:gdLst/>
              <a:ahLst/>
              <a:cxnLst/>
              <a:rect l="l" t="t" r="r" b="b"/>
              <a:pathLst>
                <a:path w="1635" h="12210" extrusionOk="0">
                  <a:moveTo>
                    <a:pt x="1475" y="1"/>
                  </a:moveTo>
                  <a:lnTo>
                    <a:pt x="1" y="12209"/>
                  </a:lnTo>
                  <a:lnTo>
                    <a:pt x="150" y="12209"/>
                  </a:lnTo>
                  <a:lnTo>
                    <a:pt x="1634" y="1"/>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6" name="Google Shape;736;p27"/>
            <p:cNvSpPr/>
            <p:nvPr/>
          </p:nvSpPr>
          <p:spPr>
            <a:xfrm>
              <a:off x="5347043" y="3640359"/>
              <a:ext cx="124151" cy="949205"/>
            </a:xfrm>
            <a:custGeom>
              <a:avLst/>
              <a:gdLst/>
              <a:ahLst/>
              <a:cxnLst/>
              <a:rect l="l" t="t" r="r" b="b"/>
              <a:pathLst>
                <a:path w="1597" h="12210" extrusionOk="0">
                  <a:moveTo>
                    <a:pt x="0" y="1"/>
                  </a:moveTo>
                  <a:lnTo>
                    <a:pt x="1438" y="12209"/>
                  </a:lnTo>
                  <a:lnTo>
                    <a:pt x="1596" y="12209"/>
                  </a:lnTo>
                  <a:lnTo>
                    <a:pt x="159" y="1"/>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7" name="Google Shape;737;p27"/>
            <p:cNvSpPr/>
            <p:nvPr/>
          </p:nvSpPr>
          <p:spPr>
            <a:xfrm>
              <a:off x="6925226" y="3637483"/>
              <a:ext cx="357060" cy="954958"/>
            </a:xfrm>
            <a:custGeom>
              <a:avLst/>
              <a:gdLst/>
              <a:ahLst/>
              <a:cxnLst/>
              <a:rect l="l" t="t" r="r" b="b"/>
              <a:pathLst>
                <a:path w="4593" h="12284" extrusionOk="0">
                  <a:moveTo>
                    <a:pt x="159" y="0"/>
                  </a:moveTo>
                  <a:lnTo>
                    <a:pt x="1" y="75"/>
                  </a:lnTo>
                  <a:lnTo>
                    <a:pt x="4434" y="12284"/>
                  </a:lnTo>
                  <a:lnTo>
                    <a:pt x="4593" y="12209"/>
                  </a:lnTo>
                  <a:lnTo>
                    <a:pt x="159"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38" name="Google Shape;738;p27"/>
            <p:cNvSpPr/>
            <p:nvPr/>
          </p:nvSpPr>
          <p:spPr>
            <a:xfrm>
              <a:off x="8506364" y="3637483"/>
              <a:ext cx="583439" cy="954958"/>
            </a:xfrm>
            <a:custGeom>
              <a:avLst/>
              <a:gdLst/>
              <a:ahLst/>
              <a:cxnLst/>
              <a:rect l="l" t="t" r="r" b="b"/>
              <a:pathLst>
                <a:path w="7505" h="12284" extrusionOk="0">
                  <a:moveTo>
                    <a:pt x="159" y="0"/>
                  </a:moveTo>
                  <a:lnTo>
                    <a:pt x="0" y="75"/>
                  </a:lnTo>
                  <a:lnTo>
                    <a:pt x="7355" y="12284"/>
                  </a:lnTo>
                  <a:lnTo>
                    <a:pt x="7505" y="12209"/>
                  </a:lnTo>
                  <a:lnTo>
                    <a:pt x="159"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739" name="Google Shape;739;p27"/>
          <p:cNvSpPr txBox="1">
            <a:spLocks noGrp="1"/>
          </p:cNvSpPr>
          <p:nvPr>
            <p:ph type="title"/>
          </p:nvPr>
        </p:nvSpPr>
        <p:spPr>
          <a:xfrm>
            <a:off x="2357550" y="529750"/>
            <a:ext cx="4428900" cy="10107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40" name="Google Shape;740;p27"/>
          <p:cNvSpPr txBox="1">
            <a:spLocks noGrp="1"/>
          </p:cNvSpPr>
          <p:nvPr>
            <p:ph type="title" idx="2"/>
          </p:nvPr>
        </p:nvSpPr>
        <p:spPr>
          <a:xfrm>
            <a:off x="975525" y="2006963"/>
            <a:ext cx="2505900" cy="387000"/>
          </a:xfrm>
          <a:prstGeom prst="rect">
            <a:avLst/>
          </a:prstGeom>
        </p:spPr>
        <p:txBody>
          <a:bodyPr spcFirstLastPara="1" wrap="square" lIns="14400" tIns="14400" rIns="14400" bIns="14400" anchor="t" anchorCtr="0">
            <a:noAutofit/>
          </a:bodyPr>
          <a:lstStyle>
            <a:lvl1pPr lvl="0" rtl="0">
              <a:spcBef>
                <a:spcPts val="0"/>
              </a:spcBef>
              <a:spcAft>
                <a:spcPts val="0"/>
              </a:spcAft>
              <a:buSzPts val="3500"/>
              <a:buNone/>
              <a:defRPr sz="2000">
                <a:solidFill>
                  <a:schemeClr val="accen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41" name="Google Shape;741;p27"/>
          <p:cNvSpPr txBox="1">
            <a:spLocks noGrp="1"/>
          </p:cNvSpPr>
          <p:nvPr>
            <p:ph type="title" idx="3"/>
          </p:nvPr>
        </p:nvSpPr>
        <p:spPr>
          <a:xfrm>
            <a:off x="5636050" y="2006963"/>
            <a:ext cx="2505900" cy="387000"/>
          </a:xfrm>
          <a:prstGeom prst="rect">
            <a:avLst/>
          </a:prstGeom>
        </p:spPr>
        <p:txBody>
          <a:bodyPr spcFirstLastPara="1" wrap="square" lIns="14400" tIns="14400" rIns="14400" bIns="14400" anchor="t" anchorCtr="0">
            <a:noAutofit/>
          </a:bodyPr>
          <a:lstStyle>
            <a:lvl1pPr lvl="0" algn="r" rtl="0">
              <a:spcBef>
                <a:spcPts val="0"/>
              </a:spcBef>
              <a:spcAft>
                <a:spcPts val="0"/>
              </a:spcAft>
              <a:buSzPts val="3500"/>
              <a:buNone/>
              <a:defRPr sz="2000">
                <a:solidFill>
                  <a:schemeClr val="accen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42" name="Google Shape;742;p27"/>
          <p:cNvSpPr txBox="1">
            <a:spLocks noGrp="1"/>
          </p:cNvSpPr>
          <p:nvPr>
            <p:ph type="subTitle" idx="1"/>
          </p:nvPr>
        </p:nvSpPr>
        <p:spPr>
          <a:xfrm>
            <a:off x="5635775" y="2439950"/>
            <a:ext cx="2505900" cy="696600"/>
          </a:xfrm>
          <a:prstGeom prst="rect">
            <a:avLst/>
          </a:prstGeom>
        </p:spPr>
        <p:txBody>
          <a:bodyPr spcFirstLastPara="1" wrap="square" lIns="14400" tIns="14400" rIns="14400" bIns="14400" anchor="t" anchorCtr="0">
            <a:noAutofit/>
          </a:bodyPr>
          <a:lstStyle>
            <a:lvl1pPr lvl="0" algn="r"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43" name="Google Shape;743;p27"/>
          <p:cNvSpPr txBox="1">
            <a:spLocks noGrp="1"/>
          </p:cNvSpPr>
          <p:nvPr>
            <p:ph type="subTitle" idx="4"/>
          </p:nvPr>
        </p:nvSpPr>
        <p:spPr>
          <a:xfrm>
            <a:off x="975525" y="2439950"/>
            <a:ext cx="2505900" cy="696600"/>
          </a:xfrm>
          <a:prstGeom prst="rect">
            <a:avLst/>
          </a:prstGeom>
        </p:spPr>
        <p:txBody>
          <a:bodyPr spcFirstLastPara="1" wrap="square" lIns="14400" tIns="14400" rIns="14400" bIns="14400" anchor="t" anchorCtr="0">
            <a:noAutofit/>
          </a:bodyPr>
          <a:lstStyle>
            <a:lvl1pPr lvl="0"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wo columns 2">
  <p:cSld name="CUSTOM_14">
    <p:spTree>
      <p:nvGrpSpPr>
        <p:cNvPr id="1" name="Shape 744"/>
        <p:cNvGrpSpPr/>
        <p:nvPr/>
      </p:nvGrpSpPr>
      <p:grpSpPr>
        <a:xfrm>
          <a:off x="0" y="0"/>
          <a:ext cx="0" cy="0"/>
          <a:chOff x="0" y="0"/>
          <a:chExt cx="0" cy="0"/>
        </a:xfrm>
      </p:grpSpPr>
      <p:sp>
        <p:nvSpPr>
          <p:cNvPr id="745" name="Google Shape;745;p28"/>
          <p:cNvSpPr/>
          <p:nvPr/>
        </p:nvSpPr>
        <p:spPr>
          <a:xfrm>
            <a:off x="75" y="4781354"/>
            <a:ext cx="9143898" cy="362101"/>
          </a:xfrm>
          <a:custGeom>
            <a:avLst/>
            <a:gdLst/>
            <a:ahLst/>
            <a:cxnLst/>
            <a:rect l="l" t="t" r="r" b="b"/>
            <a:pathLst>
              <a:path w="116676" h="10501" extrusionOk="0">
                <a:moveTo>
                  <a:pt x="1" y="0"/>
                </a:moveTo>
                <a:lnTo>
                  <a:pt x="1" y="10501"/>
                </a:lnTo>
                <a:lnTo>
                  <a:pt x="116675" y="10501"/>
                </a:lnTo>
                <a:lnTo>
                  <a:pt x="116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6" name="Google Shape;746;p28"/>
          <p:cNvSpPr/>
          <p:nvPr/>
        </p:nvSpPr>
        <p:spPr>
          <a:xfrm>
            <a:off x="50" y="4781354"/>
            <a:ext cx="9143898" cy="362101"/>
          </a:xfrm>
          <a:custGeom>
            <a:avLst/>
            <a:gdLst/>
            <a:ahLst/>
            <a:cxnLst/>
            <a:rect l="l" t="t" r="r" b="b"/>
            <a:pathLst>
              <a:path w="116676" h="10501" extrusionOk="0">
                <a:moveTo>
                  <a:pt x="1" y="0"/>
                </a:moveTo>
                <a:lnTo>
                  <a:pt x="1" y="10501"/>
                </a:lnTo>
                <a:lnTo>
                  <a:pt x="116675" y="10501"/>
                </a:lnTo>
                <a:lnTo>
                  <a:pt x="116675" y="0"/>
                </a:ln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47" name="Google Shape;747;p28"/>
          <p:cNvGrpSpPr/>
          <p:nvPr/>
        </p:nvGrpSpPr>
        <p:grpSpPr>
          <a:xfrm>
            <a:off x="-53702" y="287000"/>
            <a:ext cx="9683403" cy="1703452"/>
            <a:chOff x="-53702" y="287000"/>
            <a:chExt cx="9683403" cy="1703452"/>
          </a:xfrm>
        </p:grpSpPr>
        <p:sp>
          <p:nvSpPr>
            <p:cNvPr id="748" name="Google Shape;748;p28"/>
            <p:cNvSpPr/>
            <p:nvPr/>
          </p:nvSpPr>
          <p:spPr>
            <a:xfrm>
              <a:off x="-53702" y="1605325"/>
              <a:ext cx="962311" cy="255739"/>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49" name="Google Shape;749;p28"/>
            <p:cNvSpPr/>
            <p:nvPr/>
          </p:nvSpPr>
          <p:spPr>
            <a:xfrm>
              <a:off x="2471650" y="379465"/>
              <a:ext cx="962302" cy="319276"/>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0" name="Google Shape;750;p28"/>
            <p:cNvSpPr/>
            <p:nvPr/>
          </p:nvSpPr>
          <p:spPr>
            <a:xfrm flipH="1">
              <a:off x="4875300" y="977591"/>
              <a:ext cx="915827" cy="303836"/>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1" name="Google Shape;751;p28"/>
            <p:cNvSpPr/>
            <p:nvPr/>
          </p:nvSpPr>
          <p:spPr>
            <a:xfrm>
              <a:off x="7762626" y="287000"/>
              <a:ext cx="1461035" cy="388301"/>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2" name="Google Shape;752;p28"/>
            <p:cNvSpPr/>
            <p:nvPr/>
          </p:nvSpPr>
          <p:spPr>
            <a:xfrm flipH="1">
              <a:off x="8713875" y="1686616"/>
              <a:ext cx="915827" cy="303836"/>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3" name="Google Shape;753;p28"/>
          <p:cNvGrpSpPr/>
          <p:nvPr/>
        </p:nvGrpSpPr>
        <p:grpSpPr>
          <a:xfrm>
            <a:off x="-75" y="2184966"/>
            <a:ext cx="9144111" cy="1553982"/>
            <a:chOff x="-75" y="3714050"/>
            <a:chExt cx="9144111" cy="1788447"/>
          </a:xfrm>
        </p:grpSpPr>
        <p:sp>
          <p:nvSpPr>
            <p:cNvPr id="754" name="Google Shape;754;p28"/>
            <p:cNvSpPr/>
            <p:nvPr/>
          </p:nvSpPr>
          <p:spPr>
            <a:xfrm>
              <a:off x="-75" y="4250897"/>
              <a:ext cx="9144000" cy="12516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55" name="Google Shape;755;p28"/>
            <p:cNvSpPr/>
            <p:nvPr/>
          </p:nvSpPr>
          <p:spPr>
            <a:xfrm>
              <a:off x="-75" y="3714050"/>
              <a:ext cx="9144111" cy="553156"/>
            </a:xfrm>
            <a:custGeom>
              <a:avLst/>
              <a:gdLst/>
              <a:ahLst/>
              <a:cxnLst/>
              <a:rect l="l" t="t" r="r" b="b"/>
              <a:pathLst>
                <a:path w="116675" h="6515" extrusionOk="0">
                  <a:moveTo>
                    <a:pt x="8866" y="1"/>
                  </a:moveTo>
                  <a:cubicBezTo>
                    <a:pt x="8776" y="1"/>
                    <a:pt x="8687" y="6"/>
                    <a:pt x="8597" y="18"/>
                  </a:cubicBezTo>
                  <a:cubicBezTo>
                    <a:pt x="7467" y="176"/>
                    <a:pt x="6534" y="1306"/>
                    <a:pt x="6609" y="2435"/>
                  </a:cubicBezTo>
                  <a:cubicBezTo>
                    <a:pt x="6256" y="1907"/>
                    <a:pt x="5617" y="1596"/>
                    <a:pt x="4971" y="1596"/>
                  </a:cubicBezTo>
                  <a:cubicBezTo>
                    <a:pt x="4762" y="1596"/>
                    <a:pt x="4551" y="1629"/>
                    <a:pt x="4350" y="1698"/>
                  </a:cubicBezTo>
                  <a:cubicBezTo>
                    <a:pt x="3575" y="1969"/>
                    <a:pt x="2996" y="2818"/>
                    <a:pt x="3034" y="3639"/>
                  </a:cubicBezTo>
                  <a:cubicBezTo>
                    <a:pt x="2708" y="3202"/>
                    <a:pt x="2172" y="2957"/>
                    <a:pt x="1640" y="2957"/>
                  </a:cubicBezTo>
                  <a:cubicBezTo>
                    <a:pt x="1410" y="2957"/>
                    <a:pt x="1182" y="3002"/>
                    <a:pt x="971" y="3098"/>
                  </a:cubicBezTo>
                  <a:cubicBezTo>
                    <a:pt x="271" y="3443"/>
                    <a:pt x="0" y="4143"/>
                    <a:pt x="0" y="5039"/>
                  </a:cubicBezTo>
                  <a:lnTo>
                    <a:pt x="0" y="6514"/>
                  </a:lnTo>
                  <a:lnTo>
                    <a:pt x="116675" y="6514"/>
                  </a:lnTo>
                  <a:lnTo>
                    <a:pt x="116675" y="5702"/>
                  </a:lnTo>
                  <a:cubicBezTo>
                    <a:pt x="116675" y="5002"/>
                    <a:pt x="116441" y="4339"/>
                    <a:pt x="115853" y="4069"/>
                  </a:cubicBezTo>
                  <a:cubicBezTo>
                    <a:pt x="115673" y="3970"/>
                    <a:pt x="115472" y="3924"/>
                    <a:pt x="115270" y="3924"/>
                  </a:cubicBezTo>
                  <a:cubicBezTo>
                    <a:pt x="114824" y="3924"/>
                    <a:pt x="114371" y="4145"/>
                    <a:pt x="114108" y="4498"/>
                  </a:cubicBezTo>
                  <a:cubicBezTo>
                    <a:pt x="114145" y="3798"/>
                    <a:pt x="113641" y="3051"/>
                    <a:pt x="112941" y="2818"/>
                  </a:cubicBezTo>
                  <a:cubicBezTo>
                    <a:pt x="112784" y="2763"/>
                    <a:pt x="112618" y="2736"/>
                    <a:pt x="112451" y="2736"/>
                  </a:cubicBezTo>
                  <a:cubicBezTo>
                    <a:pt x="111912" y="2736"/>
                    <a:pt x="111358" y="3011"/>
                    <a:pt x="111037" y="3481"/>
                  </a:cubicBezTo>
                  <a:cubicBezTo>
                    <a:pt x="111074" y="2473"/>
                    <a:pt x="110290" y="1539"/>
                    <a:pt x="109320" y="1418"/>
                  </a:cubicBezTo>
                  <a:cubicBezTo>
                    <a:pt x="109235" y="1405"/>
                    <a:pt x="109150" y="1399"/>
                    <a:pt x="109065" y="1399"/>
                  </a:cubicBezTo>
                  <a:cubicBezTo>
                    <a:pt x="108179" y="1399"/>
                    <a:pt x="107324" y="2087"/>
                    <a:pt x="107145" y="2939"/>
                  </a:cubicBezTo>
                  <a:cubicBezTo>
                    <a:pt x="106945" y="2830"/>
                    <a:pt x="106723" y="2781"/>
                    <a:pt x="106501" y="2781"/>
                  </a:cubicBezTo>
                  <a:cubicBezTo>
                    <a:pt x="105768" y="2781"/>
                    <a:pt x="105016" y="3316"/>
                    <a:pt x="104923" y="4031"/>
                  </a:cubicBezTo>
                  <a:cubicBezTo>
                    <a:pt x="104699" y="3941"/>
                    <a:pt x="104462" y="3897"/>
                    <a:pt x="104226" y="3897"/>
                  </a:cubicBezTo>
                  <a:cubicBezTo>
                    <a:pt x="103854" y="3897"/>
                    <a:pt x="103486" y="4007"/>
                    <a:pt x="103178" y="4218"/>
                  </a:cubicBezTo>
                  <a:cubicBezTo>
                    <a:pt x="103019" y="3873"/>
                    <a:pt x="102786" y="3565"/>
                    <a:pt x="102478" y="3331"/>
                  </a:cubicBezTo>
                  <a:cubicBezTo>
                    <a:pt x="102118" y="3069"/>
                    <a:pt x="101675" y="2935"/>
                    <a:pt x="101233" y="2935"/>
                  </a:cubicBezTo>
                  <a:cubicBezTo>
                    <a:pt x="100952" y="2935"/>
                    <a:pt x="100672" y="2989"/>
                    <a:pt x="100415" y="3098"/>
                  </a:cubicBezTo>
                  <a:cubicBezTo>
                    <a:pt x="100294" y="2235"/>
                    <a:pt x="99405" y="1623"/>
                    <a:pt x="98559" y="1623"/>
                  </a:cubicBezTo>
                  <a:cubicBezTo>
                    <a:pt x="98298" y="1623"/>
                    <a:pt x="98040" y="1682"/>
                    <a:pt x="97811" y="1810"/>
                  </a:cubicBezTo>
                  <a:cubicBezTo>
                    <a:pt x="97595" y="802"/>
                    <a:pt x="96553" y="1"/>
                    <a:pt x="95506" y="1"/>
                  </a:cubicBezTo>
                  <a:cubicBezTo>
                    <a:pt x="95418" y="1"/>
                    <a:pt x="95331" y="6"/>
                    <a:pt x="95244" y="18"/>
                  </a:cubicBezTo>
                  <a:cubicBezTo>
                    <a:pt x="94115" y="176"/>
                    <a:pt x="93181" y="1306"/>
                    <a:pt x="93256" y="2435"/>
                  </a:cubicBezTo>
                  <a:cubicBezTo>
                    <a:pt x="92875" y="1907"/>
                    <a:pt x="92250" y="1596"/>
                    <a:pt x="91617" y="1596"/>
                  </a:cubicBezTo>
                  <a:cubicBezTo>
                    <a:pt x="91412" y="1596"/>
                    <a:pt x="91205" y="1629"/>
                    <a:pt x="91006" y="1698"/>
                  </a:cubicBezTo>
                  <a:cubicBezTo>
                    <a:pt x="90222" y="1969"/>
                    <a:pt x="89644" y="2818"/>
                    <a:pt x="89681" y="3639"/>
                  </a:cubicBezTo>
                  <a:cubicBezTo>
                    <a:pt x="89355" y="3202"/>
                    <a:pt x="88819" y="2957"/>
                    <a:pt x="88287" y="2957"/>
                  </a:cubicBezTo>
                  <a:cubicBezTo>
                    <a:pt x="88058" y="2957"/>
                    <a:pt x="87829" y="3002"/>
                    <a:pt x="87618" y="3098"/>
                  </a:cubicBezTo>
                  <a:cubicBezTo>
                    <a:pt x="87114" y="3331"/>
                    <a:pt x="86769" y="3873"/>
                    <a:pt x="86685" y="4414"/>
                  </a:cubicBezTo>
                  <a:cubicBezTo>
                    <a:pt x="86535" y="4265"/>
                    <a:pt x="86377" y="4143"/>
                    <a:pt x="86218" y="4069"/>
                  </a:cubicBezTo>
                  <a:cubicBezTo>
                    <a:pt x="86026" y="3970"/>
                    <a:pt x="85817" y="3924"/>
                    <a:pt x="85610" y="3924"/>
                  </a:cubicBezTo>
                  <a:cubicBezTo>
                    <a:pt x="85152" y="3924"/>
                    <a:pt x="84699" y="4145"/>
                    <a:pt x="84435" y="4498"/>
                  </a:cubicBezTo>
                  <a:cubicBezTo>
                    <a:pt x="84473" y="3798"/>
                    <a:pt x="84006" y="3051"/>
                    <a:pt x="83306" y="2818"/>
                  </a:cubicBezTo>
                  <a:cubicBezTo>
                    <a:pt x="83140" y="2763"/>
                    <a:pt x="82967" y="2736"/>
                    <a:pt x="82795" y="2736"/>
                  </a:cubicBezTo>
                  <a:cubicBezTo>
                    <a:pt x="82239" y="2736"/>
                    <a:pt x="81683" y="3011"/>
                    <a:pt x="81355" y="3481"/>
                  </a:cubicBezTo>
                  <a:cubicBezTo>
                    <a:pt x="81439" y="2473"/>
                    <a:pt x="80655" y="1539"/>
                    <a:pt x="79684" y="1418"/>
                  </a:cubicBezTo>
                  <a:cubicBezTo>
                    <a:pt x="79600" y="1405"/>
                    <a:pt x="79515" y="1399"/>
                    <a:pt x="79430" y="1399"/>
                  </a:cubicBezTo>
                  <a:cubicBezTo>
                    <a:pt x="78544" y="1399"/>
                    <a:pt x="77685" y="2087"/>
                    <a:pt x="77472" y="2939"/>
                  </a:cubicBezTo>
                  <a:cubicBezTo>
                    <a:pt x="77281" y="2830"/>
                    <a:pt x="77066" y="2781"/>
                    <a:pt x="76848" y="2781"/>
                  </a:cubicBezTo>
                  <a:cubicBezTo>
                    <a:pt x="76131" y="2781"/>
                    <a:pt x="75372" y="3316"/>
                    <a:pt x="75251" y="4031"/>
                  </a:cubicBezTo>
                  <a:cubicBezTo>
                    <a:pt x="75041" y="3941"/>
                    <a:pt x="74807" y="3897"/>
                    <a:pt x="74570" y="3897"/>
                  </a:cubicBezTo>
                  <a:cubicBezTo>
                    <a:pt x="74196" y="3897"/>
                    <a:pt x="73814" y="4007"/>
                    <a:pt x="73505" y="4218"/>
                  </a:cubicBezTo>
                  <a:cubicBezTo>
                    <a:pt x="73384" y="3873"/>
                    <a:pt x="73150" y="3565"/>
                    <a:pt x="72842" y="3331"/>
                  </a:cubicBezTo>
                  <a:cubicBezTo>
                    <a:pt x="72483" y="3069"/>
                    <a:pt x="72040" y="2935"/>
                    <a:pt x="71589" y="2935"/>
                  </a:cubicBezTo>
                  <a:cubicBezTo>
                    <a:pt x="71303" y="2935"/>
                    <a:pt x="71014" y="2989"/>
                    <a:pt x="70742" y="3098"/>
                  </a:cubicBezTo>
                  <a:cubicBezTo>
                    <a:pt x="70621" y="2235"/>
                    <a:pt x="69754" y="1623"/>
                    <a:pt x="68902" y="1623"/>
                  </a:cubicBezTo>
                  <a:cubicBezTo>
                    <a:pt x="68639" y="1623"/>
                    <a:pt x="68376" y="1682"/>
                    <a:pt x="68138" y="1810"/>
                  </a:cubicBezTo>
                  <a:cubicBezTo>
                    <a:pt x="67923" y="802"/>
                    <a:pt x="66912" y="1"/>
                    <a:pt x="65870" y="1"/>
                  </a:cubicBezTo>
                  <a:cubicBezTo>
                    <a:pt x="65783" y="1"/>
                    <a:pt x="65696" y="6"/>
                    <a:pt x="65609" y="18"/>
                  </a:cubicBezTo>
                  <a:cubicBezTo>
                    <a:pt x="64479" y="176"/>
                    <a:pt x="63546" y="1306"/>
                    <a:pt x="63621" y="2435"/>
                  </a:cubicBezTo>
                  <a:cubicBezTo>
                    <a:pt x="63240" y="1907"/>
                    <a:pt x="62594" y="1596"/>
                    <a:pt x="61966" y="1596"/>
                  </a:cubicBezTo>
                  <a:cubicBezTo>
                    <a:pt x="61763" y="1596"/>
                    <a:pt x="61561" y="1629"/>
                    <a:pt x="61371" y="1698"/>
                  </a:cubicBezTo>
                  <a:cubicBezTo>
                    <a:pt x="60550" y="1969"/>
                    <a:pt x="59971" y="2818"/>
                    <a:pt x="60008" y="3639"/>
                  </a:cubicBezTo>
                  <a:cubicBezTo>
                    <a:pt x="59708" y="3202"/>
                    <a:pt x="59162" y="2957"/>
                    <a:pt x="58621" y="2957"/>
                  </a:cubicBezTo>
                  <a:cubicBezTo>
                    <a:pt x="58388" y="2957"/>
                    <a:pt x="58156" y="3002"/>
                    <a:pt x="57945" y="3098"/>
                  </a:cubicBezTo>
                  <a:cubicBezTo>
                    <a:pt x="57441" y="3369"/>
                    <a:pt x="57049" y="3910"/>
                    <a:pt x="57012" y="4498"/>
                  </a:cubicBezTo>
                  <a:cubicBezTo>
                    <a:pt x="56853" y="4302"/>
                    <a:pt x="56704" y="4143"/>
                    <a:pt x="56471" y="4069"/>
                  </a:cubicBezTo>
                  <a:cubicBezTo>
                    <a:pt x="56287" y="3970"/>
                    <a:pt x="56086" y="3924"/>
                    <a:pt x="55883" y="3924"/>
                  </a:cubicBezTo>
                  <a:cubicBezTo>
                    <a:pt x="55436" y="3924"/>
                    <a:pt x="54986" y="4145"/>
                    <a:pt x="54716" y="4498"/>
                  </a:cubicBezTo>
                  <a:cubicBezTo>
                    <a:pt x="54753" y="3798"/>
                    <a:pt x="54249" y="3051"/>
                    <a:pt x="53587" y="2818"/>
                  </a:cubicBezTo>
                  <a:cubicBezTo>
                    <a:pt x="53421" y="2763"/>
                    <a:pt x="53248" y="2736"/>
                    <a:pt x="53077" y="2736"/>
                  </a:cubicBezTo>
                  <a:cubicBezTo>
                    <a:pt x="52523" y="2736"/>
                    <a:pt x="51973" y="3011"/>
                    <a:pt x="51645" y="3481"/>
                  </a:cubicBezTo>
                  <a:cubicBezTo>
                    <a:pt x="51720" y="2473"/>
                    <a:pt x="50908" y="1539"/>
                    <a:pt x="49937" y="1418"/>
                  </a:cubicBezTo>
                  <a:cubicBezTo>
                    <a:pt x="49852" y="1405"/>
                    <a:pt x="49767" y="1399"/>
                    <a:pt x="49683" y="1399"/>
                  </a:cubicBezTo>
                  <a:cubicBezTo>
                    <a:pt x="48795" y="1399"/>
                    <a:pt x="47932" y="2087"/>
                    <a:pt x="47753" y="2939"/>
                  </a:cubicBezTo>
                  <a:cubicBezTo>
                    <a:pt x="47555" y="2830"/>
                    <a:pt x="47335" y="2781"/>
                    <a:pt x="47113" y="2781"/>
                  </a:cubicBezTo>
                  <a:cubicBezTo>
                    <a:pt x="46382" y="2781"/>
                    <a:pt x="45627" y="3316"/>
                    <a:pt x="45541" y="4031"/>
                  </a:cubicBezTo>
                  <a:cubicBezTo>
                    <a:pt x="45331" y="3941"/>
                    <a:pt x="45097" y="3897"/>
                    <a:pt x="44859" y="3897"/>
                  </a:cubicBezTo>
                  <a:cubicBezTo>
                    <a:pt x="44484" y="3897"/>
                    <a:pt x="44100" y="4007"/>
                    <a:pt x="43786" y="4218"/>
                  </a:cubicBezTo>
                  <a:cubicBezTo>
                    <a:pt x="43636" y="3873"/>
                    <a:pt x="43403" y="3565"/>
                    <a:pt x="43132" y="3331"/>
                  </a:cubicBezTo>
                  <a:cubicBezTo>
                    <a:pt x="42750" y="3069"/>
                    <a:pt x="42294" y="2935"/>
                    <a:pt x="41849" y="2935"/>
                  </a:cubicBezTo>
                  <a:cubicBezTo>
                    <a:pt x="41565" y="2935"/>
                    <a:pt x="41286" y="2989"/>
                    <a:pt x="41032" y="3098"/>
                  </a:cubicBezTo>
                  <a:cubicBezTo>
                    <a:pt x="40911" y="2235"/>
                    <a:pt x="40044" y="1623"/>
                    <a:pt x="39188" y="1623"/>
                  </a:cubicBezTo>
                  <a:cubicBezTo>
                    <a:pt x="38923" y="1623"/>
                    <a:pt x="38659" y="1682"/>
                    <a:pt x="38419" y="1810"/>
                  </a:cubicBezTo>
                  <a:cubicBezTo>
                    <a:pt x="38203" y="802"/>
                    <a:pt x="37193" y="1"/>
                    <a:pt x="36121" y="1"/>
                  </a:cubicBezTo>
                  <a:cubicBezTo>
                    <a:pt x="36032" y="1"/>
                    <a:pt x="35942" y="6"/>
                    <a:pt x="35852" y="18"/>
                  </a:cubicBezTo>
                  <a:cubicBezTo>
                    <a:pt x="34732" y="176"/>
                    <a:pt x="33836" y="1306"/>
                    <a:pt x="33873" y="2435"/>
                  </a:cubicBezTo>
                  <a:cubicBezTo>
                    <a:pt x="33521" y="1907"/>
                    <a:pt x="32881" y="1596"/>
                    <a:pt x="32236" y="1596"/>
                  </a:cubicBezTo>
                  <a:cubicBezTo>
                    <a:pt x="32026" y="1596"/>
                    <a:pt x="31816" y="1629"/>
                    <a:pt x="31614" y="1698"/>
                  </a:cubicBezTo>
                  <a:cubicBezTo>
                    <a:pt x="30840" y="1969"/>
                    <a:pt x="30252" y="2818"/>
                    <a:pt x="30298" y="3639"/>
                  </a:cubicBezTo>
                  <a:cubicBezTo>
                    <a:pt x="29998" y="3202"/>
                    <a:pt x="29452" y="2957"/>
                    <a:pt x="28911" y="2957"/>
                  </a:cubicBezTo>
                  <a:cubicBezTo>
                    <a:pt x="28678" y="2957"/>
                    <a:pt x="28446" y="3002"/>
                    <a:pt x="28235" y="3098"/>
                  </a:cubicBezTo>
                  <a:cubicBezTo>
                    <a:pt x="27843" y="3285"/>
                    <a:pt x="27535" y="3639"/>
                    <a:pt x="27377" y="4031"/>
                  </a:cubicBezTo>
                  <a:cubicBezTo>
                    <a:pt x="27265" y="3481"/>
                    <a:pt x="26835" y="3014"/>
                    <a:pt x="26285" y="2818"/>
                  </a:cubicBezTo>
                  <a:cubicBezTo>
                    <a:pt x="26130" y="2763"/>
                    <a:pt x="25966" y="2736"/>
                    <a:pt x="25799" y="2736"/>
                  </a:cubicBezTo>
                  <a:cubicBezTo>
                    <a:pt x="25264" y="2736"/>
                    <a:pt x="24708" y="3011"/>
                    <a:pt x="24381" y="3481"/>
                  </a:cubicBezTo>
                  <a:cubicBezTo>
                    <a:pt x="24418" y="2473"/>
                    <a:pt x="23643" y="1539"/>
                    <a:pt x="22672" y="1418"/>
                  </a:cubicBezTo>
                  <a:cubicBezTo>
                    <a:pt x="22588" y="1405"/>
                    <a:pt x="22503" y="1399"/>
                    <a:pt x="22418" y="1399"/>
                  </a:cubicBezTo>
                  <a:cubicBezTo>
                    <a:pt x="21531" y="1399"/>
                    <a:pt x="20668" y="2087"/>
                    <a:pt x="20498" y="2939"/>
                  </a:cubicBezTo>
                  <a:cubicBezTo>
                    <a:pt x="20297" y="2830"/>
                    <a:pt x="20076" y="2781"/>
                    <a:pt x="19853" y="2781"/>
                  </a:cubicBezTo>
                  <a:cubicBezTo>
                    <a:pt x="19121" y="2781"/>
                    <a:pt x="18369" y="3316"/>
                    <a:pt x="18276" y="4031"/>
                  </a:cubicBezTo>
                  <a:cubicBezTo>
                    <a:pt x="18052" y="3941"/>
                    <a:pt x="17815" y="3897"/>
                    <a:pt x="17579" y="3897"/>
                  </a:cubicBezTo>
                  <a:cubicBezTo>
                    <a:pt x="17207" y="3897"/>
                    <a:pt x="16839" y="4007"/>
                    <a:pt x="16531" y="4218"/>
                  </a:cubicBezTo>
                  <a:cubicBezTo>
                    <a:pt x="16372" y="3873"/>
                    <a:pt x="16139" y="3565"/>
                    <a:pt x="15831" y="3331"/>
                  </a:cubicBezTo>
                  <a:cubicBezTo>
                    <a:pt x="15471" y="3069"/>
                    <a:pt x="15028" y="2935"/>
                    <a:pt x="14586" y="2935"/>
                  </a:cubicBezTo>
                  <a:cubicBezTo>
                    <a:pt x="14305" y="2935"/>
                    <a:pt x="14025" y="2989"/>
                    <a:pt x="13768" y="3098"/>
                  </a:cubicBezTo>
                  <a:cubicBezTo>
                    <a:pt x="13647" y="2235"/>
                    <a:pt x="12758" y="1623"/>
                    <a:pt x="11912" y="1623"/>
                  </a:cubicBezTo>
                  <a:cubicBezTo>
                    <a:pt x="11651" y="1623"/>
                    <a:pt x="11393" y="1682"/>
                    <a:pt x="11164" y="1810"/>
                  </a:cubicBezTo>
                  <a:cubicBezTo>
                    <a:pt x="10948" y="802"/>
                    <a:pt x="9938" y="1"/>
                    <a:pt x="886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756" name="Google Shape;756;p28"/>
          <p:cNvGrpSpPr/>
          <p:nvPr/>
        </p:nvGrpSpPr>
        <p:grpSpPr>
          <a:xfrm>
            <a:off x="-75" y="3693897"/>
            <a:ext cx="9144111" cy="1087449"/>
            <a:chOff x="-75" y="3996089"/>
            <a:chExt cx="9144111" cy="818986"/>
          </a:xfrm>
        </p:grpSpPr>
        <p:sp>
          <p:nvSpPr>
            <p:cNvPr id="757" name="Google Shape;757;p28"/>
            <p:cNvSpPr/>
            <p:nvPr/>
          </p:nvSpPr>
          <p:spPr>
            <a:xfrm>
              <a:off x="-75" y="3996089"/>
              <a:ext cx="9144111" cy="818865"/>
            </a:xfrm>
            <a:custGeom>
              <a:avLst/>
              <a:gdLst/>
              <a:ahLst/>
              <a:cxnLst/>
              <a:rect l="l" t="t" r="r" b="b"/>
              <a:pathLst>
                <a:path w="116675" h="3930" extrusionOk="0">
                  <a:moveTo>
                    <a:pt x="0" y="0"/>
                  </a:moveTo>
                  <a:lnTo>
                    <a:pt x="0" y="3930"/>
                  </a:lnTo>
                  <a:lnTo>
                    <a:pt x="116675" y="3930"/>
                  </a:lnTo>
                  <a:lnTo>
                    <a:pt x="116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758" name="Google Shape;758;p28"/>
            <p:cNvGrpSpPr/>
            <p:nvPr/>
          </p:nvGrpSpPr>
          <p:grpSpPr>
            <a:xfrm>
              <a:off x="43175" y="3996198"/>
              <a:ext cx="9057943" cy="818877"/>
              <a:chOff x="31859" y="3637483"/>
              <a:chExt cx="9057943" cy="954958"/>
            </a:xfrm>
          </p:grpSpPr>
          <p:sp>
            <p:nvSpPr>
              <p:cNvPr id="759" name="Google Shape;759;p28"/>
              <p:cNvSpPr/>
              <p:nvPr/>
            </p:nvSpPr>
            <p:spPr>
              <a:xfrm>
                <a:off x="31859" y="3637483"/>
                <a:ext cx="583516" cy="954958"/>
              </a:xfrm>
              <a:custGeom>
                <a:avLst/>
                <a:gdLst/>
                <a:ahLst/>
                <a:cxnLst/>
                <a:rect l="l" t="t" r="r" b="b"/>
                <a:pathLst>
                  <a:path w="7506" h="12284" extrusionOk="0">
                    <a:moveTo>
                      <a:pt x="7393" y="0"/>
                    </a:moveTo>
                    <a:lnTo>
                      <a:pt x="1" y="12209"/>
                    </a:lnTo>
                    <a:lnTo>
                      <a:pt x="160" y="12284"/>
                    </a:lnTo>
                    <a:lnTo>
                      <a:pt x="7505" y="75"/>
                    </a:lnTo>
                    <a:lnTo>
                      <a:pt x="7393"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0" name="Google Shape;760;p28"/>
              <p:cNvSpPr/>
              <p:nvPr/>
            </p:nvSpPr>
            <p:spPr>
              <a:xfrm>
                <a:off x="1843027" y="3637483"/>
                <a:ext cx="353484" cy="954958"/>
              </a:xfrm>
              <a:custGeom>
                <a:avLst/>
                <a:gdLst/>
                <a:ahLst/>
                <a:cxnLst/>
                <a:rect l="l" t="t" r="r" b="b"/>
                <a:pathLst>
                  <a:path w="4547" h="12284" extrusionOk="0">
                    <a:moveTo>
                      <a:pt x="4397" y="0"/>
                    </a:moveTo>
                    <a:lnTo>
                      <a:pt x="0" y="12209"/>
                    </a:lnTo>
                    <a:lnTo>
                      <a:pt x="112" y="12284"/>
                    </a:lnTo>
                    <a:lnTo>
                      <a:pt x="4546" y="75"/>
                    </a:lnTo>
                    <a:lnTo>
                      <a:pt x="4397"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1" name="Google Shape;761;p28"/>
              <p:cNvSpPr/>
              <p:nvPr/>
            </p:nvSpPr>
            <p:spPr>
              <a:xfrm>
                <a:off x="3651240" y="3640359"/>
                <a:ext cx="127105" cy="949205"/>
              </a:xfrm>
              <a:custGeom>
                <a:avLst/>
                <a:gdLst/>
                <a:ahLst/>
                <a:cxnLst/>
                <a:rect l="l" t="t" r="r" b="b"/>
                <a:pathLst>
                  <a:path w="1635" h="12210" extrusionOk="0">
                    <a:moveTo>
                      <a:pt x="1475" y="1"/>
                    </a:moveTo>
                    <a:lnTo>
                      <a:pt x="1" y="12209"/>
                    </a:lnTo>
                    <a:lnTo>
                      <a:pt x="150" y="12209"/>
                    </a:lnTo>
                    <a:lnTo>
                      <a:pt x="1634" y="1"/>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2" name="Google Shape;762;p28"/>
              <p:cNvSpPr/>
              <p:nvPr/>
            </p:nvSpPr>
            <p:spPr>
              <a:xfrm>
                <a:off x="5347043" y="3640359"/>
                <a:ext cx="124151" cy="949205"/>
              </a:xfrm>
              <a:custGeom>
                <a:avLst/>
                <a:gdLst/>
                <a:ahLst/>
                <a:cxnLst/>
                <a:rect l="l" t="t" r="r" b="b"/>
                <a:pathLst>
                  <a:path w="1597" h="12210" extrusionOk="0">
                    <a:moveTo>
                      <a:pt x="0" y="1"/>
                    </a:moveTo>
                    <a:lnTo>
                      <a:pt x="1438" y="12209"/>
                    </a:lnTo>
                    <a:lnTo>
                      <a:pt x="1596" y="12209"/>
                    </a:lnTo>
                    <a:lnTo>
                      <a:pt x="159" y="1"/>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3" name="Google Shape;763;p28"/>
              <p:cNvSpPr/>
              <p:nvPr/>
            </p:nvSpPr>
            <p:spPr>
              <a:xfrm>
                <a:off x="6925226" y="3637483"/>
                <a:ext cx="357060" cy="954958"/>
              </a:xfrm>
              <a:custGeom>
                <a:avLst/>
                <a:gdLst/>
                <a:ahLst/>
                <a:cxnLst/>
                <a:rect l="l" t="t" r="r" b="b"/>
                <a:pathLst>
                  <a:path w="4593" h="12284" extrusionOk="0">
                    <a:moveTo>
                      <a:pt x="159" y="0"/>
                    </a:moveTo>
                    <a:lnTo>
                      <a:pt x="1" y="75"/>
                    </a:lnTo>
                    <a:lnTo>
                      <a:pt x="4434" y="12284"/>
                    </a:lnTo>
                    <a:lnTo>
                      <a:pt x="4593" y="12209"/>
                    </a:lnTo>
                    <a:lnTo>
                      <a:pt x="159"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764" name="Google Shape;764;p28"/>
              <p:cNvSpPr/>
              <p:nvPr/>
            </p:nvSpPr>
            <p:spPr>
              <a:xfrm>
                <a:off x="8506364" y="3637483"/>
                <a:ext cx="583439" cy="954958"/>
              </a:xfrm>
              <a:custGeom>
                <a:avLst/>
                <a:gdLst/>
                <a:ahLst/>
                <a:cxnLst/>
                <a:rect l="l" t="t" r="r" b="b"/>
                <a:pathLst>
                  <a:path w="7505" h="12284" extrusionOk="0">
                    <a:moveTo>
                      <a:pt x="159" y="0"/>
                    </a:moveTo>
                    <a:lnTo>
                      <a:pt x="0" y="75"/>
                    </a:lnTo>
                    <a:lnTo>
                      <a:pt x="7355" y="12284"/>
                    </a:lnTo>
                    <a:lnTo>
                      <a:pt x="7505" y="12209"/>
                    </a:lnTo>
                    <a:lnTo>
                      <a:pt x="159"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765" name="Google Shape;765;p28"/>
          <p:cNvSpPr txBox="1">
            <a:spLocks noGrp="1"/>
          </p:cNvSpPr>
          <p:nvPr>
            <p:ph type="title"/>
          </p:nvPr>
        </p:nvSpPr>
        <p:spPr>
          <a:xfrm>
            <a:off x="720000" y="527900"/>
            <a:ext cx="2366100" cy="1087500"/>
          </a:xfrm>
          <a:prstGeom prst="rect">
            <a:avLst/>
          </a:prstGeom>
        </p:spPr>
        <p:txBody>
          <a:bodyPr spcFirstLastPara="1" wrap="square" lIns="14400" tIns="14400" rIns="14400" bIns="14400" anchor="t" anchorCtr="0">
            <a:noAutofit/>
          </a:bodyPr>
          <a:lstStyle>
            <a:lvl1pPr lvl="0"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766" name="Google Shape;766;p28"/>
          <p:cNvSpPr txBox="1">
            <a:spLocks noGrp="1"/>
          </p:cNvSpPr>
          <p:nvPr>
            <p:ph type="subTitle" idx="1"/>
          </p:nvPr>
        </p:nvSpPr>
        <p:spPr>
          <a:xfrm>
            <a:off x="5556750" y="2682625"/>
            <a:ext cx="2551200" cy="475200"/>
          </a:xfrm>
          <a:prstGeom prst="rect">
            <a:avLst/>
          </a:prstGeom>
        </p:spPr>
        <p:txBody>
          <a:bodyPr spcFirstLastPara="1" wrap="square" lIns="14400" tIns="14400" rIns="14400" bIns="14400" anchor="t" anchorCtr="0">
            <a:noAutofit/>
          </a:bodyPr>
          <a:lstStyle>
            <a:lvl1pPr lvl="0" algn="ctr"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767" name="Google Shape;767;p28"/>
          <p:cNvSpPr txBox="1">
            <a:spLocks noGrp="1"/>
          </p:cNvSpPr>
          <p:nvPr>
            <p:ph type="subTitle" idx="2"/>
          </p:nvPr>
        </p:nvSpPr>
        <p:spPr>
          <a:xfrm>
            <a:off x="5556150" y="1495750"/>
            <a:ext cx="2552400" cy="474900"/>
          </a:xfrm>
          <a:prstGeom prst="rect">
            <a:avLst/>
          </a:prstGeom>
        </p:spPr>
        <p:txBody>
          <a:bodyPr spcFirstLastPara="1" wrap="square" lIns="14400" tIns="14400" rIns="14400" bIns="14400" anchor="t" anchorCtr="0">
            <a:noAutofit/>
          </a:bodyPr>
          <a:lstStyle>
            <a:lvl1pPr lvl="0" algn="ctr"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hree Columns 1">
  <p:cSld name="CUSTOM_6_1">
    <p:spTree>
      <p:nvGrpSpPr>
        <p:cNvPr id="1" name="Shape 839"/>
        <p:cNvGrpSpPr/>
        <p:nvPr/>
      </p:nvGrpSpPr>
      <p:grpSpPr>
        <a:xfrm>
          <a:off x="0" y="0"/>
          <a:ext cx="0" cy="0"/>
          <a:chOff x="0" y="0"/>
          <a:chExt cx="0" cy="0"/>
        </a:xfrm>
      </p:grpSpPr>
      <p:sp>
        <p:nvSpPr>
          <p:cNvPr id="840" name="Google Shape;840;p30"/>
          <p:cNvSpPr/>
          <p:nvPr/>
        </p:nvSpPr>
        <p:spPr>
          <a:xfrm>
            <a:off x="75" y="4570748"/>
            <a:ext cx="9143898" cy="572698"/>
          </a:xfrm>
          <a:custGeom>
            <a:avLst/>
            <a:gdLst/>
            <a:ahLst/>
            <a:cxnLst/>
            <a:rect l="l" t="t" r="r" b="b"/>
            <a:pathLst>
              <a:path w="116676" h="10501" extrusionOk="0">
                <a:moveTo>
                  <a:pt x="1" y="0"/>
                </a:moveTo>
                <a:lnTo>
                  <a:pt x="1" y="10501"/>
                </a:lnTo>
                <a:lnTo>
                  <a:pt x="116675" y="10501"/>
                </a:lnTo>
                <a:lnTo>
                  <a:pt x="116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1" name="Google Shape;841;p30"/>
          <p:cNvSpPr/>
          <p:nvPr/>
        </p:nvSpPr>
        <p:spPr>
          <a:xfrm>
            <a:off x="50" y="4570748"/>
            <a:ext cx="9143898" cy="572698"/>
          </a:xfrm>
          <a:custGeom>
            <a:avLst/>
            <a:gdLst/>
            <a:ahLst/>
            <a:cxnLst/>
            <a:rect l="l" t="t" r="r" b="b"/>
            <a:pathLst>
              <a:path w="116676" h="10501" extrusionOk="0">
                <a:moveTo>
                  <a:pt x="1" y="0"/>
                </a:moveTo>
                <a:lnTo>
                  <a:pt x="1" y="10501"/>
                </a:lnTo>
                <a:lnTo>
                  <a:pt x="116675" y="10501"/>
                </a:lnTo>
                <a:lnTo>
                  <a:pt x="116675" y="0"/>
                </a:ln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42" name="Google Shape;842;p30"/>
          <p:cNvGrpSpPr/>
          <p:nvPr/>
        </p:nvGrpSpPr>
        <p:grpSpPr>
          <a:xfrm>
            <a:off x="314875" y="129200"/>
            <a:ext cx="8705777" cy="2347655"/>
            <a:chOff x="314875" y="129200"/>
            <a:chExt cx="8705777" cy="2347655"/>
          </a:xfrm>
        </p:grpSpPr>
        <p:sp>
          <p:nvSpPr>
            <p:cNvPr id="843" name="Google Shape;843;p30"/>
            <p:cNvSpPr/>
            <p:nvPr/>
          </p:nvSpPr>
          <p:spPr>
            <a:xfrm>
              <a:off x="314875" y="1421300"/>
              <a:ext cx="1173719" cy="311923"/>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4" name="Google Shape;844;p30"/>
            <p:cNvSpPr/>
            <p:nvPr/>
          </p:nvSpPr>
          <p:spPr>
            <a:xfrm flipH="1">
              <a:off x="2909577" y="2011543"/>
              <a:ext cx="701348" cy="232665"/>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5" name="Google Shape;845;p30"/>
            <p:cNvSpPr/>
            <p:nvPr/>
          </p:nvSpPr>
          <p:spPr>
            <a:xfrm flipH="1">
              <a:off x="3965200" y="129200"/>
              <a:ext cx="875425" cy="232653"/>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6" name="Google Shape;846;p30"/>
            <p:cNvSpPr/>
            <p:nvPr/>
          </p:nvSpPr>
          <p:spPr>
            <a:xfrm>
              <a:off x="5782819" y="1381799"/>
              <a:ext cx="820431" cy="272150"/>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7" name="Google Shape;847;p30"/>
            <p:cNvSpPr/>
            <p:nvPr/>
          </p:nvSpPr>
          <p:spPr>
            <a:xfrm>
              <a:off x="8145153" y="2244202"/>
              <a:ext cx="875499" cy="232653"/>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48" name="Google Shape;848;p30"/>
            <p:cNvSpPr/>
            <p:nvPr/>
          </p:nvSpPr>
          <p:spPr>
            <a:xfrm flipH="1">
              <a:off x="8026769" y="366537"/>
              <a:ext cx="563331" cy="186864"/>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849" name="Google Shape;849;p30"/>
          <p:cNvGrpSpPr/>
          <p:nvPr/>
        </p:nvGrpSpPr>
        <p:grpSpPr>
          <a:xfrm>
            <a:off x="-92" y="2875563"/>
            <a:ext cx="9144128" cy="1728832"/>
            <a:chOff x="-92" y="2875563"/>
            <a:chExt cx="9144128" cy="1728832"/>
          </a:xfrm>
        </p:grpSpPr>
        <p:grpSp>
          <p:nvGrpSpPr>
            <p:cNvPr id="850" name="Google Shape;850;p30"/>
            <p:cNvGrpSpPr/>
            <p:nvPr/>
          </p:nvGrpSpPr>
          <p:grpSpPr>
            <a:xfrm>
              <a:off x="-92" y="2875563"/>
              <a:ext cx="9144092" cy="1131187"/>
              <a:chOff x="-92" y="2875563"/>
              <a:chExt cx="9144092" cy="1131187"/>
            </a:xfrm>
          </p:grpSpPr>
          <p:sp>
            <p:nvSpPr>
              <p:cNvPr id="851" name="Google Shape;851;p30"/>
              <p:cNvSpPr/>
              <p:nvPr/>
            </p:nvSpPr>
            <p:spPr>
              <a:xfrm>
                <a:off x="0" y="3386950"/>
                <a:ext cx="9144000" cy="6198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2" name="Google Shape;852;p30"/>
              <p:cNvGrpSpPr/>
              <p:nvPr/>
            </p:nvGrpSpPr>
            <p:grpSpPr>
              <a:xfrm>
                <a:off x="-92" y="2875563"/>
                <a:ext cx="9143579" cy="571636"/>
                <a:chOff x="-1039007" y="2887141"/>
                <a:chExt cx="11347207" cy="718767"/>
              </a:xfrm>
            </p:grpSpPr>
            <p:sp>
              <p:nvSpPr>
                <p:cNvPr id="853" name="Google Shape;853;p30"/>
                <p:cNvSpPr/>
                <p:nvPr/>
              </p:nvSpPr>
              <p:spPr>
                <a:xfrm>
                  <a:off x="4622368" y="2887141"/>
                  <a:ext cx="5685832" cy="718767"/>
                </a:xfrm>
                <a:custGeom>
                  <a:avLst/>
                  <a:gdLst/>
                  <a:ahLst/>
                  <a:cxnLst/>
                  <a:rect l="l" t="t" r="r" b="b"/>
                  <a:pathLst>
                    <a:path w="285792" h="34085" extrusionOk="0">
                      <a:moveTo>
                        <a:pt x="46293" y="1"/>
                      </a:moveTo>
                      <a:cubicBezTo>
                        <a:pt x="45818" y="1"/>
                        <a:pt x="45342" y="32"/>
                        <a:pt x="44868" y="97"/>
                      </a:cubicBezTo>
                      <a:cubicBezTo>
                        <a:pt x="38932" y="864"/>
                        <a:pt x="34122" y="6708"/>
                        <a:pt x="34460" y="12675"/>
                      </a:cubicBezTo>
                      <a:cubicBezTo>
                        <a:pt x="32551" y="9929"/>
                        <a:pt x="29197" y="8335"/>
                        <a:pt x="25866" y="8335"/>
                      </a:cubicBezTo>
                      <a:cubicBezTo>
                        <a:pt x="24803" y="8335"/>
                        <a:pt x="23742" y="8498"/>
                        <a:pt x="22731" y="8837"/>
                      </a:cubicBezTo>
                      <a:cubicBezTo>
                        <a:pt x="18556" y="10290"/>
                        <a:pt x="15567" y="14640"/>
                        <a:pt x="15782" y="19030"/>
                      </a:cubicBezTo>
                      <a:cubicBezTo>
                        <a:pt x="14142" y="16767"/>
                        <a:pt x="11309" y="15481"/>
                        <a:pt x="8501" y="15481"/>
                      </a:cubicBezTo>
                      <a:cubicBezTo>
                        <a:pt x="7296" y="15481"/>
                        <a:pt x="6095" y="15718"/>
                        <a:pt x="4995" y="16216"/>
                      </a:cubicBezTo>
                      <a:cubicBezTo>
                        <a:pt x="1372" y="17925"/>
                        <a:pt x="1" y="21722"/>
                        <a:pt x="1" y="26235"/>
                      </a:cubicBezTo>
                      <a:lnTo>
                        <a:pt x="1" y="34084"/>
                      </a:lnTo>
                      <a:lnTo>
                        <a:pt x="285577" y="34084"/>
                      </a:lnTo>
                      <a:cubicBezTo>
                        <a:pt x="285577" y="34084"/>
                        <a:pt x="285628" y="27514"/>
                        <a:pt x="285628" y="23554"/>
                      </a:cubicBezTo>
                      <a:cubicBezTo>
                        <a:pt x="285792" y="19757"/>
                        <a:pt x="283233" y="16052"/>
                        <a:pt x="279651" y="14814"/>
                      </a:cubicBezTo>
                      <a:cubicBezTo>
                        <a:pt x="278792" y="14526"/>
                        <a:pt x="277891" y="14389"/>
                        <a:pt x="276988" y="14389"/>
                      </a:cubicBezTo>
                      <a:cubicBezTo>
                        <a:pt x="274127" y="14389"/>
                        <a:pt x="271250" y="15765"/>
                        <a:pt x="269632" y="18099"/>
                      </a:cubicBezTo>
                      <a:cubicBezTo>
                        <a:pt x="269888" y="12982"/>
                        <a:pt x="265794" y="7987"/>
                        <a:pt x="260718" y="7302"/>
                      </a:cubicBezTo>
                      <a:cubicBezTo>
                        <a:pt x="260319" y="7249"/>
                        <a:pt x="259919" y="7223"/>
                        <a:pt x="259520" y="7223"/>
                      </a:cubicBezTo>
                      <a:cubicBezTo>
                        <a:pt x="254838" y="7223"/>
                        <a:pt x="250277" y="10768"/>
                        <a:pt x="249297" y="15407"/>
                      </a:cubicBezTo>
                      <a:cubicBezTo>
                        <a:pt x="248235" y="14800"/>
                        <a:pt x="247053" y="14523"/>
                        <a:pt x="245860" y="14523"/>
                      </a:cubicBezTo>
                      <a:cubicBezTo>
                        <a:pt x="242106" y="14523"/>
                        <a:pt x="238242" y="17264"/>
                        <a:pt x="237691" y="21077"/>
                      </a:cubicBezTo>
                      <a:cubicBezTo>
                        <a:pt x="236544" y="20570"/>
                        <a:pt x="235290" y="20325"/>
                        <a:pt x="234032" y="20325"/>
                      </a:cubicBezTo>
                      <a:cubicBezTo>
                        <a:pt x="232112" y="20325"/>
                        <a:pt x="230183" y="20896"/>
                        <a:pt x="228613" y="21977"/>
                      </a:cubicBezTo>
                      <a:cubicBezTo>
                        <a:pt x="227846" y="20187"/>
                        <a:pt x="226607" y="18559"/>
                        <a:pt x="225031" y="17372"/>
                      </a:cubicBezTo>
                      <a:cubicBezTo>
                        <a:pt x="223161" y="15994"/>
                        <a:pt x="220831" y="15281"/>
                        <a:pt x="218504" y="15281"/>
                      </a:cubicBezTo>
                      <a:cubicBezTo>
                        <a:pt x="217012" y="15281"/>
                        <a:pt x="215520" y="15575"/>
                        <a:pt x="214152" y="16175"/>
                      </a:cubicBezTo>
                      <a:cubicBezTo>
                        <a:pt x="213507" y="11706"/>
                        <a:pt x="208972" y="8494"/>
                        <a:pt x="204586" y="8494"/>
                      </a:cubicBezTo>
                      <a:cubicBezTo>
                        <a:pt x="203197" y="8494"/>
                        <a:pt x="201823" y="8816"/>
                        <a:pt x="200592" y="9523"/>
                      </a:cubicBezTo>
                      <a:cubicBezTo>
                        <a:pt x="199453" y="4147"/>
                        <a:pt x="194130" y="1"/>
                        <a:pt x="188672" y="1"/>
                      </a:cubicBezTo>
                      <a:cubicBezTo>
                        <a:pt x="188197" y="1"/>
                        <a:pt x="187721" y="32"/>
                        <a:pt x="187246" y="97"/>
                      </a:cubicBezTo>
                      <a:cubicBezTo>
                        <a:pt x="181321" y="864"/>
                        <a:pt x="176501" y="6708"/>
                        <a:pt x="176838" y="12675"/>
                      </a:cubicBezTo>
                      <a:cubicBezTo>
                        <a:pt x="174899" y="9929"/>
                        <a:pt x="171566" y="8335"/>
                        <a:pt x="168248" y="8335"/>
                      </a:cubicBezTo>
                      <a:cubicBezTo>
                        <a:pt x="167189" y="8335"/>
                        <a:pt x="166131" y="8498"/>
                        <a:pt x="165120" y="8837"/>
                      </a:cubicBezTo>
                      <a:cubicBezTo>
                        <a:pt x="160934" y="10290"/>
                        <a:pt x="157956" y="14640"/>
                        <a:pt x="158120" y="19030"/>
                      </a:cubicBezTo>
                      <a:cubicBezTo>
                        <a:pt x="156480" y="16767"/>
                        <a:pt x="153647" y="15481"/>
                        <a:pt x="150853" y="15481"/>
                      </a:cubicBezTo>
                      <a:cubicBezTo>
                        <a:pt x="149654" y="15481"/>
                        <a:pt x="148462" y="15718"/>
                        <a:pt x="147374" y="16216"/>
                      </a:cubicBezTo>
                      <a:cubicBezTo>
                        <a:pt x="145327" y="17157"/>
                        <a:pt x="143792" y="18989"/>
                        <a:pt x="142983" y="21077"/>
                      </a:cubicBezTo>
                      <a:cubicBezTo>
                        <a:pt x="142216" y="18222"/>
                        <a:pt x="140087" y="15745"/>
                        <a:pt x="137273" y="14814"/>
                      </a:cubicBezTo>
                      <a:cubicBezTo>
                        <a:pt x="136423" y="14526"/>
                        <a:pt x="135529" y="14389"/>
                        <a:pt x="134632" y="14389"/>
                      </a:cubicBezTo>
                      <a:cubicBezTo>
                        <a:pt x="131787" y="14389"/>
                        <a:pt x="128903" y="15765"/>
                        <a:pt x="127253" y="18099"/>
                      </a:cubicBezTo>
                      <a:cubicBezTo>
                        <a:pt x="127550" y="12982"/>
                        <a:pt x="123416" y="7987"/>
                        <a:pt x="118339" y="7302"/>
                      </a:cubicBezTo>
                      <a:cubicBezTo>
                        <a:pt x="117941" y="7249"/>
                        <a:pt x="117540" y="7223"/>
                        <a:pt x="117141" y="7223"/>
                      </a:cubicBezTo>
                      <a:cubicBezTo>
                        <a:pt x="112458" y="7223"/>
                        <a:pt x="107892" y="10768"/>
                        <a:pt x="106949" y="15407"/>
                      </a:cubicBezTo>
                      <a:cubicBezTo>
                        <a:pt x="105880" y="14800"/>
                        <a:pt x="104692" y="14523"/>
                        <a:pt x="103495" y="14523"/>
                      </a:cubicBezTo>
                      <a:cubicBezTo>
                        <a:pt x="99727" y="14523"/>
                        <a:pt x="95864" y="17264"/>
                        <a:pt x="95312" y="21077"/>
                      </a:cubicBezTo>
                      <a:cubicBezTo>
                        <a:pt x="94162" y="20570"/>
                        <a:pt x="92905" y="20325"/>
                        <a:pt x="91645" y="20325"/>
                      </a:cubicBezTo>
                      <a:cubicBezTo>
                        <a:pt x="89723" y="20325"/>
                        <a:pt x="87795" y="20896"/>
                        <a:pt x="86224" y="21977"/>
                      </a:cubicBezTo>
                      <a:cubicBezTo>
                        <a:pt x="85457" y="20187"/>
                        <a:pt x="84218" y="18559"/>
                        <a:pt x="82642" y="17372"/>
                      </a:cubicBezTo>
                      <a:cubicBezTo>
                        <a:pt x="80772" y="15994"/>
                        <a:pt x="78442" y="15281"/>
                        <a:pt x="76118" y="15281"/>
                      </a:cubicBezTo>
                      <a:cubicBezTo>
                        <a:pt x="74627" y="15281"/>
                        <a:pt x="73138" y="15575"/>
                        <a:pt x="71774" y="16175"/>
                      </a:cubicBezTo>
                      <a:cubicBezTo>
                        <a:pt x="71160" y="11706"/>
                        <a:pt x="66632" y="8494"/>
                        <a:pt x="62230" y="8494"/>
                      </a:cubicBezTo>
                      <a:cubicBezTo>
                        <a:pt x="60836" y="8494"/>
                        <a:pt x="59454" y="8816"/>
                        <a:pt x="58213" y="9523"/>
                      </a:cubicBezTo>
                      <a:cubicBezTo>
                        <a:pt x="57074" y="4147"/>
                        <a:pt x="51752" y="1"/>
                        <a:pt x="4629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4" name="Google Shape;854;p30"/>
                <p:cNvSpPr/>
                <p:nvPr/>
              </p:nvSpPr>
              <p:spPr>
                <a:xfrm flipH="1">
                  <a:off x="-1039007" y="2887141"/>
                  <a:ext cx="5685832" cy="718767"/>
                </a:xfrm>
                <a:custGeom>
                  <a:avLst/>
                  <a:gdLst/>
                  <a:ahLst/>
                  <a:cxnLst/>
                  <a:rect l="l" t="t" r="r" b="b"/>
                  <a:pathLst>
                    <a:path w="285792" h="34085" extrusionOk="0">
                      <a:moveTo>
                        <a:pt x="46293" y="1"/>
                      </a:moveTo>
                      <a:cubicBezTo>
                        <a:pt x="45818" y="1"/>
                        <a:pt x="45342" y="32"/>
                        <a:pt x="44868" y="97"/>
                      </a:cubicBezTo>
                      <a:cubicBezTo>
                        <a:pt x="38932" y="864"/>
                        <a:pt x="34122" y="6708"/>
                        <a:pt x="34460" y="12675"/>
                      </a:cubicBezTo>
                      <a:cubicBezTo>
                        <a:pt x="32551" y="9929"/>
                        <a:pt x="29197" y="8335"/>
                        <a:pt x="25866" y="8335"/>
                      </a:cubicBezTo>
                      <a:cubicBezTo>
                        <a:pt x="24803" y="8335"/>
                        <a:pt x="23742" y="8498"/>
                        <a:pt x="22731" y="8837"/>
                      </a:cubicBezTo>
                      <a:cubicBezTo>
                        <a:pt x="18556" y="10290"/>
                        <a:pt x="15567" y="14640"/>
                        <a:pt x="15782" y="19030"/>
                      </a:cubicBezTo>
                      <a:cubicBezTo>
                        <a:pt x="14142" y="16767"/>
                        <a:pt x="11309" y="15481"/>
                        <a:pt x="8501" y="15481"/>
                      </a:cubicBezTo>
                      <a:cubicBezTo>
                        <a:pt x="7296" y="15481"/>
                        <a:pt x="6095" y="15718"/>
                        <a:pt x="4995" y="16216"/>
                      </a:cubicBezTo>
                      <a:cubicBezTo>
                        <a:pt x="1372" y="17925"/>
                        <a:pt x="1" y="21722"/>
                        <a:pt x="1" y="26235"/>
                      </a:cubicBezTo>
                      <a:lnTo>
                        <a:pt x="1" y="34084"/>
                      </a:lnTo>
                      <a:lnTo>
                        <a:pt x="285577" y="34084"/>
                      </a:lnTo>
                      <a:cubicBezTo>
                        <a:pt x="285577" y="34084"/>
                        <a:pt x="285628" y="27514"/>
                        <a:pt x="285628" y="23554"/>
                      </a:cubicBezTo>
                      <a:cubicBezTo>
                        <a:pt x="285792" y="19757"/>
                        <a:pt x="283233" y="16052"/>
                        <a:pt x="279651" y="14814"/>
                      </a:cubicBezTo>
                      <a:cubicBezTo>
                        <a:pt x="278792" y="14526"/>
                        <a:pt x="277891" y="14389"/>
                        <a:pt x="276988" y="14389"/>
                      </a:cubicBezTo>
                      <a:cubicBezTo>
                        <a:pt x="274127" y="14389"/>
                        <a:pt x="271250" y="15765"/>
                        <a:pt x="269632" y="18099"/>
                      </a:cubicBezTo>
                      <a:cubicBezTo>
                        <a:pt x="269888" y="12982"/>
                        <a:pt x="265794" y="7987"/>
                        <a:pt x="260718" y="7302"/>
                      </a:cubicBezTo>
                      <a:cubicBezTo>
                        <a:pt x="260319" y="7249"/>
                        <a:pt x="259919" y="7223"/>
                        <a:pt x="259520" y="7223"/>
                      </a:cubicBezTo>
                      <a:cubicBezTo>
                        <a:pt x="254838" y="7223"/>
                        <a:pt x="250277" y="10768"/>
                        <a:pt x="249297" y="15407"/>
                      </a:cubicBezTo>
                      <a:cubicBezTo>
                        <a:pt x="248235" y="14800"/>
                        <a:pt x="247053" y="14523"/>
                        <a:pt x="245860" y="14523"/>
                      </a:cubicBezTo>
                      <a:cubicBezTo>
                        <a:pt x="242106" y="14523"/>
                        <a:pt x="238242" y="17264"/>
                        <a:pt x="237691" y="21077"/>
                      </a:cubicBezTo>
                      <a:cubicBezTo>
                        <a:pt x="236544" y="20570"/>
                        <a:pt x="235290" y="20325"/>
                        <a:pt x="234032" y="20325"/>
                      </a:cubicBezTo>
                      <a:cubicBezTo>
                        <a:pt x="232112" y="20325"/>
                        <a:pt x="230183" y="20896"/>
                        <a:pt x="228613" y="21977"/>
                      </a:cubicBezTo>
                      <a:cubicBezTo>
                        <a:pt x="227846" y="20187"/>
                        <a:pt x="226607" y="18559"/>
                        <a:pt x="225031" y="17372"/>
                      </a:cubicBezTo>
                      <a:cubicBezTo>
                        <a:pt x="223161" y="15994"/>
                        <a:pt x="220831" y="15281"/>
                        <a:pt x="218504" y="15281"/>
                      </a:cubicBezTo>
                      <a:cubicBezTo>
                        <a:pt x="217012" y="15281"/>
                        <a:pt x="215520" y="15575"/>
                        <a:pt x="214152" y="16175"/>
                      </a:cubicBezTo>
                      <a:cubicBezTo>
                        <a:pt x="213507" y="11706"/>
                        <a:pt x="208972" y="8494"/>
                        <a:pt x="204586" y="8494"/>
                      </a:cubicBezTo>
                      <a:cubicBezTo>
                        <a:pt x="203197" y="8494"/>
                        <a:pt x="201823" y="8816"/>
                        <a:pt x="200592" y="9523"/>
                      </a:cubicBezTo>
                      <a:cubicBezTo>
                        <a:pt x="199453" y="4147"/>
                        <a:pt x="194130" y="1"/>
                        <a:pt x="188672" y="1"/>
                      </a:cubicBezTo>
                      <a:cubicBezTo>
                        <a:pt x="188197" y="1"/>
                        <a:pt x="187721" y="32"/>
                        <a:pt x="187246" y="97"/>
                      </a:cubicBezTo>
                      <a:cubicBezTo>
                        <a:pt x="181321" y="864"/>
                        <a:pt x="176501" y="6708"/>
                        <a:pt x="176838" y="12675"/>
                      </a:cubicBezTo>
                      <a:cubicBezTo>
                        <a:pt x="174899" y="9929"/>
                        <a:pt x="171566" y="8335"/>
                        <a:pt x="168248" y="8335"/>
                      </a:cubicBezTo>
                      <a:cubicBezTo>
                        <a:pt x="167189" y="8335"/>
                        <a:pt x="166131" y="8498"/>
                        <a:pt x="165120" y="8837"/>
                      </a:cubicBezTo>
                      <a:cubicBezTo>
                        <a:pt x="160934" y="10290"/>
                        <a:pt x="157956" y="14640"/>
                        <a:pt x="158120" y="19030"/>
                      </a:cubicBezTo>
                      <a:cubicBezTo>
                        <a:pt x="156480" y="16767"/>
                        <a:pt x="153647" y="15481"/>
                        <a:pt x="150853" y="15481"/>
                      </a:cubicBezTo>
                      <a:cubicBezTo>
                        <a:pt x="149654" y="15481"/>
                        <a:pt x="148462" y="15718"/>
                        <a:pt x="147374" y="16216"/>
                      </a:cubicBezTo>
                      <a:cubicBezTo>
                        <a:pt x="145327" y="17157"/>
                        <a:pt x="143792" y="18989"/>
                        <a:pt x="142983" y="21077"/>
                      </a:cubicBezTo>
                      <a:cubicBezTo>
                        <a:pt x="142216" y="18222"/>
                        <a:pt x="140087" y="15745"/>
                        <a:pt x="137273" y="14814"/>
                      </a:cubicBezTo>
                      <a:cubicBezTo>
                        <a:pt x="136423" y="14526"/>
                        <a:pt x="135529" y="14389"/>
                        <a:pt x="134632" y="14389"/>
                      </a:cubicBezTo>
                      <a:cubicBezTo>
                        <a:pt x="131787" y="14389"/>
                        <a:pt x="128903" y="15765"/>
                        <a:pt x="127253" y="18099"/>
                      </a:cubicBezTo>
                      <a:cubicBezTo>
                        <a:pt x="127550" y="12982"/>
                        <a:pt x="123416" y="7987"/>
                        <a:pt x="118339" y="7302"/>
                      </a:cubicBezTo>
                      <a:cubicBezTo>
                        <a:pt x="117941" y="7249"/>
                        <a:pt x="117540" y="7223"/>
                        <a:pt x="117141" y="7223"/>
                      </a:cubicBezTo>
                      <a:cubicBezTo>
                        <a:pt x="112458" y="7223"/>
                        <a:pt x="107892" y="10768"/>
                        <a:pt x="106949" y="15407"/>
                      </a:cubicBezTo>
                      <a:cubicBezTo>
                        <a:pt x="105880" y="14800"/>
                        <a:pt x="104692" y="14523"/>
                        <a:pt x="103495" y="14523"/>
                      </a:cubicBezTo>
                      <a:cubicBezTo>
                        <a:pt x="99727" y="14523"/>
                        <a:pt x="95864" y="17264"/>
                        <a:pt x="95312" y="21077"/>
                      </a:cubicBezTo>
                      <a:cubicBezTo>
                        <a:pt x="94162" y="20570"/>
                        <a:pt x="92905" y="20325"/>
                        <a:pt x="91645" y="20325"/>
                      </a:cubicBezTo>
                      <a:cubicBezTo>
                        <a:pt x="89723" y="20325"/>
                        <a:pt x="87795" y="20896"/>
                        <a:pt x="86224" y="21977"/>
                      </a:cubicBezTo>
                      <a:cubicBezTo>
                        <a:pt x="85457" y="20187"/>
                        <a:pt x="84218" y="18559"/>
                        <a:pt x="82642" y="17372"/>
                      </a:cubicBezTo>
                      <a:cubicBezTo>
                        <a:pt x="80772" y="15994"/>
                        <a:pt x="78442" y="15281"/>
                        <a:pt x="76118" y="15281"/>
                      </a:cubicBezTo>
                      <a:cubicBezTo>
                        <a:pt x="74627" y="15281"/>
                        <a:pt x="73138" y="15575"/>
                        <a:pt x="71774" y="16175"/>
                      </a:cubicBezTo>
                      <a:cubicBezTo>
                        <a:pt x="71160" y="11706"/>
                        <a:pt x="66632" y="8494"/>
                        <a:pt x="62230" y="8494"/>
                      </a:cubicBezTo>
                      <a:cubicBezTo>
                        <a:pt x="60836" y="8494"/>
                        <a:pt x="59454" y="8816"/>
                        <a:pt x="58213" y="9523"/>
                      </a:cubicBezTo>
                      <a:cubicBezTo>
                        <a:pt x="57074" y="4147"/>
                        <a:pt x="51752" y="1"/>
                        <a:pt x="4629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855" name="Google Shape;855;p30"/>
            <p:cNvGrpSpPr/>
            <p:nvPr/>
          </p:nvGrpSpPr>
          <p:grpSpPr>
            <a:xfrm>
              <a:off x="-75" y="3555684"/>
              <a:ext cx="9144111" cy="1048711"/>
              <a:chOff x="-75" y="3996089"/>
              <a:chExt cx="9144111" cy="818986"/>
            </a:xfrm>
          </p:grpSpPr>
          <p:sp>
            <p:nvSpPr>
              <p:cNvPr id="856" name="Google Shape;856;p30"/>
              <p:cNvSpPr/>
              <p:nvPr/>
            </p:nvSpPr>
            <p:spPr>
              <a:xfrm>
                <a:off x="-75" y="3996089"/>
                <a:ext cx="9144111" cy="818865"/>
              </a:xfrm>
              <a:custGeom>
                <a:avLst/>
                <a:gdLst/>
                <a:ahLst/>
                <a:cxnLst/>
                <a:rect l="l" t="t" r="r" b="b"/>
                <a:pathLst>
                  <a:path w="116675" h="3930" extrusionOk="0">
                    <a:moveTo>
                      <a:pt x="0" y="0"/>
                    </a:moveTo>
                    <a:lnTo>
                      <a:pt x="0" y="3930"/>
                    </a:lnTo>
                    <a:lnTo>
                      <a:pt x="116675" y="3930"/>
                    </a:lnTo>
                    <a:lnTo>
                      <a:pt x="116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57" name="Google Shape;857;p30"/>
              <p:cNvGrpSpPr/>
              <p:nvPr/>
            </p:nvGrpSpPr>
            <p:grpSpPr>
              <a:xfrm>
                <a:off x="43175" y="3996198"/>
                <a:ext cx="9057943" cy="818877"/>
                <a:chOff x="31859" y="3637483"/>
                <a:chExt cx="9057943" cy="954958"/>
              </a:xfrm>
            </p:grpSpPr>
            <p:sp>
              <p:nvSpPr>
                <p:cNvPr id="858" name="Google Shape;858;p30"/>
                <p:cNvSpPr/>
                <p:nvPr/>
              </p:nvSpPr>
              <p:spPr>
                <a:xfrm>
                  <a:off x="31859" y="3637483"/>
                  <a:ext cx="583516" cy="954958"/>
                </a:xfrm>
                <a:custGeom>
                  <a:avLst/>
                  <a:gdLst/>
                  <a:ahLst/>
                  <a:cxnLst/>
                  <a:rect l="l" t="t" r="r" b="b"/>
                  <a:pathLst>
                    <a:path w="7506" h="12284" extrusionOk="0">
                      <a:moveTo>
                        <a:pt x="7393" y="0"/>
                      </a:moveTo>
                      <a:lnTo>
                        <a:pt x="1" y="12209"/>
                      </a:lnTo>
                      <a:lnTo>
                        <a:pt x="160" y="12284"/>
                      </a:lnTo>
                      <a:lnTo>
                        <a:pt x="7505" y="75"/>
                      </a:lnTo>
                      <a:lnTo>
                        <a:pt x="7393"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59" name="Google Shape;859;p30"/>
                <p:cNvSpPr/>
                <p:nvPr/>
              </p:nvSpPr>
              <p:spPr>
                <a:xfrm>
                  <a:off x="8506364" y="3637483"/>
                  <a:ext cx="583439" cy="954958"/>
                </a:xfrm>
                <a:custGeom>
                  <a:avLst/>
                  <a:gdLst/>
                  <a:ahLst/>
                  <a:cxnLst/>
                  <a:rect l="l" t="t" r="r" b="b"/>
                  <a:pathLst>
                    <a:path w="7505" h="12284" extrusionOk="0">
                      <a:moveTo>
                        <a:pt x="159" y="0"/>
                      </a:moveTo>
                      <a:lnTo>
                        <a:pt x="0" y="75"/>
                      </a:lnTo>
                      <a:lnTo>
                        <a:pt x="7355" y="12284"/>
                      </a:lnTo>
                      <a:lnTo>
                        <a:pt x="7505" y="12209"/>
                      </a:lnTo>
                      <a:lnTo>
                        <a:pt x="159"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0" name="Google Shape;860;p30"/>
                <p:cNvSpPr/>
                <p:nvPr/>
              </p:nvSpPr>
              <p:spPr>
                <a:xfrm>
                  <a:off x="5347043" y="3640359"/>
                  <a:ext cx="124151" cy="949205"/>
                </a:xfrm>
                <a:custGeom>
                  <a:avLst/>
                  <a:gdLst/>
                  <a:ahLst/>
                  <a:cxnLst/>
                  <a:rect l="l" t="t" r="r" b="b"/>
                  <a:pathLst>
                    <a:path w="1597" h="12210" extrusionOk="0">
                      <a:moveTo>
                        <a:pt x="0" y="1"/>
                      </a:moveTo>
                      <a:lnTo>
                        <a:pt x="1438" y="12209"/>
                      </a:lnTo>
                      <a:lnTo>
                        <a:pt x="1596" y="12209"/>
                      </a:lnTo>
                      <a:lnTo>
                        <a:pt x="159" y="1"/>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1" name="Google Shape;861;p30"/>
                <p:cNvSpPr/>
                <p:nvPr/>
              </p:nvSpPr>
              <p:spPr>
                <a:xfrm>
                  <a:off x="3651240" y="3640359"/>
                  <a:ext cx="127105" cy="949205"/>
                </a:xfrm>
                <a:custGeom>
                  <a:avLst/>
                  <a:gdLst/>
                  <a:ahLst/>
                  <a:cxnLst/>
                  <a:rect l="l" t="t" r="r" b="b"/>
                  <a:pathLst>
                    <a:path w="1635" h="12210" extrusionOk="0">
                      <a:moveTo>
                        <a:pt x="1475" y="1"/>
                      </a:moveTo>
                      <a:lnTo>
                        <a:pt x="1" y="12209"/>
                      </a:lnTo>
                      <a:lnTo>
                        <a:pt x="150" y="12209"/>
                      </a:lnTo>
                      <a:lnTo>
                        <a:pt x="1634" y="1"/>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2" name="Google Shape;862;p30"/>
                <p:cNvSpPr/>
                <p:nvPr/>
              </p:nvSpPr>
              <p:spPr>
                <a:xfrm>
                  <a:off x="1843027" y="3637483"/>
                  <a:ext cx="353484" cy="954958"/>
                </a:xfrm>
                <a:custGeom>
                  <a:avLst/>
                  <a:gdLst/>
                  <a:ahLst/>
                  <a:cxnLst/>
                  <a:rect l="l" t="t" r="r" b="b"/>
                  <a:pathLst>
                    <a:path w="4547" h="12284" extrusionOk="0">
                      <a:moveTo>
                        <a:pt x="4397" y="0"/>
                      </a:moveTo>
                      <a:lnTo>
                        <a:pt x="0" y="12209"/>
                      </a:lnTo>
                      <a:lnTo>
                        <a:pt x="112" y="12284"/>
                      </a:lnTo>
                      <a:lnTo>
                        <a:pt x="4546" y="75"/>
                      </a:lnTo>
                      <a:lnTo>
                        <a:pt x="4397"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863" name="Google Shape;863;p30"/>
                <p:cNvSpPr/>
                <p:nvPr/>
              </p:nvSpPr>
              <p:spPr>
                <a:xfrm>
                  <a:off x="6925226" y="3637483"/>
                  <a:ext cx="357060" cy="954958"/>
                </a:xfrm>
                <a:custGeom>
                  <a:avLst/>
                  <a:gdLst/>
                  <a:ahLst/>
                  <a:cxnLst/>
                  <a:rect l="l" t="t" r="r" b="b"/>
                  <a:pathLst>
                    <a:path w="4593" h="12284" extrusionOk="0">
                      <a:moveTo>
                        <a:pt x="159" y="0"/>
                      </a:moveTo>
                      <a:lnTo>
                        <a:pt x="1" y="75"/>
                      </a:lnTo>
                      <a:lnTo>
                        <a:pt x="4434" y="12284"/>
                      </a:lnTo>
                      <a:lnTo>
                        <a:pt x="4593" y="12209"/>
                      </a:lnTo>
                      <a:lnTo>
                        <a:pt x="159"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864" name="Google Shape;864;p30"/>
          <p:cNvSpPr txBox="1">
            <a:spLocks noGrp="1"/>
          </p:cNvSpPr>
          <p:nvPr>
            <p:ph type="title"/>
          </p:nvPr>
        </p:nvSpPr>
        <p:spPr>
          <a:xfrm>
            <a:off x="2000050" y="541925"/>
            <a:ext cx="5095200" cy="4758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65" name="Google Shape;865;p30"/>
          <p:cNvSpPr txBox="1">
            <a:spLocks noGrp="1"/>
          </p:cNvSpPr>
          <p:nvPr>
            <p:ph type="title" idx="2"/>
          </p:nvPr>
        </p:nvSpPr>
        <p:spPr>
          <a:xfrm>
            <a:off x="988775" y="2880425"/>
            <a:ext cx="1917900" cy="353400"/>
          </a:xfrm>
          <a:prstGeom prst="rect">
            <a:avLst/>
          </a:prstGeom>
        </p:spPr>
        <p:txBody>
          <a:bodyPr spcFirstLastPara="1" wrap="square" lIns="14400" tIns="14400" rIns="14400" bIns="14400" anchor="t" anchorCtr="0">
            <a:noAutofit/>
          </a:bodyPr>
          <a:lstStyle>
            <a:lvl1pPr lvl="0" algn="ctr" rtl="0">
              <a:spcBef>
                <a:spcPts val="0"/>
              </a:spcBef>
              <a:spcAft>
                <a:spcPts val="0"/>
              </a:spcAft>
              <a:buSzPts val="3500"/>
              <a:buNone/>
              <a:defRPr sz="2000">
                <a:solidFill>
                  <a:schemeClr val="accen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66" name="Google Shape;866;p30"/>
          <p:cNvSpPr txBox="1">
            <a:spLocks noGrp="1"/>
          </p:cNvSpPr>
          <p:nvPr>
            <p:ph type="title" idx="3"/>
          </p:nvPr>
        </p:nvSpPr>
        <p:spPr>
          <a:xfrm>
            <a:off x="3613057" y="2873775"/>
            <a:ext cx="1917900" cy="353400"/>
          </a:xfrm>
          <a:prstGeom prst="rect">
            <a:avLst/>
          </a:prstGeom>
        </p:spPr>
        <p:txBody>
          <a:bodyPr spcFirstLastPara="1" wrap="square" lIns="14400" tIns="14400" rIns="14400" bIns="14400" anchor="t" anchorCtr="0">
            <a:noAutofit/>
          </a:bodyPr>
          <a:lstStyle>
            <a:lvl1pPr lvl="0" algn="ctr" rtl="0">
              <a:spcBef>
                <a:spcPts val="0"/>
              </a:spcBef>
              <a:spcAft>
                <a:spcPts val="0"/>
              </a:spcAft>
              <a:buSzPts val="3500"/>
              <a:buNone/>
              <a:defRPr sz="2000">
                <a:solidFill>
                  <a:schemeClr val="accen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67" name="Google Shape;867;p30"/>
          <p:cNvSpPr txBox="1">
            <a:spLocks noGrp="1"/>
          </p:cNvSpPr>
          <p:nvPr>
            <p:ph type="subTitle" idx="1"/>
          </p:nvPr>
        </p:nvSpPr>
        <p:spPr>
          <a:xfrm>
            <a:off x="3383107" y="3814788"/>
            <a:ext cx="2377800" cy="475800"/>
          </a:xfrm>
          <a:prstGeom prst="rect">
            <a:avLst/>
          </a:prstGeom>
        </p:spPr>
        <p:txBody>
          <a:bodyPr spcFirstLastPara="1" wrap="square" lIns="14400" tIns="14400" rIns="14400" bIns="14400" anchor="t" anchorCtr="0">
            <a:noAutofit/>
          </a:bodyPr>
          <a:lstStyle>
            <a:lvl1pPr lvl="0" algn="ctr"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68" name="Google Shape;868;p30"/>
          <p:cNvSpPr txBox="1">
            <a:spLocks noGrp="1"/>
          </p:cNvSpPr>
          <p:nvPr>
            <p:ph type="subTitle" idx="4"/>
          </p:nvPr>
        </p:nvSpPr>
        <p:spPr>
          <a:xfrm>
            <a:off x="774550" y="3814788"/>
            <a:ext cx="2379600" cy="475800"/>
          </a:xfrm>
          <a:prstGeom prst="rect">
            <a:avLst/>
          </a:prstGeom>
        </p:spPr>
        <p:txBody>
          <a:bodyPr spcFirstLastPara="1" wrap="square" lIns="14400" tIns="14400" rIns="14400" bIns="14400" anchor="t" anchorCtr="0">
            <a:noAutofit/>
          </a:bodyPr>
          <a:lstStyle>
            <a:lvl1pPr lvl="0" algn="ctr"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869" name="Google Shape;869;p30"/>
          <p:cNvSpPr txBox="1">
            <a:spLocks noGrp="1"/>
          </p:cNvSpPr>
          <p:nvPr>
            <p:ph type="title" idx="5"/>
          </p:nvPr>
        </p:nvSpPr>
        <p:spPr>
          <a:xfrm>
            <a:off x="6244100" y="2873775"/>
            <a:ext cx="1917900" cy="353400"/>
          </a:xfrm>
          <a:prstGeom prst="rect">
            <a:avLst/>
          </a:prstGeom>
        </p:spPr>
        <p:txBody>
          <a:bodyPr spcFirstLastPara="1" wrap="square" lIns="14400" tIns="14400" rIns="14400" bIns="14400" anchor="t" anchorCtr="0">
            <a:noAutofit/>
          </a:bodyPr>
          <a:lstStyle>
            <a:lvl1pPr lvl="0" algn="ctr" rtl="0">
              <a:spcBef>
                <a:spcPts val="0"/>
              </a:spcBef>
              <a:spcAft>
                <a:spcPts val="0"/>
              </a:spcAft>
              <a:buSzPts val="3500"/>
              <a:buNone/>
              <a:defRPr sz="2000">
                <a:solidFill>
                  <a:schemeClr val="accent1"/>
                </a:solidFill>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870" name="Google Shape;870;p30"/>
          <p:cNvSpPr txBox="1">
            <a:spLocks noGrp="1"/>
          </p:cNvSpPr>
          <p:nvPr>
            <p:ph type="subTitle" idx="6"/>
          </p:nvPr>
        </p:nvSpPr>
        <p:spPr>
          <a:xfrm>
            <a:off x="5989845" y="3814788"/>
            <a:ext cx="2377800" cy="475800"/>
          </a:xfrm>
          <a:prstGeom prst="rect">
            <a:avLst/>
          </a:prstGeom>
        </p:spPr>
        <p:txBody>
          <a:bodyPr spcFirstLastPara="1" wrap="square" lIns="14400" tIns="14400" rIns="14400" bIns="14400" anchor="t" anchorCtr="0">
            <a:noAutofit/>
          </a:bodyPr>
          <a:lstStyle>
            <a:lvl1pPr lvl="0" algn="ctr" rtl="0">
              <a:lnSpc>
                <a:spcPct val="100000"/>
              </a:lnSpc>
              <a:spcBef>
                <a:spcPts val="0"/>
              </a:spcBef>
              <a:spcAft>
                <a:spcPts val="0"/>
              </a:spcAft>
              <a:buSzPts val="1400"/>
              <a:buNone/>
              <a:defRPr b="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Numbers and Text">
  <p:cSld name="CUSTOM_8">
    <p:spTree>
      <p:nvGrpSpPr>
        <p:cNvPr id="1" name="Shape 941"/>
        <p:cNvGrpSpPr/>
        <p:nvPr/>
      </p:nvGrpSpPr>
      <p:grpSpPr>
        <a:xfrm>
          <a:off x="0" y="0"/>
          <a:ext cx="0" cy="0"/>
          <a:chOff x="0" y="0"/>
          <a:chExt cx="0" cy="0"/>
        </a:xfrm>
      </p:grpSpPr>
      <p:grpSp>
        <p:nvGrpSpPr>
          <p:cNvPr id="942" name="Google Shape;942;p33"/>
          <p:cNvGrpSpPr/>
          <p:nvPr/>
        </p:nvGrpSpPr>
        <p:grpSpPr>
          <a:xfrm>
            <a:off x="-92" y="4163476"/>
            <a:ext cx="9144192" cy="974607"/>
            <a:chOff x="-1039007" y="2887141"/>
            <a:chExt cx="11347967" cy="1225458"/>
          </a:xfrm>
        </p:grpSpPr>
        <p:grpSp>
          <p:nvGrpSpPr>
            <p:cNvPr id="943" name="Google Shape;943;p33"/>
            <p:cNvGrpSpPr/>
            <p:nvPr/>
          </p:nvGrpSpPr>
          <p:grpSpPr>
            <a:xfrm flipH="1">
              <a:off x="-1038942" y="2887141"/>
              <a:ext cx="11347903" cy="1225458"/>
              <a:chOff x="-709964" y="3444288"/>
              <a:chExt cx="11164800" cy="1144005"/>
            </a:xfrm>
          </p:grpSpPr>
          <p:sp>
            <p:nvSpPr>
              <p:cNvPr id="944" name="Google Shape;944;p33"/>
              <p:cNvSpPr/>
              <p:nvPr/>
            </p:nvSpPr>
            <p:spPr>
              <a:xfrm>
                <a:off x="-709964" y="4050092"/>
                <a:ext cx="11164800" cy="5382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5" name="Google Shape;945;p33"/>
              <p:cNvSpPr/>
              <p:nvPr/>
            </p:nvSpPr>
            <p:spPr>
              <a:xfrm flipH="1">
                <a:off x="-709506" y="3444288"/>
                <a:ext cx="5594378" cy="670963"/>
              </a:xfrm>
              <a:custGeom>
                <a:avLst/>
                <a:gdLst/>
                <a:ahLst/>
                <a:cxnLst/>
                <a:rect l="l" t="t" r="r" b="b"/>
                <a:pathLst>
                  <a:path w="285792" h="34085" extrusionOk="0">
                    <a:moveTo>
                      <a:pt x="46293" y="1"/>
                    </a:moveTo>
                    <a:cubicBezTo>
                      <a:pt x="45818" y="1"/>
                      <a:pt x="45342" y="32"/>
                      <a:pt x="44868" y="97"/>
                    </a:cubicBezTo>
                    <a:cubicBezTo>
                      <a:pt x="38932" y="864"/>
                      <a:pt x="34122" y="6708"/>
                      <a:pt x="34460" y="12675"/>
                    </a:cubicBezTo>
                    <a:cubicBezTo>
                      <a:pt x="32551" y="9929"/>
                      <a:pt x="29197" y="8335"/>
                      <a:pt x="25866" y="8335"/>
                    </a:cubicBezTo>
                    <a:cubicBezTo>
                      <a:pt x="24803" y="8335"/>
                      <a:pt x="23742" y="8498"/>
                      <a:pt x="22731" y="8837"/>
                    </a:cubicBezTo>
                    <a:cubicBezTo>
                      <a:pt x="18556" y="10290"/>
                      <a:pt x="15567" y="14640"/>
                      <a:pt x="15782" y="19030"/>
                    </a:cubicBezTo>
                    <a:cubicBezTo>
                      <a:pt x="14142" y="16767"/>
                      <a:pt x="11309" y="15481"/>
                      <a:pt x="8501" y="15481"/>
                    </a:cubicBezTo>
                    <a:cubicBezTo>
                      <a:pt x="7296" y="15481"/>
                      <a:pt x="6095" y="15718"/>
                      <a:pt x="4995" y="16216"/>
                    </a:cubicBezTo>
                    <a:cubicBezTo>
                      <a:pt x="1372" y="17925"/>
                      <a:pt x="1" y="21722"/>
                      <a:pt x="1" y="26235"/>
                    </a:cubicBezTo>
                    <a:lnTo>
                      <a:pt x="1" y="34084"/>
                    </a:lnTo>
                    <a:lnTo>
                      <a:pt x="285577" y="34084"/>
                    </a:lnTo>
                    <a:cubicBezTo>
                      <a:pt x="285577" y="34084"/>
                      <a:pt x="285628" y="27514"/>
                      <a:pt x="285628" y="23554"/>
                    </a:cubicBezTo>
                    <a:cubicBezTo>
                      <a:pt x="285792" y="19757"/>
                      <a:pt x="283233" y="16052"/>
                      <a:pt x="279651" y="14814"/>
                    </a:cubicBezTo>
                    <a:cubicBezTo>
                      <a:pt x="278792" y="14526"/>
                      <a:pt x="277891" y="14389"/>
                      <a:pt x="276988" y="14389"/>
                    </a:cubicBezTo>
                    <a:cubicBezTo>
                      <a:pt x="274127" y="14389"/>
                      <a:pt x="271250" y="15765"/>
                      <a:pt x="269632" y="18099"/>
                    </a:cubicBezTo>
                    <a:cubicBezTo>
                      <a:pt x="269888" y="12982"/>
                      <a:pt x="265794" y="7987"/>
                      <a:pt x="260718" y="7302"/>
                    </a:cubicBezTo>
                    <a:cubicBezTo>
                      <a:pt x="260319" y="7249"/>
                      <a:pt x="259919" y="7223"/>
                      <a:pt x="259520" y="7223"/>
                    </a:cubicBezTo>
                    <a:cubicBezTo>
                      <a:pt x="254838" y="7223"/>
                      <a:pt x="250277" y="10768"/>
                      <a:pt x="249297" y="15407"/>
                    </a:cubicBezTo>
                    <a:cubicBezTo>
                      <a:pt x="248235" y="14800"/>
                      <a:pt x="247053" y="14523"/>
                      <a:pt x="245860" y="14523"/>
                    </a:cubicBezTo>
                    <a:cubicBezTo>
                      <a:pt x="242106" y="14523"/>
                      <a:pt x="238242" y="17264"/>
                      <a:pt x="237691" y="21077"/>
                    </a:cubicBezTo>
                    <a:cubicBezTo>
                      <a:pt x="236544" y="20570"/>
                      <a:pt x="235290" y="20325"/>
                      <a:pt x="234032" y="20325"/>
                    </a:cubicBezTo>
                    <a:cubicBezTo>
                      <a:pt x="232112" y="20325"/>
                      <a:pt x="230183" y="20896"/>
                      <a:pt x="228613" y="21977"/>
                    </a:cubicBezTo>
                    <a:cubicBezTo>
                      <a:pt x="227846" y="20187"/>
                      <a:pt x="226607" y="18559"/>
                      <a:pt x="225031" y="17372"/>
                    </a:cubicBezTo>
                    <a:cubicBezTo>
                      <a:pt x="223161" y="15994"/>
                      <a:pt x="220831" y="15281"/>
                      <a:pt x="218504" y="15281"/>
                    </a:cubicBezTo>
                    <a:cubicBezTo>
                      <a:pt x="217012" y="15281"/>
                      <a:pt x="215520" y="15575"/>
                      <a:pt x="214152" y="16175"/>
                    </a:cubicBezTo>
                    <a:cubicBezTo>
                      <a:pt x="213507" y="11706"/>
                      <a:pt x="208972" y="8494"/>
                      <a:pt x="204586" y="8494"/>
                    </a:cubicBezTo>
                    <a:cubicBezTo>
                      <a:pt x="203197" y="8494"/>
                      <a:pt x="201823" y="8816"/>
                      <a:pt x="200592" y="9523"/>
                    </a:cubicBezTo>
                    <a:cubicBezTo>
                      <a:pt x="199453" y="4147"/>
                      <a:pt x="194130" y="1"/>
                      <a:pt x="188672" y="1"/>
                    </a:cubicBezTo>
                    <a:cubicBezTo>
                      <a:pt x="188197" y="1"/>
                      <a:pt x="187721" y="32"/>
                      <a:pt x="187246" y="97"/>
                    </a:cubicBezTo>
                    <a:cubicBezTo>
                      <a:pt x="181321" y="864"/>
                      <a:pt x="176501" y="6708"/>
                      <a:pt x="176838" y="12675"/>
                    </a:cubicBezTo>
                    <a:cubicBezTo>
                      <a:pt x="174899" y="9929"/>
                      <a:pt x="171566" y="8335"/>
                      <a:pt x="168248" y="8335"/>
                    </a:cubicBezTo>
                    <a:cubicBezTo>
                      <a:pt x="167189" y="8335"/>
                      <a:pt x="166131" y="8498"/>
                      <a:pt x="165120" y="8837"/>
                    </a:cubicBezTo>
                    <a:cubicBezTo>
                      <a:pt x="160934" y="10290"/>
                      <a:pt x="157956" y="14640"/>
                      <a:pt x="158120" y="19030"/>
                    </a:cubicBezTo>
                    <a:cubicBezTo>
                      <a:pt x="156480" y="16767"/>
                      <a:pt x="153647" y="15481"/>
                      <a:pt x="150853" y="15481"/>
                    </a:cubicBezTo>
                    <a:cubicBezTo>
                      <a:pt x="149654" y="15481"/>
                      <a:pt x="148462" y="15718"/>
                      <a:pt x="147374" y="16216"/>
                    </a:cubicBezTo>
                    <a:cubicBezTo>
                      <a:pt x="145327" y="17157"/>
                      <a:pt x="143792" y="18989"/>
                      <a:pt x="142983" y="21077"/>
                    </a:cubicBezTo>
                    <a:cubicBezTo>
                      <a:pt x="142216" y="18222"/>
                      <a:pt x="140087" y="15745"/>
                      <a:pt x="137273" y="14814"/>
                    </a:cubicBezTo>
                    <a:cubicBezTo>
                      <a:pt x="136423" y="14526"/>
                      <a:pt x="135529" y="14389"/>
                      <a:pt x="134632" y="14389"/>
                    </a:cubicBezTo>
                    <a:cubicBezTo>
                      <a:pt x="131787" y="14389"/>
                      <a:pt x="128903" y="15765"/>
                      <a:pt x="127253" y="18099"/>
                    </a:cubicBezTo>
                    <a:cubicBezTo>
                      <a:pt x="127550" y="12982"/>
                      <a:pt x="123416" y="7987"/>
                      <a:pt x="118339" y="7302"/>
                    </a:cubicBezTo>
                    <a:cubicBezTo>
                      <a:pt x="117941" y="7249"/>
                      <a:pt x="117540" y="7223"/>
                      <a:pt x="117141" y="7223"/>
                    </a:cubicBezTo>
                    <a:cubicBezTo>
                      <a:pt x="112458" y="7223"/>
                      <a:pt x="107892" y="10768"/>
                      <a:pt x="106949" y="15407"/>
                    </a:cubicBezTo>
                    <a:cubicBezTo>
                      <a:pt x="105880" y="14800"/>
                      <a:pt x="104692" y="14523"/>
                      <a:pt x="103495" y="14523"/>
                    </a:cubicBezTo>
                    <a:cubicBezTo>
                      <a:pt x="99727" y="14523"/>
                      <a:pt x="95864" y="17264"/>
                      <a:pt x="95312" y="21077"/>
                    </a:cubicBezTo>
                    <a:cubicBezTo>
                      <a:pt x="94162" y="20570"/>
                      <a:pt x="92905" y="20325"/>
                      <a:pt x="91645" y="20325"/>
                    </a:cubicBezTo>
                    <a:cubicBezTo>
                      <a:pt x="89723" y="20325"/>
                      <a:pt x="87795" y="20896"/>
                      <a:pt x="86224" y="21977"/>
                    </a:cubicBezTo>
                    <a:cubicBezTo>
                      <a:pt x="85457" y="20187"/>
                      <a:pt x="84218" y="18559"/>
                      <a:pt x="82642" y="17372"/>
                    </a:cubicBezTo>
                    <a:cubicBezTo>
                      <a:pt x="80772" y="15994"/>
                      <a:pt x="78442" y="15281"/>
                      <a:pt x="76118" y="15281"/>
                    </a:cubicBezTo>
                    <a:cubicBezTo>
                      <a:pt x="74627" y="15281"/>
                      <a:pt x="73138" y="15575"/>
                      <a:pt x="71774" y="16175"/>
                    </a:cubicBezTo>
                    <a:cubicBezTo>
                      <a:pt x="71160" y="11706"/>
                      <a:pt x="66632" y="8494"/>
                      <a:pt x="62230" y="8494"/>
                    </a:cubicBezTo>
                    <a:cubicBezTo>
                      <a:pt x="60836" y="8494"/>
                      <a:pt x="59454" y="8816"/>
                      <a:pt x="58213" y="9523"/>
                    </a:cubicBezTo>
                    <a:cubicBezTo>
                      <a:pt x="57074" y="4147"/>
                      <a:pt x="51752" y="1"/>
                      <a:pt x="4629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6" name="Google Shape;946;p33"/>
            <p:cNvSpPr/>
            <p:nvPr/>
          </p:nvSpPr>
          <p:spPr>
            <a:xfrm flipH="1">
              <a:off x="-1039007" y="2887141"/>
              <a:ext cx="5685832" cy="718767"/>
            </a:xfrm>
            <a:custGeom>
              <a:avLst/>
              <a:gdLst/>
              <a:ahLst/>
              <a:cxnLst/>
              <a:rect l="l" t="t" r="r" b="b"/>
              <a:pathLst>
                <a:path w="285792" h="34085" extrusionOk="0">
                  <a:moveTo>
                    <a:pt x="46293" y="1"/>
                  </a:moveTo>
                  <a:cubicBezTo>
                    <a:pt x="45818" y="1"/>
                    <a:pt x="45342" y="32"/>
                    <a:pt x="44868" y="97"/>
                  </a:cubicBezTo>
                  <a:cubicBezTo>
                    <a:pt x="38932" y="864"/>
                    <a:pt x="34122" y="6708"/>
                    <a:pt x="34460" y="12675"/>
                  </a:cubicBezTo>
                  <a:cubicBezTo>
                    <a:pt x="32551" y="9929"/>
                    <a:pt x="29197" y="8335"/>
                    <a:pt x="25866" y="8335"/>
                  </a:cubicBezTo>
                  <a:cubicBezTo>
                    <a:pt x="24803" y="8335"/>
                    <a:pt x="23742" y="8498"/>
                    <a:pt x="22731" y="8837"/>
                  </a:cubicBezTo>
                  <a:cubicBezTo>
                    <a:pt x="18556" y="10290"/>
                    <a:pt x="15567" y="14640"/>
                    <a:pt x="15782" y="19030"/>
                  </a:cubicBezTo>
                  <a:cubicBezTo>
                    <a:pt x="14142" y="16767"/>
                    <a:pt x="11309" y="15481"/>
                    <a:pt x="8501" y="15481"/>
                  </a:cubicBezTo>
                  <a:cubicBezTo>
                    <a:pt x="7296" y="15481"/>
                    <a:pt x="6095" y="15718"/>
                    <a:pt x="4995" y="16216"/>
                  </a:cubicBezTo>
                  <a:cubicBezTo>
                    <a:pt x="1372" y="17925"/>
                    <a:pt x="1" y="21722"/>
                    <a:pt x="1" y="26235"/>
                  </a:cubicBezTo>
                  <a:lnTo>
                    <a:pt x="1" y="34084"/>
                  </a:lnTo>
                  <a:lnTo>
                    <a:pt x="285577" y="34084"/>
                  </a:lnTo>
                  <a:cubicBezTo>
                    <a:pt x="285577" y="34084"/>
                    <a:pt x="285628" y="27514"/>
                    <a:pt x="285628" y="23554"/>
                  </a:cubicBezTo>
                  <a:cubicBezTo>
                    <a:pt x="285792" y="19757"/>
                    <a:pt x="283233" y="16052"/>
                    <a:pt x="279651" y="14814"/>
                  </a:cubicBezTo>
                  <a:cubicBezTo>
                    <a:pt x="278792" y="14526"/>
                    <a:pt x="277891" y="14389"/>
                    <a:pt x="276988" y="14389"/>
                  </a:cubicBezTo>
                  <a:cubicBezTo>
                    <a:pt x="274127" y="14389"/>
                    <a:pt x="271250" y="15765"/>
                    <a:pt x="269632" y="18099"/>
                  </a:cubicBezTo>
                  <a:cubicBezTo>
                    <a:pt x="269888" y="12982"/>
                    <a:pt x="265794" y="7987"/>
                    <a:pt x="260718" y="7302"/>
                  </a:cubicBezTo>
                  <a:cubicBezTo>
                    <a:pt x="260319" y="7249"/>
                    <a:pt x="259919" y="7223"/>
                    <a:pt x="259520" y="7223"/>
                  </a:cubicBezTo>
                  <a:cubicBezTo>
                    <a:pt x="254838" y="7223"/>
                    <a:pt x="250277" y="10768"/>
                    <a:pt x="249297" y="15407"/>
                  </a:cubicBezTo>
                  <a:cubicBezTo>
                    <a:pt x="248235" y="14800"/>
                    <a:pt x="247053" y="14523"/>
                    <a:pt x="245860" y="14523"/>
                  </a:cubicBezTo>
                  <a:cubicBezTo>
                    <a:pt x="242106" y="14523"/>
                    <a:pt x="238242" y="17264"/>
                    <a:pt x="237691" y="21077"/>
                  </a:cubicBezTo>
                  <a:cubicBezTo>
                    <a:pt x="236544" y="20570"/>
                    <a:pt x="235290" y="20325"/>
                    <a:pt x="234032" y="20325"/>
                  </a:cubicBezTo>
                  <a:cubicBezTo>
                    <a:pt x="232112" y="20325"/>
                    <a:pt x="230183" y="20896"/>
                    <a:pt x="228613" y="21977"/>
                  </a:cubicBezTo>
                  <a:cubicBezTo>
                    <a:pt x="227846" y="20187"/>
                    <a:pt x="226607" y="18559"/>
                    <a:pt x="225031" y="17372"/>
                  </a:cubicBezTo>
                  <a:cubicBezTo>
                    <a:pt x="223161" y="15994"/>
                    <a:pt x="220831" y="15281"/>
                    <a:pt x="218504" y="15281"/>
                  </a:cubicBezTo>
                  <a:cubicBezTo>
                    <a:pt x="217012" y="15281"/>
                    <a:pt x="215520" y="15575"/>
                    <a:pt x="214152" y="16175"/>
                  </a:cubicBezTo>
                  <a:cubicBezTo>
                    <a:pt x="213507" y="11706"/>
                    <a:pt x="208972" y="8494"/>
                    <a:pt x="204586" y="8494"/>
                  </a:cubicBezTo>
                  <a:cubicBezTo>
                    <a:pt x="203197" y="8494"/>
                    <a:pt x="201823" y="8816"/>
                    <a:pt x="200592" y="9523"/>
                  </a:cubicBezTo>
                  <a:cubicBezTo>
                    <a:pt x="199453" y="4147"/>
                    <a:pt x="194130" y="1"/>
                    <a:pt x="188672" y="1"/>
                  </a:cubicBezTo>
                  <a:cubicBezTo>
                    <a:pt x="188197" y="1"/>
                    <a:pt x="187721" y="32"/>
                    <a:pt x="187246" y="97"/>
                  </a:cubicBezTo>
                  <a:cubicBezTo>
                    <a:pt x="181321" y="864"/>
                    <a:pt x="176501" y="6708"/>
                    <a:pt x="176838" y="12675"/>
                  </a:cubicBezTo>
                  <a:cubicBezTo>
                    <a:pt x="174899" y="9929"/>
                    <a:pt x="171566" y="8335"/>
                    <a:pt x="168248" y="8335"/>
                  </a:cubicBezTo>
                  <a:cubicBezTo>
                    <a:pt x="167189" y="8335"/>
                    <a:pt x="166131" y="8498"/>
                    <a:pt x="165120" y="8837"/>
                  </a:cubicBezTo>
                  <a:cubicBezTo>
                    <a:pt x="160934" y="10290"/>
                    <a:pt x="157956" y="14640"/>
                    <a:pt x="158120" y="19030"/>
                  </a:cubicBezTo>
                  <a:cubicBezTo>
                    <a:pt x="156480" y="16767"/>
                    <a:pt x="153647" y="15481"/>
                    <a:pt x="150853" y="15481"/>
                  </a:cubicBezTo>
                  <a:cubicBezTo>
                    <a:pt x="149654" y="15481"/>
                    <a:pt x="148462" y="15718"/>
                    <a:pt x="147374" y="16216"/>
                  </a:cubicBezTo>
                  <a:cubicBezTo>
                    <a:pt x="145327" y="17157"/>
                    <a:pt x="143792" y="18989"/>
                    <a:pt x="142983" y="21077"/>
                  </a:cubicBezTo>
                  <a:cubicBezTo>
                    <a:pt x="142216" y="18222"/>
                    <a:pt x="140087" y="15745"/>
                    <a:pt x="137273" y="14814"/>
                  </a:cubicBezTo>
                  <a:cubicBezTo>
                    <a:pt x="136423" y="14526"/>
                    <a:pt x="135529" y="14389"/>
                    <a:pt x="134632" y="14389"/>
                  </a:cubicBezTo>
                  <a:cubicBezTo>
                    <a:pt x="131787" y="14389"/>
                    <a:pt x="128903" y="15765"/>
                    <a:pt x="127253" y="18099"/>
                  </a:cubicBezTo>
                  <a:cubicBezTo>
                    <a:pt x="127550" y="12982"/>
                    <a:pt x="123416" y="7987"/>
                    <a:pt x="118339" y="7302"/>
                  </a:cubicBezTo>
                  <a:cubicBezTo>
                    <a:pt x="117941" y="7249"/>
                    <a:pt x="117540" y="7223"/>
                    <a:pt x="117141" y="7223"/>
                  </a:cubicBezTo>
                  <a:cubicBezTo>
                    <a:pt x="112458" y="7223"/>
                    <a:pt x="107892" y="10768"/>
                    <a:pt x="106949" y="15407"/>
                  </a:cubicBezTo>
                  <a:cubicBezTo>
                    <a:pt x="105880" y="14800"/>
                    <a:pt x="104692" y="14523"/>
                    <a:pt x="103495" y="14523"/>
                  </a:cubicBezTo>
                  <a:cubicBezTo>
                    <a:pt x="99727" y="14523"/>
                    <a:pt x="95864" y="17264"/>
                    <a:pt x="95312" y="21077"/>
                  </a:cubicBezTo>
                  <a:cubicBezTo>
                    <a:pt x="94162" y="20570"/>
                    <a:pt x="92905" y="20325"/>
                    <a:pt x="91645" y="20325"/>
                  </a:cubicBezTo>
                  <a:cubicBezTo>
                    <a:pt x="89723" y="20325"/>
                    <a:pt x="87795" y="20896"/>
                    <a:pt x="86224" y="21977"/>
                  </a:cubicBezTo>
                  <a:cubicBezTo>
                    <a:pt x="85457" y="20187"/>
                    <a:pt x="84218" y="18559"/>
                    <a:pt x="82642" y="17372"/>
                  </a:cubicBezTo>
                  <a:cubicBezTo>
                    <a:pt x="80772" y="15994"/>
                    <a:pt x="78442" y="15281"/>
                    <a:pt x="76118" y="15281"/>
                  </a:cubicBezTo>
                  <a:cubicBezTo>
                    <a:pt x="74627" y="15281"/>
                    <a:pt x="73138" y="15575"/>
                    <a:pt x="71774" y="16175"/>
                  </a:cubicBezTo>
                  <a:cubicBezTo>
                    <a:pt x="71160" y="11706"/>
                    <a:pt x="66632" y="8494"/>
                    <a:pt x="62230" y="8494"/>
                  </a:cubicBezTo>
                  <a:cubicBezTo>
                    <a:pt x="60836" y="8494"/>
                    <a:pt x="59454" y="8816"/>
                    <a:pt x="58213" y="9523"/>
                  </a:cubicBezTo>
                  <a:cubicBezTo>
                    <a:pt x="57074" y="4147"/>
                    <a:pt x="51752" y="1"/>
                    <a:pt x="4629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47" name="Google Shape;947;p33"/>
          <p:cNvSpPr/>
          <p:nvPr/>
        </p:nvSpPr>
        <p:spPr>
          <a:xfrm>
            <a:off x="733492" y="886599"/>
            <a:ext cx="1350406" cy="358897"/>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8" name="Google Shape;948;p33"/>
          <p:cNvSpPr/>
          <p:nvPr/>
        </p:nvSpPr>
        <p:spPr>
          <a:xfrm>
            <a:off x="-105275" y="2525038"/>
            <a:ext cx="1081947" cy="358901"/>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49" name="Google Shape;949;p33"/>
          <p:cNvSpPr/>
          <p:nvPr/>
        </p:nvSpPr>
        <p:spPr>
          <a:xfrm flipH="1">
            <a:off x="5672529" y="1551656"/>
            <a:ext cx="1568797" cy="416943"/>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0" name="Google Shape;950;p33"/>
          <p:cNvSpPr/>
          <p:nvPr/>
        </p:nvSpPr>
        <p:spPr>
          <a:xfrm>
            <a:off x="7571300" y="3040813"/>
            <a:ext cx="1081947" cy="358901"/>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1" name="Google Shape;951;p33"/>
          <p:cNvSpPr/>
          <p:nvPr/>
        </p:nvSpPr>
        <p:spPr>
          <a:xfrm>
            <a:off x="7936001" y="359650"/>
            <a:ext cx="911621" cy="302400"/>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2" name="Google Shape;952;p33"/>
          <p:cNvSpPr/>
          <p:nvPr/>
        </p:nvSpPr>
        <p:spPr>
          <a:xfrm flipH="1">
            <a:off x="3559875" y="286076"/>
            <a:ext cx="762781" cy="253026"/>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3" name="Google Shape;953;p33"/>
          <p:cNvSpPr txBox="1">
            <a:spLocks noGrp="1"/>
          </p:cNvSpPr>
          <p:nvPr>
            <p:ph type="title" hasCustomPrompt="1"/>
          </p:nvPr>
        </p:nvSpPr>
        <p:spPr>
          <a:xfrm>
            <a:off x="2388775" y="935124"/>
            <a:ext cx="1517100" cy="5937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6000"/>
              <a:buNone/>
              <a:defRPr>
                <a:solidFill>
                  <a:schemeClr val="dk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54" name="Google Shape;954;p33"/>
          <p:cNvSpPr txBox="1">
            <a:spLocks noGrp="1"/>
          </p:cNvSpPr>
          <p:nvPr>
            <p:ph type="subTitle" idx="1"/>
          </p:nvPr>
        </p:nvSpPr>
        <p:spPr>
          <a:xfrm>
            <a:off x="4210738" y="934974"/>
            <a:ext cx="3485700" cy="594000"/>
          </a:xfrm>
          <a:prstGeom prst="rect">
            <a:avLst/>
          </a:prstGeom>
        </p:spPr>
        <p:txBody>
          <a:bodyPr spcFirstLastPara="1" wrap="square" lIns="14400" tIns="14400" rIns="14400" bIns="14400" anchor="ctr" anchorCtr="0">
            <a:noAutofit/>
          </a:bodyPr>
          <a:lstStyle>
            <a:lvl1pPr lvl="0" rtl="0">
              <a:lnSpc>
                <a:spcPct val="100000"/>
              </a:lnSpc>
              <a:spcBef>
                <a:spcPts val="0"/>
              </a:spcBef>
              <a:spcAft>
                <a:spcPts val="0"/>
              </a:spcAft>
              <a:buClr>
                <a:schemeClr val="dk1"/>
              </a:buClr>
              <a:buSzPts val="1400"/>
              <a:buFont typeface="PT Sans"/>
              <a:buNone/>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9pPr>
          </a:lstStyle>
          <a:p>
            <a:endParaRPr/>
          </a:p>
        </p:txBody>
      </p:sp>
      <p:sp>
        <p:nvSpPr>
          <p:cNvPr id="955" name="Google Shape;955;p33"/>
          <p:cNvSpPr txBox="1">
            <a:spLocks noGrp="1"/>
          </p:cNvSpPr>
          <p:nvPr>
            <p:ph type="title" idx="2" hasCustomPrompt="1"/>
          </p:nvPr>
        </p:nvSpPr>
        <p:spPr>
          <a:xfrm>
            <a:off x="2388775" y="2264375"/>
            <a:ext cx="1517100" cy="5937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6000"/>
              <a:buNone/>
              <a:defRPr>
                <a:solidFill>
                  <a:schemeClr val="dk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56" name="Google Shape;956;p33"/>
          <p:cNvSpPr txBox="1">
            <a:spLocks noGrp="1"/>
          </p:cNvSpPr>
          <p:nvPr>
            <p:ph type="subTitle" idx="3"/>
          </p:nvPr>
        </p:nvSpPr>
        <p:spPr>
          <a:xfrm>
            <a:off x="4210738" y="2264225"/>
            <a:ext cx="3485700" cy="594000"/>
          </a:xfrm>
          <a:prstGeom prst="rect">
            <a:avLst/>
          </a:prstGeom>
        </p:spPr>
        <p:txBody>
          <a:bodyPr spcFirstLastPara="1" wrap="square" lIns="14400" tIns="14400" rIns="14400" bIns="14400" anchor="ctr" anchorCtr="0">
            <a:noAutofit/>
          </a:bodyPr>
          <a:lstStyle>
            <a:lvl1pPr lvl="0" rtl="0">
              <a:lnSpc>
                <a:spcPct val="100000"/>
              </a:lnSpc>
              <a:spcBef>
                <a:spcPts val="0"/>
              </a:spcBef>
              <a:spcAft>
                <a:spcPts val="0"/>
              </a:spcAft>
              <a:buClr>
                <a:schemeClr val="dk1"/>
              </a:buClr>
              <a:buSzPts val="1400"/>
              <a:buFont typeface="PT Sans"/>
              <a:buNone/>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9pPr>
          </a:lstStyle>
          <a:p>
            <a:endParaRPr/>
          </a:p>
        </p:txBody>
      </p:sp>
      <p:sp>
        <p:nvSpPr>
          <p:cNvPr id="957" name="Google Shape;957;p33"/>
          <p:cNvSpPr txBox="1">
            <a:spLocks noGrp="1"/>
          </p:cNvSpPr>
          <p:nvPr>
            <p:ph type="title" idx="4" hasCustomPrompt="1"/>
          </p:nvPr>
        </p:nvSpPr>
        <p:spPr>
          <a:xfrm>
            <a:off x="2388775" y="3600350"/>
            <a:ext cx="1517100" cy="5937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6000"/>
              <a:buNone/>
              <a:defRPr>
                <a:solidFill>
                  <a:schemeClr val="dk1"/>
                </a:solidFill>
              </a:defRPr>
            </a:lvl1pPr>
            <a:lvl2pPr lvl="1" algn="ctr" rtl="0">
              <a:spcBef>
                <a:spcPts val="0"/>
              </a:spcBef>
              <a:spcAft>
                <a:spcPts val="0"/>
              </a:spcAft>
              <a:buSzPts val="6000"/>
              <a:buNone/>
              <a:defRPr sz="6000"/>
            </a:lvl2pPr>
            <a:lvl3pPr lvl="2" algn="ctr" rtl="0">
              <a:spcBef>
                <a:spcPts val="0"/>
              </a:spcBef>
              <a:spcAft>
                <a:spcPts val="0"/>
              </a:spcAft>
              <a:buSzPts val="6000"/>
              <a:buNone/>
              <a:defRPr sz="6000"/>
            </a:lvl3pPr>
            <a:lvl4pPr lvl="3" algn="ctr" rtl="0">
              <a:spcBef>
                <a:spcPts val="0"/>
              </a:spcBef>
              <a:spcAft>
                <a:spcPts val="0"/>
              </a:spcAft>
              <a:buSzPts val="6000"/>
              <a:buNone/>
              <a:defRPr sz="6000"/>
            </a:lvl4pPr>
            <a:lvl5pPr lvl="4" algn="ctr" rtl="0">
              <a:spcBef>
                <a:spcPts val="0"/>
              </a:spcBef>
              <a:spcAft>
                <a:spcPts val="0"/>
              </a:spcAft>
              <a:buSzPts val="6000"/>
              <a:buNone/>
              <a:defRPr sz="6000"/>
            </a:lvl5pPr>
            <a:lvl6pPr lvl="5" algn="ctr" rtl="0">
              <a:spcBef>
                <a:spcPts val="0"/>
              </a:spcBef>
              <a:spcAft>
                <a:spcPts val="0"/>
              </a:spcAft>
              <a:buSzPts val="6000"/>
              <a:buNone/>
              <a:defRPr sz="6000"/>
            </a:lvl6pPr>
            <a:lvl7pPr lvl="6" algn="ctr" rtl="0">
              <a:spcBef>
                <a:spcPts val="0"/>
              </a:spcBef>
              <a:spcAft>
                <a:spcPts val="0"/>
              </a:spcAft>
              <a:buSzPts val="6000"/>
              <a:buNone/>
              <a:defRPr sz="6000"/>
            </a:lvl7pPr>
            <a:lvl8pPr lvl="7" algn="ctr" rtl="0">
              <a:spcBef>
                <a:spcPts val="0"/>
              </a:spcBef>
              <a:spcAft>
                <a:spcPts val="0"/>
              </a:spcAft>
              <a:buSzPts val="6000"/>
              <a:buNone/>
              <a:defRPr sz="6000"/>
            </a:lvl8pPr>
            <a:lvl9pPr lvl="8" algn="ctr" rtl="0">
              <a:spcBef>
                <a:spcPts val="0"/>
              </a:spcBef>
              <a:spcAft>
                <a:spcPts val="0"/>
              </a:spcAft>
              <a:buSzPts val="6000"/>
              <a:buNone/>
              <a:defRPr sz="6000"/>
            </a:lvl9pPr>
          </a:lstStyle>
          <a:p>
            <a:r>
              <a:t>xx%</a:t>
            </a:r>
          </a:p>
        </p:txBody>
      </p:sp>
      <p:sp>
        <p:nvSpPr>
          <p:cNvPr id="958" name="Google Shape;958;p33"/>
          <p:cNvSpPr txBox="1">
            <a:spLocks noGrp="1"/>
          </p:cNvSpPr>
          <p:nvPr>
            <p:ph type="subTitle" idx="5"/>
          </p:nvPr>
        </p:nvSpPr>
        <p:spPr>
          <a:xfrm>
            <a:off x="4210738" y="3600200"/>
            <a:ext cx="3485700" cy="594000"/>
          </a:xfrm>
          <a:prstGeom prst="rect">
            <a:avLst/>
          </a:prstGeom>
        </p:spPr>
        <p:txBody>
          <a:bodyPr spcFirstLastPara="1" wrap="square" lIns="14400" tIns="14400" rIns="14400" bIns="14400" anchor="ctr" anchorCtr="0">
            <a:noAutofit/>
          </a:bodyPr>
          <a:lstStyle>
            <a:lvl1pPr lvl="0" rtl="0">
              <a:lnSpc>
                <a:spcPct val="100000"/>
              </a:lnSpc>
              <a:spcBef>
                <a:spcPts val="0"/>
              </a:spcBef>
              <a:spcAft>
                <a:spcPts val="0"/>
              </a:spcAft>
              <a:buClr>
                <a:schemeClr val="dk1"/>
              </a:buClr>
              <a:buSzPts val="1400"/>
              <a:buFont typeface="PT Sans"/>
              <a:buNone/>
              <a:defRPr/>
            </a:lvl1pPr>
            <a:lvl2pPr lvl="1" algn="ctr" rtl="0">
              <a:lnSpc>
                <a:spcPct val="100000"/>
              </a:lnSpc>
              <a:spcBef>
                <a:spcPts val="0"/>
              </a:spcBef>
              <a:spcAft>
                <a:spcPts val="0"/>
              </a:spcAft>
              <a:buClr>
                <a:schemeClr val="dk1"/>
              </a:buClr>
              <a:buSzPts val="1400"/>
              <a:buNone/>
              <a:defRPr>
                <a:solidFill>
                  <a:schemeClr val="dk1"/>
                </a:solidFill>
              </a:defRPr>
            </a:lvl2pPr>
            <a:lvl3pPr lvl="2" algn="ctr" rtl="0">
              <a:lnSpc>
                <a:spcPct val="100000"/>
              </a:lnSpc>
              <a:spcBef>
                <a:spcPts val="0"/>
              </a:spcBef>
              <a:spcAft>
                <a:spcPts val="0"/>
              </a:spcAft>
              <a:buClr>
                <a:schemeClr val="dk1"/>
              </a:buClr>
              <a:buSzPts val="1400"/>
              <a:buNone/>
              <a:defRPr>
                <a:solidFill>
                  <a:schemeClr val="dk1"/>
                </a:solidFill>
              </a:defRPr>
            </a:lvl3pPr>
            <a:lvl4pPr lvl="3"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4pPr>
            <a:lvl5pPr lvl="4"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5pPr>
            <a:lvl6pPr lvl="5"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6pPr>
            <a:lvl7pPr lvl="6"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7pPr>
            <a:lvl8pPr lvl="7"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8pPr>
            <a:lvl9pPr lvl="8" algn="ctr" rtl="0">
              <a:lnSpc>
                <a:spcPct val="100000"/>
              </a:lnSpc>
              <a:spcBef>
                <a:spcPts val="0"/>
              </a:spcBef>
              <a:spcAft>
                <a:spcPts val="0"/>
              </a:spcAft>
              <a:buClr>
                <a:schemeClr val="dk1"/>
              </a:buClr>
              <a:buSzPts val="1400"/>
              <a:buFont typeface="PT Sans"/>
              <a:buNone/>
              <a:defRPr>
                <a:solidFill>
                  <a:schemeClr val="dk1"/>
                </a:solidFill>
                <a:latin typeface="PT Sans"/>
                <a:ea typeface="PT Sans"/>
                <a:cs typeface="PT Sans"/>
                <a:sym typeface="PT Sans"/>
              </a:defRPr>
            </a:lvl9pPr>
          </a:lstStyle>
          <a:p>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Numbers and Text 1">
  <p:cSld name="CUSTOM_8_1">
    <p:spTree>
      <p:nvGrpSpPr>
        <p:cNvPr id="1" name="Shape 959"/>
        <p:cNvGrpSpPr/>
        <p:nvPr/>
      </p:nvGrpSpPr>
      <p:grpSpPr>
        <a:xfrm>
          <a:off x="0" y="0"/>
          <a:ext cx="0" cy="0"/>
          <a:chOff x="0" y="0"/>
          <a:chExt cx="0" cy="0"/>
        </a:xfrm>
      </p:grpSpPr>
      <p:sp>
        <p:nvSpPr>
          <p:cNvPr id="960" name="Google Shape;960;p34"/>
          <p:cNvSpPr/>
          <p:nvPr/>
        </p:nvSpPr>
        <p:spPr>
          <a:xfrm>
            <a:off x="75" y="4570748"/>
            <a:ext cx="9143898" cy="572698"/>
          </a:xfrm>
          <a:custGeom>
            <a:avLst/>
            <a:gdLst/>
            <a:ahLst/>
            <a:cxnLst/>
            <a:rect l="l" t="t" r="r" b="b"/>
            <a:pathLst>
              <a:path w="116676" h="10501" extrusionOk="0">
                <a:moveTo>
                  <a:pt x="1" y="0"/>
                </a:moveTo>
                <a:lnTo>
                  <a:pt x="1" y="10501"/>
                </a:lnTo>
                <a:lnTo>
                  <a:pt x="116675" y="10501"/>
                </a:lnTo>
                <a:lnTo>
                  <a:pt x="116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1" name="Google Shape;961;p34"/>
          <p:cNvSpPr/>
          <p:nvPr/>
        </p:nvSpPr>
        <p:spPr>
          <a:xfrm>
            <a:off x="50" y="4570748"/>
            <a:ext cx="9143898" cy="572698"/>
          </a:xfrm>
          <a:custGeom>
            <a:avLst/>
            <a:gdLst/>
            <a:ahLst/>
            <a:cxnLst/>
            <a:rect l="l" t="t" r="r" b="b"/>
            <a:pathLst>
              <a:path w="116676" h="10501" extrusionOk="0">
                <a:moveTo>
                  <a:pt x="1" y="0"/>
                </a:moveTo>
                <a:lnTo>
                  <a:pt x="1" y="10501"/>
                </a:lnTo>
                <a:lnTo>
                  <a:pt x="116675" y="10501"/>
                </a:lnTo>
                <a:lnTo>
                  <a:pt x="116675" y="0"/>
                </a:ln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2" name="Google Shape;962;p34"/>
          <p:cNvGrpSpPr/>
          <p:nvPr/>
        </p:nvGrpSpPr>
        <p:grpSpPr>
          <a:xfrm>
            <a:off x="-92" y="2569038"/>
            <a:ext cx="9144128" cy="2035688"/>
            <a:chOff x="-92" y="2569038"/>
            <a:chExt cx="9144128" cy="2035688"/>
          </a:xfrm>
        </p:grpSpPr>
        <p:grpSp>
          <p:nvGrpSpPr>
            <p:cNvPr id="963" name="Google Shape;963;p34"/>
            <p:cNvGrpSpPr/>
            <p:nvPr/>
          </p:nvGrpSpPr>
          <p:grpSpPr>
            <a:xfrm>
              <a:off x="-92" y="2569038"/>
              <a:ext cx="9143579" cy="571636"/>
              <a:chOff x="-1039007" y="2887141"/>
              <a:chExt cx="11347207" cy="718767"/>
            </a:xfrm>
          </p:grpSpPr>
          <p:sp>
            <p:nvSpPr>
              <p:cNvPr id="964" name="Google Shape;964;p34"/>
              <p:cNvSpPr/>
              <p:nvPr/>
            </p:nvSpPr>
            <p:spPr>
              <a:xfrm>
                <a:off x="4622368" y="2887141"/>
                <a:ext cx="5685832" cy="718767"/>
              </a:xfrm>
              <a:custGeom>
                <a:avLst/>
                <a:gdLst/>
                <a:ahLst/>
                <a:cxnLst/>
                <a:rect l="l" t="t" r="r" b="b"/>
                <a:pathLst>
                  <a:path w="285792" h="34085" extrusionOk="0">
                    <a:moveTo>
                      <a:pt x="46293" y="1"/>
                    </a:moveTo>
                    <a:cubicBezTo>
                      <a:pt x="45818" y="1"/>
                      <a:pt x="45342" y="32"/>
                      <a:pt x="44868" y="97"/>
                    </a:cubicBezTo>
                    <a:cubicBezTo>
                      <a:pt x="38932" y="864"/>
                      <a:pt x="34122" y="6708"/>
                      <a:pt x="34460" y="12675"/>
                    </a:cubicBezTo>
                    <a:cubicBezTo>
                      <a:pt x="32551" y="9929"/>
                      <a:pt x="29197" y="8335"/>
                      <a:pt x="25866" y="8335"/>
                    </a:cubicBezTo>
                    <a:cubicBezTo>
                      <a:pt x="24803" y="8335"/>
                      <a:pt x="23742" y="8498"/>
                      <a:pt x="22731" y="8837"/>
                    </a:cubicBezTo>
                    <a:cubicBezTo>
                      <a:pt x="18556" y="10290"/>
                      <a:pt x="15567" y="14640"/>
                      <a:pt x="15782" y="19030"/>
                    </a:cubicBezTo>
                    <a:cubicBezTo>
                      <a:pt x="14142" y="16767"/>
                      <a:pt x="11309" y="15481"/>
                      <a:pt x="8501" y="15481"/>
                    </a:cubicBezTo>
                    <a:cubicBezTo>
                      <a:pt x="7296" y="15481"/>
                      <a:pt x="6095" y="15718"/>
                      <a:pt x="4995" y="16216"/>
                    </a:cubicBezTo>
                    <a:cubicBezTo>
                      <a:pt x="1372" y="17925"/>
                      <a:pt x="1" y="21722"/>
                      <a:pt x="1" y="26235"/>
                    </a:cubicBezTo>
                    <a:lnTo>
                      <a:pt x="1" y="34084"/>
                    </a:lnTo>
                    <a:lnTo>
                      <a:pt x="285577" y="34084"/>
                    </a:lnTo>
                    <a:cubicBezTo>
                      <a:pt x="285577" y="34084"/>
                      <a:pt x="285628" y="27514"/>
                      <a:pt x="285628" y="23554"/>
                    </a:cubicBezTo>
                    <a:cubicBezTo>
                      <a:pt x="285792" y="19757"/>
                      <a:pt x="283233" y="16052"/>
                      <a:pt x="279651" y="14814"/>
                    </a:cubicBezTo>
                    <a:cubicBezTo>
                      <a:pt x="278792" y="14526"/>
                      <a:pt x="277891" y="14389"/>
                      <a:pt x="276988" y="14389"/>
                    </a:cubicBezTo>
                    <a:cubicBezTo>
                      <a:pt x="274127" y="14389"/>
                      <a:pt x="271250" y="15765"/>
                      <a:pt x="269632" y="18099"/>
                    </a:cubicBezTo>
                    <a:cubicBezTo>
                      <a:pt x="269888" y="12982"/>
                      <a:pt x="265794" y="7987"/>
                      <a:pt x="260718" y="7302"/>
                    </a:cubicBezTo>
                    <a:cubicBezTo>
                      <a:pt x="260319" y="7249"/>
                      <a:pt x="259919" y="7223"/>
                      <a:pt x="259520" y="7223"/>
                    </a:cubicBezTo>
                    <a:cubicBezTo>
                      <a:pt x="254838" y="7223"/>
                      <a:pt x="250277" y="10768"/>
                      <a:pt x="249297" y="15407"/>
                    </a:cubicBezTo>
                    <a:cubicBezTo>
                      <a:pt x="248235" y="14800"/>
                      <a:pt x="247053" y="14523"/>
                      <a:pt x="245860" y="14523"/>
                    </a:cubicBezTo>
                    <a:cubicBezTo>
                      <a:pt x="242106" y="14523"/>
                      <a:pt x="238242" y="17264"/>
                      <a:pt x="237691" y="21077"/>
                    </a:cubicBezTo>
                    <a:cubicBezTo>
                      <a:pt x="236544" y="20570"/>
                      <a:pt x="235290" y="20325"/>
                      <a:pt x="234032" y="20325"/>
                    </a:cubicBezTo>
                    <a:cubicBezTo>
                      <a:pt x="232112" y="20325"/>
                      <a:pt x="230183" y="20896"/>
                      <a:pt x="228613" y="21977"/>
                    </a:cubicBezTo>
                    <a:cubicBezTo>
                      <a:pt x="227846" y="20187"/>
                      <a:pt x="226607" y="18559"/>
                      <a:pt x="225031" y="17372"/>
                    </a:cubicBezTo>
                    <a:cubicBezTo>
                      <a:pt x="223161" y="15994"/>
                      <a:pt x="220831" y="15281"/>
                      <a:pt x="218504" y="15281"/>
                    </a:cubicBezTo>
                    <a:cubicBezTo>
                      <a:pt x="217012" y="15281"/>
                      <a:pt x="215520" y="15575"/>
                      <a:pt x="214152" y="16175"/>
                    </a:cubicBezTo>
                    <a:cubicBezTo>
                      <a:pt x="213507" y="11706"/>
                      <a:pt x="208972" y="8494"/>
                      <a:pt x="204586" y="8494"/>
                    </a:cubicBezTo>
                    <a:cubicBezTo>
                      <a:pt x="203197" y="8494"/>
                      <a:pt x="201823" y="8816"/>
                      <a:pt x="200592" y="9523"/>
                    </a:cubicBezTo>
                    <a:cubicBezTo>
                      <a:pt x="199453" y="4147"/>
                      <a:pt x="194130" y="1"/>
                      <a:pt x="188672" y="1"/>
                    </a:cubicBezTo>
                    <a:cubicBezTo>
                      <a:pt x="188197" y="1"/>
                      <a:pt x="187721" y="32"/>
                      <a:pt x="187246" y="97"/>
                    </a:cubicBezTo>
                    <a:cubicBezTo>
                      <a:pt x="181321" y="864"/>
                      <a:pt x="176501" y="6708"/>
                      <a:pt x="176838" y="12675"/>
                    </a:cubicBezTo>
                    <a:cubicBezTo>
                      <a:pt x="174899" y="9929"/>
                      <a:pt x="171566" y="8335"/>
                      <a:pt x="168248" y="8335"/>
                    </a:cubicBezTo>
                    <a:cubicBezTo>
                      <a:pt x="167189" y="8335"/>
                      <a:pt x="166131" y="8498"/>
                      <a:pt x="165120" y="8837"/>
                    </a:cubicBezTo>
                    <a:cubicBezTo>
                      <a:pt x="160934" y="10290"/>
                      <a:pt x="157956" y="14640"/>
                      <a:pt x="158120" y="19030"/>
                    </a:cubicBezTo>
                    <a:cubicBezTo>
                      <a:pt x="156480" y="16767"/>
                      <a:pt x="153647" y="15481"/>
                      <a:pt x="150853" y="15481"/>
                    </a:cubicBezTo>
                    <a:cubicBezTo>
                      <a:pt x="149654" y="15481"/>
                      <a:pt x="148462" y="15718"/>
                      <a:pt x="147374" y="16216"/>
                    </a:cubicBezTo>
                    <a:cubicBezTo>
                      <a:pt x="145327" y="17157"/>
                      <a:pt x="143792" y="18989"/>
                      <a:pt x="142983" y="21077"/>
                    </a:cubicBezTo>
                    <a:cubicBezTo>
                      <a:pt x="142216" y="18222"/>
                      <a:pt x="140087" y="15745"/>
                      <a:pt x="137273" y="14814"/>
                    </a:cubicBezTo>
                    <a:cubicBezTo>
                      <a:pt x="136423" y="14526"/>
                      <a:pt x="135529" y="14389"/>
                      <a:pt x="134632" y="14389"/>
                    </a:cubicBezTo>
                    <a:cubicBezTo>
                      <a:pt x="131787" y="14389"/>
                      <a:pt x="128903" y="15765"/>
                      <a:pt x="127253" y="18099"/>
                    </a:cubicBezTo>
                    <a:cubicBezTo>
                      <a:pt x="127550" y="12982"/>
                      <a:pt x="123416" y="7987"/>
                      <a:pt x="118339" y="7302"/>
                    </a:cubicBezTo>
                    <a:cubicBezTo>
                      <a:pt x="117941" y="7249"/>
                      <a:pt x="117540" y="7223"/>
                      <a:pt x="117141" y="7223"/>
                    </a:cubicBezTo>
                    <a:cubicBezTo>
                      <a:pt x="112458" y="7223"/>
                      <a:pt x="107892" y="10768"/>
                      <a:pt x="106949" y="15407"/>
                    </a:cubicBezTo>
                    <a:cubicBezTo>
                      <a:pt x="105880" y="14800"/>
                      <a:pt x="104692" y="14523"/>
                      <a:pt x="103495" y="14523"/>
                    </a:cubicBezTo>
                    <a:cubicBezTo>
                      <a:pt x="99727" y="14523"/>
                      <a:pt x="95864" y="17264"/>
                      <a:pt x="95312" y="21077"/>
                    </a:cubicBezTo>
                    <a:cubicBezTo>
                      <a:pt x="94162" y="20570"/>
                      <a:pt x="92905" y="20325"/>
                      <a:pt x="91645" y="20325"/>
                    </a:cubicBezTo>
                    <a:cubicBezTo>
                      <a:pt x="89723" y="20325"/>
                      <a:pt x="87795" y="20896"/>
                      <a:pt x="86224" y="21977"/>
                    </a:cubicBezTo>
                    <a:cubicBezTo>
                      <a:pt x="85457" y="20187"/>
                      <a:pt x="84218" y="18559"/>
                      <a:pt x="82642" y="17372"/>
                    </a:cubicBezTo>
                    <a:cubicBezTo>
                      <a:pt x="80772" y="15994"/>
                      <a:pt x="78442" y="15281"/>
                      <a:pt x="76118" y="15281"/>
                    </a:cubicBezTo>
                    <a:cubicBezTo>
                      <a:pt x="74627" y="15281"/>
                      <a:pt x="73138" y="15575"/>
                      <a:pt x="71774" y="16175"/>
                    </a:cubicBezTo>
                    <a:cubicBezTo>
                      <a:pt x="71160" y="11706"/>
                      <a:pt x="66632" y="8494"/>
                      <a:pt x="62230" y="8494"/>
                    </a:cubicBezTo>
                    <a:cubicBezTo>
                      <a:pt x="60836" y="8494"/>
                      <a:pt x="59454" y="8816"/>
                      <a:pt x="58213" y="9523"/>
                    </a:cubicBezTo>
                    <a:cubicBezTo>
                      <a:pt x="57074" y="4147"/>
                      <a:pt x="51752" y="1"/>
                      <a:pt x="4629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65" name="Google Shape;965;p34"/>
              <p:cNvSpPr/>
              <p:nvPr/>
            </p:nvSpPr>
            <p:spPr>
              <a:xfrm flipH="1">
                <a:off x="-1039007" y="2887141"/>
                <a:ext cx="5685832" cy="718767"/>
              </a:xfrm>
              <a:custGeom>
                <a:avLst/>
                <a:gdLst/>
                <a:ahLst/>
                <a:cxnLst/>
                <a:rect l="l" t="t" r="r" b="b"/>
                <a:pathLst>
                  <a:path w="285792" h="34085" extrusionOk="0">
                    <a:moveTo>
                      <a:pt x="46293" y="1"/>
                    </a:moveTo>
                    <a:cubicBezTo>
                      <a:pt x="45818" y="1"/>
                      <a:pt x="45342" y="32"/>
                      <a:pt x="44868" y="97"/>
                    </a:cubicBezTo>
                    <a:cubicBezTo>
                      <a:pt x="38932" y="864"/>
                      <a:pt x="34122" y="6708"/>
                      <a:pt x="34460" y="12675"/>
                    </a:cubicBezTo>
                    <a:cubicBezTo>
                      <a:pt x="32551" y="9929"/>
                      <a:pt x="29197" y="8335"/>
                      <a:pt x="25866" y="8335"/>
                    </a:cubicBezTo>
                    <a:cubicBezTo>
                      <a:pt x="24803" y="8335"/>
                      <a:pt x="23742" y="8498"/>
                      <a:pt x="22731" y="8837"/>
                    </a:cubicBezTo>
                    <a:cubicBezTo>
                      <a:pt x="18556" y="10290"/>
                      <a:pt x="15567" y="14640"/>
                      <a:pt x="15782" y="19030"/>
                    </a:cubicBezTo>
                    <a:cubicBezTo>
                      <a:pt x="14142" y="16767"/>
                      <a:pt x="11309" y="15481"/>
                      <a:pt x="8501" y="15481"/>
                    </a:cubicBezTo>
                    <a:cubicBezTo>
                      <a:pt x="7296" y="15481"/>
                      <a:pt x="6095" y="15718"/>
                      <a:pt x="4995" y="16216"/>
                    </a:cubicBezTo>
                    <a:cubicBezTo>
                      <a:pt x="1372" y="17925"/>
                      <a:pt x="1" y="21722"/>
                      <a:pt x="1" y="26235"/>
                    </a:cubicBezTo>
                    <a:lnTo>
                      <a:pt x="1" y="34084"/>
                    </a:lnTo>
                    <a:lnTo>
                      <a:pt x="285577" y="34084"/>
                    </a:lnTo>
                    <a:cubicBezTo>
                      <a:pt x="285577" y="34084"/>
                      <a:pt x="285628" y="27514"/>
                      <a:pt x="285628" y="23554"/>
                    </a:cubicBezTo>
                    <a:cubicBezTo>
                      <a:pt x="285792" y="19757"/>
                      <a:pt x="283233" y="16052"/>
                      <a:pt x="279651" y="14814"/>
                    </a:cubicBezTo>
                    <a:cubicBezTo>
                      <a:pt x="278792" y="14526"/>
                      <a:pt x="277891" y="14389"/>
                      <a:pt x="276988" y="14389"/>
                    </a:cubicBezTo>
                    <a:cubicBezTo>
                      <a:pt x="274127" y="14389"/>
                      <a:pt x="271250" y="15765"/>
                      <a:pt x="269632" y="18099"/>
                    </a:cubicBezTo>
                    <a:cubicBezTo>
                      <a:pt x="269888" y="12982"/>
                      <a:pt x="265794" y="7987"/>
                      <a:pt x="260718" y="7302"/>
                    </a:cubicBezTo>
                    <a:cubicBezTo>
                      <a:pt x="260319" y="7249"/>
                      <a:pt x="259919" y="7223"/>
                      <a:pt x="259520" y="7223"/>
                    </a:cubicBezTo>
                    <a:cubicBezTo>
                      <a:pt x="254838" y="7223"/>
                      <a:pt x="250277" y="10768"/>
                      <a:pt x="249297" y="15407"/>
                    </a:cubicBezTo>
                    <a:cubicBezTo>
                      <a:pt x="248235" y="14800"/>
                      <a:pt x="247053" y="14523"/>
                      <a:pt x="245860" y="14523"/>
                    </a:cubicBezTo>
                    <a:cubicBezTo>
                      <a:pt x="242106" y="14523"/>
                      <a:pt x="238242" y="17264"/>
                      <a:pt x="237691" y="21077"/>
                    </a:cubicBezTo>
                    <a:cubicBezTo>
                      <a:pt x="236544" y="20570"/>
                      <a:pt x="235290" y="20325"/>
                      <a:pt x="234032" y="20325"/>
                    </a:cubicBezTo>
                    <a:cubicBezTo>
                      <a:pt x="232112" y="20325"/>
                      <a:pt x="230183" y="20896"/>
                      <a:pt x="228613" y="21977"/>
                    </a:cubicBezTo>
                    <a:cubicBezTo>
                      <a:pt x="227846" y="20187"/>
                      <a:pt x="226607" y="18559"/>
                      <a:pt x="225031" y="17372"/>
                    </a:cubicBezTo>
                    <a:cubicBezTo>
                      <a:pt x="223161" y="15994"/>
                      <a:pt x="220831" y="15281"/>
                      <a:pt x="218504" y="15281"/>
                    </a:cubicBezTo>
                    <a:cubicBezTo>
                      <a:pt x="217012" y="15281"/>
                      <a:pt x="215520" y="15575"/>
                      <a:pt x="214152" y="16175"/>
                    </a:cubicBezTo>
                    <a:cubicBezTo>
                      <a:pt x="213507" y="11706"/>
                      <a:pt x="208972" y="8494"/>
                      <a:pt x="204586" y="8494"/>
                    </a:cubicBezTo>
                    <a:cubicBezTo>
                      <a:pt x="203197" y="8494"/>
                      <a:pt x="201823" y="8816"/>
                      <a:pt x="200592" y="9523"/>
                    </a:cubicBezTo>
                    <a:cubicBezTo>
                      <a:pt x="199453" y="4147"/>
                      <a:pt x="194130" y="1"/>
                      <a:pt x="188672" y="1"/>
                    </a:cubicBezTo>
                    <a:cubicBezTo>
                      <a:pt x="188197" y="1"/>
                      <a:pt x="187721" y="32"/>
                      <a:pt x="187246" y="97"/>
                    </a:cubicBezTo>
                    <a:cubicBezTo>
                      <a:pt x="181321" y="864"/>
                      <a:pt x="176501" y="6708"/>
                      <a:pt x="176838" y="12675"/>
                    </a:cubicBezTo>
                    <a:cubicBezTo>
                      <a:pt x="174899" y="9929"/>
                      <a:pt x="171566" y="8335"/>
                      <a:pt x="168248" y="8335"/>
                    </a:cubicBezTo>
                    <a:cubicBezTo>
                      <a:pt x="167189" y="8335"/>
                      <a:pt x="166131" y="8498"/>
                      <a:pt x="165120" y="8837"/>
                    </a:cubicBezTo>
                    <a:cubicBezTo>
                      <a:pt x="160934" y="10290"/>
                      <a:pt x="157956" y="14640"/>
                      <a:pt x="158120" y="19030"/>
                    </a:cubicBezTo>
                    <a:cubicBezTo>
                      <a:pt x="156480" y="16767"/>
                      <a:pt x="153647" y="15481"/>
                      <a:pt x="150853" y="15481"/>
                    </a:cubicBezTo>
                    <a:cubicBezTo>
                      <a:pt x="149654" y="15481"/>
                      <a:pt x="148462" y="15718"/>
                      <a:pt x="147374" y="16216"/>
                    </a:cubicBezTo>
                    <a:cubicBezTo>
                      <a:pt x="145327" y="17157"/>
                      <a:pt x="143792" y="18989"/>
                      <a:pt x="142983" y="21077"/>
                    </a:cubicBezTo>
                    <a:cubicBezTo>
                      <a:pt x="142216" y="18222"/>
                      <a:pt x="140087" y="15745"/>
                      <a:pt x="137273" y="14814"/>
                    </a:cubicBezTo>
                    <a:cubicBezTo>
                      <a:pt x="136423" y="14526"/>
                      <a:pt x="135529" y="14389"/>
                      <a:pt x="134632" y="14389"/>
                    </a:cubicBezTo>
                    <a:cubicBezTo>
                      <a:pt x="131787" y="14389"/>
                      <a:pt x="128903" y="15765"/>
                      <a:pt x="127253" y="18099"/>
                    </a:cubicBezTo>
                    <a:cubicBezTo>
                      <a:pt x="127550" y="12982"/>
                      <a:pt x="123416" y="7987"/>
                      <a:pt x="118339" y="7302"/>
                    </a:cubicBezTo>
                    <a:cubicBezTo>
                      <a:pt x="117941" y="7249"/>
                      <a:pt x="117540" y="7223"/>
                      <a:pt x="117141" y="7223"/>
                    </a:cubicBezTo>
                    <a:cubicBezTo>
                      <a:pt x="112458" y="7223"/>
                      <a:pt x="107892" y="10768"/>
                      <a:pt x="106949" y="15407"/>
                    </a:cubicBezTo>
                    <a:cubicBezTo>
                      <a:pt x="105880" y="14800"/>
                      <a:pt x="104692" y="14523"/>
                      <a:pt x="103495" y="14523"/>
                    </a:cubicBezTo>
                    <a:cubicBezTo>
                      <a:pt x="99727" y="14523"/>
                      <a:pt x="95864" y="17264"/>
                      <a:pt x="95312" y="21077"/>
                    </a:cubicBezTo>
                    <a:cubicBezTo>
                      <a:pt x="94162" y="20570"/>
                      <a:pt x="92905" y="20325"/>
                      <a:pt x="91645" y="20325"/>
                    </a:cubicBezTo>
                    <a:cubicBezTo>
                      <a:pt x="89723" y="20325"/>
                      <a:pt x="87795" y="20896"/>
                      <a:pt x="86224" y="21977"/>
                    </a:cubicBezTo>
                    <a:cubicBezTo>
                      <a:pt x="85457" y="20187"/>
                      <a:pt x="84218" y="18559"/>
                      <a:pt x="82642" y="17372"/>
                    </a:cubicBezTo>
                    <a:cubicBezTo>
                      <a:pt x="80772" y="15994"/>
                      <a:pt x="78442" y="15281"/>
                      <a:pt x="76118" y="15281"/>
                    </a:cubicBezTo>
                    <a:cubicBezTo>
                      <a:pt x="74627" y="15281"/>
                      <a:pt x="73138" y="15575"/>
                      <a:pt x="71774" y="16175"/>
                    </a:cubicBezTo>
                    <a:cubicBezTo>
                      <a:pt x="71160" y="11706"/>
                      <a:pt x="66632" y="8494"/>
                      <a:pt x="62230" y="8494"/>
                    </a:cubicBezTo>
                    <a:cubicBezTo>
                      <a:pt x="60836" y="8494"/>
                      <a:pt x="59454" y="8816"/>
                      <a:pt x="58213" y="9523"/>
                    </a:cubicBezTo>
                    <a:cubicBezTo>
                      <a:pt x="57074" y="4147"/>
                      <a:pt x="51752" y="1"/>
                      <a:pt x="4629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966" name="Google Shape;966;p34"/>
            <p:cNvGrpSpPr/>
            <p:nvPr/>
          </p:nvGrpSpPr>
          <p:grpSpPr>
            <a:xfrm>
              <a:off x="-75" y="3110650"/>
              <a:ext cx="9144111" cy="1494076"/>
              <a:chOff x="-75" y="3996089"/>
              <a:chExt cx="9144111" cy="818986"/>
            </a:xfrm>
          </p:grpSpPr>
          <p:sp>
            <p:nvSpPr>
              <p:cNvPr id="967" name="Google Shape;967;p34"/>
              <p:cNvSpPr/>
              <p:nvPr/>
            </p:nvSpPr>
            <p:spPr>
              <a:xfrm>
                <a:off x="-75" y="3996089"/>
                <a:ext cx="9144111" cy="818865"/>
              </a:xfrm>
              <a:custGeom>
                <a:avLst/>
                <a:gdLst/>
                <a:ahLst/>
                <a:cxnLst/>
                <a:rect l="l" t="t" r="r" b="b"/>
                <a:pathLst>
                  <a:path w="116675" h="3930" extrusionOk="0">
                    <a:moveTo>
                      <a:pt x="0" y="0"/>
                    </a:moveTo>
                    <a:lnTo>
                      <a:pt x="0" y="3930"/>
                    </a:lnTo>
                    <a:lnTo>
                      <a:pt x="116675" y="3930"/>
                    </a:lnTo>
                    <a:lnTo>
                      <a:pt x="116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68" name="Google Shape;968;p34"/>
              <p:cNvGrpSpPr/>
              <p:nvPr/>
            </p:nvGrpSpPr>
            <p:grpSpPr>
              <a:xfrm>
                <a:off x="43175" y="3996198"/>
                <a:ext cx="9057943" cy="818877"/>
                <a:chOff x="31859" y="3637483"/>
                <a:chExt cx="9057943" cy="954958"/>
              </a:xfrm>
            </p:grpSpPr>
            <p:sp>
              <p:nvSpPr>
                <p:cNvPr id="969" name="Google Shape;969;p34"/>
                <p:cNvSpPr/>
                <p:nvPr/>
              </p:nvSpPr>
              <p:spPr>
                <a:xfrm>
                  <a:off x="31859" y="3637483"/>
                  <a:ext cx="583516" cy="954958"/>
                </a:xfrm>
                <a:custGeom>
                  <a:avLst/>
                  <a:gdLst/>
                  <a:ahLst/>
                  <a:cxnLst/>
                  <a:rect l="l" t="t" r="r" b="b"/>
                  <a:pathLst>
                    <a:path w="7506" h="12284" extrusionOk="0">
                      <a:moveTo>
                        <a:pt x="7393" y="0"/>
                      </a:moveTo>
                      <a:lnTo>
                        <a:pt x="1" y="12209"/>
                      </a:lnTo>
                      <a:lnTo>
                        <a:pt x="160" y="12284"/>
                      </a:lnTo>
                      <a:lnTo>
                        <a:pt x="7505" y="75"/>
                      </a:lnTo>
                      <a:lnTo>
                        <a:pt x="7393"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0" name="Google Shape;970;p34"/>
                <p:cNvSpPr/>
                <p:nvPr/>
              </p:nvSpPr>
              <p:spPr>
                <a:xfrm>
                  <a:off x="1843027" y="3637483"/>
                  <a:ext cx="353484" cy="954958"/>
                </a:xfrm>
                <a:custGeom>
                  <a:avLst/>
                  <a:gdLst/>
                  <a:ahLst/>
                  <a:cxnLst/>
                  <a:rect l="l" t="t" r="r" b="b"/>
                  <a:pathLst>
                    <a:path w="4547" h="12284" extrusionOk="0">
                      <a:moveTo>
                        <a:pt x="4397" y="0"/>
                      </a:moveTo>
                      <a:lnTo>
                        <a:pt x="0" y="12209"/>
                      </a:lnTo>
                      <a:lnTo>
                        <a:pt x="112" y="12284"/>
                      </a:lnTo>
                      <a:lnTo>
                        <a:pt x="4546" y="75"/>
                      </a:lnTo>
                      <a:lnTo>
                        <a:pt x="4397"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1" name="Google Shape;971;p34"/>
                <p:cNvSpPr/>
                <p:nvPr/>
              </p:nvSpPr>
              <p:spPr>
                <a:xfrm>
                  <a:off x="3651240" y="3640359"/>
                  <a:ext cx="127105" cy="949205"/>
                </a:xfrm>
                <a:custGeom>
                  <a:avLst/>
                  <a:gdLst/>
                  <a:ahLst/>
                  <a:cxnLst/>
                  <a:rect l="l" t="t" r="r" b="b"/>
                  <a:pathLst>
                    <a:path w="1635" h="12210" extrusionOk="0">
                      <a:moveTo>
                        <a:pt x="1475" y="1"/>
                      </a:moveTo>
                      <a:lnTo>
                        <a:pt x="1" y="12209"/>
                      </a:lnTo>
                      <a:lnTo>
                        <a:pt x="150" y="12209"/>
                      </a:lnTo>
                      <a:lnTo>
                        <a:pt x="1634" y="1"/>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2" name="Google Shape;972;p34"/>
                <p:cNvSpPr/>
                <p:nvPr/>
              </p:nvSpPr>
              <p:spPr>
                <a:xfrm>
                  <a:off x="5347043" y="3640359"/>
                  <a:ext cx="124151" cy="949205"/>
                </a:xfrm>
                <a:custGeom>
                  <a:avLst/>
                  <a:gdLst/>
                  <a:ahLst/>
                  <a:cxnLst/>
                  <a:rect l="l" t="t" r="r" b="b"/>
                  <a:pathLst>
                    <a:path w="1597" h="12210" extrusionOk="0">
                      <a:moveTo>
                        <a:pt x="0" y="1"/>
                      </a:moveTo>
                      <a:lnTo>
                        <a:pt x="1438" y="12209"/>
                      </a:lnTo>
                      <a:lnTo>
                        <a:pt x="1596" y="12209"/>
                      </a:lnTo>
                      <a:lnTo>
                        <a:pt x="159" y="1"/>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3" name="Google Shape;973;p34"/>
                <p:cNvSpPr/>
                <p:nvPr/>
              </p:nvSpPr>
              <p:spPr>
                <a:xfrm>
                  <a:off x="6925226" y="3637483"/>
                  <a:ext cx="357060" cy="954958"/>
                </a:xfrm>
                <a:custGeom>
                  <a:avLst/>
                  <a:gdLst/>
                  <a:ahLst/>
                  <a:cxnLst/>
                  <a:rect l="l" t="t" r="r" b="b"/>
                  <a:pathLst>
                    <a:path w="4593" h="12284" extrusionOk="0">
                      <a:moveTo>
                        <a:pt x="159" y="0"/>
                      </a:moveTo>
                      <a:lnTo>
                        <a:pt x="1" y="75"/>
                      </a:lnTo>
                      <a:lnTo>
                        <a:pt x="4434" y="12284"/>
                      </a:lnTo>
                      <a:lnTo>
                        <a:pt x="4593" y="12209"/>
                      </a:lnTo>
                      <a:lnTo>
                        <a:pt x="159"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74" name="Google Shape;974;p34"/>
                <p:cNvSpPr/>
                <p:nvPr/>
              </p:nvSpPr>
              <p:spPr>
                <a:xfrm>
                  <a:off x="8506364" y="3637483"/>
                  <a:ext cx="583439" cy="954958"/>
                </a:xfrm>
                <a:custGeom>
                  <a:avLst/>
                  <a:gdLst/>
                  <a:ahLst/>
                  <a:cxnLst/>
                  <a:rect l="l" t="t" r="r" b="b"/>
                  <a:pathLst>
                    <a:path w="7505" h="12284" extrusionOk="0">
                      <a:moveTo>
                        <a:pt x="159" y="0"/>
                      </a:moveTo>
                      <a:lnTo>
                        <a:pt x="0" y="75"/>
                      </a:lnTo>
                      <a:lnTo>
                        <a:pt x="7355" y="12284"/>
                      </a:lnTo>
                      <a:lnTo>
                        <a:pt x="7505" y="12209"/>
                      </a:lnTo>
                      <a:lnTo>
                        <a:pt x="159"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975" name="Google Shape;975;p34"/>
          <p:cNvSpPr txBox="1">
            <a:spLocks noGrp="1"/>
          </p:cNvSpPr>
          <p:nvPr>
            <p:ph type="title"/>
          </p:nvPr>
        </p:nvSpPr>
        <p:spPr>
          <a:xfrm>
            <a:off x="720000" y="535625"/>
            <a:ext cx="7704000" cy="4821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3500"/>
              <a:buNone/>
              <a:defRPr/>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976" name="Google Shape;976;p34"/>
          <p:cNvSpPr txBox="1">
            <a:spLocks noGrp="1"/>
          </p:cNvSpPr>
          <p:nvPr>
            <p:ph type="title" idx="2"/>
          </p:nvPr>
        </p:nvSpPr>
        <p:spPr>
          <a:xfrm>
            <a:off x="916063" y="3243750"/>
            <a:ext cx="1911900" cy="6159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977" name="Google Shape;977;p34"/>
          <p:cNvSpPr txBox="1">
            <a:spLocks noGrp="1"/>
          </p:cNvSpPr>
          <p:nvPr>
            <p:ph type="subTitle" idx="1"/>
          </p:nvPr>
        </p:nvSpPr>
        <p:spPr>
          <a:xfrm>
            <a:off x="953675" y="3953088"/>
            <a:ext cx="1838100" cy="482100"/>
          </a:xfrm>
          <a:prstGeom prst="rect">
            <a:avLst/>
          </a:prstGeom>
        </p:spPr>
        <p:txBody>
          <a:bodyPr spcFirstLastPara="1" wrap="square" lIns="14400" tIns="14400" rIns="14400" bIns="14400"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78" name="Google Shape;978;p34"/>
          <p:cNvSpPr txBox="1">
            <a:spLocks noGrp="1"/>
          </p:cNvSpPr>
          <p:nvPr>
            <p:ph type="title" idx="3"/>
          </p:nvPr>
        </p:nvSpPr>
        <p:spPr>
          <a:xfrm>
            <a:off x="3616050" y="3243750"/>
            <a:ext cx="1911900" cy="6159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979" name="Google Shape;979;p34"/>
          <p:cNvSpPr txBox="1">
            <a:spLocks noGrp="1"/>
          </p:cNvSpPr>
          <p:nvPr>
            <p:ph type="subTitle" idx="4"/>
          </p:nvPr>
        </p:nvSpPr>
        <p:spPr>
          <a:xfrm>
            <a:off x="3652950" y="3953088"/>
            <a:ext cx="1838100" cy="482100"/>
          </a:xfrm>
          <a:prstGeom prst="rect">
            <a:avLst/>
          </a:prstGeom>
        </p:spPr>
        <p:txBody>
          <a:bodyPr spcFirstLastPara="1" wrap="square" lIns="14400" tIns="14400" rIns="14400" bIns="14400"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80" name="Google Shape;980;p34"/>
          <p:cNvSpPr txBox="1">
            <a:spLocks noGrp="1"/>
          </p:cNvSpPr>
          <p:nvPr>
            <p:ph type="title" idx="5"/>
          </p:nvPr>
        </p:nvSpPr>
        <p:spPr>
          <a:xfrm>
            <a:off x="6316025" y="3243750"/>
            <a:ext cx="1911900" cy="6159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2500"/>
              <a:buNone/>
              <a:defRPr sz="2000">
                <a:solidFill>
                  <a:schemeClr val="accent1"/>
                </a:solidFill>
              </a:defRPr>
            </a:lvl1pPr>
            <a:lvl2pPr lvl="1" algn="ctr" rtl="0">
              <a:spcBef>
                <a:spcPts val="0"/>
              </a:spcBef>
              <a:spcAft>
                <a:spcPts val="0"/>
              </a:spcAft>
              <a:buSzPts val="2500"/>
              <a:buNone/>
              <a:defRPr sz="2500"/>
            </a:lvl2pPr>
            <a:lvl3pPr lvl="2" algn="ctr" rtl="0">
              <a:spcBef>
                <a:spcPts val="0"/>
              </a:spcBef>
              <a:spcAft>
                <a:spcPts val="0"/>
              </a:spcAft>
              <a:buSzPts val="2500"/>
              <a:buNone/>
              <a:defRPr sz="2500"/>
            </a:lvl3pPr>
            <a:lvl4pPr lvl="3" algn="ctr" rtl="0">
              <a:spcBef>
                <a:spcPts val="0"/>
              </a:spcBef>
              <a:spcAft>
                <a:spcPts val="0"/>
              </a:spcAft>
              <a:buSzPts val="2500"/>
              <a:buNone/>
              <a:defRPr sz="2500"/>
            </a:lvl4pPr>
            <a:lvl5pPr lvl="4" algn="ctr" rtl="0">
              <a:spcBef>
                <a:spcPts val="0"/>
              </a:spcBef>
              <a:spcAft>
                <a:spcPts val="0"/>
              </a:spcAft>
              <a:buSzPts val="2500"/>
              <a:buNone/>
              <a:defRPr sz="2500"/>
            </a:lvl5pPr>
            <a:lvl6pPr lvl="5" algn="ctr" rtl="0">
              <a:spcBef>
                <a:spcPts val="0"/>
              </a:spcBef>
              <a:spcAft>
                <a:spcPts val="0"/>
              </a:spcAft>
              <a:buSzPts val="2500"/>
              <a:buNone/>
              <a:defRPr sz="2500"/>
            </a:lvl6pPr>
            <a:lvl7pPr lvl="6" algn="ctr" rtl="0">
              <a:spcBef>
                <a:spcPts val="0"/>
              </a:spcBef>
              <a:spcAft>
                <a:spcPts val="0"/>
              </a:spcAft>
              <a:buSzPts val="2500"/>
              <a:buNone/>
              <a:defRPr sz="2500"/>
            </a:lvl7pPr>
            <a:lvl8pPr lvl="7" algn="ctr" rtl="0">
              <a:spcBef>
                <a:spcPts val="0"/>
              </a:spcBef>
              <a:spcAft>
                <a:spcPts val="0"/>
              </a:spcAft>
              <a:buSzPts val="2500"/>
              <a:buNone/>
              <a:defRPr sz="2500"/>
            </a:lvl8pPr>
            <a:lvl9pPr lvl="8" algn="ctr" rtl="0">
              <a:spcBef>
                <a:spcPts val="0"/>
              </a:spcBef>
              <a:spcAft>
                <a:spcPts val="0"/>
              </a:spcAft>
              <a:buSzPts val="2500"/>
              <a:buNone/>
              <a:defRPr sz="2500"/>
            </a:lvl9pPr>
          </a:lstStyle>
          <a:p>
            <a:endParaRPr/>
          </a:p>
        </p:txBody>
      </p:sp>
      <p:sp>
        <p:nvSpPr>
          <p:cNvPr id="981" name="Google Shape;981;p34"/>
          <p:cNvSpPr txBox="1">
            <a:spLocks noGrp="1"/>
          </p:cNvSpPr>
          <p:nvPr>
            <p:ph type="subTitle" idx="6"/>
          </p:nvPr>
        </p:nvSpPr>
        <p:spPr>
          <a:xfrm>
            <a:off x="6352225" y="3953088"/>
            <a:ext cx="1838100" cy="482100"/>
          </a:xfrm>
          <a:prstGeom prst="rect">
            <a:avLst/>
          </a:prstGeom>
        </p:spPr>
        <p:txBody>
          <a:bodyPr spcFirstLastPara="1" wrap="square" lIns="14400" tIns="14400" rIns="14400" bIns="14400" anchor="t" anchorCtr="0">
            <a:noAutofit/>
          </a:bodyPr>
          <a:lstStyle>
            <a:lvl1pPr lvl="0" algn="ctr" rtl="0">
              <a:lnSpc>
                <a:spcPct val="100000"/>
              </a:lnSpc>
              <a:spcBef>
                <a:spcPts val="0"/>
              </a:spcBef>
              <a:spcAft>
                <a:spcPts val="0"/>
              </a:spcAft>
              <a:buSzPts val="1400"/>
              <a:buNone/>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982" name="Google Shape;982;p34"/>
          <p:cNvSpPr txBox="1">
            <a:spLocks noGrp="1"/>
          </p:cNvSpPr>
          <p:nvPr>
            <p:ph type="title" idx="7" hasCustomPrompt="1"/>
          </p:nvPr>
        </p:nvSpPr>
        <p:spPr>
          <a:xfrm>
            <a:off x="3998550" y="2569050"/>
            <a:ext cx="1146900" cy="4476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3000"/>
              <a:buNone/>
              <a:defRPr sz="3000">
                <a:solidFill>
                  <a:schemeClr val="dk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83" name="Google Shape;983;p34"/>
          <p:cNvSpPr txBox="1">
            <a:spLocks noGrp="1"/>
          </p:cNvSpPr>
          <p:nvPr>
            <p:ph type="title" idx="8" hasCustomPrompt="1"/>
          </p:nvPr>
        </p:nvSpPr>
        <p:spPr>
          <a:xfrm>
            <a:off x="1299278" y="2569050"/>
            <a:ext cx="1146900" cy="4476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3000"/>
              <a:buNone/>
              <a:defRPr sz="3000">
                <a:solidFill>
                  <a:schemeClr val="dk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sp>
        <p:nvSpPr>
          <p:cNvPr id="984" name="Google Shape;984;p34"/>
          <p:cNvSpPr txBox="1">
            <a:spLocks noGrp="1"/>
          </p:cNvSpPr>
          <p:nvPr>
            <p:ph type="title" idx="9" hasCustomPrompt="1"/>
          </p:nvPr>
        </p:nvSpPr>
        <p:spPr>
          <a:xfrm>
            <a:off x="6697825" y="2569050"/>
            <a:ext cx="1146900" cy="447600"/>
          </a:xfrm>
          <a:prstGeom prst="rect">
            <a:avLst/>
          </a:prstGeom>
        </p:spPr>
        <p:txBody>
          <a:bodyPr spcFirstLastPara="1" wrap="square" lIns="14400" tIns="14400" rIns="14400" bIns="14400" anchor="ctr" anchorCtr="0">
            <a:noAutofit/>
          </a:bodyPr>
          <a:lstStyle>
            <a:lvl1pPr lvl="0" algn="ctr" rtl="0">
              <a:spcBef>
                <a:spcPts val="0"/>
              </a:spcBef>
              <a:spcAft>
                <a:spcPts val="0"/>
              </a:spcAft>
              <a:buSzPts val="3000"/>
              <a:buNone/>
              <a:defRPr sz="3000">
                <a:solidFill>
                  <a:schemeClr val="dk1"/>
                </a:solidFill>
              </a:defRPr>
            </a:lvl1pPr>
            <a:lvl2pPr lvl="1" rtl="0">
              <a:spcBef>
                <a:spcPts val="0"/>
              </a:spcBef>
              <a:spcAft>
                <a:spcPts val="0"/>
              </a:spcAft>
              <a:buSzPts val="3000"/>
              <a:buNone/>
              <a:defRPr sz="3000"/>
            </a:lvl2pPr>
            <a:lvl3pPr lvl="2" rtl="0">
              <a:spcBef>
                <a:spcPts val="0"/>
              </a:spcBef>
              <a:spcAft>
                <a:spcPts val="0"/>
              </a:spcAft>
              <a:buSzPts val="3000"/>
              <a:buNone/>
              <a:defRPr sz="3000"/>
            </a:lvl3pPr>
            <a:lvl4pPr lvl="3" rtl="0">
              <a:spcBef>
                <a:spcPts val="0"/>
              </a:spcBef>
              <a:spcAft>
                <a:spcPts val="0"/>
              </a:spcAft>
              <a:buSzPts val="3000"/>
              <a:buNone/>
              <a:defRPr sz="3000"/>
            </a:lvl4pPr>
            <a:lvl5pPr lvl="4" rtl="0">
              <a:spcBef>
                <a:spcPts val="0"/>
              </a:spcBef>
              <a:spcAft>
                <a:spcPts val="0"/>
              </a:spcAft>
              <a:buSzPts val="3000"/>
              <a:buNone/>
              <a:defRPr sz="3000"/>
            </a:lvl5pPr>
            <a:lvl6pPr lvl="5" rtl="0">
              <a:spcBef>
                <a:spcPts val="0"/>
              </a:spcBef>
              <a:spcAft>
                <a:spcPts val="0"/>
              </a:spcAft>
              <a:buSzPts val="3000"/>
              <a:buNone/>
              <a:defRPr sz="3000"/>
            </a:lvl6pPr>
            <a:lvl7pPr lvl="6" rtl="0">
              <a:spcBef>
                <a:spcPts val="0"/>
              </a:spcBef>
              <a:spcAft>
                <a:spcPts val="0"/>
              </a:spcAft>
              <a:buSzPts val="3000"/>
              <a:buNone/>
              <a:defRPr sz="3000"/>
            </a:lvl7pPr>
            <a:lvl8pPr lvl="7" rtl="0">
              <a:spcBef>
                <a:spcPts val="0"/>
              </a:spcBef>
              <a:spcAft>
                <a:spcPts val="0"/>
              </a:spcAft>
              <a:buSzPts val="3000"/>
              <a:buNone/>
              <a:defRPr sz="3000"/>
            </a:lvl8pPr>
            <a:lvl9pPr lvl="8" rtl="0">
              <a:spcBef>
                <a:spcPts val="0"/>
              </a:spcBef>
              <a:spcAft>
                <a:spcPts val="0"/>
              </a:spcAft>
              <a:buSzPts val="3000"/>
              <a:buNone/>
              <a:defRPr sz="3000"/>
            </a:lvl9pPr>
          </a:lstStyle>
          <a:p>
            <a:r>
              <a:t>xx%</a:t>
            </a:r>
          </a:p>
        </p:txBody>
      </p:sp>
      <p:grpSp>
        <p:nvGrpSpPr>
          <p:cNvPr id="985" name="Google Shape;985;p34"/>
          <p:cNvGrpSpPr/>
          <p:nvPr/>
        </p:nvGrpSpPr>
        <p:grpSpPr>
          <a:xfrm>
            <a:off x="176225" y="367079"/>
            <a:ext cx="8469783" cy="1415635"/>
            <a:chOff x="176225" y="367079"/>
            <a:chExt cx="8469783" cy="1415635"/>
          </a:xfrm>
        </p:grpSpPr>
        <p:sp>
          <p:nvSpPr>
            <p:cNvPr id="986" name="Google Shape;986;p34"/>
            <p:cNvSpPr/>
            <p:nvPr/>
          </p:nvSpPr>
          <p:spPr>
            <a:xfrm>
              <a:off x="1097423" y="684100"/>
              <a:ext cx="1179109" cy="313349"/>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7" name="Google Shape;987;p34"/>
            <p:cNvSpPr/>
            <p:nvPr/>
          </p:nvSpPr>
          <p:spPr>
            <a:xfrm>
              <a:off x="176225" y="1538397"/>
              <a:ext cx="736526" cy="244317"/>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8" name="Google Shape;988;p34"/>
            <p:cNvSpPr/>
            <p:nvPr/>
          </p:nvSpPr>
          <p:spPr>
            <a:xfrm flipH="1">
              <a:off x="2827971" y="1283149"/>
              <a:ext cx="499716" cy="165773"/>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89" name="Google Shape;989;p34"/>
            <p:cNvSpPr/>
            <p:nvPr/>
          </p:nvSpPr>
          <p:spPr>
            <a:xfrm flipH="1">
              <a:off x="4902473" y="1380450"/>
              <a:ext cx="1179109" cy="313349"/>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0" name="Google Shape;990;p34"/>
            <p:cNvSpPr/>
            <p:nvPr/>
          </p:nvSpPr>
          <p:spPr>
            <a:xfrm>
              <a:off x="7808050" y="367079"/>
              <a:ext cx="837958" cy="277970"/>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hanks">
  <p:cSld name="CUSTOM_3">
    <p:spTree>
      <p:nvGrpSpPr>
        <p:cNvPr id="1" name="Shape 991"/>
        <p:cNvGrpSpPr/>
        <p:nvPr/>
      </p:nvGrpSpPr>
      <p:grpSpPr>
        <a:xfrm>
          <a:off x="0" y="0"/>
          <a:ext cx="0" cy="0"/>
          <a:chOff x="0" y="0"/>
          <a:chExt cx="0" cy="0"/>
        </a:xfrm>
      </p:grpSpPr>
      <p:grpSp>
        <p:nvGrpSpPr>
          <p:cNvPr id="992" name="Google Shape;992;p35"/>
          <p:cNvGrpSpPr/>
          <p:nvPr/>
        </p:nvGrpSpPr>
        <p:grpSpPr>
          <a:xfrm>
            <a:off x="-142827" y="221450"/>
            <a:ext cx="9286952" cy="4922275"/>
            <a:chOff x="-142827" y="221450"/>
            <a:chExt cx="9286952" cy="4922275"/>
          </a:xfrm>
        </p:grpSpPr>
        <p:sp>
          <p:nvSpPr>
            <p:cNvPr id="993" name="Google Shape;993;p35"/>
            <p:cNvSpPr/>
            <p:nvPr/>
          </p:nvSpPr>
          <p:spPr>
            <a:xfrm>
              <a:off x="-9475" y="2571750"/>
              <a:ext cx="9153600" cy="21054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4" name="Google Shape;994;p35"/>
            <p:cNvGrpSpPr/>
            <p:nvPr/>
          </p:nvGrpSpPr>
          <p:grpSpPr>
            <a:xfrm>
              <a:off x="-75" y="4604587"/>
              <a:ext cx="9144111" cy="539138"/>
              <a:chOff x="-75" y="3996089"/>
              <a:chExt cx="9144111" cy="818986"/>
            </a:xfrm>
          </p:grpSpPr>
          <p:sp>
            <p:nvSpPr>
              <p:cNvPr id="995" name="Google Shape;995;p35"/>
              <p:cNvSpPr/>
              <p:nvPr/>
            </p:nvSpPr>
            <p:spPr>
              <a:xfrm>
                <a:off x="-75" y="3996089"/>
                <a:ext cx="9144111" cy="818865"/>
              </a:xfrm>
              <a:custGeom>
                <a:avLst/>
                <a:gdLst/>
                <a:ahLst/>
                <a:cxnLst/>
                <a:rect l="l" t="t" r="r" b="b"/>
                <a:pathLst>
                  <a:path w="116675" h="3930" extrusionOk="0">
                    <a:moveTo>
                      <a:pt x="0" y="0"/>
                    </a:moveTo>
                    <a:lnTo>
                      <a:pt x="0" y="3930"/>
                    </a:lnTo>
                    <a:lnTo>
                      <a:pt x="116675" y="3930"/>
                    </a:lnTo>
                    <a:lnTo>
                      <a:pt x="116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996" name="Google Shape;996;p35"/>
              <p:cNvGrpSpPr/>
              <p:nvPr/>
            </p:nvGrpSpPr>
            <p:grpSpPr>
              <a:xfrm>
                <a:off x="43175" y="3996198"/>
                <a:ext cx="9057943" cy="818877"/>
                <a:chOff x="31859" y="3637483"/>
                <a:chExt cx="9057943" cy="954958"/>
              </a:xfrm>
            </p:grpSpPr>
            <p:sp>
              <p:nvSpPr>
                <p:cNvPr id="997" name="Google Shape;997;p35"/>
                <p:cNvSpPr/>
                <p:nvPr/>
              </p:nvSpPr>
              <p:spPr>
                <a:xfrm>
                  <a:off x="31859" y="3637483"/>
                  <a:ext cx="583516" cy="954958"/>
                </a:xfrm>
                <a:custGeom>
                  <a:avLst/>
                  <a:gdLst/>
                  <a:ahLst/>
                  <a:cxnLst/>
                  <a:rect l="l" t="t" r="r" b="b"/>
                  <a:pathLst>
                    <a:path w="7506" h="12284" extrusionOk="0">
                      <a:moveTo>
                        <a:pt x="7393" y="0"/>
                      </a:moveTo>
                      <a:lnTo>
                        <a:pt x="1" y="12209"/>
                      </a:lnTo>
                      <a:lnTo>
                        <a:pt x="160" y="12284"/>
                      </a:lnTo>
                      <a:lnTo>
                        <a:pt x="7505" y="75"/>
                      </a:lnTo>
                      <a:lnTo>
                        <a:pt x="7393"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8" name="Google Shape;998;p35"/>
                <p:cNvSpPr/>
                <p:nvPr/>
              </p:nvSpPr>
              <p:spPr>
                <a:xfrm>
                  <a:off x="1843027" y="3637483"/>
                  <a:ext cx="353484" cy="954958"/>
                </a:xfrm>
                <a:custGeom>
                  <a:avLst/>
                  <a:gdLst/>
                  <a:ahLst/>
                  <a:cxnLst/>
                  <a:rect l="l" t="t" r="r" b="b"/>
                  <a:pathLst>
                    <a:path w="4547" h="12284" extrusionOk="0">
                      <a:moveTo>
                        <a:pt x="4397" y="0"/>
                      </a:moveTo>
                      <a:lnTo>
                        <a:pt x="0" y="12209"/>
                      </a:lnTo>
                      <a:lnTo>
                        <a:pt x="112" y="12284"/>
                      </a:lnTo>
                      <a:lnTo>
                        <a:pt x="4546" y="75"/>
                      </a:lnTo>
                      <a:lnTo>
                        <a:pt x="4397"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9" name="Google Shape;999;p35"/>
                <p:cNvSpPr/>
                <p:nvPr/>
              </p:nvSpPr>
              <p:spPr>
                <a:xfrm>
                  <a:off x="3651240" y="3640359"/>
                  <a:ext cx="127105" cy="949205"/>
                </a:xfrm>
                <a:custGeom>
                  <a:avLst/>
                  <a:gdLst/>
                  <a:ahLst/>
                  <a:cxnLst/>
                  <a:rect l="l" t="t" r="r" b="b"/>
                  <a:pathLst>
                    <a:path w="1635" h="12210" extrusionOk="0">
                      <a:moveTo>
                        <a:pt x="1475" y="1"/>
                      </a:moveTo>
                      <a:lnTo>
                        <a:pt x="1" y="12209"/>
                      </a:lnTo>
                      <a:lnTo>
                        <a:pt x="150" y="12209"/>
                      </a:lnTo>
                      <a:lnTo>
                        <a:pt x="1634" y="1"/>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0" name="Google Shape;1000;p35"/>
                <p:cNvSpPr/>
                <p:nvPr/>
              </p:nvSpPr>
              <p:spPr>
                <a:xfrm>
                  <a:off x="5347043" y="3640359"/>
                  <a:ext cx="124151" cy="949205"/>
                </a:xfrm>
                <a:custGeom>
                  <a:avLst/>
                  <a:gdLst/>
                  <a:ahLst/>
                  <a:cxnLst/>
                  <a:rect l="l" t="t" r="r" b="b"/>
                  <a:pathLst>
                    <a:path w="1597" h="12210" extrusionOk="0">
                      <a:moveTo>
                        <a:pt x="0" y="1"/>
                      </a:moveTo>
                      <a:lnTo>
                        <a:pt x="1438" y="12209"/>
                      </a:lnTo>
                      <a:lnTo>
                        <a:pt x="1596" y="12209"/>
                      </a:lnTo>
                      <a:lnTo>
                        <a:pt x="159" y="1"/>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1" name="Google Shape;1001;p35"/>
                <p:cNvSpPr/>
                <p:nvPr/>
              </p:nvSpPr>
              <p:spPr>
                <a:xfrm>
                  <a:off x="6925226" y="3637483"/>
                  <a:ext cx="357060" cy="954958"/>
                </a:xfrm>
                <a:custGeom>
                  <a:avLst/>
                  <a:gdLst/>
                  <a:ahLst/>
                  <a:cxnLst/>
                  <a:rect l="l" t="t" r="r" b="b"/>
                  <a:pathLst>
                    <a:path w="4593" h="12284" extrusionOk="0">
                      <a:moveTo>
                        <a:pt x="159" y="0"/>
                      </a:moveTo>
                      <a:lnTo>
                        <a:pt x="1" y="75"/>
                      </a:lnTo>
                      <a:lnTo>
                        <a:pt x="4434" y="12284"/>
                      </a:lnTo>
                      <a:lnTo>
                        <a:pt x="4593" y="12209"/>
                      </a:lnTo>
                      <a:lnTo>
                        <a:pt x="159"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2" name="Google Shape;1002;p35"/>
                <p:cNvSpPr/>
                <p:nvPr/>
              </p:nvSpPr>
              <p:spPr>
                <a:xfrm>
                  <a:off x="8506364" y="3637483"/>
                  <a:ext cx="583439" cy="954958"/>
                </a:xfrm>
                <a:custGeom>
                  <a:avLst/>
                  <a:gdLst/>
                  <a:ahLst/>
                  <a:cxnLst/>
                  <a:rect l="l" t="t" r="r" b="b"/>
                  <a:pathLst>
                    <a:path w="7505" h="12284" extrusionOk="0">
                      <a:moveTo>
                        <a:pt x="159" y="0"/>
                      </a:moveTo>
                      <a:lnTo>
                        <a:pt x="0" y="75"/>
                      </a:lnTo>
                      <a:lnTo>
                        <a:pt x="7355" y="12284"/>
                      </a:lnTo>
                      <a:lnTo>
                        <a:pt x="7505" y="12209"/>
                      </a:lnTo>
                      <a:lnTo>
                        <a:pt x="159"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03" name="Google Shape;1003;p35"/>
            <p:cNvGrpSpPr/>
            <p:nvPr/>
          </p:nvGrpSpPr>
          <p:grpSpPr>
            <a:xfrm>
              <a:off x="-142827" y="221450"/>
              <a:ext cx="8241739" cy="1518422"/>
              <a:chOff x="-142827" y="221450"/>
              <a:chExt cx="8241739" cy="1518422"/>
            </a:xfrm>
          </p:grpSpPr>
          <p:sp>
            <p:nvSpPr>
              <p:cNvPr id="1004" name="Google Shape;1004;p35"/>
              <p:cNvSpPr/>
              <p:nvPr/>
            </p:nvSpPr>
            <p:spPr>
              <a:xfrm>
                <a:off x="-142827" y="221450"/>
                <a:ext cx="1179109" cy="313349"/>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5" name="Google Shape;1005;p35"/>
              <p:cNvSpPr/>
              <p:nvPr/>
            </p:nvSpPr>
            <p:spPr>
              <a:xfrm>
                <a:off x="289025" y="1366675"/>
                <a:ext cx="1125026" cy="373197"/>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6" name="Google Shape;1006;p35"/>
              <p:cNvSpPr/>
              <p:nvPr/>
            </p:nvSpPr>
            <p:spPr>
              <a:xfrm flipH="1">
                <a:off x="7599196" y="1482499"/>
                <a:ext cx="499716" cy="165773"/>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7" name="Google Shape;1007;p35"/>
              <p:cNvSpPr/>
              <p:nvPr/>
            </p:nvSpPr>
            <p:spPr>
              <a:xfrm flipH="1">
                <a:off x="5069623" y="1236300"/>
                <a:ext cx="1179109" cy="313349"/>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8" name="Google Shape;1008;p35"/>
              <p:cNvSpPr/>
              <p:nvPr/>
            </p:nvSpPr>
            <p:spPr>
              <a:xfrm>
                <a:off x="6064975" y="261129"/>
                <a:ext cx="837958" cy="277970"/>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09" name="Google Shape;1009;p35"/>
              <p:cNvSpPr/>
              <p:nvPr/>
            </p:nvSpPr>
            <p:spPr>
              <a:xfrm>
                <a:off x="3484396" y="317224"/>
                <a:ext cx="499716" cy="165773"/>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010" name="Google Shape;1010;p35"/>
          <p:cNvSpPr txBox="1">
            <a:spLocks noGrp="1"/>
          </p:cNvSpPr>
          <p:nvPr>
            <p:ph type="title"/>
          </p:nvPr>
        </p:nvSpPr>
        <p:spPr>
          <a:xfrm>
            <a:off x="713150" y="539100"/>
            <a:ext cx="3858900" cy="1030800"/>
          </a:xfrm>
          <a:prstGeom prst="rect">
            <a:avLst/>
          </a:prstGeom>
        </p:spPr>
        <p:txBody>
          <a:bodyPr spcFirstLastPara="1" wrap="square" lIns="14400" tIns="14400" rIns="14400" bIns="14400" anchor="t" anchorCtr="0">
            <a:noAutofit/>
          </a:bodyPr>
          <a:lstStyle>
            <a:lvl1pPr lvl="0" rtl="0">
              <a:spcBef>
                <a:spcPts val="0"/>
              </a:spcBef>
              <a:spcAft>
                <a:spcPts val="0"/>
              </a:spcAft>
              <a:buSzPts val="3500"/>
              <a:buNone/>
              <a:defRPr sz="6900"/>
            </a:lvl1pPr>
            <a:lvl2pPr lvl="1" rtl="0">
              <a:spcBef>
                <a:spcPts val="0"/>
              </a:spcBef>
              <a:spcAft>
                <a:spcPts val="0"/>
              </a:spcAft>
              <a:buSzPts val="3500"/>
              <a:buNone/>
              <a:defRPr/>
            </a:lvl2pPr>
            <a:lvl3pPr lvl="2" rtl="0">
              <a:spcBef>
                <a:spcPts val="0"/>
              </a:spcBef>
              <a:spcAft>
                <a:spcPts val="0"/>
              </a:spcAft>
              <a:buSzPts val="3500"/>
              <a:buNone/>
              <a:defRPr/>
            </a:lvl3pPr>
            <a:lvl4pPr lvl="3" rtl="0">
              <a:spcBef>
                <a:spcPts val="0"/>
              </a:spcBef>
              <a:spcAft>
                <a:spcPts val="0"/>
              </a:spcAft>
              <a:buSzPts val="3500"/>
              <a:buNone/>
              <a:defRPr/>
            </a:lvl4pPr>
            <a:lvl5pPr lvl="4" rtl="0">
              <a:spcBef>
                <a:spcPts val="0"/>
              </a:spcBef>
              <a:spcAft>
                <a:spcPts val="0"/>
              </a:spcAft>
              <a:buSzPts val="3500"/>
              <a:buNone/>
              <a:defRPr/>
            </a:lvl5pPr>
            <a:lvl6pPr lvl="5" rtl="0">
              <a:spcBef>
                <a:spcPts val="0"/>
              </a:spcBef>
              <a:spcAft>
                <a:spcPts val="0"/>
              </a:spcAft>
              <a:buSzPts val="3500"/>
              <a:buNone/>
              <a:defRPr/>
            </a:lvl6pPr>
            <a:lvl7pPr lvl="6" rtl="0">
              <a:spcBef>
                <a:spcPts val="0"/>
              </a:spcBef>
              <a:spcAft>
                <a:spcPts val="0"/>
              </a:spcAft>
              <a:buSzPts val="3500"/>
              <a:buNone/>
              <a:defRPr/>
            </a:lvl7pPr>
            <a:lvl8pPr lvl="7" rtl="0">
              <a:spcBef>
                <a:spcPts val="0"/>
              </a:spcBef>
              <a:spcAft>
                <a:spcPts val="0"/>
              </a:spcAft>
              <a:buSzPts val="3500"/>
              <a:buNone/>
              <a:defRPr/>
            </a:lvl8pPr>
            <a:lvl9pPr lvl="8" rtl="0">
              <a:spcBef>
                <a:spcPts val="0"/>
              </a:spcBef>
              <a:spcAft>
                <a:spcPts val="0"/>
              </a:spcAft>
              <a:buSzPts val="3500"/>
              <a:buNone/>
              <a:defRPr/>
            </a:lvl9pPr>
          </a:lstStyle>
          <a:p>
            <a:endParaRPr/>
          </a:p>
        </p:txBody>
      </p:sp>
      <p:sp>
        <p:nvSpPr>
          <p:cNvPr id="1011" name="Google Shape;1011;p35"/>
          <p:cNvSpPr txBox="1">
            <a:spLocks noGrp="1"/>
          </p:cNvSpPr>
          <p:nvPr>
            <p:ph type="subTitle" idx="1"/>
          </p:nvPr>
        </p:nvSpPr>
        <p:spPr>
          <a:xfrm>
            <a:off x="5069625" y="2711800"/>
            <a:ext cx="2577900" cy="664800"/>
          </a:xfrm>
          <a:prstGeom prst="rect">
            <a:avLst/>
          </a:prstGeom>
        </p:spPr>
        <p:txBody>
          <a:bodyPr spcFirstLastPara="1" wrap="square" lIns="14400" tIns="14400" rIns="14400" bIns="14400" anchor="t" anchorCtr="0">
            <a:noAutofit/>
          </a:bodyPr>
          <a:lstStyle>
            <a:lvl1pPr lvl="0" rtl="0">
              <a:lnSpc>
                <a:spcPct val="100000"/>
              </a:lnSpc>
              <a:spcBef>
                <a:spcPts val="0"/>
              </a:spcBef>
              <a:spcAft>
                <a:spcPts val="0"/>
              </a:spcAft>
              <a:buSzPts val="1400"/>
              <a:buNone/>
              <a:defRPr sz="1300"/>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12" name="Google Shape;1012;p35"/>
          <p:cNvSpPr txBox="1">
            <a:spLocks noGrp="1"/>
          </p:cNvSpPr>
          <p:nvPr>
            <p:ph type="subTitle" idx="2"/>
          </p:nvPr>
        </p:nvSpPr>
        <p:spPr>
          <a:xfrm>
            <a:off x="5069625" y="1894475"/>
            <a:ext cx="2577900" cy="621300"/>
          </a:xfrm>
          <a:prstGeom prst="rect">
            <a:avLst/>
          </a:prstGeom>
        </p:spPr>
        <p:txBody>
          <a:bodyPr spcFirstLastPara="1" wrap="square" lIns="14400" tIns="14400" rIns="14400" bIns="14400" anchor="t" anchorCtr="0">
            <a:noAutofit/>
          </a:bodyPr>
          <a:lstStyle>
            <a:lvl1pPr lvl="0" rtl="0">
              <a:lnSpc>
                <a:spcPct val="100000"/>
              </a:lnSpc>
              <a:spcBef>
                <a:spcPts val="0"/>
              </a:spcBef>
              <a:spcAft>
                <a:spcPts val="0"/>
              </a:spcAft>
              <a:buSzPts val="1400"/>
              <a:buNone/>
              <a:defRPr sz="1700" b="1">
                <a:latin typeface="Spartan"/>
                <a:ea typeface="Spartan"/>
                <a:cs typeface="Spartan"/>
                <a:sym typeface="Spartan"/>
              </a:defRPr>
            </a:lvl1pPr>
            <a:lvl2pPr lvl="1" algn="ctr" rtl="0">
              <a:lnSpc>
                <a:spcPct val="100000"/>
              </a:lnSpc>
              <a:spcBef>
                <a:spcPts val="0"/>
              </a:spcBef>
              <a:spcAft>
                <a:spcPts val="0"/>
              </a:spcAft>
              <a:buSzPts val="1400"/>
              <a:buNone/>
              <a:defRPr/>
            </a:lvl2pPr>
            <a:lvl3pPr lvl="2" algn="ctr" rtl="0">
              <a:lnSpc>
                <a:spcPct val="100000"/>
              </a:lnSpc>
              <a:spcBef>
                <a:spcPts val="0"/>
              </a:spcBef>
              <a:spcAft>
                <a:spcPts val="0"/>
              </a:spcAft>
              <a:buSzPts val="1400"/>
              <a:buNone/>
              <a:defRPr/>
            </a:lvl3pPr>
            <a:lvl4pPr lvl="3" algn="ctr" rtl="0">
              <a:lnSpc>
                <a:spcPct val="100000"/>
              </a:lnSpc>
              <a:spcBef>
                <a:spcPts val="0"/>
              </a:spcBef>
              <a:spcAft>
                <a:spcPts val="0"/>
              </a:spcAft>
              <a:buSzPts val="1400"/>
              <a:buNone/>
              <a:defRPr/>
            </a:lvl4pPr>
            <a:lvl5pPr lvl="4" algn="ctr" rtl="0">
              <a:lnSpc>
                <a:spcPct val="100000"/>
              </a:lnSpc>
              <a:spcBef>
                <a:spcPts val="0"/>
              </a:spcBef>
              <a:spcAft>
                <a:spcPts val="0"/>
              </a:spcAft>
              <a:buSzPts val="1400"/>
              <a:buNone/>
              <a:defRPr/>
            </a:lvl5pPr>
            <a:lvl6pPr lvl="5" algn="ctr" rtl="0">
              <a:lnSpc>
                <a:spcPct val="100000"/>
              </a:lnSpc>
              <a:spcBef>
                <a:spcPts val="0"/>
              </a:spcBef>
              <a:spcAft>
                <a:spcPts val="0"/>
              </a:spcAft>
              <a:buSzPts val="1400"/>
              <a:buNone/>
              <a:defRPr/>
            </a:lvl6pPr>
            <a:lvl7pPr lvl="6" algn="ctr" rtl="0">
              <a:lnSpc>
                <a:spcPct val="100000"/>
              </a:lnSpc>
              <a:spcBef>
                <a:spcPts val="0"/>
              </a:spcBef>
              <a:spcAft>
                <a:spcPts val="0"/>
              </a:spcAft>
              <a:buSzPts val="1400"/>
              <a:buNone/>
              <a:defRPr/>
            </a:lvl7pPr>
            <a:lvl8pPr lvl="7" algn="ctr" rtl="0">
              <a:lnSpc>
                <a:spcPct val="100000"/>
              </a:lnSpc>
              <a:spcBef>
                <a:spcPts val="0"/>
              </a:spcBef>
              <a:spcAft>
                <a:spcPts val="0"/>
              </a:spcAft>
              <a:buSzPts val="1400"/>
              <a:buNone/>
              <a:defRPr/>
            </a:lvl8pPr>
            <a:lvl9pPr lvl="8" algn="ctr" rtl="0">
              <a:lnSpc>
                <a:spcPct val="100000"/>
              </a:lnSpc>
              <a:spcBef>
                <a:spcPts val="0"/>
              </a:spcBef>
              <a:spcAft>
                <a:spcPts val="0"/>
              </a:spcAft>
              <a:buSzPts val="1400"/>
              <a:buNone/>
              <a:defRPr/>
            </a:lvl9pPr>
          </a:lstStyle>
          <a:p>
            <a:endParaRPr/>
          </a:p>
        </p:txBody>
      </p:sp>
      <p:sp>
        <p:nvSpPr>
          <p:cNvPr id="1013" name="Google Shape;1013;p35"/>
          <p:cNvSpPr txBox="1"/>
          <p:nvPr/>
        </p:nvSpPr>
        <p:spPr>
          <a:xfrm>
            <a:off x="5069625" y="4303025"/>
            <a:ext cx="3000000" cy="305100"/>
          </a:xfrm>
          <a:prstGeom prst="rect">
            <a:avLst/>
          </a:prstGeom>
          <a:noFill/>
          <a:ln>
            <a:noFill/>
          </a:ln>
        </p:spPr>
        <p:txBody>
          <a:bodyPr spcFirstLastPara="1" wrap="square" lIns="14400" tIns="14400" rIns="14400" bIns="14400" anchor="t" anchorCtr="0">
            <a:noAutofit/>
          </a:bodyPr>
          <a:lstStyle/>
          <a:p>
            <a:pPr marL="0" lvl="0" indent="0" algn="l" rtl="0">
              <a:spcBef>
                <a:spcPts val="300"/>
              </a:spcBef>
              <a:spcAft>
                <a:spcPts val="0"/>
              </a:spcAft>
              <a:buNone/>
            </a:pPr>
            <a:r>
              <a:rPr lang="en" sz="1000">
                <a:solidFill>
                  <a:schemeClr val="accent1"/>
                </a:solidFill>
                <a:latin typeface="Spartan"/>
                <a:ea typeface="Spartan"/>
                <a:cs typeface="Spartan"/>
                <a:sym typeface="Spartan"/>
              </a:rPr>
              <a:t>Please keep this slide for attribution</a:t>
            </a:r>
            <a:endParaRPr sz="1000">
              <a:solidFill>
                <a:schemeClr val="accent1"/>
              </a:solidFill>
              <a:latin typeface="Spartan"/>
              <a:ea typeface="Spartan"/>
              <a:cs typeface="Spartan"/>
              <a:sym typeface="Spartan"/>
            </a:endParaRPr>
          </a:p>
        </p:txBody>
      </p:sp>
      <p:sp>
        <p:nvSpPr>
          <p:cNvPr id="1014" name="Google Shape;1014;p35"/>
          <p:cNvSpPr txBox="1"/>
          <p:nvPr/>
        </p:nvSpPr>
        <p:spPr>
          <a:xfrm>
            <a:off x="5069625" y="3691550"/>
            <a:ext cx="3218400" cy="621300"/>
          </a:xfrm>
          <a:prstGeom prst="rect">
            <a:avLst/>
          </a:prstGeom>
          <a:noFill/>
          <a:ln>
            <a:noFill/>
          </a:ln>
        </p:spPr>
        <p:txBody>
          <a:bodyPr spcFirstLastPara="1" wrap="square" lIns="14400" tIns="14400" rIns="14400" bIns="14400" anchor="t" anchorCtr="0">
            <a:noAutofit/>
          </a:bodyPr>
          <a:lstStyle/>
          <a:p>
            <a:pPr marL="0" lvl="0" indent="0" algn="l" rtl="0">
              <a:lnSpc>
                <a:spcPct val="100000"/>
              </a:lnSpc>
              <a:spcBef>
                <a:spcPts val="300"/>
              </a:spcBef>
              <a:spcAft>
                <a:spcPts val="0"/>
              </a:spcAft>
              <a:buNone/>
            </a:pPr>
            <a:r>
              <a:rPr lang="en" sz="1000">
                <a:solidFill>
                  <a:schemeClr val="accent1"/>
                </a:solidFill>
                <a:latin typeface="Spartan"/>
                <a:ea typeface="Spartan"/>
                <a:cs typeface="Spartan"/>
                <a:sym typeface="Spartan"/>
              </a:rPr>
              <a:t>CREDITS: This presentation template was created by </a:t>
            </a:r>
            <a:r>
              <a:rPr lang="en" sz="1000" b="1">
                <a:solidFill>
                  <a:schemeClr val="accent1"/>
                </a:solidFill>
                <a:uFill>
                  <a:noFill/>
                </a:uFill>
                <a:latin typeface="Spartan"/>
                <a:ea typeface="Spartan"/>
                <a:cs typeface="Spartan"/>
                <a:sym typeface="Spartan"/>
                <a:hlinkClick r:id="rId2">
                  <a:extLst>
                    <a:ext uri="{A12FA001-AC4F-418D-AE19-62706E023703}">
                      <ahyp:hlinkClr xmlns:ahyp="http://schemas.microsoft.com/office/drawing/2018/hyperlinkcolor" val="tx"/>
                    </a:ext>
                  </a:extLst>
                </a:hlinkClick>
              </a:rPr>
              <a:t>Slidesgo</a:t>
            </a:r>
            <a:r>
              <a:rPr lang="en" sz="1000">
                <a:solidFill>
                  <a:schemeClr val="accent1"/>
                </a:solidFill>
                <a:latin typeface="Spartan"/>
                <a:ea typeface="Spartan"/>
                <a:cs typeface="Spartan"/>
                <a:sym typeface="Spartan"/>
              </a:rPr>
              <a:t>, including icons by </a:t>
            </a:r>
            <a:r>
              <a:rPr lang="en" sz="1000" b="1">
                <a:solidFill>
                  <a:schemeClr val="accent1"/>
                </a:solidFill>
                <a:uFill>
                  <a:noFill/>
                </a:uFill>
                <a:latin typeface="Spartan"/>
                <a:ea typeface="Spartan"/>
                <a:cs typeface="Spartan"/>
                <a:sym typeface="Spartan"/>
                <a:hlinkClick r:id="rId3">
                  <a:extLst>
                    <a:ext uri="{A12FA001-AC4F-418D-AE19-62706E023703}">
                      <ahyp:hlinkClr xmlns:ahyp="http://schemas.microsoft.com/office/drawing/2018/hyperlinkcolor" val="tx"/>
                    </a:ext>
                  </a:extLst>
                </a:hlinkClick>
              </a:rPr>
              <a:t>Flaticon</a:t>
            </a:r>
            <a:r>
              <a:rPr lang="en" sz="1000">
                <a:solidFill>
                  <a:schemeClr val="accent1"/>
                </a:solidFill>
                <a:latin typeface="Spartan"/>
                <a:ea typeface="Spartan"/>
                <a:cs typeface="Spartan"/>
                <a:sym typeface="Spartan"/>
              </a:rPr>
              <a:t>,and infographics &amp; images by </a:t>
            </a:r>
            <a:r>
              <a:rPr lang="en" sz="1000" b="1">
                <a:solidFill>
                  <a:schemeClr val="accent1"/>
                </a:solidFill>
                <a:uFill>
                  <a:noFill/>
                </a:uFill>
                <a:latin typeface="Spartan"/>
                <a:ea typeface="Spartan"/>
                <a:cs typeface="Spartan"/>
                <a:sym typeface="Spartan"/>
                <a:hlinkClick r:id="rId4">
                  <a:extLst>
                    <a:ext uri="{A12FA001-AC4F-418D-AE19-62706E023703}">
                      <ahyp:hlinkClr xmlns:ahyp="http://schemas.microsoft.com/office/drawing/2018/hyperlinkcolor" val="tx"/>
                    </a:ext>
                  </a:extLst>
                </a:hlinkClick>
              </a:rPr>
              <a:t>Freepik</a:t>
            </a:r>
            <a:endParaRPr sz="1000" b="1">
              <a:solidFill>
                <a:schemeClr val="accent1"/>
              </a:solidFill>
              <a:latin typeface="Spartan"/>
              <a:ea typeface="Spartan"/>
              <a:cs typeface="Spartan"/>
              <a:sym typeface="Spartan"/>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ackground">
  <p:cSld name="CUSTOM_9">
    <p:spTree>
      <p:nvGrpSpPr>
        <p:cNvPr id="1" name="Shape 1015"/>
        <p:cNvGrpSpPr/>
        <p:nvPr/>
      </p:nvGrpSpPr>
      <p:grpSpPr>
        <a:xfrm>
          <a:off x="0" y="0"/>
          <a:ext cx="0" cy="0"/>
          <a:chOff x="0" y="0"/>
          <a:chExt cx="0" cy="0"/>
        </a:xfrm>
      </p:grpSpPr>
      <p:sp>
        <p:nvSpPr>
          <p:cNvPr id="1016" name="Google Shape;1016;p36"/>
          <p:cNvSpPr/>
          <p:nvPr/>
        </p:nvSpPr>
        <p:spPr>
          <a:xfrm>
            <a:off x="50" y="3200250"/>
            <a:ext cx="9144000" cy="10176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17" name="Google Shape;1017;p36"/>
          <p:cNvSpPr/>
          <p:nvPr/>
        </p:nvSpPr>
        <p:spPr>
          <a:xfrm>
            <a:off x="-75" y="4218065"/>
            <a:ext cx="9144111" cy="925029"/>
          </a:xfrm>
          <a:custGeom>
            <a:avLst/>
            <a:gdLst/>
            <a:ahLst/>
            <a:cxnLst/>
            <a:rect l="l" t="t" r="r" b="b"/>
            <a:pathLst>
              <a:path w="116675" h="3930" extrusionOk="0">
                <a:moveTo>
                  <a:pt x="0" y="0"/>
                </a:moveTo>
                <a:lnTo>
                  <a:pt x="0" y="3930"/>
                </a:lnTo>
                <a:lnTo>
                  <a:pt x="116675" y="3930"/>
                </a:lnTo>
                <a:lnTo>
                  <a:pt x="116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18" name="Google Shape;1018;p36"/>
          <p:cNvGrpSpPr/>
          <p:nvPr/>
        </p:nvGrpSpPr>
        <p:grpSpPr>
          <a:xfrm>
            <a:off x="43175" y="4217840"/>
            <a:ext cx="9057943" cy="924969"/>
            <a:chOff x="31859" y="3637483"/>
            <a:chExt cx="9057943" cy="954958"/>
          </a:xfrm>
        </p:grpSpPr>
        <p:sp>
          <p:nvSpPr>
            <p:cNvPr id="1019" name="Google Shape;1019;p36"/>
            <p:cNvSpPr/>
            <p:nvPr/>
          </p:nvSpPr>
          <p:spPr>
            <a:xfrm>
              <a:off x="31859" y="3637483"/>
              <a:ext cx="583516" cy="954958"/>
            </a:xfrm>
            <a:custGeom>
              <a:avLst/>
              <a:gdLst/>
              <a:ahLst/>
              <a:cxnLst/>
              <a:rect l="l" t="t" r="r" b="b"/>
              <a:pathLst>
                <a:path w="7506" h="12284" extrusionOk="0">
                  <a:moveTo>
                    <a:pt x="7393" y="0"/>
                  </a:moveTo>
                  <a:lnTo>
                    <a:pt x="1" y="12209"/>
                  </a:lnTo>
                  <a:lnTo>
                    <a:pt x="160" y="12284"/>
                  </a:lnTo>
                  <a:lnTo>
                    <a:pt x="7505" y="75"/>
                  </a:lnTo>
                  <a:lnTo>
                    <a:pt x="7393"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0" name="Google Shape;1020;p36"/>
            <p:cNvSpPr/>
            <p:nvPr/>
          </p:nvSpPr>
          <p:spPr>
            <a:xfrm>
              <a:off x="1843027" y="3637483"/>
              <a:ext cx="353484" cy="954958"/>
            </a:xfrm>
            <a:custGeom>
              <a:avLst/>
              <a:gdLst/>
              <a:ahLst/>
              <a:cxnLst/>
              <a:rect l="l" t="t" r="r" b="b"/>
              <a:pathLst>
                <a:path w="4547" h="12284" extrusionOk="0">
                  <a:moveTo>
                    <a:pt x="4397" y="0"/>
                  </a:moveTo>
                  <a:lnTo>
                    <a:pt x="0" y="12209"/>
                  </a:lnTo>
                  <a:lnTo>
                    <a:pt x="112" y="12284"/>
                  </a:lnTo>
                  <a:lnTo>
                    <a:pt x="4546" y="75"/>
                  </a:lnTo>
                  <a:lnTo>
                    <a:pt x="4397"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1" name="Google Shape;1021;p36"/>
            <p:cNvSpPr/>
            <p:nvPr/>
          </p:nvSpPr>
          <p:spPr>
            <a:xfrm>
              <a:off x="3651240" y="3640359"/>
              <a:ext cx="127105" cy="949205"/>
            </a:xfrm>
            <a:custGeom>
              <a:avLst/>
              <a:gdLst/>
              <a:ahLst/>
              <a:cxnLst/>
              <a:rect l="l" t="t" r="r" b="b"/>
              <a:pathLst>
                <a:path w="1635" h="12210" extrusionOk="0">
                  <a:moveTo>
                    <a:pt x="1475" y="1"/>
                  </a:moveTo>
                  <a:lnTo>
                    <a:pt x="1" y="12209"/>
                  </a:lnTo>
                  <a:lnTo>
                    <a:pt x="150" y="12209"/>
                  </a:lnTo>
                  <a:lnTo>
                    <a:pt x="1634" y="1"/>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2" name="Google Shape;1022;p36"/>
            <p:cNvSpPr/>
            <p:nvPr/>
          </p:nvSpPr>
          <p:spPr>
            <a:xfrm>
              <a:off x="5347043" y="3640359"/>
              <a:ext cx="124151" cy="949205"/>
            </a:xfrm>
            <a:custGeom>
              <a:avLst/>
              <a:gdLst/>
              <a:ahLst/>
              <a:cxnLst/>
              <a:rect l="l" t="t" r="r" b="b"/>
              <a:pathLst>
                <a:path w="1597" h="12210" extrusionOk="0">
                  <a:moveTo>
                    <a:pt x="0" y="1"/>
                  </a:moveTo>
                  <a:lnTo>
                    <a:pt x="1438" y="12209"/>
                  </a:lnTo>
                  <a:lnTo>
                    <a:pt x="1596" y="12209"/>
                  </a:lnTo>
                  <a:lnTo>
                    <a:pt x="159" y="1"/>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3" name="Google Shape;1023;p36"/>
            <p:cNvSpPr/>
            <p:nvPr/>
          </p:nvSpPr>
          <p:spPr>
            <a:xfrm>
              <a:off x="6925226" y="3637483"/>
              <a:ext cx="357060" cy="954958"/>
            </a:xfrm>
            <a:custGeom>
              <a:avLst/>
              <a:gdLst/>
              <a:ahLst/>
              <a:cxnLst/>
              <a:rect l="l" t="t" r="r" b="b"/>
              <a:pathLst>
                <a:path w="4593" h="12284" extrusionOk="0">
                  <a:moveTo>
                    <a:pt x="159" y="0"/>
                  </a:moveTo>
                  <a:lnTo>
                    <a:pt x="1" y="75"/>
                  </a:lnTo>
                  <a:lnTo>
                    <a:pt x="4434" y="12284"/>
                  </a:lnTo>
                  <a:lnTo>
                    <a:pt x="4593" y="12209"/>
                  </a:lnTo>
                  <a:lnTo>
                    <a:pt x="159"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4" name="Google Shape;1024;p36"/>
            <p:cNvSpPr/>
            <p:nvPr/>
          </p:nvSpPr>
          <p:spPr>
            <a:xfrm>
              <a:off x="8506364" y="3637483"/>
              <a:ext cx="583439" cy="954958"/>
            </a:xfrm>
            <a:custGeom>
              <a:avLst/>
              <a:gdLst/>
              <a:ahLst/>
              <a:cxnLst/>
              <a:rect l="l" t="t" r="r" b="b"/>
              <a:pathLst>
                <a:path w="7505" h="12284" extrusionOk="0">
                  <a:moveTo>
                    <a:pt x="159" y="0"/>
                  </a:moveTo>
                  <a:lnTo>
                    <a:pt x="0" y="75"/>
                  </a:lnTo>
                  <a:lnTo>
                    <a:pt x="7355" y="12284"/>
                  </a:lnTo>
                  <a:lnTo>
                    <a:pt x="7505" y="12209"/>
                  </a:lnTo>
                  <a:lnTo>
                    <a:pt x="159"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25" name="Google Shape;1025;p36"/>
          <p:cNvSpPr/>
          <p:nvPr/>
        </p:nvSpPr>
        <p:spPr>
          <a:xfrm flipH="1">
            <a:off x="4103899" y="1636425"/>
            <a:ext cx="750903" cy="249098"/>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6" name="Google Shape;1026;p36"/>
          <p:cNvSpPr/>
          <p:nvPr/>
        </p:nvSpPr>
        <p:spPr>
          <a:xfrm flipH="1">
            <a:off x="497586" y="1922525"/>
            <a:ext cx="1179109" cy="313349"/>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7" name="Google Shape;1027;p36"/>
          <p:cNvSpPr/>
          <p:nvPr/>
        </p:nvSpPr>
        <p:spPr>
          <a:xfrm>
            <a:off x="2550425" y="417804"/>
            <a:ext cx="837958" cy="277970"/>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8" name="Google Shape;1028;p36"/>
          <p:cNvSpPr/>
          <p:nvPr/>
        </p:nvSpPr>
        <p:spPr>
          <a:xfrm flipH="1">
            <a:off x="6543836" y="504275"/>
            <a:ext cx="1179109" cy="313349"/>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29" name="Google Shape;1029;p36"/>
          <p:cNvSpPr/>
          <p:nvPr/>
        </p:nvSpPr>
        <p:spPr>
          <a:xfrm flipH="1">
            <a:off x="7787073" y="2141550"/>
            <a:ext cx="944581" cy="313351"/>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0" name="Google Shape;1030;p36"/>
          <p:cNvGrpSpPr/>
          <p:nvPr/>
        </p:nvGrpSpPr>
        <p:grpSpPr>
          <a:xfrm>
            <a:off x="50" y="3788273"/>
            <a:ext cx="2174183" cy="1402833"/>
            <a:chOff x="50" y="3788273"/>
            <a:chExt cx="2174183" cy="1402833"/>
          </a:xfrm>
        </p:grpSpPr>
        <p:grpSp>
          <p:nvGrpSpPr>
            <p:cNvPr id="1031" name="Google Shape;1031;p36"/>
            <p:cNvGrpSpPr/>
            <p:nvPr/>
          </p:nvGrpSpPr>
          <p:grpSpPr>
            <a:xfrm>
              <a:off x="50" y="3788273"/>
              <a:ext cx="2174170" cy="1402833"/>
              <a:chOff x="41" y="2411634"/>
              <a:chExt cx="4234022" cy="2731906"/>
            </a:xfrm>
          </p:grpSpPr>
          <p:sp>
            <p:nvSpPr>
              <p:cNvPr id="1032" name="Google Shape;1032;p36"/>
              <p:cNvSpPr/>
              <p:nvPr/>
            </p:nvSpPr>
            <p:spPr>
              <a:xfrm flipH="1">
                <a:off x="41" y="2411634"/>
                <a:ext cx="4234022" cy="2731906"/>
              </a:xfrm>
              <a:custGeom>
                <a:avLst/>
                <a:gdLst/>
                <a:ahLst/>
                <a:cxnLst/>
                <a:rect l="l" t="t" r="r" b="b"/>
                <a:pathLst>
                  <a:path w="33454" h="21585" extrusionOk="0">
                    <a:moveTo>
                      <a:pt x="31249" y="0"/>
                    </a:moveTo>
                    <a:cubicBezTo>
                      <a:pt x="29319" y="0"/>
                      <a:pt x="27370" y="606"/>
                      <a:pt x="25828" y="1750"/>
                    </a:cubicBezTo>
                    <a:cubicBezTo>
                      <a:pt x="24232" y="2964"/>
                      <a:pt x="22990" y="4747"/>
                      <a:pt x="21124" y="5447"/>
                    </a:cubicBezTo>
                    <a:cubicBezTo>
                      <a:pt x="20245" y="5790"/>
                      <a:pt x="19314" y="5882"/>
                      <a:pt x="18355" y="5882"/>
                    </a:cubicBezTo>
                    <a:cubicBezTo>
                      <a:pt x="17908" y="5882"/>
                      <a:pt x="17455" y="5862"/>
                      <a:pt x="16998" y="5839"/>
                    </a:cubicBezTo>
                    <a:cubicBezTo>
                      <a:pt x="16503" y="5823"/>
                      <a:pt x="16008" y="5800"/>
                      <a:pt x="15516" y="5800"/>
                    </a:cubicBezTo>
                    <a:cubicBezTo>
                      <a:pt x="14810" y="5800"/>
                      <a:pt x="14110" y="5848"/>
                      <a:pt x="13423" y="6035"/>
                    </a:cubicBezTo>
                    <a:cubicBezTo>
                      <a:pt x="11482" y="6539"/>
                      <a:pt x="9886" y="8135"/>
                      <a:pt x="9335" y="10076"/>
                    </a:cubicBezTo>
                    <a:cubicBezTo>
                      <a:pt x="9185" y="10702"/>
                      <a:pt x="9101" y="11364"/>
                      <a:pt x="8756" y="11906"/>
                    </a:cubicBezTo>
                    <a:cubicBezTo>
                      <a:pt x="8252" y="12839"/>
                      <a:pt x="7197" y="13268"/>
                      <a:pt x="6227" y="13698"/>
                    </a:cubicBezTo>
                    <a:cubicBezTo>
                      <a:pt x="4164" y="14631"/>
                      <a:pt x="2101" y="15873"/>
                      <a:pt x="934" y="17814"/>
                    </a:cubicBezTo>
                    <a:cubicBezTo>
                      <a:pt x="356" y="18785"/>
                      <a:pt x="1" y="20540"/>
                      <a:pt x="430" y="21585"/>
                    </a:cubicBezTo>
                    <a:lnTo>
                      <a:pt x="33454" y="21585"/>
                    </a:lnTo>
                    <a:lnTo>
                      <a:pt x="33454" y="276"/>
                    </a:lnTo>
                    <a:cubicBezTo>
                      <a:pt x="32738" y="91"/>
                      <a:pt x="31995" y="0"/>
                      <a:pt x="312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33" name="Google Shape;1033;p36"/>
              <p:cNvGrpSpPr/>
              <p:nvPr/>
            </p:nvGrpSpPr>
            <p:grpSpPr>
              <a:xfrm>
                <a:off x="231728" y="2704031"/>
                <a:ext cx="3471198" cy="2190466"/>
                <a:chOff x="231728" y="2704031"/>
                <a:chExt cx="3471198" cy="2190466"/>
              </a:xfrm>
            </p:grpSpPr>
            <p:sp>
              <p:nvSpPr>
                <p:cNvPr id="1034" name="Google Shape;1034;p36"/>
                <p:cNvSpPr/>
                <p:nvPr/>
              </p:nvSpPr>
              <p:spPr>
                <a:xfrm flipH="1">
                  <a:off x="291878" y="27040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5" name="Google Shape;1035;p36"/>
                <p:cNvSpPr/>
                <p:nvPr/>
              </p:nvSpPr>
              <p:spPr>
                <a:xfrm flipH="1">
                  <a:off x="231728" y="382805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6" name="Google Shape;1036;p36"/>
                <p:cNvSpPr/>
                <p:nvPr/>
              </p:nvSpPr>
              <p:spPr>
                <a:xfrm>
                  <a:off x="618203" y="29572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7" name="Google Shape;1037;p36"/>
                <p:cNvSpPr/>
                <p:nvPr/>
              </p:nvSpPr>
              <p:spPr>
                <a:xfrm flipH="1">
                  <a:off x="807803" y="3478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8" name="Google Shape;1038;p36"/>
                <p:cNvSpPr/>
                <p:nvPr/>
              </p:nvSpPr>
              <p:spPr>
                <a:xfrm>
                  <a:off x="502953" y="4154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9" name="Google Shape;1039;p36"/>
                <p:cNvSpPr/>
                <p:nvPr/>
              </p:nvSpPr>
              <p:spPr>
                <a:xfrm flipH="1">
                  <a:off x="1052128" y="47980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0" name="Google Shape;1040;p36"/>
                <p:cNvSpPr/>
                <p:nvPr/>
              </p:nvSpPr>
              <p:spPr>
                <a:xfrm flipH="1">
                  <a:off x="1272928" y="32874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1" name="Google Shape;1041;p36"/>
                <p:cNvSpPr/>
                <p:nvPr/>
              </p:nvSpPr>
              <p:spPr>
                <a:xfrm>
                  <a:off x="1388378" y="37843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2" name="Google Shape;1042;p36"/>
                <p:cNvSpPr/>
                <p:nvPr/>
              </p:nvSpPr>
              <p:spPr>
                <a:xfrm>
                  <a:off x="1835878" y="4154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3" name="Google Shape;1043;p36"/>
                <p:cNvSpPr/>
                <p:nvPr/>
              </p:nvSpPr>
              <p:spPr>
                <a:xfrm>
                  <a:off x="2762528" y="37843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4" name="Google Shape;1044;p36"/>
                <p:cNvSpPr/>
                <p:nvPr/>
              </p:nvSpPr>
              <p:spPr>
                <a:xfrm>
                  <a:off x="1941978" y="33841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5" name="Google Shape;1045;p36"/>
                <p:cNvSpPr/>
                <p:nvPr/>
              </p:nvSpPr>
              <p:spPr>
                <a:xfrm flipH="1">
                  <a:off x="2533578" y="3464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6" name="Google Shape;1046;p36"/>
                <p:cNvSpPr/>
                <p:nvPr/>
              </p:nvSpPr>
              <p:spPr>
                <a:xfrm>
                  <a:off x="2477128" y="43399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7" name="Google Shape;1047;p36"/>
                <p:cNvSpPr/>
                <p:nvPr/>
              </p:nvSpPr>
              <p:spPr>
                <a:xfrm flipH="1">
                  <a:off x="3186628" y="42962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8" name="Google Shape;1048;p36"/>
                <p:cNvSpPr/>
                <p:nvPr/>
              </p:nvSpPr>
              <p:spPr>
                <a:xfrm>
                  <a:off x="2877978" y="483795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49" name="Google Shape;1049;p36"/>
                <p:cNvSpPr/>
                <p:nvPr/>
              </p:nvSpPr>
              <p:spPr>
                <a:xfrm flipH="1">
                  <a:off x="3587478" y="479420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0" name="Google Shape;1050;p36"/>
                <p:cNvSpPr/>
                <p:nvPr/>
              </p:nvSpPr>
              <p:spPr>
                <a:xfrm>
                  <a:off x="2168478" y="481970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51" name="Google Shape;1051;p36"/>
            <p:cNvGrpSpPr/>
            <p:nvPr/>
          </p:nvGrpSpPr>
          <p:grpSpPr>
            <a:xfrm>
              <a:off x="63" y="3788273"/>
              <a:ext cx="2174170" cy="1402833"/>
              <a:chOff x="41" y="2411634"/>
              <a:chExt cx="4234022" cy="2731906"/>
            </a:xfrm>
          </p:grpSpPr>
          <p:sp>
            <p:nvSpPr>
              <p:cNvPr id="1052" name="Google Shape;1052;p36"/>
              <p:cNvSpPr/>
              <p:nvPr/>
            </p:nvSpPr>
            <p:spPr>
              <a:xfrm flipH="1">
                <a:off x="41" y="2411634"/>
                <a:ext cx="4234022" cy="2731906"/>
              </a:xfrm>
              <a:custGeom>
                <a:avLst/>
                <a:gdLst/>
                <a:ahLst/>
                <a:cxnLst/>
                <a:rect l="l" t="t" r="r" b="b"/>
                <a:pathLst>
                  <a:path w="33454" h="21585" extrusionOk="0">
                    <a:moveTo>
                      <a:pt x="31249" y="0"/>
                    </a:moveTo>
                    <a:cubicBezTo>
                      <a:pt x="29319" y="0"/>
                      <a:pt x="27370" y="606"/>
                      <a:pt x="25828" y="1750"/>
                    </a:cubicBezTo>
                    <a:cubicBezTo>
                      <a:pt x="24232" y="2964"/>
                      <a:pt x="22990" y="4747"/>
                      <a:pt x="21124" y="5447"/>
                    </a:cubicBezTo>
                    <a:cubicBezTo>
                      <a:pt x="20245" y="5790"/>
                      <a:pt x="19314" y="5882"/>
                      <a:pt x="18355" y="5882"/>
                    </a:cubicBezTo>
                    <a:cubicBezTo>
                      <a:pt x="17908" y="5882"/>
                      <a:pt x="17455" y="5862"/>
                      <a:pt x="16998" y="5839"/>
                    </a:cubicBezTo>
                    <a:cubicBezTo>
                      <a:pt x="16503" y="5823"/>
                      <a:pt x="16008" y="5800"/>
                      <a:pt x="15516" y="5800"/>
                    </a:cubicBezTo>
                    <a:cubicBezTo>
                      <a:pt x="14810" y="5800"/>
                      <a:pt x="14110" y="5848"/>
                      <a:pt x="13423" y="6035"/>
                    </a:cubicBezTo>
                    <a:cubicBezTo>
                      <a:pt x="11482" y="6539"/>
                      <a:pt x="9886" y="8135"/>
                      <a:pt x="9335" y="10076"/>
                    </a:cubicBezTo>
                    <a:cubicBezTo>
                      <a:pt x="9185" y="10702"/>
                      <a:pt x="9101" y="11364"/>
                      <a:pt x="8756" y="11906"/>
                    </a:cubicBezTo>
                    <a:cubicBezTo>
                      <a:pt x="8252" y="12839"/>
                      <a:pt x="7197" y="13268"/>
                      <a:pt x="6227" y="13698"/>
                    </a:cubicBezTo>
                    <a:cubicBezTo>
                      <a:pt x="4164" y="14631"/>
                      <a:pt x="2101" y="15873"/>
                      <a:pt x="934" y="17814"/>
                    </a:cubicBezTo>
                    <a:cubicBezTo>
                      <a:pt x="356" y="18785"/>
                      <a:pt x="1" y="20540"/>
                      <a:pt x="430" y="21585"/>
                    </a:cubicBezTo>
                    <a:lnTo>
                      <a:pt x="33454" y="21585"/>
                    </a:lnTo>
                    <a:lnTo>
                      <a:pt x="33454" y="276"/>
                    </a:lnTo>
                    <a:cubicBezTo>
                      <a:pt x="32738" y="91"/>
                      <a:pt x="31995" y="0"/>
                      <a:pt x="31249"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53" name="Google Shape;1053;p36"/>
              <p:cNvGrpSpPr/>
              <p:nvPr/>
            </p:nvGrpSpPr>
            <p:grpSpPr>
              <a:xfrm>
                <a:off x="231728" y="2704031"/>
                <a:ext cx="3471198" cy="2190466"/>
                <a:chOff x="231728" y="2704031"/>
                <a:chExt cx="3471198" cy="2190466"/>
              </a:xfrm>
            </p:grpSpPr>
            <p:sp>
              <p:nvSpPr>
                <p:cNvPr id="1054" name="Google Shape;1054;p36"/>
                <p:cNvSpPr/>
                <p:nvPr/>
              </p:nvSpPr>
              <p:spPr>
                <a:xfrm flipH="1">
                  <a:off x="291878" y="27040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5" name="Google Shape;1055;p36"/>
                <p:cNvSpPr/>
                <p:nvPr/>
              </p:nvSpPr>
              <p:spPr>
                <a:xfrm flipH="1">
                  <a:off x="231728" y="382805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6" name="Google Shape;1056;p36"/>
                <p:cNvSpPr/>
                <p:nvPr/>
              </p:nvSpPr>
              <p:spPr>
                <a:xfrm>
                  <a:off x="618203" y="29572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7" name="Google Shape;1057;p36"/>
                <p:cNvSpPr/>
                <p:nvPr/>
              </p:nvSpPr>
              <p:spPr>
                <a:xfrm flipH="1">
                  <a:off x="807803" y="3478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8" name="Google Shape;1058;p36"/>
                <p:cNvSpPr/>
                <p:nvPr/>
              </p:nvSpPr>
              <p:spPr>
                <a:xfrm>
                  <a:off x="502953" y="4154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59" name="Google Shape;1059;p36"/>
                <p:cNvSpPr/>
                <p:nvPr/>
              </p:nvSpPr>
              <p:spPr>
                <a:xfrm flipH="1">
                  <a:off x="1052128" y="47980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0" name="Google Shape;1060;p36"/>
                <p:cNvSpPr/>
                <p:nvPr/>
              </p:nvSpPr>
              <p:spPr>
                <a:xfrm flipH="1">
                  <a:off x="1272928" y="32874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1" name="Google Shape;1061;p36"/>
                <p:cNvSpPr/>
                <p:nvPr/>
              </p:nvSpPr>
              <p:spPr>
                <a:xfrm>
                  <a:off x="1388378" y="37843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2" name="Google Shape;1062;p36"/>
                <p:cNvSpPr/>
                <p:nvPr/>
              </p:nvSpPr>
              <p:spPr>
                <a:xfrm>
                  <a:off x="1835878" y="4154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3" name="Google Shape;1063;p36"/>
                <p:cNvSpPr/>
                <p:nvPr/>
              </p:nvSpPr>
              <p:spPr>
                <a:xfrm>
                  <a:off x="2762528" y="37843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4" name="Google Shape;1064;p36"/>
                <p:cNvSpPr/>
                <p:nvPr/>
              </p:nvSpPr>
              <p:spPr>
                <a:xfrm>
                  <a:off x="1941978" y="33841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5" name="Google Shape;1065;p36"/>
                <p:cNvSpPr/>
                <p:nvPr/>
              </p:nvSpPr>
              <p:spPr>
                <a:xfrm flipH="1">
                  <a:off x="2533578" y="3464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6" name="Google Shape;1066;p36"/>
                <p:cNvSpPr/>
                <p:nvPr/>
              </p:nvSpPr>
              <p:spPr>
                <a:xfrm>
                  <a:off x="2477128" y="43399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7" name="Google Shape;1067;p36"/>
                <p:cNvSpPr/>
                <p:nvPr/>
              </p:nvSpPr>
              <p:spPr>
                <a:xfrm flipH="1">
                  <a:off x="3186628" y="42962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8" name="Google Shape;1068;p36"/>
                <p:cNvSpPr/>
                <p:nvPr/>
              </p:nvSpPr>
              <p:spPr>
                <a:xfrm>
                  <a:off x="2877978" y="483795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69" name="Google Shape;1069;p36"/>
                <p:cNvSpPr/>
                <p:nvPr/>
              </p:nvSpPr>
              <p:spPr>
                <a:xfrm flipH="1">
                  <a:off x="3587478" y="479420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0" name="Google Shape;1070;p36"/>
                <p:cNvSpPr/>
                <p:nvPr/>
              </p:nvSpPr>
              <p:spPr>
                <a:xfrm>
                  <a:off x="2168478" y="481970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071" name="Google Shape;1071;p36"/>
          <p:cNvGrpSpPr/>
          <p:nvPr/>
        </p:nvGrpSpPr>
        <p:grpSpPr>
          <a:xfrm>
            <a:off x="7039006" y="3894536"/>
            <a:ext cx="2105261" cy="1296779"/>
            <a:chOff x="6969875" y="3740673"/>
            <a:chExt cx="2174183" cy="1402833"/>
          </a:xfrm>
        </p:grpSpPr>
        <p:grpSp>
          <p:nvGrpSpPr>
            <p:cNvPr id="1072" name="Google Shape;1072;p36"/>
            <p:cNvGrpSpPr/>
            <p:nvPr/>
          </p:nvGrpSpPr>
          <p:grpSpPr>
            <a:xfrm flipH="1">
              <a:off x="6969888" y="3740673"/>
              <a:ext cx="2174170" cy="1402833"/>
              <a:chOff x="41" y="2411634"/>
              <a:chExt cx="4234022" cy="2731906"/>
            </a:xfrm>
          </p:grpSpPr>
          <p:sp>
            <p:nvSpPr>
              <p:cNvPr id="1073" name="Google Shape;1073;p36"/>
              <p:cNvSpPr/>
              <p:nvPr/>
            </p:nvSpPr>
            <p:spPr>
              <a:xfrm flipH="1">
                <a:off x="41" y="2411634"/>
                <a:ext cx="4234022" cy="2731906"/>
              </a:xfrm>
              <a:custGeom>
                <a:avLst/>
                <a:gdLst/>
                <a:ahLst/>
                <a:cxnLst/>
                <a:rect l="l" t="t" r="r" b="b"/>
                <a:pathLst>
                  <a:path w="33454" h="21585" extrusionOk="0">
                    <a:moveTo>
                      <a:pt x="31249" y="0"/>
                    </a:moveTo>
                    <a:cubicBezTo>
                      <a:pt x="29319" y="0"/>
                      <a:pt x="27370" y="606"/>
                      <a:pt x="25828" y="1750"/>
                    </a:cubicBezTo>
                    <a:cubicBezTo>
                      <a:pt x="24232" y="2964"/>
                      <a:pt x="22990" y="4747"/>
                      <a:pt x="21124" y="5447"/>
                    </a:cubicBezTo>
                    <a:cubicBezTo>
                      <a:pt x="20245" y="5790"/>
                      <a:pt x="19314" y="5882"/>
                      <a:pt x="18355" y="5882"/>
                    </a:cubicBezTo>
                    <a:cubicBezTo>
                      <a:pt x="17908" y="5882"/>
                      <a:pt x="17455" y="5862"/>
                      <a:pt x="16998" y="5839"/>
                    </a:cubicBezTo>
                    <a:cubicBezTo>
                      <a:pt x="16503" y="5823"/>
                      <a:pt x="16008" y="5800"/>
                      <a:pt x="15516" y="5800"/>
                    </a:cubicBezTo>
                    <a:cubicBezTo>
                      <a:pt x="14810" y="5800"/>
                      <a:pt x="14110" y="5848"/>
                      <a:pt x="13423" y="6035"/>
                    </a:cubicBezTo>
                    <a:cubicBezTo>
                      <a:pt x="11482" y="6539"/>
                      <a:pt x="9886" y="8135"/>
                      <a:pt x="9335" y="10076"/>
                    </a:cubicBezTo>
                    <a:cubicBezTo>
                      <a:pt x="9185" y="10702"/>
                      <a:pt x="9101" y="11364"/>
                      <a:pt x="8756" y="11906"/>
                    </a:cubicBezTo>
                    <a:cubicBezTo>
                      <a:pt x="8252" y="12839"/>
                      <a:pt x="7197" y="13268"/>
                      <a:pt x="6227" y="13698"/>
                    </a:cubicBezTo>
                    <a:cubicBezTo>
                      <a:pt x="4164" y="14631"/>
                      <a:pt x="2101" y="15873"/>
                      <a:pt x="934" y="17814"/>
                    </a:cubicBezTo>
                    <a:cubicBezTo>
                      <a:pt x="356" y="18785"/>
                      <a:pt x="1" y="20540"/>
                      <a:pt x="430" y="21585"/>
                    </a:cubicBezTo>
                    <a:lnTo>
                      <a:pt x="33454" y="21585"/>
                    </a:lnTo>
                    <a:lnTo>
                      <a:pt x="33454" y="276"/>
                    </a:lnTo>
                    <a:cubicBezTo>
                      <a:pt x="32738" y="91"/>
                      <a:pt x="31995" y="0"/>
                      <a:pt x="31249"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74" name="Google Shape;1074;p36"/>
              <p:cNvGrpSpPr/>
              <p:nvPr/>
            </p:nvGrpSpPr>
            <p:grpSpPr>
              <a:xfrm>
                <a:off x="231728" y="2704031"/>
                <a:ext cx="3471198" cy="2190466"/>
                <a:chOff x="231728" y="2704031"/>
                <a:chExt cx="3471198" cy="2190466"/>
              </a:xfrm>
            </p:grpSpPr>
            <p:sp>
              <p:nvSpPr>
                <p:cNvPr id="1075" name="Google Shape;1075;p36"/>
                <p:cNvSpPr/>
                <p:nvPr/>
              </p:nvSpPr>
              <p:spPr>
                <a:xfrm flipH="1">
                  <a:off x="291878" y="27040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6" name="Google Shape;1076;p36"/>
                <p:cNvSpPr/>
                <p:nvPr/>
              </p:nvSpPr>
              <p:spPr>
                <a:xfrm flipH="1">
                  <a:off x="231728" y="382805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7" name="Google Shape;1077;p36"/>
                <p:cNvSpPr/>
                <p:nvPr/>
              </p:nvSpPr>
              <p:spPr>
                <a:xfrm>
                  <a:off x="618203" y="29572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8" name="Google Shape;1078;p36"/>
                <p:cNvSpPr/>
                <p:nvPr/>
              </p:nvSpPr>
              <p:spPr>
                <a:xfrm flipH="1">
                  <a:off x="807803" y="3478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79" name="Google Shape;1079;p36"/>
                <p:cNvSpPr/>
                <p:nvPr/>
              </p:nvSpPr>
              <p:spPr>
                <a:xfrm>
                  <a:off x="502953" y="4154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0" name="Google Shape;1080;p36"/>
                <p:cNvSpPr/>
                <p:nvPr/>
              </p:nvSpPr>
              <p:spPr>
                <a:xfrm flipH="1">
                  <a:off x="1052128" y="47980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1" name="Google Shape;1081;p36"/>
                <p:cNvSpPr/>
                <p:nvPr/>
              </p:nvSpPr>
              <p:spPr>
                <a:xfrm flipH="1">
                  <a:off x="1272928" y="32874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2" name="Google Shape;1082;p36"/>
                <p:cNvSpPr/>
                <p:nvPr/>
              </p:nvSpPr>
              <p:spPr>
                <a:xfrm>
                  <a:off x="1388378" y="37843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3" name="Google Shape;1083;p36"/>
                <p:cNvSpPr/>
                <p:nvPr/>
              </p:nvSpPr>
              <p:spPr>
                <a:xfrm>
                  <a:off x="1835878" y="4154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4" name="Google Shape;1084;p36"/>
                <p:cNvSpPr/>
                <p:nvPr/>
              </p:nvSpPr>
              <p:spPr>
                <a:xfrm>
                  <a:off x="2762528" y="37843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5" name="Google Shape;1085;p36"/>
                <p:cNvSpPr/>
                <p:nvPr/>
              </p:nvSpPr>
              <p:spPr>
                <a:xfrm>
                  <a:off x="1941978" y="33841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6" name="Google Shape;1086;p36"/>
                <p:cNvSpPr/>
                <p:nvPr/>
              </p:nvSpPr>
              <p:spPr>
                <a:xfrm flipH="1">
                  <a:off x="2533578" y="3464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7" name="Google Shape;1087;p36"/>
                <p:cNvSpPr/>
                <p:nvPr/>
              </p:nvSpPr>
              <p:spPr>
                <a:xfrm>
                  <a:off x="2477128" y="43399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8" name="Google Shape;1088;p36"/>
                <p:cNvSpPr/>
                <p:nvPr/>
              </p:nvSpPr>
              <p:spPr>
                <a:xfrm flipH="1">
                  <a:off x="3186628" y="42962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9" name="Google Shape;1089;p36"/>
                <p:cNvSpPr/>
                <p:nvPr/>
              </p:nvSpPr>
              <p:spPr>
                <a:xfrm>
                  <a:off x="2877978" y="483795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0" name="Google Shape;1090;p36"/>
                <p:cNvSpPr/>
                <p:nvPr/>
              </p:nvSpPr>
              <p:spPr>
                <a:xfrm flipH="1">
                  <a:off x="3587478" y="479420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1" name="Google Shape;1091;p36"/>
                <p:cNvSpPr/>
                <p:nvPr/>
              </p:nvSpPr>
              <p:spPr>
                <a:xfrm>
                  <a:off x="2168478" y="481970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092" name="Google Shape;1092;p36"/>
            <p:cNvGrpSpPr/>
            <p:nvPr/>
          </p:nvGrpSpPr>
          <p:grpSpPr>
            <a:xfrm flipH="1">
              <a:off x="6969875" y="3740673"/>
              <a:ext cx="2174170" cy="1402833"/>
              <a:chOff x="41" y="2411634"/>
              <a:chExt cx="4234022" cy="2731906"/>
            </a:xfrm>
          </p:grpSpPr>
          <p:sp>
            <p:nvSpPr>
              <p:cNvPr id="1093" name="Google Shape;1093;p36"/>
              <p:cNvSpPr/>
              <p:nvPr/>
            </p:nvSpPr>
            <p:spPr>
              <a:xfrm flipH="1">
                <a:off x="41" y="2411634"/>
                <a:ext cx="4234022" cy="2731906"/>
              </a:xfrm>
              <a:custGeom>
                <a:avLst/>
                <a:gdLst/>
                <a:ahLst/>
                <a:cxnLst/>
                <a:rect l="l" t="t" r="r" b="b"/>
                <a:pathLst>
                  <a:path w="33454" h="21585" extrusionOk="0">
                    <a:moveTo>
                      <a:pt x="31249" y="0"/>
                    </a:moveTo>
                    <a:cubicBezTo>
                      <a:pt x="29319" y="0"/>
                      <a:pt x="27370" y="606"/>
                      <a:pt x="25828" y="1750"/>
                    </a:cubicBezTo>
                    <a:cubicBezTo>
                      <a:pt x="24232" y="2964"/>
                      <a:pt x="22990" y="4747"/>
                      <a:pt x="21124" y="5447"/>
                    </a:cubicBezTo>
                    <a:cubicBezTo>
                      <a:pt x="20245" y="5790"/>
                      <a:pt x="19314" y="5882"/>
                      <a:pt x="18355" y="5882"/>
                    </a:cubicBezTo>
                    <a:cubicBezTo>
                      <a:pt x="17908" y="5882"/>
                      <a:pt x="17455" y="5862"/>
                      <a:pt x="16998" y="5839"/>
                    </a:cubicBezTo>
                    <a:cubicBezTo>
                      <a:pt x="16503" y="5823"/>
                      <a:pt x="16008" y="5800"/>
                      <a:pt x="15516" y="5800"/>
                    </a:cubicBezTo>
                    <a:cubicBezTo>
                      <a:pt x="14810" y="5800"/>
                      <a:pt x="14110" y="5848"/>
                      <a:pt x="13423" y="6035"/>
                    </a:cubicBezTo>
                    <a:cubicBezTo>
                      <a:pt x="11482" y="6539"/>
                      <a:pt x="9886" y="8135"/>
                      <a:pt x="9335" y="10076"/>
                    </a:cubicBezTo>
                    <a:cubicBezTo>
                      <a:pt x="9185" y="10702"/>
                      <a:pt x="9101" y="11364"/>
                      <a:pt x="8756" y="11906"/>
                    </a:cubicBezTo>
                    <a:cubicBezTo>
                      <a:pt x="8252" y="12839"/>
                      <a:pt x="7197" y="13268"/>
                      <a:pt x="6227" y="13698"/>
                    </a:cubicBezTo>
                    <a:cubicBezTo>
                      <a:pt x="4164" y="14631"/>
                      <a:pt x="2101" y="15873"/>
                      <a:pt x="934" y="17814"/>
                    </a:cubicBezTo>
                    <a:cubicBezTo>
                      <a:pt x="356" y="18785"/>
                      <a:pt x="1" y="20540"/>
                      <a:pt x="430" y="21585"/>
                    </a:cubicBezTo>
                    <a:lnTo>
                      <a:pt x="33454" y="21585"/>
                    </a:lnTo>
                    <a:lnTo>
                      <a:pt x="33454" y="276"/>
                    </a:lnTo>
                    <a:cubicBezTo>
                      <a:pt x="32738" y="91"/>
                      <a:pt x="31995" y="0"/>
                      <a:pt x="31249"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094" name="Google Shape;1094;p36"/>
              <p:cNvGrpSpPr/>
              <p:nvPr/>
            </p:nvGrpSpPr>
            <p:grpSpPr>
              <a:xfrm>
                <a:off x="231728" y="2704031"/>
                <a:ext cx="3471198" cy="2190466"/>
                <a:chOff x="231728" y="2704031"/>
                <a:chExt cx="3471198" cy="2190466"/>
              </a:xfrm>
            </p:grpSpPr>
            <p:sp>
              <p:nvSpPr>
                <p:cNvPr id="1095" name="Google Shape;1095;p36"/>
                <p:cNvSpPr/>
                <p:nvPr/>
              </p:nvSpPr>
              <p:spPr>
                <a:xfrm flipH="1">
                  <a:off x="291878" y="27040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6" name="Google Shape;1096;p36"/>
                <p:cNvSpPr/>
                <p:nvPr/>
              </p:nvSpPr>
              <p:spPr>
                <a:xfrm flipH="1">
                  <a:off x="231728" y="382805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7" name="Google Shape;1097;p36"/>
                <p:cNvSpPr/>
                <p:nvPr/>
              </p:nvSpPr>
              <p:spPr>
                <a:xfrm>
                  <a:off x="618203" y="29572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8" name="Google Shape;1098;p36"/>
                <p:cNvSpPr/>
                <p:nvPr/>
              </p:nvSpPr>
              <p:spPr>
                <a:xfrm flipH="1">
                  <a:off x="807803" y="3478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99" name="Google Shape;1099;p36"/>
                <p:cNvSpPr/>
                <p:nvPr/>
              </p:nvSpPr>
              <p:spPr>
                <a:xfrm>
                  <a:off x="502953" y="4154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0" name="Google Shape;1100;p36"/>
                <p:cNvSpPr/>
                <p:nvPr/>
              </p:nvSpPr>
              <p:spPr>
                <a:xfrm flipH="1">
                  <a:off x="1052128" y="47980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1" name="Google Shape;1101;p36"/>
                <p:cNvSpPr/>
                <p:nvPr/>
              </p:nvSpPr>
              <p:spPr>
                <a:xfrm flipH="1">
                  <a:off x="1272928" y="32874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2" name="Google Shape;1102;p36"/>
                <p:cNvSpPr/>
                <p:nvPr/>
              </p:nvSpPr>
              <p:spPr>
                <a:xfrm>
                  <a:off x="1388378" y="37843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3" name="Google Shape;1103;p36"/>
                <p:cNvSpPr/>
                <p:nvPr/>
              </p:nvSpPr>
              <p:spPr>
                <a:xfrm>
                  <a:off x="1835878" y="4154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4" name="Google Shape;1104;p36"/>
                <p:cNvSpPr/>
                <p:nvPr/>
              </p:nvSpPr>
              <p:spPr>
                <a:xfrm>
                  <a:off x="2762528" y="37843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5" name="Google Shape;1105;p36"/>
                <p:cNvSpPr/>
                <p:nvPr/>
              </p:nvSpPr>
              <p:spPr>
                <a:xfrm>
                  <a:off x="1941978" y="33841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6" name="Google Shape;1106;p36"/>
                <p:cNvSpPr/>
                <p:nvPr/>
              </p:nvSpPr>
              <p:spPr>
                <a:xfrm flipH="1">
                  <a:off x="2533578" y="34641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7" name="Google Shape;1107;p36"/>
                <p:cNvSpPr/>
                <p:nvPr/>
              </p:nvSpPr>
              <p:spPr>
                <a:xfrm>
                  <a:off x="2477128" y="433998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8" name="Google Shape;1108;p36"/>
                <p:cNvSpPr/>
                <p:nvPr/>
              </p:nvSpPr>
              <p:spPr>
                <a:xfrm flipH="1">
                  <a:off x="3186628" y="4296231"/>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09" name="Google Shape;1109;p36"/>
                <p:cNvSpPr/>
                <p:nvPr/>
              </p:nvSpPr>
              <p:spPr>
                <a:xfrm>
                  <a:off x="2877978" y="483795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0" name="Google Shape;1110;p36"/>
                <p:cNvSpPr/>
                <p:nvPr/>
              </p:nvSpPr>
              <p:spPr>
                <a:xfrm flipH="1">
                  <a:off x="3587478" y="479420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1" name="Google Shape;1111;p36"/>
                <p:cNvSpPr/>
                <p:nvPr/>
              </p:nvSpPr>
              <p:spPr>
                <a:xfrm>
                  <a:off x="2168478" y="4819706"/>
                  <a:ext cx="115448" cy="56541"/>
                </a:xfrm>
                <a:custGeom>
                  <a:avLst/>
                  <a:gdLst/>
                  <a:ahLst/>
                  <a:cxnLst/>
                  <a:rect l="l" t="t" r="r" b="b"/>
                  <a:pathLst>
                    <a:path w="1756" h="860" extrusionOk="0">
                      <a:moveTo>
                        <a:pt x="1326" y="0"/>
                      </a:moveTo>
                      <a:cubicBezTo>
                        <a:pt x="1252" y="0"/>
                        <a:pt x="1168" y="0"/>
                        <a:pt x="1093" y="38"/>
                      </a:cubicBezTo>
                      <a:cubicBezTo>
                        <a:pt x="934" y="159"/>
                        <a:pt x="1" y="859"/>
                        <a:pt x="505" y="859"/>
                      </a:cubicBezTo>
                      <a:lnTo>
                        <a:pt x="589" y="859"/>
                      </a:lnTo>
                      <a:cubicBezTo>
                        <a:pt x="785" y="822"/>
                        <a:pt x="1018" y="738"/>
                        <a:pt x="1205" y="626"/>
                      </a:cubicBezTo>
                      <a:cubicBezTo>
                        <a:pt x="1326" y="504"/>
                        <a:pt x="1756" y="0"/>
                        <a:pt x="1326"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ackground 1">
  <p:cSld name="CUSTOM_9_1">
    <p:spTree>
      <p:nvGrpSpPr>
        <p:cNvPr id="1" name="Shape 1112"/>
        <p:cNvGrpSpPr/>
        <p:nvPr/>
      </p:nvGrpSpPr>
      <p:grpSpPr>
        <a:xfrm>
          <a:off x="0" y="0"/>
          <a:ext cx="0" cy="0"/>
          <a:chOff x="0" y="0"/>
          <a:chExt cx="0" cy="0"/>
        </a:xfrm>
      </p:grpSpPr>
      <p:grpSp>
        <p:nvGrpSpPr>
          <p:cNvPr id="1113" name="Google Shape;1113;p37"/>
          <p:cNvGrpSpPr/>
          <p:nvPr/>
        </p:nvGrpSpPr>
        <p:grpSpPr>
          <a:xfrm>
            <a:off x="-92" y="2942713"/>
            <a:ext cx="9144092" cy="892387"/>
            <a:chOff x="-92" y="2942713"/>
            <a:chExt cx="9144092" cy="892387"/>
          </a:xfrm>
        </p:grpSpPr>
        <p:sp>
          <p:nvSpPr>
            <p:cNvPr id="1114" name="Google Shape;1114;p37"/>
            <p:cNvSpPr/>
            <p:nvPr/>
          </p:nvSpPr>
          <p:spPr>
            <a:xfrm>
              <a:off x="0" y="3456800"/>
              <a:ext cx="9144000" cy="3783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15" name="Google Shape;1115;p37"/>
            <p:cNvGrpSpPr/>
            <p:nvPr/>
          </p:nvGrpSpPr>
          <p:grpSpPr>
            <a:xfrm>
              <a:off x="-92" y="2942713"/>
              <a:ext cx="9143579" cy="571636"/>
              <a:chOff x="-1039007" y="2887141"/>
              <a:chExt cx="11347207" cy="718767"/>
            </a:xfrm>
          </p:grpSpPr>
          <p:sp>
            <p:nvSpPr>
              <p:cNvPr id="1116" name="Google Shape;1116;p37"/>
              <p:cNvSpPr/>
              <p:nvPr/>
            </p:nvSpPr>
            <p:spPr>
              <a:xfrm>
                <a:off x="4622368" y="2887141"/>
                <a:ext cx="5685832" cy="718767"/>
              </a:xfrm>
              <a:custGeom>
                <a:avLst/>
                <a:gdLst/>
                <a:ahLst/>
                <a:cxnLst/>
                <a:rect l="l" t="t" r="r" b="b"/>
                <a:pathLst>
                  <a:path w="285792" h="34085" extrusionOk="0">
                    <a:moveTo>
                      <a:pt x="46293" y="1"/>
                    </a:moveTo>
                    <a:cubicBezTo>
                      <a:pt x="45818" y="1"/>
                      <a:pt x="45342" y="32"/>
                      <a:pt x="44868" y="97"/>
                    </a:cubicBezTo>
                    <a:cubicBezTo>
                      <a:pt x="38932" y="864"/>
                      <a:pt x="34122" y="6708"/>
                      <a:pt x="34460" y="12675"/>
                    </a:cubicBezTo>
                    <a:cubicBezTo>
                      <a:pt x="32551" y="9929"/>
                      <a:pt x="29197" y="8335"/>
                      <a:pt x="25866" y="8335"/>
                    </a:cubicBezTo>
                    <a:cubicBezTo>
                      <a:pt x="24803" y="8335"/>
                      <a:pt x="23742" y="8498"/>
                      <a:pt x="22731" y="8837"/>
                    </a:cubicBezTo>
                    <a:cubicBezTo>
                      <a:pt x="18556" y="10290"/>
                      <a:pt x="15567" y="14640"/>
                      <a:pt x="15782" y="19030"/>
                    </a:cubicBezTo>
                    <a:cubicBezTo>
                      <a:pt x="14142" y="16767"/>
                      <a:pt x="11309" y="15481"/>
                      <a:pt x="8501" y="15481"/>
                    </a:cubicBezTo>
                    <a:cubicBezTo>
                      <a:pt x="7296" y="15481"/>
                      <a:pt x="6095" y="15718"/>
                      <a:pt x="4995" y="16216"/>
                    </a:cubicBezTo>
                    <a:cubicBezTo>
                      <a:pt x="1372" y="17925"/>
                      <a:pt x="1" y="21722"/>
                      <a:pt x="1" y="26235"/>
                    </a:cubicBezTo>
                    <a:lnTo>
                      <a:pt x="1" y="34084"/>
                    </a:lnTo>
                    <a:lnTo>
                      <a:pt x="285577" y="34084"/>
                    </a:lnTo>
                    <a:cubicBezTo>
                      <a:pt x="285577" y="34084"/>
                      <a:pt x="285628" y="27514"/>
                      <a:pt x="285628" y="23554"/>
                    </a:cubicBezTo>
                    <a:cubicBezTo>
                      <a:pt x="285792" y="19757"/>
                      <a:pt x="283233" y="16052"/>
                      <a:pt x="279651" y="14814"/>
                    </a:cubicBezTo>
                    <a:cubicBezTo>
                      <a:pt x="278792" y="14526"/>
                      <a:pt x="277891" y="14389"/>
                      <a:pt x="276988" y="14389"/>
                    </a:cubicBezTo>
                    <a:cubicBezTo>
                      <a:pt x="274127" y="14389"/>
                      <a:pt x="271250" y="15765"/>
                      <a:pt x="269632" y="18099"/>
                    </a:cubicBezTo>
                    <a:cubicBezTo>
                      <a:pt x="269888" y="12982"/>
                      <a:pt x="265794" y="7987"/>
                      <a:pt x="260718" y="7302"/>
                    </a:cubicBezTo>
                    <a:cubicBezTo>
                      <a:pt x="260319" y="7249"/>
                      <a:pt x="259919" y="7223"/>
                      <a:pt x="259520" y="7223"/>
                    </a:cubicBezTo>
                    <a:cubicBezTo>
                      <a:pt x="254838" y="7223"/>
                      <a:pt x="250277" y="10768"/>
                      <a:pt x="249297" y="15407"/>
                    </a:cubicBezTo>
                    <a:cubicBezTo>
                      <a:pt x="248235" y="14800"/>
                      <a:pt x="247053" y="14523"/>
                      <a:pt x="245860" y="14523"/>
                    </a:cubicBezTo>
                    <a:cubicBezTo>
                      <a:pt x="242106" y="14523"/>
                      <a:pt x="238242" y="17264"/>
                      <a:pt x="237691" y="21077"/>
                    </a:cubicBezTo>
                    <a:cubicBezTo>
                      <a:pt x="236544" y="20570"/>
                      <a:pt x="235290" y="20325"/>
                      <a:pt x="234032" y="20325"/>
                    </a:cubicBezTo>
                    <a:cubicBezTo>
                      <a:pt x="232112" y="20325"/>
                      <a:pt x="230183" y="20896"/>
                      <a:pt x="228613" y="21977"/>
                    </a:cubicBezTo>
                    <a:cubicBezTo>
                      <a:pt x="227846" y="20187"/>
                      <a:pt x="226607" y="18559"/>
                      <a:pt x="225031" y="17372"/>
                    </a:cubicBezTo>
                    <a:cubicBezTo>
                      <a:pt x="223161" y="15994"/>
                      <a:pt x="220831" y="15281"/>
                      <a:pt x="218504" y="15281"/>
                    </a:cubicBezTo>
                    <a:cubicBezTo>
                      <a:pt x="217012" y="15281"/>
                      <a:pt x="215520" y="15575"/>
                      <a:pt x="214152" y="16175"/>
                    </a:cubicBezTo>
                    <a:cubicBezTo>
                      <a:pt x="213507" y="11706"/>
                      <a:pt x="208972" y="8494"/>
                      <a:pt x="204586" y="8494"/>
                    </a:cubicBezTo>
                    <a:cubicBezTo>
                      <a:pt x="203197" y="8494"/>
                      <a:pt x="201823" y="8816"/>
                      <a:pt x="200592" y="9523"/>
                    </a:cubicBezTo>
                    <a:cubicBezTo>
                      <a:pt x="199453" y="4147"/>
                      <a:pt x="194130" y="1"/>
                      <a:pt x="188672" y="1"/>
                    </a:cubicBezTo>
                    <a:cubicBezTo>
                      <a:pt x="188197" y="1"/>
                      <a:pt x="187721" y="32"/>
                      <a:pt x="187246" y="97"/>
                    </a:cubicBezTo>
                    <a:cubicBezTo>
                      <a:pt x="181321" y="864"/>
                      <a:pt x="176501" y="6708"/>
                      <a:pt x="176838" y="12675"/>
                    </a:cubicBezTo>
                    <a:cubicBezTo>
                      <a:pt x="174899" y="9929"/>
                      <a:pt x="171566" y="8335"/>
                      <a:pt x="168248" y="8335"/>
                    </a:cubicBezTo>
                    <a:cubicBezTo>
                      <a:pt x="167189" y="8335"/>
                      <a:pt x="166131" y="8498"/>
                      <a:pt x="165120" y="8837"/>
                    </a:cubicBezTo>
                    <a:cubicBezTo>
                      <a:pt x="160934" y="10290"/>
                      <a:pt x="157956" y="14640"/>
                      <a:pt x="158120" y="19030"/>
                    </a:cubicBezTo>
                    <a:cubicBezTo>
                      <a:pt x="156480" y="16767"/>
                      <a:pt x="153647" y="15481"/>
                      <a:pt x="150853" y="15481"/>
                    </a:cubicBezTo>
                    <a:cubicBezTo>
                      <a:pt x="149654" y="15481"/>
                      <a:pt x="148462" y="15718"/>
                      <a:pt x="147374" y="16216"/>
                    </a:cubicBezTo>
                    <a:cubicBezTo>
                      <a:pt x="145327" y="17157"/>
                      <a:pt x="143792" y="18989"/>
                      <a:pt x="142983" y="21077"/>
                    </a:cubicBezTo>
                    <a:cubicBezTo>
                      <a:pt x="142216" y="18222"/>
                      <a:pt x="140087" y="15745"/>
                      <a:pt x="137273" y="14814"/>
                    </a:cubicBezTo>
                    <a:cubicBezTo>
                      <a:pt x="136423" y="14526"/>
                      <a:pt x="135529" y="14389"/>
                      <a:pt x="134632" y="14389"/>
                    </a:cubicBezTo>
                    <a:cubicBezTo>
                      <a:pt x="131787" y="14389"/>
                      <a:pt x="128903" y="15765"/>
                      <a:pt x="127253" y="18099"/>
                    </a:cubicBezTo>
                    <a:cubicBezTo>
                      <a:pt x="127550" y="12982"/>
                      <a:pt x="123416" y="7987"/>
                      <a:pt x="118339" y="7302"/>
                    </a:cubicBezTo>
                    <a:cubicBezTo>
                      <a:pt x="117941" y="7249"/>
                      <a:pt x="117540" y="7223"/>
                      <a:pt x="117141" y="7223"/>
                    </a:cubicBezTo>
                    <a:cubicBezTo>
                      <a:pt x="112458" y="7223"/>
                      <a:pt x="107892" y="10768"/>
                      <a:pt x="106949" y="15407"/>
                    </a:cubicBezTo>
                    <a:cubicBezTo>
                      <a:pt x="105880" y="14800"/>
                      <a:pt x="104692" y="14523"/>
                      <a:pt x="103495" y="14523"/>
                    </a:cubicBezTo>
                    <a:cubicBezTo>
                      <a:pt x="99727" y="14523"/>
                      <a:pt x="95864" y="17264"/>
                      <a:pt x="95312" y="21077"/>
                    </a:cubicBezTo>
                    <a:cubicBezTo>
                      <a:pt x="94162" y="20570"/>
                      <a:pt x="92905" y="20325"/>
                      <a:pt x="91645" y="20325"/>
                    </a:cubicBezTo>
                    <a:cubicBezTo>
                      <a:pt x="89723" y="20325"/>
                      <a:pt x="87795" y="20896"/>
                      <a:pt x="86224" y="21977"/>
                    </a:cubicBezTo>
                    <a:cubicBezTo>
                      <a:pt x="85457" y="20187"/>
                      <a:pt x="84218" y="18559"/>
                      <a:pt x="82642" y="17372"/>
                    </a:cubicBezTo>
                    <a:cubicBezTo>
                      <a:pt x="80772" y="15994"/>
                      <a:pt x="78442" y="15281"/>
                      <a:pt x="76118" y="15281"/>
                    </a:cubicBezTo>
                    <a:cubicBezTo>
                      <a:pt x="74627" y="15281"/>
                      <a:pt x="73138" y="15575"/>
                      <a:pt x="71774" y="16175"/>
                    </a:cubicBezTo>
                    <a:cubicBezTo>
                      <a:pt x="71160" y="11706"/>
                      <a:pt x="66632" y="8494"/>
                      <a:pt x="62230" y="8494"/>
                    </a:cubicBezTo>
                    <a:cubicBezTo>
                      <a:pt x="60836" y="8494"/>
                      <a:pt x="59454" y="8816"/>
                      <a:pt x="58213" y="9523"/>
                    </a:cubicBezTo>
                    <a:cubicBezTo>
                      <a:pt x="57074" y="4147"/>
                      <a:pt x="51752" y="1"/>
                      <a:pt x="4629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17" name="Google Shape;1117;p37"/>
              <p:cNvSpPr/>
              <p:nvPr/>
            </p:nvSpPr>
            <p:spPr>
              <a:xfrm flipH="1">
                <a:off x="-1039007" y="2887141"/>
                <a:ext cx="5685832" cy="718767"/>
              </a:xfrm>
              <a:custGeom>
                <a:avLst/>
                <a:gdLst/>
                <a:ahLst/>
                <a:cxnLst/>
                <a:rect l="l" t="t" r="r" b="b"/>
                <a:pathLst>
                  <a:path w="285792" h="34085" extrusionOk="0">
                    <a:moveTo>
                      <a:pt x="46293" y="1"/>
                    </a:moveTo>
                    <a:cubicBezTo>
                      <a:pt x="45818" y="1"/>
                      <a:pt x="45342" y="32"/>
                      <a:pt x="44868" y="97"/>
                    </a:cubicBezTo>
                    <a:cubicBezTo>
                      <a:pt x="38932" y="864"/>
                      <a:pt x="34122" y="6708"/>
                      <a:pt x="34460" y="12675"/>
                    </a:cubicBezTo>
                    <a:cubicBezTo>
                      <a:pt x="32551" y="9929"/>
                      <a:pt x="29197" y="8335"/>
                      <a:pt x="25866" y="8335"/>
                    </a:cubicBezTo>
                    <a:cubicBezTo>
                      <a:pt x="24803" y="8335"/>
                      <a:pt x="23742" y="8498"/>
                      <a:pt x="22731" y="8837"/>
                    </a:cubicBezTo>
                    <a:cubicBezTo>
                      <a:pt x="18556" y="10290"/>
                      <a:pt x="15567" y="14640"/>
                      <a:pt x="15782" y="19030"/>
                    </a:cubicBezTo>
                    <a:cubicBezTo>
                      <a:pt x="14142" y="16767"/>
                      <a:pt x="11309" y="15481"/>
                      <a:pt x="8501" y="15481"/>
                    </a:cubicBezTo>
                    <a:cubicBezTo>
                      <a:pt x="7296" y="15481"/>
                      <a:pt x="6095" y="15718"/>
                      <a:pt x="4995" y="16216"/>
                    </a:cubicBezTo>
                    <a:cubicBezTo>
                      <a:pt x="1372" y="17925"/>
                      <a:pt x="1" y="21722"/>
                      <a:pt x="1" y="26235"/>
                    </a:cubicBezTo>
                    <a:lnTo>
                      <a:pt x="1" y="34084"/>
                    </a:lnTo>
                    <a:lnTo>
                      <a:pt x="285577" y="34084"/>
                    </a:lnTo>
                    <a:cubicBezTo>
                      <a:pt x="285577" y="34084"/>
                      <a:pt x="285628" y="27514"/>
                      <a:pt x="285628" y="23554"/>
                    </a:cubicBezTo>
                    <a:cubicBezTo>
                      <a:pt x="285792" y="19757"/>
                      <a:pt x="283233" y="16052"/>
                      <a:pt x="279651" y="14814"/>
                    </a:cubicBezTo>
                    <a:cubicBezTo>
                      <a:pt x="278792" y="14526"/>
                      <a:pt x="277891" y="14389"/>
                      <a:pt x="276988" y="14389"/>
                    </a:cubicBezTo>
                    <a:cubicBezTo>
                      <a:pt x="274127" y="14389"/>
                      <a:pt x="271250" y="15765"/>
                      <a:pt x="269632" y="18099"/>
                    </a:cubicBezTo>
                    <a:cubicBezTo>
                      <a:pt x="269888" y="12982"/>
                      <a:pt x="265794" y="7987"/>
                      <a:pt x="260718" y="7302"/>
                    </a:cubicBezTo>
                    <a:cubicBezTo>
                      <a:pt x="260319" y="7249"/>
                      <a:pt x="259919" y="7223"/>
                      <a:pt x="259520" y="7223"/>
                    </a:cubicBezTo>
                    <a:cubicBezTo>
                      <a:pt x="254838" y="7223"/>
                      <a:pt x="250277" y="10768"/>
                      <a:pt x="249297" y="15407"/>
                    </a:cubicBezTo>
                    <a:cubicBezTo>
                      <a:pt x="248235" y="14800"/>
                      <a:pt x="247053" y="14523"/>
                      <a:pt x="245860" y="14523"/>
                    </a:cubicBezTo>
                    <a:cubicBezTo>
                      <a:pt x="242106" y="14523"/>
                      <a:pt x="238242" y="17264"/>
                      <a:pt x="237691" y="21077"/>
                    </a:cubicBezTo>
                    <a:cubicBezTo>
                      <a:pt x="236544" y="20570"/>
                      <a:pt x="235290" y="20325"/>
                      <a:pt x="234032" y="20325"/>
                    </a:cubicBezTo>
                    <a:cubicBezTo>
                      <a:pt x="232112" y="20325"/>
                      <a:pt x="230183" y="20896"/>
                      <a:pt x="228613" y="21977"/>
                    </a:cubicBezTo>
                    <a:cubicBezTo>
                      <a:pt x="227846" y="20187"/>
                      <a:pt x="226607" y="18559"/>
                      <a:pt x="225031" y="17372"/>
                    </a:cubicBezTo>
                    <a:cubicBezTo>
                      <a:pt x="223161" y="15994"/>
                      <a:pt x="220831" y="15281"/>
                      <a:pt x="218504" y="15281"/>
                    </a:cubicBezTo>
                    <a:cubicBezTo>
                      <a:pt x="217012" y="15281"/>
                      <a:pt x="215520" y="15575"/>
                      <a:pt x="214152" y="16175"/>
                    </a:cubicBezTo>
                    <a:cubicBezTo>
                      <a:pt x="213507" y="11706"/>
                      <a:pt x="208972" y="8494"/>
                      <a:pt x="204586" y="8494"/>
                    </a:cubicBezTo>
                    <a:cubicBezTo>
                      <a:pt x="203197" y="8494"/>
                      <a:pt x="201823" y="8816"/>
                      <a:pt x="200592" y="9523"/>
                    </a:cubicBezTo>
                    <a:cubicBezTo>
                      <a:pt x="199453" y="4147"/>
                      <a:pt x="194130" y="1"/>
                      <a:pt x="188672" y="1"/>
                    </a:cubicBezTo>
                    <a:cubicBezTo>
                      <a:pt x="188197" y="1"/>
                      <a:pt x="187721" y="32"/>
                      <a:pt x="187246" y="97"/>
                    </a:cubicBezTo>
                    <a:cubicBezTo>
                      <a:pt x="181321" y="864"/>
                      <a:pt x="176501" y="6708"/>
                      <a:pt x="176838" y="12675"/>
                    </a:cubicBezTo>
                    <a:cubicBezTo>
                      <a:pt x="174899" y="9929"/>
                      <a:pt x="171566" y="8335"/>
                      <a:pt x="168248" y="8335"/>
                    </a:cubicBezTo>
                    <a:cubicBezTo>
                      <a:pt x="167189" y="8335"/>
                      <a:pt x="166131" y="8498"/>
                      <a:pt x="165120" y="8837"/>
                    </a:cubicBezTo>
                    <a:cubicBezTo>
                      <a:pt x="160934" y="10290"/>
                      <a:pt x="157956" y="14640"/>
                      <a:pt x="158120" y="19030"/>
                    </a:cubicBezTo>
                    <a:cubicBezTo>
                      <a:pt x="156480" y="16767"/>
                      <a:pt x="153647" y="15481"/>
                      <a:pt x="150853" y="15481"/>
                    </a:cubicBezTo>
                    <a:cubicBezTo>
                      <a:pt x="149654" y="15481"/>
                      <a:pt x="148462" y="15718"/>
                      <a:pt x="147374" y="16216"/>
                    </a:cubicBezTo>
                    <a:cubicBezTo>
                      <a:pt x="145327" y="17157"/>
                      <a:pt x="143792" y="18989"/>
                      <a:pt x="142983" y="21077"/>
                    </a:cubicBezTo>
                    <a:cubicBezTo>
                      <a:pt x="142216" y="18222"/>
                      <a:pt x="140087" y="15745"/>
                      <a:pt x="137273" y="14814"/>
                    </a:cubicBezTo>
                    <a:cubicBezTo>
                      <a:pt x="136423" y="14526"/>
                      <a:pt x="135529" y="14389"/>
                      <a:pt x="134632" y="14389"/>
                    </a:cubicBezTo>
                    <a:cubicBezTo>
                      <a:pt x="131787" y="14389"/>
                      <a:pt x="128903" y="15765"/>
                      <a:pt x="127253" y="18099"/>
                    </a:cubicBezTo>
                    <a:cubicBezTo>
                      <a:pt x="127550" y="12982"/>
                      <a:pt x="123416" y="7987"/>
                      <a:pt x="118339" y="7302"/>
                    </a:cubicBezTo>
                    <a:cubicBezTo>
                      <a:pt x="117941" y="7249"/>
                      <a:pt x="117540" y="7223"/>
                      <a:pt x="117141" y="7223"/>
                    </a:cubicBezTo>
                    <a:cubicBezTo>
                      <a:pt x="112458" y="7223"/>
                      <a:pt x="107892" y="10768"/>
                      <a:pt x="106949" y="15407"/>
                    </a:cubicBezTo>
                    <a:cubicBezTo>
                      <a:pt x="105880" y="14800"/>
                      <a:pt x="104692" y="14523"/>
                      <a:pt x="103495" y="14523"/>
                    </a:cubicBezTo>
                    <a:cubicBezTo>
                      <a:pt x="99727" y="14523"/>
                      <a:pt x="95864" y="17264"/>
                      <a:pt x="95312" y="21077"/>
                    </a:cubicBezTo>
                    <a:cubicBezTo>
                      <a:pt x="94162" y="20570"/>
                      <a:pt x="92905" y="20325"/>
                      <a:pt x="91645" y="20325"/>
                    </a:cubicBezTo>
                    <a:cubicBezTo>
                      <a:pt x="89723" y="20325"/>
                      <a:pt x="87795" y="20896"/>
                      <a:pt x="86224" y="21977"/>
                    </a:cubicBezTo>
                    <a:cubicBezTo>
                      <a:pt x="85457" y="20187"/>
                      <a:pt x="84218" y="18559"/>
                      <a:pt x="82642" y="17372"/>
                    </a:cubicBezTo>
                    <a:cubicBezTo>
                      <a:pt x="80772" y="15994"/>
                      <a:pt x="78442" y="15281"/>
                      <a:pt x="76118" y="15281"/>
                    </a:cubicBezTo>
                    <a:cubicBezTo>
                      <a:pt x="74627" y="15281"/>
                      <a:pt x="73138" y="15575"/>
                      <a:pt x="71774" y="16175"/>
                    </a:cubicBezTo>
                    <a:cubicBezTo>
                      <a:pt x="71160" y="11706"/>
                      <a:pt x="66632" y="8494"/>
                      <a:pt x="62230" y="8494"/>
                    </a:cubicBezTo>
                    <a:cubicBezTo>
                      <a:pt x="60836" y="8494"/>
                      <a:pt x="59454" y="8816"/>
                      <a:pt x="58213" y="9523"/>
                    </a:cubicBezTo>
                    <a:cubicBezTo>
                      <a:pt x="57074" y="4147"/>
                      <a:pt x="51752" y="1"/>
                      <a:pt x="46293"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18" name="Google Shape;1118;p37"/>
          <p:cNvGrpSpPr/>
          <p:nvPr/>
        </p:nvGrpSpPr>
        <p:grpSpPr>
          <a:xfrm>
            <a:off x="6278945" y="474552"/>
            <a:ext cx="2586786" cy="3360286"/>
            <a:chOff x="239250" y="1848050"/>
            <a:chExt cx="831550" cy="1080200"/>
          </a:xfrm>
        </p:grpSpPr>
        <p:sp>
          <p:nvSpPr>
            <p:cNvPr id="1119" name="Google Shape;1119;p37"/>
            <p:cNvSpPr/>
            <p:nvPr/>
          </p:nvSpPr>
          <p:spPr>
            <a:xfrm>
              <a:off x="239250" y="1907500"/>
              <a:ext cx="831550" cy="1018475"/>
            </a:xfrm>
            <a:custGeom>
              <a:avLst/>
              <a:gdLst/>
              <a:ahLst/>
              <a:cxnLst/>
              <a:rect l="l" t="t" r="r" b="b"/>
              <a:pathLst>
                <a:path w="33262" h="40739" extrusionOk="0">
                  <a:moveTo>
                    <a:pt x="813" y="0"/>
                  </a:moveTo>
                  <a:cubicBezTo>
                    <a:pt x="389" y="0"/>
                    <a:pt x="1" y="389"/>
                    <a:pt x="1" y="812"/>
                  </a:cubicBezTo>
                  <a:lnTo>
                    <a:pt x="1" y="39927"/>
                  </a:lnTo>
                  <a:cubicBezTo>
                    <a:pt x="1" y="40407"/>
                    <a:pt x="389" y="40738"/>
                    <a:pt x="813" y="40738"/>
                  </a:cubicBezTo>
                  <a:lnTo>
                    <a:pt x="32449" y="40738"/>
                  </a:lnTo>
                  <a:cubicBezTo>
                    <a:pt x="32918" y="40738"/>
                    <a:pt x="33261" y="40407"/>
                    <a:pt x="33261" y="39927"/>
                  </a:cubicBezTo>
                  <a:lnTo>
                    <a:pt x="33261" y="812"/>
                  </a:lnTo>
                  <a:cubicBezTo>
                    <a:pt x="33261" y="389"/>
                    <a:pt x="32918" y="0"/>
                    <a:pt x="324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0" name="Google Shape;1120;p37"/>
            <p:cNvSpPr/>
            <p:nvPr/>
          </p:nvSpPr>
          <p:spPr>
            <a:xfrm>
              <a:off x="239250" y="2002975"/>
              <a:ext cx="831550" cy="66625"/>
            </a:xfrm>
            <a:custGeom>
              <a:avLst/>
              <a:gdLst/>
              <a:ahLst/>
              <a:cxnLst/>
              <a:rect l="l" t="t" r="r" b="b"/>
              <a:pathLst>
                <a:path w="33262" h="2665" extrusionOk="0">
                  <a:moveTo>
                    <a:pt x="1" y="0"/>
                  </a:moveTo>
                  <a:lnTo>
                    <a:pt x="1" y="2664"/>
                  </a:lnTo>
                  <a:lnTo>
                    <a:pt x="33261" y="2664"/>
                  </a:lnTo>
                  <a:lnTo>
                    <a:pt x="3326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1" name="Google Shape;1121;p37"/>
            <p:cNvSpPr/>
            <p:nvPr/>
          </p:nvSpPr>
          <p:spPr>
            <a:xfrm>
              <a:off x="239250" y="2124450"/>
              <a:ext cx="831550" cy="66625"/>
            </a:xfrm>
            <a:custGeom>
              <a:avLst/>
              <a:gdLst/>
              <a:ahLst/>
              <a:cxnLst/>
              <a:rect l="l" t="t" r="r" b="b"/>
              <a:pathLst>
                <a:path w="33262" h="2665" extrusionOk="0">
                  <a:moveTo>
                    <a:pt x="1" y="0"/>
                  </a:moveTo>
                  <a:lnTo>
                    <a:pt x="1" y="2664"/>
                  </a:lnTo>
                  <a:lnTo>
                    <a:pt x="33261" y="2664"/>
                  </a:lnTo>
                  <a:lnTo>
                    <a:pt x="3326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2" name="Google Shape;1122;p37"/>
            <p:cNvSpPr/>
            <p:nvPr/>
          </p:nvSpPr>
          <p:spPr>
            <a:xfrm>
              <a:off x="239250" y="2245925"/>
              <a:ext cx="831550" cy="66625"/>
            </a:xfrm>
            <a:custGeom>
              <a:avLst/>
              <a:gdLst/>
              <a:ahLst/>
              <a:cxnLst/>
              <a:rect l="l" t="t" r="r" b="b"/>
              <a:pathLst>
                <a:path w="33262" h="2665" extrusionOk="0">
                  <a:moveTo>
                    <a:pt x="1" y="1"/>
                  </a:moveTo>
                  <a:lnTo>
                    <a:pt x="1" y="2665"/>
                  </a:lnTo>
                  <a:lnTo>
                    <a:pt x="33261" y="2665"/>
                  </a:lnTo>
                  <a:lnTo>
                    <a:pt x="3326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3" name="Google Shape;1123;p37"/>
            <p:cNvSpPr/>
            <p:nvPr/>
          </p:nvSpPr>
          <p:spPr>
            <a:xfrm>
              <a:off x="239250" y="2367425"/>
              <a:ext cx="831550" cy="66625"/>
            </a:xfrm>
            <a:custGeom>
              <a:avLst/>
              <a:gdLst/>
              <a:ahLst/>
              <a:cxnLst/>
              <a:rect l="l" t="t" r="r" b="b"/>
              <a:pathLst>
                <a:path w="33262" h="2665" extrusionOk="0">
                  <a:moveTo>
                    <a:pt x="1" y="0"/>
                  </a:moveTo>
                  <a:lnTo>
                    <a:pt x="1" y="2664"/>
                  </a:lnTo>
                  <a:lnTo>
                    <a:pt x="33261" y="2664"/>
                  </a:lnTo>
                  <a:lnTo>
                    <a:pt x="3326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4" name="Google Shape;1124;p37"/>
            <p:cNvSpPr/>
            <p:nvPr/>
          </p:nvSpPr>
          <p:spPr>
            <a:xfrm>
              <a:off x="239250" y="2488900"/>
              <a:ext cx="831550" cy="66625"/>
            </a:xfrm>
            <a:custGeom>
              <a:avLst/>
              <a:gdLst/>
              <a:ahLst/>
              <a:cxnLst/>
              <a:rect l="l" t="t" r="r" b="b"/>
              <a:pathLst>
                <a:path w="33262" h="2665" extrusionOk="0">
                  <a:moveTo>
                    <a:pt x="1" y="0"/>
                  </a:moveTo>
                  <a:lnTo>
                    <a:pt x="1" y="2664"/>
                  </a:lnTo>
                  <a:lnTo>
                    <a:pt x="33261" y="2664"/>
                  </a:lnTo>
                  <a:lnTo>
                    <a:pt x="3326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5" name="Google Shape;1125;p37"/>
            <p:cNvSpPr/>
            <p:nvPr/>
          </p:nvSpPr>
          <p:spPr>
            <a:xfrm>
              <a:off x="239250" y="2611525"/>
              <a:ext cx="831550" cy="65475"/>
            </a:xfrm>
            <a:custGeom>
              <a:avLst/>
              <a:gdLst/>
              <a:ahLst/>
              <a:cxnLst/>
              <a:rect l="l" t="t" r="r" b="b"/>
              <a:pathLst>
                <a:path w="33262" h="2619" extrusionOk="0">
                  <a:moveTo>
                    <a:pt x="1" y="0"/>
                  </a:moveTo>
                  <a:lnTo>
                    <a:pt x="1" y="2619"/>
                  </a:lnTo>
                  <a:lnTo>
                    <a:pt x="33261" y="2619"/>
                  </a:lnTo>
                  <a:lnTo>
                    <a:pt x="33261" y="0"/>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6" name="Google Shape;1126;p37"/>
            <p:cNvSpPr/>
            <p:nvPr/>
          </p:nvSpPr>
          <p:spPr>
            <a:xfrm>
              <a:off x="239250" y="2733000"/>
              <a:ext cx="831550" cy="65475"/>
            </a:xfrm>
            <a:custGeom>
              <a:avLst/>
              <a:gdLst/>
              <a:ahLst/>
              <a:cxnLst/>
              <a:rect l="l" t="t" r="r" b="b"/>
              <a:pathLst>
                <a:path w="33262" h="2619" extrusionOk="0">
                  <a:moveTo>
                    <a:pt x="1" y="1"/>
                  </a:moveTo>
                  <a:lnTo>
                    <a:pt x="1" y="2619"/>
                  </a:lnTo>
                  <a:lnTo>
                    <a:pt x="33261" y="2619"/>
                  </a:lnTo>
                  <a:lnTo>
                    <a:pt x="33261"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7" name="Google Shape;1127;p37"/>
            <p:cNvSpPr/>
            <p:nvPr/>
          </p:nvSpPr>
          <p:spPr>
            <a:xfrm>
              <a:off x="615700" y="2827050"/>
              <a:ext cx="78650" cy="101200"/>
            </a:xfrm>
            <a:custGeom>
              <a:avLst/>
              <a:gdLst/>
              <a:ahLst/>
              <a:cxnLst/>
              <a:rect l="l" t="t" r="r" b="b"/>
              <a:pathLst>
                <a:path w="3146" h="4048" extrusionOk="0">
                  <a:moveTo>
                    <a:pt x="1281" y="0"/>
                  </a:moveTo>
                  <a:cubicBezTo>
                    <a:pt x="573" y="0"/>
                    <a:pt x="1" y="526"/>
                    <a:pt x="1" y="1235"/>
                  </a:cubicBezTo>
                  <a:lnTo>
                    <a:pt x="1" y="4048"/>
                  </a:lnTo>
                  <a:lnTo>
                    <a:pt x="3145" y="4048"/>
                  </a:lnTo>
                  <a:lnTo>
                    <a:pt x="3145" y="1235"/>
                  </a:lnTo>
                  <a:cubicBezTo>
                    <a:pt x="3145" y="526"/>
                    <a:pt x="2573" y="0"/>
                    <a:pt x="1910"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28" name="Google Shape;1128;p37"/>
            <p:cNvSpPr/>
            <p:nvPr/>
          </p:nvSpPr>
          <p:spPr>
            <a:xfrm>
              <a:off x="329875" y="1848050"/>
              <a:ext cx="325025" cy="59475"/>
            </a:xfrm>
            <a:custGeom>
              <a:avLst/>
              <a:gdLst/>
              <a:ahLst/>
              <a:cxnLst/>
              <a:rect l="l" t="t" r="r" b="b"/>
              <a:pathLst>
                <a:path w="13001" h="2379" extrusionOk="0">
                  <a:moveTo>
                    <a:pt x="423" y="0"/>
                  </a:moveTo>
                  <a:cubicBezTo>
                    <a:pt x="195" y="0"/>
                    <a:pt x="0" y="194"/>
                    <a:pt x="0" y="435"/>
                  </a:cubicBezTo>
                  <a:lnTo>
                    <a:pt x="0" y="2378"/>
                  </a:lnTo>
                  <a:lnTo>
                    <a:pt x="13000" y="2378"/>
                  </a:lnTo>
                  <a:lnTo>
                    <a:pt x="13000" y="435"/>
                  </a:lnTo>
                  <a:cubicBezTo>
                    <a:pt x="13000" y="194"/>
                    <a:pt x="12817" y="0"/>
                    <a:pt x="12577"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29" name="Google Shape;1129;p37"/>
          <p:cNvGrpSpPr/>
          <p:nvPr/>
        </p:nvGrpSpPr>
        <p:grpSpPr>
          <a:xfrm>
            <a:off x="-75" y="3835024"/>
            <a:ext cx="9144111" cy="769519"/>
            <a:chOff x="-75" y="3996089"/>
            <a:chExt cx="9144111" cy="818986"/>
          </a:xfrm>
        </p:grpSpPr>
        <p:sp>
          <p:nvSpPr>
            <p:cNvPr id="1130" name="Google Shape;1130;p37"/>
            <p:cNvSpPr/>
            <p:nvPr/>
          </p:nvSpPr>
          <p:spPr>
            <a:xfrm>
              <a:off x="-75" y="3996089"/>
              <a:ext cx="9144111" cy="818865"/>
            </a:xfrm>
            <a:custGeom>
              <a:avLst/>
              <a:gdLst/>
              <a:ahLst/>
              <a:cxnLst/>
              <a:rect l="l" t="t" r="r" b="b"/>
              <a:pathLst>
                <a:path w="116675" h="3930" extrusionOk="0">
                  <a:moveTo>
                    <a:pt x="0" y="0"/>
                  </a:moveTo>
                  <a:lnTo>
                    <a:pt x="0" y="3930"/>
                  </a:lnTo>
                  <a:lnTo>
                    <a:pt x="116675" y="3930"/>
                  </a:lnTo>
                  <a:lnTo>
                    <a:pt x="116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31" name="Google Shape;1131;p37"/>
            <p:cNvGrpSpPr/>
            <p:nvPr/>
          </p:nvGrpSpPr>
          <p:grpSpPr>
            <a:xfrm>
              <a:off x="43175" y="3996198"/>
              <a:ext cx="9057943" cy="818877"/>
              <a:chOff x="31859" y="3637483"/>
              <a:chExt cx="9057943" cy="954958"/>
            </a:xfrm>
          </p:grpSpPr>
          <p:sp>
            <p:nvSpPr>
              <p:cNvPr id="1132" name="Google Shape;1132;p37"/>
              <p:cNvSpPr/>
              <p:nvPr/>
            </p:nvSpPr>
            <p:spPr>
              <a:xfrm>
                <a:off x="31859" y="3637483"/>
                <a:ext cx="583516" cy="954958"/>
              </a:xfrm>
              <a:custGeom>
                <a:avLst/>
                <a:gdLst/>
                <a:ahLst/>
                <a:cxnLst/>
                <a:rect l="l" t="t" r="r" b="b"/>
                <a:pathLst>
                  <a:path w="7506" h="12284" extrusionOk="0">
                    <a:moveTo>
                      <a:pt x="7393" y="0"/>
                    </a:moveTo>
                    <a:lnTo>
                      <a:pt x="1" y="12209"/>
                    </a:lnTo>
                    <a:lnTo>
                      <a:pt x="160" y="12284"/>
                    </a:lnTo>
                    <a:lnTo>
                      <a:pt x="7505" y="75"/>
                    </a:lnTo>
                    <a:lnTo>
                      <a:pt x="7393"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3" name="Google Shape;1133;p37"/>
              <p:cNvSpPr/>
              <p:nvPr/>
            </p:nvSpPr>
            <p:spPr>
              <a:xfrm>
                <a:off x="1843027" y="3637483"/>
                <a:ext cx="353484" cy="954958"/>
              </a:xfrm>
              <a:custGeom>
                <a:avLst/>
                <a:gdLst/>
                <a:ahLst/>
                <a:cxnLst/>
                <a:rect l="l" t="t" r="r" b="b"/>
                <a:pathLst>
                  <a:path w="4547" h="12284" extrusionOk="0">
                    <a:moveTo>
                      <a:pt x="4397" y="0"/>
                    </a:moveTo>
                    <a:lnTo>
                      <a:pt x="0" y="12209"/>
                    </a:lnTo>
                    <a:lnTo>
                      <a:pt x="112" y="12284"/>
                    </a:lnTo>
                    <a:lnTo>
                      <a:pt x="4546" y="75"/>
                    </a:lnTo>
                    <a:lnTo>
                      <a:pt x="4397"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4" name="Google Shape;1134;p37"/>
              <p:cNvSpPr/>
              <p:nvPr/>
            </p:nvSpPr>
            <p:spPr>
              <a:xfrm>
                <a:off x="3651240" y="3640359"/>
                <a:ext cx="127105" cy="949205"/>
              </a:xfrm>
              <a:custGeom>
                <a:avLst/>
                <a:gdLst/>
                <a:ahLst/>
                <a:cxnLst/>
                <a:rect l="l" t="t" r="r" b="b"/>
                <a:pathLst>
                  <a:path w="1635" h="12210" extrusionOk="0">
                    <a:moveTo>
                      <a:pt x="1475" y="1"/>
                    </a:moveTo>
                    <a:lnTo>
                      <a:pt x="1" y="12209"/>
                    </a:lnTo>
                    <a:lnTo>
                      <a:pt x="150" y="12209"/>
                    </a:lnTo>
                    <a:lnTo>
                      <a:pt x="1634" y="1"/>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5" name="Google Shape;1135;p37"/>
              <p:cNvSpPr/>
              <p:nvPr/>
            </p:nvSpPr>
            <p:spPr>
              <a:xfrm>
                <a:off x="5347043" y="3640359"/>
                <a:ext cx="124151" cy="949205"/>
              </a:xfrm>
              <a:custGeom>
                <a:avLst/>
                <a:gdLst/>
                <a:ahLst/>
                <a:cxnLst/>
                <a:rect l="l" t="t" r="r" b="b"/>
                <a:pathLst>
                  <a:path w="1597" h="12210" extrusionOk="0">
                    <a:moveTo>
                      <a:pt x="0" y="1"/>
                    </a:moveTo>
                    <a:lnTo>
                      <a:pt x="1438" y="12209"/>
                    </a:lnTo>
                    <a:lnTo>
                      <a:pt x="1596" y="12209"/>
                    </a:lnTo>
                    <a:lnTo>
                      <a:pt x="159" y="1"/>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6" name="Google Shape;1136;p37"/>
              <p:cNvSpPr/>
              <p:nvPr/>
            </p:nvSpPr>
            <p:spPr>
              <a:xfrm>
                <a:off x="6925226" y="3637483"/>
                <a:ext cx="357060" cy="954958"/>
              </a:xfrm>
              <a:custGeom>
                <a:avLst/>
                <a:gdLst/>
                <a:ahLst/>
                <a:cxnLst/>
                <a:rect l="l" t="t" r="r" b="b"/>
                <a:pathLst>
                  <a:path w="4593" h="12284" extrusionOk="0">
                    <a:moveTo>
                      <a:pt x="159" y="0"/>
                    </a:moveTo>
                    <a:lnTo>
                      <a:pt x="1" y="75"/>
                    </a:lnTo>
                    <a:lnTo>
                      <a:pt x="4434" y="12284"/>
                    </a:lnTo>
                    <a:lnTo>
                      <a:pt x="4593" y="12209"/>
                    </a:lnTo>
                    <a:lnTo>
                      <a:pt x="159"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7" name="Google Shape;1137;p37"/>
              <p:cNvSpPr/>
              <p:nvPr/>
            </p:nvSpPr>
            <p:spPr>
              <a:xfrm>
                <a:off x="8506364" y="3637483"/>
                <a:ext cx="583439" cy="954958"/>
              </a:xfrm>
              <a:custGeom>
                <a:avLst/>
                <a:gdLst/>
                <a:ahLst/>
                <a:cxnLst/>
                <a:rect l="l" t="t" r="r" b="b"/>
                <a:pathLst>
                  <a:path w="7505" h="12284" extrusionOk="0">
                    <a:moveTo>
                      <a:pt x="159" y="0"/>
                    </a:moveTo>
                    <a:lnTo>
                      <a:pt x="0" y="75"/>
                    </a:lnTo>
                    <a:lnTo>
                      <a:pt x="7355" y="12284"/>
                    </a:lnTo>
                    <a:lnTo>
                      <a:pt x="7505" y="12209"/>
                    </a:lnTo>
                    <a:lnTo>
                      <a:pt x="159" y="0"/>
                    </a:lnTo>
                    <a:close/>
                  </a:path>
                </a:pathLst>
              </a:custGeom>
              <a:solidFill>
                <a:srgbClr val="E8D6B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138" name="Google Shape;1138;p37"/>
          <p:cNvSpPr/>
          <p:nvPr/>
        </p:nvSpPr>
        <p:spPr>
          <a:xfrm flipH="1">
            <a:off x="486774" y="414550"/>
            <a:ext cx="750903" cy="249098"/>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39" name="Google Shape;1139;p37"/>
          <p:cNvSpPr/>
          <p:nvPr/>
        </p:nvSpPr>
        <p:spPr>
          <a:xfrm>
            <a:off x="5564111" y="1640325"/>
            <a:ext cx="1179109" cy="313349"/>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0" name="Google Shape;1140;p37"/>
          <p:cNvSpPr/>
          <p:nvPr/>
        </p:nvSpPr>
        <p:spPr>
          <a:xfrm>
            <a:off x="1177925" y="1877725"/>
            <a:ext cx="937331" cy="310946"/>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1" name="Google Shape;1141;p37"/>
          <p:cNvSpPr/>
          <p:nvPr/>
        </p:nvSpPr>
        <p:spPr>
          <a:xfrm>
            <a:off x="3289641" y="663650"/>
            <a:ext cx="937343" cy="249103"/>
          </a:xfrm>
          <a:custGeom>
            <a:avLst/>
            <a:gdLst/>
            <a:ahLst/>
            <a:cxnLst/>
            <a:rect l="l" t="t" r="r" b="b"/>
            <a:pathLst>
              <a:path w="9801" h="2605" extrusionOk="0">
                <a:moveTo>
                  <a:pt x="2100" y="0"/>
                </a:moveTo>
                <a:cubicBezTo>
                  <a:pt x="934" y="0"/>
                  <a:pt x="0" y="934"/>
                  <a:pt x="0" y="2100"/>
                </a:cubicBezTo>
                <a:cubicBezTo>
                  <a:pt x="0" y="2287"/>
                  <a:pt x="37" y="2446"/>
                  <a:pt x="84" y="2604"/>
                </a:cubicBezTo>
                <a:lnTo>
                  <a:pt x="9801" y="2604"/>
                </a:lnTo>
                <a:cubicBezTo>
                  <a:pt x="9530" y="2016"/>
                  <a:pt x="8905" y="1634"/>
                  <a:pt x="8251" y="1634"/>
                </a:cubicBezTo>
                <a:cubicBezTo>
                  <a:pt x="7822" y="1634"/>
                  <a:pt x="7430" y="1783"/>
                  <a:pt x="7122" y="2016"/>
                </a:cubicBezTo>
                <a:cubicBezTo>
                  <a:pt x="6805" y="1316"/>
                  <a:pt x="6067" y="812"/>
                  <a:pt x="5255" y="812"/>
                </a:cubicBezTo>
                <a:cubicBezTo>
                  <a:pt x="4788" y="812"/>
                  <a:pt x="4359" y="971"/>
                  <a:pt x="4004" y="1242"/>
                </a:cubicBezTo>
                <a:cubicBezTo>
                  <a:pt x="3696" y="504"/>
                  <a:pt x="2959" y="0"/>
                  <a:pt x="2100"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2" name="Google Shape;1142;p37"/>
          <p:cNvSpPr/>
          <p:nvPr/>
        </p:nvSpPr>
        <p:spPr>
          <a:xfrm>
            <a:off x="8242263" y="91800"/>
            <a:ext cx="972913" cy="322750"/>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43" name="Google Shape;1143;p37"/>
          <p:cNvGrpSpPr/>
          <p:nvPr/>
        </p:nvGrpSpPr>
        <p:grpSpPr>
          <a:xfrm flipH="1">
            <a:off x="181075" y="3546818"/>
            <a:ext cx="545047" cy="295335"/>
            <a:chOff x="2301112" y="2967762"/>
            <a:chExt cx="655814" cy="355354"/>
          </a:xfrm>
        </p:grpSpPr>
        <p:sp>
          <p:nvSpPr>
            <p:cNvPr id="1144" name="Google Shape;1144;p37"/>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5" name="Google Shape;1145;p37"/>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6" name="Google Shape;1146;p37"/>
          <p:cNvGrpSpPr/>
          <p:nvPr/>
        </p:nvGrpSpPr>
        <p:grpSpPr>
          <a:xfrm flipH="1">
            <a:off x="2273520" y="3463318"/>
            <a:ext cx="663815" cy="359654"/>
            <a:chOff x="2301112" y="2967762"/>
            <a:chExt cx="655814" cy="355354"/>
          </a:xfrm>
        </p:grpSpPr>
        <p:sp>
          <p:nvSpPr>
            <p:cNvPr id="1147" name="Google Shape;1147;p37"/>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48" name="Google Shape;1148;p37"/>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49" name="Google Shape;1149;p37"/>
          <p:cNvGrpSpPr/>
          <p:nvPr/>
        </p:nvGrpSpPr>
        <p:grpSpPr>
          <a:xfrm flipH="1">
            <a:off x="5865168" y="3416164"/>
            <a:ext cx="750907" cy="406845"/>
            <a:chOff x="2301112" y="2967762"/>
            <a:chExt cx="655814" cy="355354"/>
          </a:xfrm>
        </p:grpSpPr>
        <p:sp>
          <p:nvSpPr>
            <p:cNvPr id="1150" name="Google Shape;1150;p37"/>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1" name="Google Shape;1151;p37"/>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52" name="Google Shape;1152;p37"/>
          <p:cNvGrpSpPr/>
          <p:nvPr/>
        </p:nvGrpSpPr>
        <p:grpSpPr>
          <a:xfrm flipH="1">
            <a:off x="8505925" y="3546818"/>
            <a:ext cx="545047" cy="295335"/>
            <a:chOff x="2301112" y="2967762"/>
            <a:chExt cx="655814" cy="355354"/>
          </a:xfrm>
        </p:grpSpPr>
        <p:sp>
          <p:nvSpPr>
            <p:cNvPr id="1153" name="Google Shape;1153;p37"/>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4" name="Google Shape;1154;p37"/>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55" name="Google Shape;1155;p37"/>
          <p:cNvSpPr/>
          <p:nvPr/>
        </p:nvSpPr>
        <p:spPr>
          <a:xfrm>
            <a:off x="75" y="4550122"/>
            <a:ext cx="9143898" cy="602862"/>
          </a:xfrm>
          <a:custGeom>
            <a:avLst/>
            <a:gdLst/>
            <a:ahLst/>
            <a:cxnLst/>
            <a:rect l="l" t="t" r="r" b="b"/>
            <a:pathLst>
              <a:path w="116676" h="10501" extrusionOk="0">
                <a:moveTo>
                  <a:pt x="1" y="0"/>
                </a:moveTo>
                <a:lnTo>
                  <a:pt x="1" y="10501"/>
                </a:lnTo>
                <a:lnTo>
                  <a:pt x="116675" y="10501"/>
                </a:lnTo>
                <a:lnTo>
                  <a:pt x="116675" y="0"/>
                </a:ln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56" name="Google Shape;1156;p37"/>
          <p:cNvSpPr/>
          <p:nvPr/>
        </p:nvSpPr>
        <p:spPr>
          <a:xfrm>
            <a:off x="50" y="4550122"/>
            <a:ext cx="9143898" cy="602862"/>
          </a:xfrm>
          <a:custGeom>
            <a:avLst/>
            <a:gdLst/>
            <a:ahLst/>
            <a:cxnLst/>
            <a:rect l="l" t="t" r="r" b="b"/>
            <a:pathLst>
              <a:path w="116676" h="10501" extrusionOk="0">
                <a:moveTo>
                  <a:pt x="1" y="0"/>
                </a:moveTo>
                <a:lnTo>
                  <a:pt x="1" y="10501"/>
                </a:lnTo>
                <a:lnTo>
                  <a:pt x="116675" y="10501"/>
                </a:lnTo>
                <a:lnTo>
                  <a:pt x="116675" y="0"/>
                </a:ln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accent5"/>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14400" tIns="14400" rIns="14400" bIns="14400" anchor="t" anchorCtr="0">
            <a:noAutofit/>
          </a:bodyPr>
          <a:lstStyle>
            <a:lvl1pPr lvl="0" rtl="0">
              <a:spcBef>
                <a:spcPts val="0"/>
              </a:spcBef>
              <a:spcAft>
                <a:spcPts val="0"/>
              </a:spcAft>
              <a:buClr>
                <a:schemeClr val="accent3"/>
              </a:buClr>
              <a:buSzPts val="3500"/>
              <a:buFont typeface="Arvo"/>
              <a:buNone/>
              <a:defRPr sz="3500" b="1">
                <a:solidFill>
                  <a:schemeClr val="accent3"/>
                </a:solidFill>
                <a:latin typeface="Arvo"/>
                <a:ea typeface="Arvo"/>
                <a:cs typeface="Arvo"/>
                <a:sym typeface="Arvo"/>
              </a:defRPr>
            </a:lvl1pPr>
            <a:lvl2pPr lvl="1" rtl="0">
              <a:spcBef>
                <a:spcPts val="0"/>
              </a:spcBef>
              <a:spcAft>
                <a:spcPts val="0"/>
              </a:spcAft>
              <a:buClr>
                <a:schemeClr val="accent3"/>
              </a:buClr>
              <a:buSzPts val="3500"/>
              <a:buFont typeface="Arvo"/>
              <a:buNone/>
              <a:defRPr sz="3500" b="1">
                <a:solidFill>
                  <a:schemeClr val="accent3"/>
                </a:solidFill>
                <a:latin typeface="Arvo"/>
                <a:ea typeface="Arvo"/>
                <a:cs typeface="Arvo"/>
                <a:sym typeface="Arvo"/>
              </a:defRPr>
            </a:lvl2pPr>
            <a:lvl3pPr lvl="2" rtl="0">
              <a:spcBef>
                <a:spcPts val="0"/>
              </a:spcBef>
              <a:spcAft>
                <a:spcPts val="0"/>
              </a:spcAft>
              <a:buClr>
                <a:schemeClr val="accent3"/>
              </a:buClr>
              <a:buSzPts val="3500"/>
              <a:buFont typeface="Arvo"/>
              <a:buNone/>
              <a:defRPr sz="3500" b="1">
                <a:solidFill>
                  <a:schemeClr val="accent3"/>
                </a:solidFill>
                <a:latin typeface="Arvo"/>
                <a:ea typeface="Arvo"/>
                <a:cs typeface="Arvo"/>
                <a:sym typeface="Arvo"/>
              </a:defRPr>
            </a:lvl3pPr>
            <a:lvl4pPr lvl="3" rtl="0">
              <a:spcBef>
                <a:spcPts val="0"/>
              </a:spcBef>
              <a:spcAft>
                <a:spcPts val="0"/>
              </a:spcAft>
              <a:buClr>
                <a:schemeClr val="accent3"/>
              </a:buClr>
              <a:buSzPts val="3500"/>
              <a:buFont typeface="Arvo"/>
              <a:buNone/>
              <a:defRPr sz="3500" b="1">
                <a:solidFill>
                  <a:schemeClr val="accent3"/>
                </a:solidFill>
                <a:latin typeface="Arvo"/>
                <a:ea typeface="Arvo"/>
                <a:cs typeface="Arvo"/>
                <a:sym typeface="Arvo"/>
              </a:defRPr>
            </a:lvl4pPr>
            <a:lvl5pPr lvl="4" rtl="0">
              <a:spcBef>
                <a:spcPts val="0"/>
              </a:spcBef>
              <a:spcAft>
                <a:spcPts val="0"/>
              </a:spcAft>
              <a:buClr>
                <a:schemeClr val="accent3"/>
              </a:buClr>
              <a:buSzPts val="3500"/>
              <a:buFont typeface="Arvo"/>
              <a:buNone/>
              <a:defRPr sz="3500" b="1">
                <a:solidFill>
                  <a:schemeClr val="accent3"/>
                </a:solidFill>
                <a:latin typeface="Arvo"/>
                <a:ea typeface="Arvo"/>
                <a:cs typeface="Arvo"/>
                <a:sym typeface="Arvo"/>
              </a:defRPr>
            </a:lvl5pPr>
            <a:lvl6pPr lvl="5" rtl="0">
              <a:spcBef>
                <a:spcPts val="0"/>
              </a:spcBef>
              <a:spcAft>
                <a:spcPts val="0"/>
              </a:spcAft>
              <a:buClr>
                <a:schemeClr val="accent3"/>
              </a:buClr>
              <a:buSzPts val="3500"/>
              <a:buFont typeface="Arvo"/>
              <a:buNone/>
              <a:defRPr sz="3500" b="1">
                <a:solidFill>
                  <a:schemeClr val="accent3"/>
                </a:solidFill>
                <a:latin typeface="Arvo"/>
                <a:ea typeface="Arvo"/>
                <a:cs typeface="Arvo"/>
                <a:sym typeface="Arvo"/>
              </a:defRPr>
            </a:lvl6pPr>
            <a:lvl7pPr lvl="6" rtl="0">
              <a:spcBef>
                <a:spcPts val="0"/>
              </a:spcBef>
              <a:spcAft>
                <a:spcPts val="0"/>
              </a:spcAft>
              <a:buClr>
                <a:schemeClr val="accent3"/>
              </a:buClr>
              <a:buSzPts val="3500"/>
              <a:buFont typeface="Arvo"/>
              <a:buNone/>
              <a:defRPr sz="3500" b="1">
                <a:solidFill>
                  <a:schemeClr val="accent3"/>
                </a:solidFill>
                <a:latin typeface="Arvo"/>
                <a:ea typeface="Arvo"/>
                <a:cs typeface="Arvo"/>
                <a:sym typeface="Arvo"/>
              </a:defRPr>
            </a:lvl7pPr>
            <a:lvl8pPr lvl="7" rtl="0">
              <a:spcBef>
                <a:spcPts val="0"/>
              </a:spcBef>
              <a:spcAft>
                <a:spcPts val="0"/>
              </a:spcAft>
              <a:buClr>
                <a:schemeClr val="accent3"/>
              </a:buClr>
              <a:buSzPts val="3500"/>
              <a:buFont typeface="Arvo"/>
              <a:buNone/>
              <a:defRPr sz="3500" b="1">
                <a:solidFill>
                  <a:schemeClr val="accent3"/>
                </a:solidFill>
                <a:latin typeface="Arvo"/>
                <a:ea typeface="Arvo"/>
                <a:cs typeface="Arvo"/>
                <a:sym typeface="Arvo"/>
              </a:defRPr>
            </a:lvl8pPr>
            <a:lvl9pPr lvl="8" rtl="0">
              <a:spcBef>
                <a:spcPts val="0"/>
              </a:spcBef>
              <a:spcAft>
                <a:spcPts val="0"/>
              </a:spcAft>
              <a:buClr>
                <a:schemeClr val="accent3"/>
              </a:buClr>
              <a:buSzPts val="3500"/>
              <a:buFont typeface="Arvo"/>
              <a:buNone/>
              <a:defRPr sz="3500" b="1">
                <a:solidFill>
                  <a:schemeClr val="accent3"/>
                </a:solidFill>
                <a:latin typeface="Arvo"/>
                <a:ea typeface="Arvo"/>
                <a:cs typeface="Arvo"/>
                <a:sym typeface="Arvo"/>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14400" tIns="14400" rIns="14400" bIns="14400" anchor="t" anchorCtr="0">
            <a:noAutofit/>
          </a:bodyPr>
          <a:lstStyle>
            <a:lvl1pPr marL="457200" lvl="0" indent="-317500">
              <a:lnSpc>
                <a:spcPct val="100000"/>
              </a:lnSpc>
              <a:spcBef>
                <a:spcPts val="0"/>
              </a:spcBef>
              <a:spcAft>
                <a:spcPts val="0"/>
              </a:spcAft>
              <a:buClr>
                <a:schemeClr val="accent1"/>
              </a:buClr>
              <a:buSzPts val="1400"/>
              <a:buFont typeface="Spartan"/>
              <a:buChar char="●"/>
              <a:defRPr>
                <a:solidFill>
                  <a:schemeClr val="accent1"/>
                </a:solidFill>
                <a:latin typeface="Spartan"/>
                <a:ea typeface="Spartan"/>
                <a:cs typeface="Spartan"/>
                <a:sym typeface="Spartan"/>
              </a:defRPr>
            </a:lvl1pPr>
            <a:lvl2pPr marL="914400" lvl="1" indent="-317500">
              <a:lnSpc>
                <a:spcPct val="100000"/>
              </a:lnSpc>
              <a:spcBef>
                <a:spcPts val="0"/>
              </a:spcBef>
              <a:spcAft>
                <a:spcPts val="0"/>
              </a:spcAft>
              <a:buClr>
                <a:schemeClr val="accent1"/>
              </a:buClr>
              <a:buSzPts val="1400"/>
              <a:buFont typeface="Spartan"/>
              <a:buChar char="○"/>
              <a:defRPr>
                <a:solidFill>
                  <a:schemeClr val="accent1"/>
                </a:solidFill>
                <a:latin typeface="Spartan"/>
                <a:ea typeface="Spartan"/>
                <a:cs typeface="Spartan"/>
                <a:sym typeface="Spartan"/>
              </a:defRPr>
            </a:lvl2pPr>
            <a:lvl3pPr marL="1371600" lvl="2" indent="-317500">
              <a:lnSpc>
                <a:spcPct val="100000"/>
              </a:lnSpc>
              <a:spcBef>
                <a:spcPts val="0"/>
              </a:spcBef>
              <a:spcAft>
                <a:spcPts val="0"/>
              </a:spcAft>
              <a:buClr>
                <a:schemeClr val="accent1"/>
              </a:buClr>
              <a:buSzPts val="1400"/>
              <a:buFont typeface="Spartan"/>
              <a:buChar char="■"/>
              <a:defRPr>
                <a:solidFill>
                  <a:schemeClr val="accent1"/>
                </a:solidFill>
                <a:latin typeface="Spartan"/>
                <a:ea typeface="Spartan"/>
                <a:cs typeface="Spartan"/>
                <a:sym typeface="Spartan"/>
              </a:defRPr>
            </a:lvl3pPr>
            <a:lvl4pPr marL="1828800" lvl="3" indent="-317500">
              <a:lnSpc>
                <a:spcPct val="100000"/>
              </a:lnSpc>
              <a:spcBef>
                <a:spcPts val="0"/>
              </a:spcBef>
              <a:spcAft>
                <a:spcPts val="0"/>
              </a:spcAft>
              <a:buClr>
                <a:schemeClr val="accent1"/>
              </a:buClr>
              <a:buSzPts val="1400"/>
              <a:buFont typeface="Spartan"/>
              <a:buChar char="●"/>
              <a:defRPr>
                <a:solidFill>
                  <a:schemeClr val="accent1"/>
                </a:solidFill>
                <a:latin typeface="Spartan"/>
                <a:ea typeface="Spartan"/>
                <a:cs typeface="Spartan"/>
                <a:sym typeface="Spartan"/>
              </a:defRPr>
            </a:lvl4pPr>
            <a:lvl5pPr marL="2286000" lvl="4" indent="-317500">
              <a:lnSpc>
                <a:spcPct val="100000"/>
              </a:lnSpc>
              <a:spcBef>
                <a:spcPts val="0"/>
              </a:spcBef>
              <a:spcAft>
                <a:spcPts val="0"/>
              </a:spcAft>
              <a:buClr>
                <a:schemeClr val="accent1"/>
              </a:buClr>
              <a:buSzPts val="1400"/>
              <a:buFont typeface="Spartan"/>
              <a:buChar char="○"/>
              <a:defRPr>
                <a:solidFill>
                  <a:schemeClr val="accent1"/>
                </a:solidFill>
                <a:latin typeface="Spartan"/>
                <a:ea typeface="Spartan"/>
                <a:cs typeface="Spartan"/>
                <a:sym typeface="Spartan"/>
              </a:defRPr>
            </a:lvl5pPr>
            <a:lvl6pPr marL="2743200" lvl="5" indent="-317500">
              <a:lnSpc>
                <a:spcPct val="100000"/>
              </a:lnSpc>
              <a:spcBef>
                <a:spcPts val="0"/>
              </a:spcBef>
              <a:spcAft>
                <a:spcPts val="0"/>
              </a:spcAft>
              <a:buClr>
                <a:schemeClr val="accent1"/>
              </a:buClr>
              <a:buSzPts val="1400"/>
              <a:buFont typeface="Spartan"/>
              <a:buChar char="■"/>
              <a:defRPr>
                <a:solidFill>
                  <a:schemeClr val="accent1"/>
                </a:solidFill>
                <a:latin typeface="Spartan"/>
                <a:ea typeface="Spartan"/>
                <a:cs typeface="Spartan"/>
                <a:sym typeface="Spartan"/>
              </a:defRPr>
            </a:lvl6pPr>
            <a:lvl7pPr marL="3200400" lvl="6" indent="-317500">
              <a:lnSpc>
                <a:spcPct val="100000"/>
              </a:lnSpc>
              <a:spcBef>
                <a:spcPts val="0"/>
              </a:spcBef>
              <a:spcAft>
                <a:spcPts val="0"/>
              </a:spcAft>
              <a:buClr>
                <a:schemeClr val="accent1"/>
              </a:buClr>
              <a:buSzPts val="1400"/>
              <a:buFont typeface="Spartan"/>
              <a:buChar char="●"/>
              <a:defRPr>
                <a:solidFill>
                  <a:schemeClr val="accent1"/>
                </a:solidFill>
                <a:latin typeface="Spartan"/>
                <a:ea typeface="Spartan"/>
                <a:cs typeface="Spartan"/>
                <a:sym typeface="Spartan"/>
              </a:defRPr>
            </a:lvl7pPr>
            <a:lvl8pPr marL="3657600" lvl="7" indent="-317500">
              <a:lnSpc>
                <a:spcPct val="100000"/>
              </a:lnSpc>
              <a:spcBef>
                <a:spcPts val="0"/>
              </a:spcBef>
              <a:spcAft>
                <a:spcPts val="0"/>
              </a:spcAft>
              <a:buClr>
                <a:schemeClr val="accent1"/>
              </a:buClr>
              <a:buSzPts val="1400"/>
              <a:buFont typeface="Spartan"/>
              <a:buChar char="○"/>
              <a:defRPr>
                <a:solidFill>
                  <a:schemeClr val="accent1"/>
                </a:solidFill>
                <a:latin typeface="Spartan"/>
                <a:ea typeface="Spartan"/>
                <a:cs typeface="Spartan"/>
                <a:sym typeface="Spartan"/>
              </a:defRPr>
            </a:lvl8pPr>
            <a:lvl9pPr marL="4114800" lvl="8" indent="-317500">
              <a:lnSpc>
                <a:spcPct val="100000"/>
              </a:lnSpc>
              <a:spcBef>
                <a:spcPts val="0"/>
              </a:spcBef>
              <a:spcAft>
                <a:spcPts val="0"/>
              </a:spcAft>
              <a:buClr>
                <a:schemeClr val="accent1"/>
              </a:buClr>
              <a:buSzPts val="1400"/>
              <a:buFont typeface="Spartan"/>
              <a:buChar char="■"/>
              <a:defRPr>
                <a:solidFill>
                  <a:schemeClr val="accent1"/>
                </a:solidFill>
                <a:latin typeface="Spartan"/>
                <a:ea typeface="Spartan"/>
                <a:cs typeface="Spartan"/>
                <a:sym typeface="Spartan"/>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2" r:id="rId4"/>
    <p:sldLayoutId id="2147483653" r:id="rId5"/>
    <p:sldLayoutId id="2147483655" r:id="rId6"/>
    <p:sldLayoutId id="2147483658" r:id="rId7"/>
    <p:sldLayoutId id="2147483659" r:id="rId8"/>
    <p:sldLayoutId id="2147483660" r:id="rId9"/>
    <p:sldLayoutId id="2147483662" r:id="rId10"/>
    <p:sldLayoutId id="2147483666" r:id="rId11"/>
    <p:sldLayoutId id="2147483668" r:id="rId12"/>
    <p:sldLayoutId id="2147483669" r:id="rId13"/>
    <p:sldLayoutId id="2147483673" r:id="rId14"/>
    <p:sldLayoutId id="2147483674" r:id="rId15"/>
    <p:sldLayoutId id="2147483676" r:id="rId16"/>
    <p:sldLayoutId id="2147483679" r:id="rId17"/>
    <p:sldLayoutId id="2147483680" r:id="rId18"/>
    <p:sldLayoutId id="2147483681" r:id="rId19"/>
    <p:sldLayoutId id="2147483682" r:id="rId20"/>
    <p:sldLayoutId id="2147483683" r:id="rId2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16.xml"/><Relationship Id="rId5" Type="http://schemas.openxmlformats.org/officeDocument/2006/relationships/image" Target="../media/image3.jfif"/><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3" Type="http://schemas.openxmlformats.org/officeDocument/2006/relationships/image" Target="../media/image4.jfif"/><Relationship Id="rId2" Type="http://schemas.openxmlformats.org/officeDocument/2006/relationships/notesSlide" Target="../notesSlides/notesSlide3.xml"/><Relationship Id="rId1" Type="http://schemas.openxmlformats.org/officeDocument/2006/relationships/slideLayout" Target="../slideLayouts/slideLayout16.xml"/><Relationship Id="rId5" Type="http://schemas.openxmlformats.org/officeDocument/2006/relationships/image" Target="../media/image6.jfif"/><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2.xml"/><Relationship Id="rId1" Type="http://schemas.openxmlformats.org/officeDocument/2006/relationships/slideLayout" Target="../slideLayouts/slideLayout14.xml"/><Relationship Id="rId4" Type="http://schemas.openxmlformats.org/officeDocument/2006/relationships/image" Target="../media/image9.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9.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notesSlide" Target="../notesSlides/notesSlide15.xml"/><Relationship Id="rId1" Type="http://schemas.openxmlformats.org/officeDocument/2006/relationships/slideLayout" Target="../slideLayouts/slideLayout15.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17.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8.xml"/><Relationship Id="rId1" Type="http://schemas.openxmlformats.org/officeDocument/2006/relationships/slideLayout" Target="../slideLayouts/slideLayout17.xml"/></Relationships>
</file>

<file path=ppt/slides/_rels/slide1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9.xml"/><Relationship Id="rId1" Type="http://schemas.openxmlformats.org/officeDocument/2006/relationships/slideLayout" Target="../slideLayouts/slideLayout17.xml"/><Relationship Id="rId4" Type="http://schemas.openxmlformats.org/officeDocument/2006/relationships/image" Target="../media/image15.png"/></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2.xml"/><Relationship Id="rId1" Type="http://schemas.openxmlformats.org/officeDocument/2006/relationships/slideLayout" Target="../slideLayouts/slideLayout17.xml"/></Relationships>
</file>

<file path=ppt/slides/_rels/slide2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3.xml"/><Relationship Id="rId1" Type="http://schemas.openxmlformats.org/officeDocument/2006/relationships/slideLayout" Target="../slideLayouts/slideLayout4.xml"/></Relationships>
</file>

<file path=ppt/slides/_rels/slide24.xml.rels><?xml version="1.0" encoding="UTF-8" standalone="yes"?>
<Relationships xmlns="http://schemas.openxmlformats.org/package/2006/relationships"><Relationship Id="rId3" Type="http://schemas.openxmlformats.org/officeDocument/2006/relationships/hyperlink" Target="https://docs.google.com/spreadsheets/d/1S_ojx0IGLWR5f6_BlU3DpLtgY1oq4zJ6gZut8k3v-hQ/copy#gid=1654711040" TargetMode="External"/><Relationship Id="rId2" Type="http://schemas.openxmlformats.org/officeDocument/2006/relationships/notesSlide" Target="../notesSlides/notesSlide24.xml"/><Relationship Id="rId1" Type="http://schemas.openxmlformats.org/officeDocument/2006/relationships/slideLayout" Target="../slideLayouts/slideLayout11.xml"/><Relationship Id="rId4" Type="http://schemas.openxmlformats.org/officeDocument/2006/relationships/image" Target="../media/image19.png"/></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1164"/>
        <p:cNvGrpSpPr/>
        <p:nvPr/>
      </p:nvGrpSpPr>
      <p:grpSpPr>
        <a:xfrm>
          <a:off x="0" y="0"/>
          <a:ext cx="0" cy="0"/>
          <a:chOff x="0" y="0"/>
          <a:chExt cx="0" cy="0"/>
        </a:xfrm>
      </p:grpSpPr>
      <p:grpSp>
        <p:nvGrpSpPr>
          <p:cNvPr id="1165" name="Google Shape;1165;p40"/>
          <p:cNvGrpSpPr/>
          <p:nvPr/>
        </p:nvGrpSpPr>
        <p:grpSpPr>
          <a:xfrm flipH="1">
            <a:off x="7906216" y="2451951"/>
            <a:ext cx="554772" cy="932574"/>
            <a:chOff x="304654" y="2412551"/>
            <a:chExt cx="554772" cy="932574"/>
          </a:xfrm>
        </p:grpSpPr>
        <p:sp>
          <p:nvSpPr>
            <p:cNvPr id="1166" name="Google Shape;1166;p40"/>
            <p:cNvSpPr/>
            <p:nvPr/>
          </p:nvSpPr>
          <p:spPr>
            <a:xfrm>
              <a:off x="304654" y="2412551"/>
              <a:ext cx="554772" cy="601091"/>
            </a:xfrm>
            <a:custGeom>
              <a:avLst/>
              <a:gdLst/>
              <a:ahLst/>
              <a:cxnLst/>
              <a:rect l="l" t="t" r="r" b="b"/>
              <a:pathLst>
                <a:path w="9839" h="10660" extrusionOk="0">
                  <a:moveTo>
                    <a:pt x="4901" y="1"/>
                  </a:moveTo>
                  <a:cubicBezTo>
                    <a:pt x="2213" y="1"/>
                    <a:pt x="1" y="2997"/>
                    <a:pt x="1" y="6693"/>
                  </a:cubicBezTo>
                  <a:cubicBezTo>
                    <a:pt x="1" y="8205"/>
                    <a:pt x="346" y="9568"/>
                    <a:pt x="934" y="10660"/>
                  </a:cubicBezTo>
                  <a:lnTo>
                    <a:pt x="8868" y="10660"/>
                  </a:lnTo>
                  <a:cubicBezTo>
                    <a:pt x="9484" y="9568"/>
                    <a:pt x="9839" y="8205"/>
                    <a:pt x="9839" y="6693"/>
                  </a:cubicBezTo>
                  <a:cubicBezTo>
                    <a:pt x="9839" y="2997"/>
                    <a:pt x="7617" y="1"/>
                    <a:pt x="4901" y="1"/>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67" name="Google Shape;1167;p40"/>
            <p:cNvGrpSpPr/>
            <p:nvPr/>
          </p:nvGrpSpPr>
          <p:grpSpPr>
            <a:xfrm>
              <a:off x="421718" y="2580213"/>
              <a:ext cx="320633" cy="764912"/>
              <a:chOff x="4503500" y="1320300"/>
              <a:chExt cx="310150" cy="739975"/>
            </a:xfrm>
          </p:grpSpPr>
          <p:sp>
            <p:nvSpPr>
              <p:cNvPr id="1168" name="Google Shape;1168;p40"/>
              <p:cNvSpPr/>
              <p:nvPr/>
            </p:nvSpPr>
            <p:spPr>
              <a:xfrm>
                <a:off x="4637675" y="1320300"/>
                <a:ext cx="20550" cy="739975"/>
              </a:xfrm>
              <a:custGeom>
                <a:avLst/>
                <a:gdLst/>
                <a:ahLst/>
                <a:cxnLst/>
                <a:rect l="l" t="t" r="r" b="b"/>
                <a:pathLst>
                  <a:path w="822" h="29599" extrusionOk="0">
                    <a:moveTo>
                      <a:pt x="430" y="1"/>
                    </a:moveTo>
                    <a:cubicBezTo>
                      <a:pt x="197" y="1"/>
                      <a:pt x="1" y="197"/>
                      <a:pt x="1" y="430"/>
                    </a:cubicBezTo>
                    <a:lnTo>
                      <a:pt x="1" y="29207"/>
                    </a:lnTo>
                    <a:cubicBezTo>
                      <a:pt x="1" y="29440"/>
                      <a:pt x="197" y="29599"/>
                      <a:pt x="430" y="29599"/>
                    </a:cubicBezTo>
                    <a:cubicBezTo>
                      <a:pt x="626" y="29599"/>
                      <a:pt x="822" y="29440"/>
                      <a:pt x="822" y="29207"/>
                    </a:cubicBezTo>
                    <a:lnTo>
                      <a:pt x="822" y="430"/>
                    </a:lnTo>
                    <a:cubicBezTo>
                      <a:pt x="822" y="197"/>
                      <a:pt x="626" y="1"/>
                      <a:pt x="43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69" name="Google Shape;1169;p40"/>
              <p:cNvSpPr/>
              <p:nvPr/>
            </p:nvSpPr>
            <p:spPr>
              <a:xfrm>
                <a:off x="4640700" y="1416275"/>
                <a:ext cx="172950" cy="143250"/>
              </a:xfrm>
              <a:custGeom>
                <a:avLst/>
                <a:gdLst/>
                <a:ahLst/>
                <a:cxnLst/>
                <a:rect l="l" t="t" r="r" b="b"/>
                <a:pathLst>
                  <a:path w="6918" h="5730" extrusionOk="0">
                    <a:moveTo>
                      <a:pt x="6540" y="1"/>
                    </a:moveTo>
                    <a:cubicBezTo>
                      <a:pt x="6378" y="1"/>
                      <a:pt x="6258" y="114"/>
                      <a:pt x="6217" y="278"/>
                    </a:cubicBezTo>
                    <a:cubicBezTo>
                      <a:pt x="5947" y="1604"/>
                      <a:pt x="5209" y="2892"/>
                      <a:pt x="4164" y="3741"/>
                    </a:cubicBezTo>
                    <a:cubicBezTo>
                      <a:pt x="3109" y="4562"/>
                      <a:pt x="1784" y="5029"/>
                      <a:pt x="468" y="5029"/>
                    </a:cubicBezTo>
                    <a:lnTo>
                      <a:pt x="346" y="5029"/>
                    </a:lnTo>
                    <a:cubicBezTo>
                      <a:pt x="150" y="5029"/>
                      <a:pt x="1" y="5178"/>
                      <a:pt x="1" y="5374"/>
                    </a:cubicBezTo>
                    <a:cubicBezTo>
                      <a:pt x="1" y="5533"/>
                      <a:pt x="150" y="5692"/>
                      <a:pt x="309" y="5729"/>
                    </a:cubicBezTo>
                    <a:lnTo>
                      <a:pt x="468" y="5729"/>
                    </a:lnTo>
                    <a:cubicBezTo>
                      <a:pt x="1942" y="5729"/>
                      <a:pt x="3417" y="5178"/>
                      <a:pt x="4584" y="4245"/>
                    </a:cubicBezTo>
                    <a:cubicBezTo>
                      <a:pt x="5751" y="3274"/>
                      <a:pt x="6609" y="1912"/>
                      <a:pt x="6880" y="399"/>
                    </a:cubicBezTo>
                    <a:cubicBezTo>
                      <a:pt x="6917" y="203"/>
                      <a:pt x="6805" y="45"/>
                      <a:pt x="6609" y="7"/>
                    </a:cubicBezTo>
                    <a:cubicBezTo>
                      <a:pt x="6585" y="3"/>
                      <a:pt x="6562" y="1"/>
                      <a:pt x="654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0" name="Google Shape;1170;p40"/>
              <p:cNvSpPr/>
              <p:nvPr/>
            </p:nvSpPr>
            <p:spPr>
              <a:xfrm>
                <a:off x="4546450" y="1326150"/>
                <a:ext cx="107825" cy="154675"/>
              </a:xfrm>
              <a:custGeom>
                <a:avLst/>
                <a:gdLst/>
                <a:ahLst/>
                <a:cxnLst/>
                <a:rect l="l" t="t" r="r" b="b"/>
                <a:pathLst>
                  <a:path w="4313" h="6187" extrusionOk="0">
                    <a:moveTo>
                      <a:pt x="345" y="0"/>
                    </a:moveTo>
                    <a:cubicBezTo>
                      <a:pt x="149" y="0"/>
                      <a:pt x="0" y="112"/>
                      <a:pt x="0" y="308"/>
                    </a:cubicBezTo>
                    <a:lnTo>
                      <a:pt x="0" y="616"/>
                    </a:lnTo>
                    <a:cubicBezTo>
                      <a:pt x="0" y="1783"/>
                      <a:pt x="271" y="2950"/>
                      <a:pt x="849" y="3930"/>
                    </a:cubicBezTo>
                    <a:cubicBezTo>
                      <a:pt x="1512" y="5013"/>
                      <a:pt x="2604" y="5909"/>
                      <a:pt x="3883" y="6179"/>
                    </a:cubicBezTo>
                    <a:cubicBezTo>
                      <a:pt x="3903" y="6184"/>
                      <a:pt x="3924" y="6186"/>
                      <a:pt x="3946" y="6186"/>
                    </a:cubicBezTo>
                    <a:cubicBezTo>
                      <a:pt x="4089" y="6186"/>
                      <a:pt x="4242" y="6079"/>
                      <a:pt x="4275" y="5909"/>
                    </a:cubicBezTo>
                    <a:cubicBezTo>
                      <a:pt x="4312" y="5750"/>
                      <a:pt x="4200" y="5563"/>
                      <a:pt x="4004" y="5517"/>
                    </a:cubicBezTo>
                    <a:cubicBezTo>
                      <a:pt x="2950" y="5283"/>
                      <a:pt x="2016" y="4546"/>
                      <a:pt x="1437" y="3575"/>
                    </a:cubicBezTo>
                    <a:cubicBezTo>
                      <a:pt x="933" y="2716"/>
                      <a:pt x="653" y="1671"/>
                      <a:pt x="653" y="616"/>
                    </a:cubicBezTo>
                    <a:lnTo>
                      <a:pt x="653" y="346"/>
                    </a:lnTo>
                    <a:cubicBezTo>
                      <a:pt x="700" y="150"/>
                      <a:pt x="541" y="0"/>
                      <a:pt x="345"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1" name="Google Shape;1171;p40"/>
              <p:cNvSpPr/>
              <p:nvPr/>
            </p:nvSpPr>
            <p:spPr>
              <a:xfrm>
                <a:off x="4503500" y="1515625"/>
                <a:ext cx="154725" cy="163500"/>
              </a:xfrm>
              <a:custGeom>
                <a:avLst/>
                <a:gdLst/>
                <a:ahLst/>
                <a:cxnLst/>
                <a:rect l="l" t="t" r="r" b="b"/>
                <a:pathLst>
                  <a:path w="6189" h="6540" extrusionOk="0">
                    <a:moveTo>
                      <a:pt x="355" y="0"/>
                    </a:moveTo>
                    <a:cubicBezTo>
                      <a:pt x="159" y="0"/>
                      <a:pt x="1" y="159"/>
                      <a:pt x="1" y="355"/>
                    </a:cubicBezTo>
                    <a:cubicBezTo>
                      <a:pt x="1" y="1904"/>
                      <a:pt x="626" y="3426"/>
                      <a:pt x="1671" y="4555"/>
                    </a:cubicBezTo>
                    <a:cubicBezTo>
                      <a:pt x="2763" y="5722"/>
                      <a:pt x="4238" y="6422"/>
                      <a:pt x="5797" y="6534"/>
                    </a:cubicBezTo>
                    <a:cubicBezTo>
                      <a:pt x="5817" y="6538"/>
                      <a:pt x="5837" y="6540"/>
                      <a:pt x="5857" y="6540"/>
                    </a:cubicBezTo>
                    <a:cubicBezTo>
                      <a:pt x="6024" y="6540"/>
                      <a:pt x="6152" y="6402"/>
                      <a:pt x="6152" y="6226"/>
                    </a:cubicBezTo>
                    <a:cubicBezTo>
                      <a:pt x="6189" y="6067"/>
                      <a:pt x="6030" y="5871"/>
                      <a:pt x="5834" y="5871"/>
                    </a:cubicBezTo>
                    <a:cubicBezTo>
                      <a:pt x="4472" y="5759"/>
                      <a:pt x="3118" y="5097"/>
                      <a:pt x="2185" y="4089"/>
                    </a:cubicBezTo>
                    <a:cubicBezTo>
                      <a:pt x="1251" y="3071"/>
                      <a:pt x="701" y="1718"/>
                      <a:pt x="663" y="318"/>
                    </a:cubicBezTo>
                    <a:cubicBezTo>
                      <a:pt x="663" y="159"/>
                      <a:pt x="505" y="0"/>
                      <a:pt x="355"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72" name="Google Shape;1172;p40"/>
          <p:cNvGrpSpPr/>
          <p:nvPr/>
        </p:nvGrpSpPr>
        <p:grpSpPr>
          <a:xfrm flipH="1">
            <a:off x="7906199" y="3076850"/>
            <a:ext cx="655814" cy="355354"/>
            <a:chOff x="2301112" y="2967762"/>
            <a:chExt cx="655814" cy="355354"/>
          </a:xfrm>
        </p:grpSpPr>
        <p:sp>
          <p:nvSpPr>
            <p:cNvPr id="1173" name="Google Shape;1173;p40"/>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4" name="Google Shape;1174;p40"/>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175" name="Google Shape;1175;p40"/>
          <p:cNvGrpSpPr/>
          <p:nvPr/>
        </p:nvGrpSpPr>
        <p:grpSpPr>
          <a:xfrm>
            <a:off x="8377857" y="1679161"/>
            <a:ext cx="852702" cy="1013668"/>
            <a:chOff x="6903325" y="768150"/>
            <a:chExt cx="1883592" cy="2239654"/>
          </a:xfrm>
        </p:grpSpPr>
        <p:sp>
          <p:nvSpPr>
            <p:cNvPr id="1176" name="Google Shape;1176;p40"/>
            <p:cNvSpPr/>
            <p:nvPr/>
          </p:nvSpPr>
          <p:spPr>
            <a:xfrm>
              <a:off x="6903325" y="768150"/>
              <a:ext cx="1883592" cy="1572042"/>
            </a:xfrm>
            <a:custGeom>
              <a:avLst/>
              <a:gdLst/>
              <a:ahLst/>
              <a:cxnLst/>
              <a:rect l="l" t="t" r="r" b="b"/>
              <a:pathLst>
                <a:path w="29832" h="23219" extrusionOk="0">
                  <a:moveTo>
                    <a:pt x="14892" y="1"/>
                  </a:moveTo>
                  <a:cubicBezTo>
                    <a:pt x="14202" y="1"/>
                    <a:pt x="13511" y="388"/>
                    <a:pt x="13217" y="1163"/>
                  </a:cubicBezTo>
                  <a:lnTo>
                    <a:pt x="13217" y="1209"/>
                  </a:lnTo>
                  <a:cubicBezTo>
                    <a:pt x="13105" y="1517"/>
                    <a:pt x="12984" y="1863"/>
                    <a:pt x="12750" y="2096"/>
                  </a:cubicBezTo>
                  <a:cubicBezTo>
                    <a:pt x="12480" y="2414"/>
                    <a:pt x="12050" y="2526"/>
                    <a:pt x="11668" y="2684"/>
                  </a:cubicBezTo>
                  <a:cubicBezTo>
                    <a:pt x="9642" y="3422"/>
                    <a:pt x="8279" y="5643"/>
                    <a:pt x="8475" y="7818"/>
                  </a:cubicBezTo>
                  <a:cubicBezTo>
                    <a:pt x="7150" y="8247"/>
                    <a:pt x="6067" y="9330"/>
                    <a:pt x="5638" y="10655"/>
                  </a:cubicBezTo>
                  <a:cubicBezTo>
                    <a:pt x="5479" y="11197"/>
                    <a:pt x="5405" y="11822"/>
                    <a:pt x="5096" y="12326"/>
                  </a:cubicBezTo>
                  <a:cubicBezTo>
                    <a:pt x="4779" y="12914"/>
                    <a:pt x="4163" y="13297"/>
                    <a:pt x="3696" y="13726"/>
                  </a:cubicBezTo>
                  <a:cubicBezTo>
                    <a:pt x="3612" y="13810"/>
                    <a:pt x="3538" y="13848"/>
                    <a:pt x="3500" y="13922"/>
                  </a:cubicBezTo>
                  <a:cubicBezTo>
                    <a:pt x="0" y="17310"/>
                    <a:pt x="2530" y="23219"/>
                    <a:pt x="7383" y="23219"/>
                  </a:cubicBezTo>
                  <a:lnTo>
                    <a:pt x="22439" y="23219"/>
                  </a:lnTo>
                  <a:cubicBezTo>
                    <a:pt x="27302" y="23219"/>
                    <a:pt x="29832" y="17310"/>
                    <a:pt x="26331" y="13922"/>
                  </a:cubicBezTo>
                  <a:cubicBezTo>
                    <a:pt x="26247" y="13848"/>
                    <a:pt x="26210" y="13810"/>
                    <a:pt x="26135" y="13726"/>
                  </a:cubicBezTo>
                  <a:cubicBezTo>
                    <a:pt x="25631" y="13297"/>
                    <a:pt x="25043" y="12914"/>
                    <a:pt x="24698" y="12326"/>
                  </a:cubicBezTo>
                  <a:cubicBezTo>
                    <a:pt x="24418" y="11822"/>
                    <a:pt x="24343" y="11197"/>
                    <a:pt x="24147" y="10655"/>
                  </a:cubicBezTo>
                  <a:cubicBezTo>
                    <a:pt x="23764" y="9330"/>
                    <a:pt x="22672" y="8247"/>
                    <a:pt x="21310" y="7818"/>
                  </a:cubicBezTo>
                  <a:cubicBezTo>
                    <a:pt x="21543" y="5643"/>
                    <a:pt x="20143" y="3422"/>
                    <a:pt x="18117" y="2684"/>
                  </a:cubicBezTo>
                  <a:cubicBezTo>
                    <a:pt x="17735" y="2526"/>
                    <a:pt x="17305" y="2414"/>
                    <a:pt x="17035" y="2096"/>
                  </a:cubicBezTo>
                  <a:cubicBezTo>
                    <a:pt x="16801" y="1863"/>
                    <a:pt x="16717" y="1517"/>
                    <a:pt x="16605" y="1209"/>
                  </a:cubicBezTo>
                  <a:cubicBezTo>
                    <a:pt x="16605" y="1163"/>
                    <a:pt x="16605" y="1163"/>
                    <a:pt x="16568" y="1163"/>
                  </a:cubicBezTo>
                  <a:cubicBezTo>
                    <a:pt x="16274" y="388"/>
                    <a:pt x="15583" y="1"/>
                    <a:pt x="148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77" name="Google Shape;1177;p40"/>
            <p:cNvGrpSpPr/>
            <p:nvPr/>
          </p:nvGrpSpPr>
          <p:grpSpPr>
            <a:xfrm>
              <a:off x="7376316" y="1424126"/>
              <a:ext cx="866544" cy="842824"/>
              <a:chOff x="5260025" y="1303750"/>
              <a:chExt cx="391800" cy="381075"/>
            </a:xfrm>
          </p:grpSpPr>
          <p:sp>
            <p:nvSpPr>
              <p:cNvPr id="1178" name="Google Shape;1178;p40"/>
              <p:cNvSpPr/>
              <p:nvPr/>
            </p:nvSpPr>
            <p:spPr>
              <a:xfrm>
                <a:off x="5466075" y="1303750"/>
                <a:ext cx="118800" cy="204175"/>
              </a:xfrm>
              <a:custGeom>
                <a:avLst/>
                <a:gdLst/>
                <a:ahLst/>
                <a:cxnLst/>
                <a:rect l="l" t="t" r="r" b="b"/>
                <a:pathLst>
                  <a:path w="4752" h="8167" extrusionOk="0">
                    <a:moveTo>
                      <a:pt x="4396" y="0"/>
                    </a:moveTo>
                    <a:cubicBezTo>
                      <a:pt x="4200" y="0"/>
                      <a:pt x="4051" y="159"/>
                      <a:pt x="4051" y="345"/>
                    </a:cubicBezTo>
                    <a:cubicBezTo>
                      <a:pt x="4051" y="1746"/>
                      <a:pt x="3659" y="3146"/>
                      <a:pt x="2996" y="4434"/>
                    </a:cubicBezTo>
                    <a:cubicBezTo>
                      <a:pt x="2334" y="5675"/>
                      <a:pt x="1363" y="6767"/>
                      <a:pt x="196" y="7542"/>
                    </a:cubicBezTo>
                    <a:cubicBezTo>
                      <a:pt x="37" y="7663"/>
                      <a:pt x="0" y="7897"/>
                      <a:pt x="121" y="8009"/>
                    </a:cubicBezTo>
                    <a:cubicBezTo>
                      <a:pt x="172" y="8115"/>
                      <a:pt x="293" y="8167"/>
                      <a:pt x="416" y="8167"/>
                    </a:cubicBezTo>
                    <a:cubicBezTo>
                      <a:pt x="476" y="8167"/>
                      <a:pt x="536" y="8155"/>
                      <a:pt x="588" y="8130"/>
                    </a:cubicBezTo>
                    <a:cubicBezTo>
                      <a:pt x="1830" y="7271"/>
                      <a:pt x="2884" y="6067"/>
                      <a:pt x="3584" y="4742"/>
                    </a:cubicBezTo>
                    <a:cubicBezTo>
                      <a:pt x="4322" y="3379"/>
                      <a:pt x="4704" y="1904"/>
                      <a:pt x="4751" y="345"/>
                    </a:cubicBezTo>
                    <a:cubicBezTo>
                      <a:pt x="4751" y="159"/>
                      <a:pt x="4592" y="37"/>
                      <a:pt x="4396"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79" name="Google Shape;1179;p40"/>
              <p:cNvSpPr/>
              <p:nvPr/>
            </p:nvSpPr>
            <p:spPr>
              <a:xfrm>
                <a:off x="5528375" y="1430350"/>
                <a:ext cx="123450" cy="46550"/>
              </a:xfrm>
              <a:custGeom>
                <a:avLst/>
                <a:gdLst/>
                <a:ahLst/>
                <a:cxnLst/>
                <a:rect l="l" t="t" r="r" b="b"/>
                <a:pathLst>
                  <a:path w="4938" h="1862" extrusionOk="0">
                    <a:moveTo>
                      <a:pt x="406" y="1"/>
                    </a:moveTo>
                    <a:cubicBezTo>
                      <a:pt x="302" y="1"/>
                      <a:pt x="186" y="53"/>
                      <a:pt x="112" y="144"/>
                    </a:cubicBezTo>
                    <a:cubicBezTo>
                      <a:pt x="0" y="266"/>
                      <a:pt x="38" y="499"/>
                      <a:pt x="196" y="611"/>
                    </a:cubicBezTo>
                    <a:cubicBezTo>
                      <a:pt x="1279" y="1433"/>
                      <a:pt x="2605" y="1862"/>
                      <a:pt x="3930" y="1862"/>
                    </a:cubicBezTo>
                    <a:cubicBezTo>
                      <a:pt x="4163" y="1862"/>
                      <a:pt x="4397" y="1862"/>
                      <a:pt x="4630" y="1815"/>
                    </a:cubicBezTo>
                    <a:cubicBezTo>
                      <a:pt x="4779" y="1815"/>
                      <a:pt x="4938" y="1629"/>
                      <a:pt x="4901" y="1433"/>
                    </a:cubicBezTo>
                    <a:cubicBezTo>
                      <a:pt x="4901" y="1293"/>
                      <a:pt x="4749" y="1154"/>
                      <a:pt x="4605" y="1154"/>
                    </a:cubicBezTo>
                    <a:cubicBezTo>
                      <a:pt x="4585" y="1154"/>
                      <a:pt x="4565" y="1156"/>
                      <a:pt x="4546" y="1162"/>
                    </a:cubicBezTo>
                    <a:cubicBezTo>
                      <a:pt x="4359" y="1162"/>
                      <a:pt x="4126" y="1199"/>
                      <a:pt x="3930" y="1199"/>
                    </a:cubicBezTo>
                    <a:cubicBezTo>
                      <a:pt x="2763" y="1199"/>
                      <a:pt x="1559" y="770"/>
                      <a:pt x="579" y="70"/>
                    </a:cubicBezTo>
                    <a:cubicBezTo>
                      <a:pt x="535" y="22"/>
                      <a:pt x="473" y="1"/>
                      <a:pt x="406"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0" name="Google Shape;1180;p40"/>
              <p:cNvSpPr/>
              <p:nvPr/>
            </p:nvSpPr>
            <p:spPr>
              <a:xfrm>
                <a:off x="5330950" y="1323875"/>
                <a:ext cx="149850" cy="294900"/>
              </a:xfrm>
              <a:custGeom>
                <a:avLst/>
                <a:gdLst/>
                <a:ahLst/>
                <a:cxnLst/>
                <a:rect l="l" t="t" r="r" b="b"/>
                <a:pathLst>
                  <a:path w="5994" h="11796" extrusionOk="0">
                    <a:moveTo>
                      <a:pt x="709" y="0"/>
                    </a:moveTo>
                    <a:cubicBezTo>
                      <a:pt x="552" y="0"/>
                      <a:pt x="426" y="115"/>
                      <a:pt x="393" y="287"/>
                    </a:cubicBezTo>
                    <a:cubicBezTo>
                      <a:pt x="159" y="1603"/>
                      <a:pt x="38" y="2966"/>
                      <a:pt x="1" y="4329"/>
                    </a:cubicBezTo>
                    <a:lnTo>
                      <a:pt x="1" y="4721"/>
                    </a:lnTo>
                    <a:cubicBezTo>
                      <a:pt x="1" y="5533"/>
                      <a:pt x="38" y="6354"/>
                      <a:pt x="197" y="7166"/>
                    </a:cubicBezTo>
                    <a:cubicBezTo>
                      <a:pt x="355" y="7941"/>
                      <a:pt x="626" y="8725"/>
                      <a:pt x="1056" y="9462"/>
                    </a:cubicBezTo>
                    <a:cubicBezTo>
                      <a:pt x="1438" y="10125"/>
                      <a:pt x="2026" y="10704"/>
                      <a:pt x="2689" y="11133"/>
                    </a:cubicBezTo>
                    <a:cubicBezTo>
                      <a:pt x="3342" y="11563"/>
                      <a:pt x="4089" y="11796"/>
                      <a:pt x="4901" y="11796"/>
                    </a:cubicBezTo>
                    <a:cubicBezTo>
                      <a:pt x="5172" y="11796"/>
                      <a:pt x="5442" y="11796"/>
                      <a:pt x="5723" y="11721"/>
                    </a:cubicBezTo>
                    <a:cubicBezTo>
                      <a:pt x="5909" y="11675"/>
                      <a:pt x="5993" y="11488"/>
                      <a:pt x="5956" y="11292"/>
                    </a:cubicBezTo>
                    <a:cubicBezTo>
                      <a:pt x="5915" y="11154"/>
                      <a:pt x="5769" y="11051"/>
                      <a:pt x="5627" y="11051"/>
                    </a:cubicBezTo>
                    <a:cubicBezTo>
                      <a:pt x="5606" y="11051"/>
                      <a:pt x="5585" y="11054"/>
                      <a:pt x="5564" y="11059"/>
                    </a:cubicBezTo>
                    <a:cubicBezTo>
                      <a:pt x="5330" y="11096"/>
                      <a:pt x="5097" y="11133"/>
                      <a:pt x="4901" y="11133"/>
                    </a:cubicBezTo>
                    <a:cubicBezTo>
                      <a:pt x="4238" y="11133"/>
                      <a:pt x="3622" y="10937"/>
                      <a:pt x="3034" y="10555"/>
                    </a:cubicBezTo>
                    <a:cubicBezTo>
                      <a:pt x="2493" y="10200"/>
                      <a:pt x="1989" y="9696"/>
                      <a:pt x="1634" y="9108"/>
                    </a:cubicBezTo>
                    <a:cubicBezTo>
                      <a:pt x="1242" y="8492"/>
                      <a:pt x="1009" y="7754"/>
                      <a:pt x="860" y="7008"/>
                    </a:cubicBezTo>
                    <a:cubicBezTo>
                      <a:pt x="701" y="6270"/>
                      <a:pt x="664" y="5496"/>
                      <a:pt x="664" y="4721"/>
                    </a:cubicBezTo>
                    <a:lnTo>
                      <a:pt x="664" y="4329"/>
                    </a:lnTo>
                    <a:cubicBezTo>
                      <a:pt x="701" y="3003"/>
                      <a:pt x="822" y="1687"/>
                      <a:pt x="1056" y="399"/>
                    </a:cubicBezTo>
                    <a:cubicBezTo>
                      <a:pt x="1093" y="203"/>
                      <a:pt x="972" y="54"/>
                      <a:pt x="776" y="7"/>
                    </a:cubicBezTo>
                    <a:cubicBezTo>
                      <a:pt x="753" y="3"/>
                      <a:pt x="731" y="0"/>
                      <a:pt x="709"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1" name="Google Shape;1181;p40"/>
              <p:cNvSpPr/>
              <p:nvPr/>
            </p:nvSpPr>
            <p:spPr>
              <a:xfrm>
                <a:off x="5334000" y="1373750"/>
                <a:ext cx="70950" cy="128175"/>
              </a:xfrm>
              <a:custGeom>
                <a:avLst/>
                <a:gdLst/>
                <a:ahLst/>
                <a:cxnLst/>
                <a:rect l="l" t="t" r="r" b="b"/>
                <a:pathLst>
                  <a:path w="2838" h="5127" extrusionOk="0">
                    <a:moveTo>
                      <a:pt x="2483" y="0"/>
                    </a:moveTo>
                    <a:cubicBezTo>
                      <a:pt x="2287" y="0"/>
                      <a:pt x="2138" y="159"/>
                      <a:pt x="2138" y="346"/>
                    </a:cubicBezTo>
                    <a:cubicBezTo>
                      <a:pt x="2138" y="1904"/>
                      <a:pt x="1400" y="3501"/>
                      <a:pt x="149" y="4509"/>
                    </a:cubicBezTo>
                    <a:cubicBezTo>
                      <a:pt x="0" y="4630"/>
                      <a:pt x="0" y="4863"/>
                      <a:pt x="112" y="5013"/>
                    </a:cubicBezTo>
                    <a:cubicBezTo>
                      <a:pt x="183" y="5084"/>
                      <a:pt x="277" y="5126"/>
                      <a:pt x="375" y="5126"/>
                    </a:cubicBezTo>
                    <a:cubicBezTo>
                      <a:pt x="443" y="5126"/>
                      <a:pt x="513" y="5105"/>
                      <a:pt x="579" y="5059"/>
                    </a:cubicBezTo>
                    <a:cubicBezTo>
                      <a:pt x="1979" y="3893"/>
                      <a:pt x="2800" y="2138"/>
                      <a:pt x="2838" y="346"/>
                    </a:cubicBezTo>
                    <a:cubicBezTo>
                      <a:pt x="2838" y="159"/>
                      <a:pt x="2679" y="0"/>
                      <a:pt x="248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2" name="Google Shape;1182;p40"/>
              <p:cNvSpPr/>
              <p:nvPr/>
            </p:nvSpPr>
            <p:spPr>
              <a:xfrm>
                <a:off x="5470025" y="1594725"/>
                <a:ext cx="175050" cy="90100"/>
              </a:xfrm>
              <a:custGeom>
                <a:avLst/>
                <a:gdLst/>
                <a:ahLst/>
                <a:cxnLst/>
                <a:rect l="l" t="t" r="r" b="b"/>
                <a:pathLst>
                  <a:path w="7002" h="3604" extrusionOk="0">
                    <a:moveTo>
                      <a:pt x="6641" y="1"/>
                    </a:moveTo>
                    <a:cubicBezTo>
                      <a:pt x="6532" y="1"/>
                      <a:pt x="6427" y="50"/>
                      <a:pt x="6376" y="141"/>
                    </a:cubicBezTo>
                    <a:cubicBezTo>
                      <a:pt x="5713" y="1074"/>
                      <a:pt x="4742" y="1774"/>
                      <a:pt x="3697" y="2203"/>
                    </a:cubicBezTo>
                    <a:cubicBezTo>
                      <a:pt x="2642" y="2670"/>
                      <a:pt x="1476" y="2866"/>
                      <a:pt x="309" y="2903"/>
                    </a:cubicBezTo>
                    <a:cubicBezTo>
                      <a:pt x="160" y="2903"/>
                      <a:pt x="1" y="3099"/>
                      <a:pt x="1" y="3258"/>
                    </a:cubicBezTo>
                    <a:cubicBezTo>
                      <a:pt x="1" y="3454"/>
                      <a:pt x="160" y="3603"/>
                      <a:pt x="346" y="3603"/>
                    </a:cubicBezTo>
                    <a:cubicBezTo>
                      <a:pt x="1597" y="3529"/>
                      <a:pt x="2801" y="3333"/>
                      <a:pt x="3968" y="2829"/>
                    </a:cubicBezTo>
                    <a:cubicBezTo>
                      <a:pt x="5135" y="2362"/>
                      <a:pt x="6180" y="1587"/>
                      <a:pt x="6927" y="533"/>
                    </a:cubicBezTo>
                    <a:cubicBezTo>
                      <a:pt x="7001" y="374"/>
                      <a:pt x="7001" y="187"/>
                      <a:pt x="6843" y="66"/>
                    </a:cubicBezTo>
                    <a:cubicBezTo>
                      <a:pt x="6784" y="22"/>
                      <a:pt x="6712" y="1"/>
                      <a:pt x="664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3" name="Google Shape;1183;p40"/>
              <p:cNvSpPr/>
              <p:nvPr/>
            </p:nvSpPr>
            <p:spPr>
              <a:xfrm>
                <a:off x="5559400" y="1568425"/>
                <a:ext cx="34100" cy="93900"/>
              </a:xfrm>
              <a:custGeom>
                <a:avLst/>
                <a:gdLst/>
                <a:ahLst/>
                <a:cxnLst/>
                <a:rect l="l" t="t" r="r" b="b"/>
                <a:pathLst>
                  <a:path w="1364" h="3756" extrusionOk="0">
                    <a:moveTo>
                      <a:pt x="1010" y="1"/>
                    </a:moveTo>
                    <a:cubicBezTo>
                      <a:pt x="910" y="1"/>
                      <a:pt x="811" y="52"/>
                      <a:pt x="738" y="147"/>
                    </a:cubicBezTo>
                    <a:cubicBezTo>
                      <a:pt x="271" y="726"/>
                      <a:pt x="1" y="1510"/>
                      <a:pt x="1" y="2322"/>
                    </a:cubicBezTo>
                    <a:cubicBezTo>
                      <a:pt x="1" y="2714"/>
                      <a:pt x="85" y="3143"/>
                      <a:pt x="234" y="3573"/>
                    </a:cubicBezTo>
                    <a:cubicBezTo>
                      <a:pt x="295" y="3681"/>
                      <a:pt x="411" y="3755"/>
                      <a:pt x="530" y="3755"/>
                    </a:cubicBezTo>
                    <a:cubicBezTo>
                      <a:pt x="575" y="3755"/>
                      <a:pt x="620" y="3745"/>
                      <a:pt x="663" y="3722"/>
                    </a:cubicBezTo>
                    <a:cubicBezTo>
                      <a:pt x="859" y="3647"/>
                      <a:pt x="934" y="3451"/>
                      <a:pt x="859" y="3293"/>
                    </a:cubicBezTo>
                    <a:cubicBezTo>
                      <a:pt x="738" y="2985"/>
                      <a:pt x="663" y="2639"/>
                      <a:pt x="663" y="2322"/>
                    </a:cubicBezTo>
                    <a:cubicBezTo>
                      <a:pt x="663" y="1659"/>
                      <a:pt x="897" y="1006"/>
                      <a:pt x="1251" y="577"/>
                    </a:cubicBezTo>
                    <a:cubicBezTo>
                      <a:pt x="1364" y="418"/>
                      <a:pt x="1364" y="222"/>
                      <a:pt x="1205" y="72"/>
                    </a:cubicBezTo>
                    <a:cubicBezTo>
                      <a:pt x="1145" y="24"/>
                      <a:pt x="1077" y="1"/>
                      <a:pt x="101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4" name="Google Shape;1184;p40"/>
              <p:cNvSpPr/>
              <p:nvPr/>
            </p:nvSpPr>
            <p:spPr>
              <a:xfrm>
                <a:off x="5260025" y="1542200"/>
                <a:ext cx="132325" cy="60950"/>
              </a:xfrm>
              <a:custGeom>
                <a:avLst/>
                <a:gdLst/>
                <a:ahLst/>
                <a:cxnLst/>
                <a:rect l="l" t="t" r="r" b="b"/>
                <a:pathLst>
                  <a:path w="5293" h="2438" extrusionOk="0">
                    <a:moveTo>
                      <a:pt x="371" y="0"/>
                    </a:moveTo>
                    <a:cubicBezTo>
                      <a:pt x="323" y="0"/>
                      <a:pt x="276" y="10"/>
                      <a:pt x="234" y="29"/>
                    </a:cubicBezTo>
                    <a:cubicBezTo>
                      <a:pt x="75" y="104"/>
                      <a:pt x="0" y="300"/>
                      <a:pt x="38" y="459"/>
                    </a:cubicBezTo>
                    <a:cubicBezTo>
                      <a:pt x="392" y="1196"/>
                      <a:pt x="812" y="1700"/>
                      <a:pt x="1326" y="2008"/>
                    </a:cubicBezTo>
                    <a:cubicBezTo>
                      <a:pt x="1830" y="2326"/>
                      <a:pt x="2371" y="2438"/>
                      <a:pt x="2875" y="2438"/>
                    </a:cubicBezTo>
                    <a:cubicBezTo>
                      <a:pt x="3463" y="2438"/>
                      <a:pt x="4005" y="2288"/>
                      <a:pt x="4434" y="2167"/>
                    </a:cubicBezTo>
                    <a:cubicBezTo>
                      <a:pt x="4826" y="2008"/>
                      <a:pt x="5059" y="1859"/>
                      <a:pt x="5097" y="1859"/>
                    </a:cubicBezTo>
                    <a:cubicBezTo>
                      <a:pt x="5246" y="1775"/>
                      <a:pt x="5293" y="1541"/>
                      <a:pt x="5209" y="1392"/>
                    </a:cubicBezTo>
                    <a:cubicBezTo>
                      <a:pt x="5159" y="1286"/>
                      <a:pt x="5037" y="1217"/>
                      <a:pt x="4915" y="1217"/>
                    </a:cubicBezTo>
                    <a:cubicBezTo>
                      <a:pt x="4855" y="1217"/>
                      <a:pt x="4794" y="1234"/>
                      <a:pt x="4742" y="1271"/>
                    </a:cubicBezTo>
                    <a:cubicBezTo>
                      <a:pt x="4742" y="1271"/>
                      <a:pt x="4509" y="1392"/>
                      <a:pt x="4163" y="1504"/>
                    </a:cubicBezTo>
                    <a:cubicBezTo>
                      <a:pt x="3809" y="1663"/>
                      <a:pt x="3342" y="1775"/>
                      <a:pt x="2875" y="1775"/>
                    </a:cubicBezTo>
                    <a:cubicBezTo>
                      <a:pt x="2492" y="1775"/>
                      <a:pt x="2063" y="1663"/>
                      <a:pt x="1671" y="1467"/>
                    </a:cubicBezTo>
                    <a:cubicBezTo>
                      <a:pt x="1326" y="1233"/>
                      <a:pt x="971" y="841"/>
                      <a:pt x="663" y="188"/>
                    </a:cubicBezTo>
                    <a:cubicBezTo>
                      <a:pt x="636" y="72"/>
                      <a:pt x="502" y="0"/>
                      <a:pt x="37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85" name="Google Shape;1185;p40"/>
            <p:cNvSpPr/>
            <p:nvPr/>
          </p:nvSpPr>
          <p:spPr>
            <a:xfrm>
              <a:off x="7814686" y="1309204"/>
              <a:ext cx="60900" cy="16986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186" name="Google Shape;1186;p40"/>
          <p:cNvSpPr/>
          <p:nvPr/>
        </p:nvSpPr>
        <p:spPr>
          <a:xfrm>
            <a:off x="4028575" y="3562425"/>
            <a:ext cx="1009540" cy="252253"/>
          </a:xfrm>
          <a:custGeom>
            <a:avLst/>
            <a:gdLst/>
            <a:ahLst/>
            <a:cxnLst/>
            <a:rect l="l" t="t" r="r" b="b"/>
            <a:pathLst>
              <a:path w="24774" h="10072" extrusionOk="0">
                <a:moveTo>
                  <a:pt x="5172" y="1"/>
                </a:moveTo>
                <a:lnTo>
                  <a:pt x="1" y="10072"/>
                </a:lnTo>
                <a:lnTo>
                  <a:pt x="24773" y="10072"/>
                </a:lnTo>
                <a:lnTo>
                  <a:pt x="21469" y="1"/>
                </a:lnTo>
                <a:close/>
              </a:path>
            </a:pathLst>
          </a:custGeom>
          <a:solidFill>
            <a:srgbClr val="FDF0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87" name="Google Shape;1187;p40"/>
          <p:cNvSpPr txBox="1">
            <a:spLocks noGrp="1"/>
          </p:cNvSpPr>
          <p:nvPr>
            <p:ph type="subTitle" idx="1"/>
          </p:nvPr>
        </p:nvSpPr>
        <p:spPr>
          <a:xfrm>
            <a:off x="2604900" y="3908775"/>
            <a:ext cx="3934200" cy="624300"/>
          </a:xfrm>
          <a:prstGeom prst="rect">
            <a:avLst/>
          </a:prstGeom>
        </p:spPr>
        <p:txBody>
          <a:bodyPr spcFirstLastPara="1" wrap="square" lIns="14400" tIns="14400" rIns="14400" bIns="14400" anchor="t" anchorCtr="0">
            <a:noAutofit/>
          </a:bodyPr>
          <a:lstStyle/>
          <a:p>
            <a:pPr marL="0" lvl="0" indent="0" algn="ctr" rtl="0">
              <a:spcBef>
                <a:spcPts val="0"/>
              </a:spcBef>
              <a:spcAft>
                <a:spcPts val="0"/>
              </a:spcAft>
              <a:buNone/>
            </a:pPr>
            <a:r>
              <a:rPr lang="en" dirty="0"/>
              <a:t>É aqui que a nossa apresentação começa </a:t>
            </a:r>
            <a:r>
              <a:rPr lang="pt-BR" b="0" i="0" dirty="0">
                <a:solidFill>
                  <a:srgbClr val="000000"/>
                </a:solidFill>
                <a:effectLst/>
                <a:latin typeface="Apple Color Emoji"/>
              </a:rPr>
              <a:t>😊</a:t>
            </a:r>
            <a:r>
              <a:rPr lang="en" dirty="0"/>
              <a:t> </a:t>
            </a:r>
            <a:endParaRPr dirty="0"/>
          </a:p>
        </p:txBody>
      </p:sp>
      <p:sp>
        <p:nvSpPr>
          <p:cNvPr id="1188" name="Google Shape;1188;p40"/>
          <p:cNvSpPr/>
          <p:nvPr/>
        </p:nvSpPr>
        <p:spPr>
          <a:xfrm rot="-619942">
            <a:off x="7441859" y="502205"/>
            <a:ext cx="999580" cy="479112"/>
          </a:xfrm>
          <a:prstGeom prst="rect">
            <a:avLst/>
          </a:prstGeom>
        </p:spPr>
        <p:txBody>
          <a:bodyPr>
            <a:prstTxWarp prst="textPlain">
              <a:avLst/>
            </a:prstTxWarp>
          </a:bodyPr>
          <a:lstStyle/>
          <a:p>
            <a:pPr lvl="0" algn="ctr"/>
            <a:r>
              <a:rPr b="0" i="0">
                <a:ln>
                  <a:noFill/>
                </a:ln>
                <a:solidFill>
                  <a:schemeClr val="lt2"/>
                </a:solidFill>
                <a:latin typeface="Nanum Pen Script"/>
              </a:rPr>
              <a:t>Fun!</a:t>
            </a:r>
          </a:p>
        </p:txBody>
      </p:sp>
      <p:grpSp>
        <p:nvGrpSpPr>
          <p:cNvPr id="1189" name="Google Shape;1189;p40"/>
          <p:cNvGrpSpPr/>
          <p:nvPr/>
        </p:nvGrpSpPr>
        <p:grpSpPr>
          <a:xfrm>
            <a:off x="2357917" y="2230589"/>
            <a:ext cx="547618" cy="1013782"/>
            <a:chOff x="7797029" y="2174230"/>
            <a:chExt cx="1161931" cy="2151032"/>
          </a:xfrm>
        </p:grpSpPr>
        <p:sp>
          <p:nvSpPr>
            <p:cNvPr id="1190" name="Google Shape;1190;p40"/>
            <p:cNvSpPr/>
            <p:nvPr/>
          </p:nvSpPr>
          <p:spPr>
            <a:xfrm>
              <a:off x="7797029" y="2174230"/>
              <a:ext cx="1161931" cy="1382760"/>
            </a:xfrm>
            <a:custGeom>
              <a:avLst/>
              <a:gdLst/>
              <a:ahLst/>
              <a:cxnLst/>
              <a:rect l="l" t="t" r="r" b="b"/>
              <a:pathLst>
                <a:path w="21273" h="25316" extrusionOk="0">
                  <a:moveTo>
                    <a:pt x="11920" y="0"/>
                  </a:moveTo>
                  <a:cubicBezTo>
                    <a:pt x="9767" y="0"/>
                    <a:pt x="7648" y="927"/>
                    <a:pt x="6217" y="2390"/>
                  </a:cubicBezTo>
                  <a:cubicBezTo>
                    <a:pt x="4630" y="4024"/>
                    <a:pt x="3883" y="6245"/>
                    <a:pt x="3883" y="8383"/>
                  </a:cubicBezTo>
                  <a:cubicBezTo>
                    <a:pt x="3846" y="9045"/>
                    <a:pt x="3930" y="9745"/>
                    <a:pt x="3650" y="10361"/>
                  </a:cubicBezTo>
                  <a:cubicBezTo>
                    <a:pt x="3417" y="10828"/>
                    <a:pt x="3034" y="11220"/>
                    <a:pt x="2679" y="11650"/>
                  </a:cubicBezTo>
                  <a:cubicBezTo>
                    <a:pt x="1046" y="13516"/>
                    <a:pt x="0" y="15850"/>
                    <a:pt x="75" y="18183"/>
                  </a:cubicBezTo>
                  <a:cubicBezTo>
                    <a:pt x="150" y="20554"/>
                    <a:pt x="1438" y="22888"/>
                    <a:pt x="3613" y="24213"/>
                  </a:cubicBezTo>
                  <a:cubicBezTo>
                    <a:pt x="4824" y="24931"/>
                    <a:pt x="6299" y="25315"/>
                    <a:pt x="7769" y="25315"/>
                  </a:cubicBezTo>
                  <a:cubicBezTo>
                    <a:pt x="8994" y="25315"/>
                    <a:pt x="10215" y="25048"/>
                    <a:pt x="11276" y="24484"/>
                  </a:cubicBezTo>
                  <a:cubicBezTo>
                    <a:pt x="12090" y="24825"/>
                    <a:pt x="13002" y="24989"/>
                    <a:pt x="13926" y="24989"/>
                  </a:cubicBezTo>
                  <a:cubicBezTo>
                    <a:pt x="15830" y="24989"/>
                    <a:pt x="17782" y="24291"/>
                    <a:pt x="19014" y="23009"/>
                  </a:cubicBezTo>
                  <a:cubicBezTo>
                    <a:pt x="20843" y="21142"/>
                    <a:pt x="21273" y="18417"/>
                    <a:pt x="20498" y="16083"/>
                  </a:cubicBezTo>
                  <a:cubicBezTo>
                    <a:pt x="20143" y="14954"/>
                    <a:pt x="19518" y="13908"/>
                    <a:pt x="18864" y="12891"/>
                  </a:cubicBezTo>
                  <a:cubicBezTo>
                    <a:pt x="18743" y="12742"/>
                    <a:pt x="18668" y="12546"/>
                    <a:pt x="18631" y="12350"/>
                  </a:cubicBezTo>
                  <a:cubicBezTo>
                    <a:pt x="18631" y="12191"/>
                    <a:pt x="18743" y="11995"/>
                    <a:pt x="18780" y="11808"/>
                  </a:cubicBezTo>
                  <a:cubicBezTo>
                    <a:pt x="20843" y="3090"/>
                    <a:pt x="16718" y="561"/>
                    <a:pt x="12835" y="57"/>
                  </a:cubicBezTo>
                  <a:cubicBezTo>
                    <a:pt x="12530" y="19"/>
                    <a:pt x="12225" y="0"/>
                    <a:pt x="119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1" name="Google Shape;1191;p40"/>
            <p:cNvGrpSpPr/>
            <p:nvPr/>
          </p:nvGrpSpPr>
          <p:grpSpPr>
            <a:xfrm>
              <a:off x="8149431" y="2521491"/>
              <a:ext cx="429313" cy="1803771"/>
              <a:chOff x="6097050" y="1346450"/>
              <a:chExt cx="196500" cy="825600"/>
            </a:xfrm>
          </p:grpSpPr>
          <p:sp>
            <p:nvSpPr>
              <p:cNvPr id="1192" name="Google Shape;1192;p40"/>
              <p:cNvSpPr/>
              <p:nvPr/>
            </p:nvSpPr>
            <p:spPr>
              <a:xfrm>
                <a:off x="6203225" y="1432075"/>
                <a:ext cx="20325" cy="739975"/>
              </a:xfrm>
              <a:custGeom>
                <a:avLst/>
                <a:gdLst/>
                <a:ahLst/>
                <a:cxnLst/>
                <a:rect l="l" t="t" r="r" b="b"/>
                <a:pathLst>
                  <a:path w="813" h="29599" extrusionOk="0">
                    <a:moveTo>
                      <a:pt x="420" y="1"/>
                    </a:moveTo>
                    <a:cubicBezTo>
                      <a:pt x="187" y="1"/>
                      <a:pt x="0" y="197"/>
                      <a:pt x="0" y="430"/>
                    </a:cubicBezTo>
                    <a:lnTo>
                      <a:pt x="0" y="29207"/>
                    </a:lnTo>
                    <a:cubicBezTo>
                      <a:pt x="0" y="29440"/>
                      <a:pt x="187" y="29599"/>
                      <a:pt x="420" y="29599"/>
                    </a:cubicBezTo>
                    <a:cubicBezTo>
                      <a:pt x="616" y="29599"/>
                      <a:pt x="812" y="29440"/>
                      <a:pt x="812" y="29207"/>
                    </a:cubicBezTo>
                    <a:lnTo>
                      <a:pt x="812" y="430"/>
                    </a:lnTo>
                    <a:cubicBezTo>
                      <a:pt x="812" y="197"/>
                      <a:pt x="616" y="1"/>
                      <a:pt x="42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3" name="Google Shape;1193;p40"/>
              <p:cNvSpPr/>
              <p:nvPr/>
            </p:nvSpPr>
            <p:spPr>
              <a:xfrm>
                <a:off x="6097050" y="1389375"/>
                <a:ext cx="124625" cy="276800"/>
              </a:xfrm>
              <a:custGeom>
                <a:avLst/>
                <a:gdLst/>
                <a:ahLst/>
                <a:cxnLst/>
                <a:rect l="l" t="t" r="r" b="b"/>
                <a:pathLst>
                  <a:path w="4985" h="11072" extrusionOk="0">
                    <a:moveTo>
                      <a:pt x="430" y="1"/>
                    </a:moveTo>
                    <a:cubicBezTo>
                      <a:pt x="234" y="1"/>
                      <a:pt x="84" y="113"/>
                      <a:pt x="84" y="309"/>
                    </a:cubicBezTo>
                    <a:cubicBezTo>
                      <a:pt x="47" y="971"/>
                      <a:pt x="0" y="1587"/>
                      <a:pt x="0" y="2250"/>
                    </a:cubicBezTo>
                    <a:cubicBezTo>
                      <a:pt x="0" y="3809"/>
                      <a:pt x="159" y="5405"/>
                      <a:pt x="747" y="6917"/>
                    </a:cubicBezTo>
                    <a:cubicBezTo>
                      <a:pt x="1447" y="8672"/>
                      <a:pt x="2763" y="10147"/>
                      <a:pt x="4396" y="11043"/>
                    </a:cubicBezTo>
                    <a:cubicBezTo>
                      <a:pt x="4449" y="11063"/>
                      <a:pt x="4501" y="11072"/>
                      <a:pt x="4550" y="11072"/>
                    </a:cubicBezTo>
                    <a:cubicBezTo>
                      <a:pt x="4688" y="11072"/>
                      <a:pt x="4808" y="11001"/>
                      <a:pt x="4863" y="10884"/>
                    </a:cubicBezTo>
                    <a:cubicBezTo>
                      <a:pt x="4985" y="10735"/>
                      <a:pt x="4901" y="10539"/>
                      <a:pt x="4751" y="10417"/>
                    </a:cubicBezTo>
                    <a:cubicBezTo>
                      <a:pt x="3230" y="9605"/>
                      <a:pt x="2026" y="8243"/>
                      <a:pt x="1363" y="6646"/>
                    </a:cubicBezTo>
                    <a:cubicBezTo>
                      <a:pt x="822" y="5284"/>
                      <a:pt x="700" y="3772"/>
                      <a:pt x="700" y="2250"/>
                    </a:cubicBezTo>
                    <a:cubicBezTo>
                      <a:pt x="700" y="1634"/>
                      <a:pt x="700" y="971"/>
                      <a:pt x="747" y="346"/>
                    </a:cubicBezTo>
                    <a:cubicBezTo>
                      <a:pt x="747" y="150"/>
                      <a:pt x="588" y="1"/>
                      <a:pt x="43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4" name="Google Shape;1194;p40"/>
              <p:cNvSpPr/>
              <p:nvPr/>
            </p:nvSpPr>
            <p:spPr>
              <a:xfrm>
                <a:off x="6207875" y="1346450"/>
                <a:ext cx="85675" cy="205950"/>
              </a:xfrm>
              <a:custGeom>
                <a:avLst/>
                <a:gdLst/>
                <a:ahLst/>
                <a:cxnLst/>
                <a:rect l="l" t="t" r="r" b="b"/>
                <a:pathLst>
                  <a:path w="3427" h="8238" extrusionOk="0">
                    <a:moveTo>
                      <a:pt x="2997" y="0"/>
                    </a:moveTo>
                    <a:cubicBezTo>
                      <a:pt x="2801" y="0"/>
                      <a:pt x="2652" y="159"/>
                      <a:pt x="2689" y="355"/>
                    </a:cubicBezTo>
                    <a:cubicBezTo>
                      <a:pt x="2726" y="1055"/>
                      <a:pt x="2764" y="1718"/>
                      <a:pt x="2764" y="2371"/>
                    </a:cubicBezTo>
                    <a:cubicBezTo>
                      <a:pt x="2764" y="3118"/>
                      <a:pt x="2726" y="3818"/>
                      <a:pt x="2530" y="4518"/>
                    </a:cubicBezTo>
                    <a:cubicBezTo>
                      <a:pt x="2381" y="5171"/>
                      <a:pt x="2101" y="5797"/>
                      <a:pt x="1718" y="6338"/>
                    </a:cubicBezTo>
                    <a:cubicBezTo>
                      <a:pt x="1326" y="6889"/>
                      <a:pt x="822" y="7318"/>
                      <a:pt x="234" y="7589"/>
                    </a:cubicBezTo>
                    <a:cubicBezTo>
                      <a:pt x="85" y="7663"/>
                      <a:pt x="1" y="7859"/>
                      <a:pt x="85" y="8018"/>
                    </a:cubicBezTo>
                    <a:cubicBezTo>
                      <a:pt x="112" y="8156"/>
                      <a:pt x="246" y="8237"/>
                      <a:pt x="378" y="8237"/>
                    </a:cubicBezTo>
                    <a:cubicBezTo>
                      <a:pt x="425" y="8237"/>
                      <a:pt x="472" y="8227"/>
                      <a:pt x="514" y="8205"/>
                    </a:cubicBezTo>
                    <a:cubicBezTo>
                      <a:pt x="1214" y="7897"/>
                      <a:pt x="1830" y="7355"/>
                      <a:pt x="2260" y="6730"/>
                    </a:cubicBezTo>
                    <a:cubicBezTo>
                      <a:pt x="2726" y="6151"/>
                      <a:pt x="3034" y="5405"/>
                      <a:pt x="3193" y="4667"/>
                    </a:cubicBezTo>
                    <a:cubicBezTo>
                      <a:pt x="3389" y="3930"/>
                      <a:pt x="3426" y="3155"/>
                      <a:pt x="3426" y="2371"/>
                    </a:cubicBezTo>
                    <a:cubicBezTo>
                      <a:pt x="3426" y="1671"/>
                      <a:pt x="3389" y="971"/>
                      <a:pt x="3352" y="318"/>
                    </a:cubicBezTo>
                    <a:cubicBezTo>
                      <a:pt x="3352" y="122"/>
                      <a:pt x="3156" y="0"/>
                      <a:pt x="2997"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195" name="Google Shape;1195;p40"/>
          <p:cNvGrpSpPr/>
          <p:nvPr/>
        </p:nvGrpSpPr>
        <p:grpSpPr>
          <a:xfrm>
            <a:off x="1344245" y="1880586"/>
            <a:ext cx="852702" cy="1013668"/>
            <a:chOff x="6903325" y="768150"/>
            <a:chExt cx="1883592" cy="2239654"/>
          </a:xfrm>
        </p:grpSpPr>
        <p:sp>
          <p:nvSpPr>
            <p:cNvPr id="1196" name="Google Shape;1196;p40"/>
            <p:cNvSpPr/>
            <p:nvPr/>
          </p:nvSpPr>
          <p:spPr>
            <a:xfrm>
              <a:off x="6903325" y="768150"/>
              <a:ext cx="1883592" cy="1572042"/>
            </a:xfrm>
            <a:custGeom>
              <a:avLst/>
              <a:gdLst/>
              <a:ahLst/>
              <a:cxnLst/>
              <a:rect l="l" t="t" r="r" b="b"/>
              <a:pathLst>
                <a:path w="29832" h="23219" extrusionOk="0">
                  <a:moveTo>
                    <a:pt x="14892" y="1"/>
                  </a:moveTo>
                  <a:cubicBezTo>
                    <a:pt x="14202" y="1"/>
                    <a:pt x="13511" y="388"/>
                    <a:pt x="13217" y="1163"/>
                  </a:cubicBezTo>
                  <a:lnTo>
                    <a:pt x="13217" y="1209"/>
                  </a:lnTo>
                  <a:cubicBezTo>
                    <a:pt x="13105" y="1517"/>
                    <a:pt x="12984" y="1863"/>
                    <a:pt x="12750" y="2096"/>
                  </a:cubicBezTo>
                  <a:cubicBezTo>
                    <a:pt x="12480" y="2414"/>
                    <a:pt x="12050" y="2526"/>
                    <a:pt x="11668" y="2684"/>
                  </a:cubicBezTo>
                  <a:cubicBezTo>
                    <a:pt x="9642" y="3422"/>
                    <a:pt x="8279" y="5643"/>
                    <a:pt x="8475" y="7818"/>
                  </a:cubicBezTo>
                  <a:cubicBezTo>
                    <a:pt x="7150" y="8247"/>
                    <a:pt x="6067" y="9330"/>
                    <a:pt x="5638" y="10655"/>
                  </a:cubicBezTo>
                  <a:cubicBezTo>
                    <a:pt x="5479" y="11197"/>
                    <a:pt x="5405" y="11822"/>
                    <a:pt x="5096" y="12326"/>
                  </a:cubicBezTo>
                  <a:cubicBezTo>
                    <a:pt x="4779" y="12914"/>
                    <a:pt x="4163" y="13297"/>
                    <a:pt x="3696" y="13726"/>
                  </a:cubicBezTo>
                  <a:cubicBezTo>
                    <a:pt x="3612" y="13810"/>
                    <a:pt x="3538" y="13848"/>
                    <a:pt x="3500" y="13922"/>
                  </a:cubicBezTo>
                  <a:cubicBezTo>
                    <a:pt x="0" y="17310"/>
                    <a:pt x="2530" y="23219"/>
                    <a:pt x="7383" y="23219"/>
                  </a:cubicBezTo>
                  <a:lnTo>
                    <a:pt x="22439" y="23219"/>
                  </a:lnTo>
                  <a:cubicBezTo>
                    <a:pt x="27302" y="23219"/>
                    <a:pt x="29832" y="17310"/>
                    <a:pt x="26331" y="13922"/>
                  </a:cubicBezTo>
                  <a:cubicBezTo>
                    <a:pt x="26247" y="13848"/>
                    <a:pt x="26210" y="13810"/>
                    <a:pt x="26135" y="13726"/>
                  </a:cubicBezTo>
                  <a:cubicBezTo>
                    <a:pt x="25631" y="13297"/>
                    <a:pt x="25043" y="12914"/>
                    <a:pt x="24698" y="12326"/>
                  </a:cubicBezTo>
                  <a:cubicBezTo>
                    <a:pt x="24418" y="11822"/>
                    <a:pt x="24343" y="11197"/>
                    <a:pt x="24147" y="10655"/>
                  </a:cubicBezTo>
                  <a:cubicBezTo>
                    <a:pt x="23764" y="9330"/>
                    <a:pt x="22672" y="8247"/>
                    <a:pt x="21310" y="7818"/>
                  </a:cubicBezTo>
                  <a:cubicBezTo>
                    <a:pt x="21543" y="5643"/>
                    <a:pt x="20143" y="3422"/>
                    <a:pt x="18117" y="2684"/>
                  </a:cubicBezTo>
                  <a:cubicBezTo>
                    <a:pt x="17735" y="2526"/>
                    <a:pt x="17305" y="2414"/>
                    <a:pt x="17035" y="2096"/>
                  </a:cubicBezTo>
                  <a:cubicBezTo>
                    <a:pt x="16801" y="1863"/>
                    <a:pt x="16717" y="1517"/>
                    <a:pt x="16605" y="1209"/>
                  </a:cubicBezTo>
                  <a:cubicBezTo>
                    <a:pt x="16605" y="1163"/>
                    <a:pt x="16605" y="1163"/>
                    <a:pt x="16568" y="1163"/>
                  </a:cubicBezTo>
                  <a:cubicBezTo>
                    <a:pt x="16274" y="388"/>
                    <a:pt x="15583" y="1"/>
                    <a:pt x="148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197" name="Google Shape;1197;p40"/>
            <p:cNvGrpSpPr/>
            <p:nvPr/>
          </p:nvGrpSpPr>
          <p:grpSpPr>
            <a:xfrm>
              <a:off x="7376316" y="1424126"/>
              <a:ext cx="866544" cy="842824"/>
              <a:chOff x="5260025" y="1303750"/>
              <a:chExt cx="391800" cy="381075"/>
            </a:xfrm>
          </p:grpSpPr>
          <p:sp>
            <p:nvSpPr>
              <p:cNvPr id="1198" name="Google Shape;1198;p40"/>
              <p:cNvSpPr/>
              <p:nvPr/>
            </p:nvSpPr>
            <p:spPr>
              <a:xfrm>
                <a:off x="5466075" y="1303750"/>
                <a:ext cx="118800" cy="204175"/>
              </a:xfrm>
              <a:custGeom>
                <a:avLst/>
                <a:gdLst/>
                <a:ahLst/>
                <a:cxnLst/>
                <a:rect l="l" t="t" r="r" b="b"/>
                <a:pathLst>
                  <a:path w="4752" h="8167" extrusionOk="0">
                    <a:moveTo>
                      <a:pt x="4396" y="0"/>
                    </a:moveTo>
                    <a:cubicBezTo>
                      <a:pt x="4200" y="0"/>
                      <a:pt x="4051" y="159"/>
                      <a:pt x="4051" y="345"/>
                    </a:cubicBezTo>
                    <a:cubicBezTo>
                      <a:pt x="4051" y="1746"/>
                      <a:pt x="3659" y="3146"/>
                      <a:pt x="2996" y="4434"/>
                    </a:cubicBezTo>
                    <a:cubicBezTo>
                      <a:pt x="2334" y="5675"/>
                      <a:pt x="1363" y="6767"/>
                      <a:pt x="196" y="7542"/>
                    </a:cubicBezTo>
                    <a:cubicBezTo>
                      <a:pt x="37" y="7663"/>
                      <a:pt x="0" y="7897"/>
                      <a:pt x="121" y="8009"/>
                    </a:cubicBezTo>
                    <a:cubicBezTo>
                      <a:pt x="172" y="8115"/>
                      <a:pt x="293" y="8167"/>
                      <a:pt x="416" y="8167"/>
                    </a:cubicBezTo>
                    <a:cubicBezTo>
                      <a:pt x="476" y="8167"/>
                      <a:pt x="536" y="8155"/>
                      <a:pt x="588" y="8130"/>
                    </a:cubicBezTo>
                    <a:cubicBezTo>
                      <a:pt x="1830" y="7271"/>
                      <a:pt x="2884" y="6067"/>
                      <a:pt x="3584" y="4742"/>
                    </a:cubicBezTo>
                    <a:cubicBezTo>
                      <a:pt x="4322" y="3379"/>
                      <a:pt x="4704" y="1904"/>
                      <a:pt x="4751" y="345"/>
                    </a:cubicBezTo>
                    <a:cubicBezTo>
                      <a:pt x="4751" y="159"/>
                      <a:pt x="4592" y="37"/>
                      <a:pt x="4396"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199" name="Google Shape;1199;p40"/>
              <p:cNvSpPr/>
              <p:nvPr/>
            </p:nvSpPr>
            <p:spPr>
              <a:xfrm>
                <a:off x="5528375" y="1430350"/>
                <a:ext cx="123450" cy="46550"/>
              </a:xfrm>
              <a:custGeom>
                <a:avLst/>
                <a:gdLst/>
                <a:ahLst/>
                <a:cxnLst/>
                <a:rect l="l" t="t" r="r" b="b"/>
                <a:pathLst>
                  <a:path w="4938" h="1862" extrusionOk="0">
                    <a:moveTo>
                      <a:pt x="406" y="1"/>
                    </a:moveTo>
                    <a:cubicBezTo>
                      <a:pt x="302" y="1"/>
                      <a:pt x="186" y="53"/>
                      <a:pt x="112" y="144"/>
                    </a:cubicBezTo>
                    <a:cubicBezTo>
                      <a:pt x="0" y="266"/>
                      <a:pt x="38" y="499"/>
                      <a:pt x="196" y="611"/>
                    </a:cubicBezTo>
                    <a:cubicBezTo>
                      <a:pt x="1279" y="1433"/>
                      <a:pt x="2605" y="1862"/>
                      <a:pt x="3930" y="1862"/>
                    </a:cubicBezTo>
                    <a:cubicBezTo>
                      <a:pt x="4163" y="1862"/>
                      <a:pt x="4397" y="1862"/>
                      <a:pt x="4630" y="1815"/>
                    </a:cubicBezTo>
                    <a:cubicBezTo>
                      <a:pt x="4779" y="1815"/>
                      <a:pt x="4938" y="1629"/>
                      <a:pt x="4901" y="1433"/>
                    </a:cubicBezTo>
                    <a:cubicBezTo>
                      <a:pt x="4901" y="1293"/>
                      <a:pt x="4749" y="1154"/>
                      <a:pt x="4605" y="1154"/>
                    </a:cubicBezTo>
                    <a:cubicBezTo>
                      <a:pt x="4585" y="1154"/>
                      <a:pt x="4565" y="1156"/>
                      <a:pt x="4546" y="1162"/>
                    </a:cubicBezTo>
                    <a:cubicBezTo>
                      <a:pt x="4359" y="1162"/>
                      <a:pt x="4126" y="1199"/>
                      <a:pt x="3930" y="1199"/>
                    </a:cubicBezTo>
                    <a:cubicBezTo>
                      <a:pt x="2763" y="1199"/>
                      <a:pt x="1559" y="770"/>
                      <a:pt x="579" y="70"/>
                    </a:cubicBezTo>
                    <a:cubicBezTo>
                      <a:pt x="535" y="22"/>
                      <a:pt x="473" y="1"/>
                      <a:pt x="406"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0" name="Google Shape;1200;p40"/>
              <p:cNvSpPr/>
              <p:nvPr/>
            </p:nvSpPr>
            <p:spPr>
              <a:xfrm>
                <a:off x="5330950" y="1323875"/>
                <a:ext cx="149850" cy="294900"/>
              </a:xfrm>
              <a:custGeom>
                <a:avLst/>
                <a:gdLst/>
                <a:ahLst/>
                <a:cxnLst/>
                <a:rect l="l" t="t" r="r" b="b"/>
                <a:pathLst>
                  <a:path w="5994" h="11796" extrusionOk="0">
                    <a:moveTo>
                      <a:pt x="709" y="0"/>
                    </a:moveTo>
                    <a:cubicBezTo>
                      <a:pt x="552" y="0"/>
                      <a:pt x="426" y="115"/>
                      <a:pt x="393" y="287"/>
                    </a:cubicBezTo>
                    <a:cubicBezTo>
                      <a:pt x="159" y="1603"/>
                      <a:pt x="38" y="2966"/>
                      <a:pt x="1" y="4329"/>
                    </a:cubicBezTo>
                    <a:lnTo>
                      <a:pt x="1" y="4721"/>
                    </a:lnTo>
                    <a:cubicBezTo>
                      <a:pt x="1" y="5533"/>
                      <a:pt x="38" y="6354"/>
                      <a:pt x="197" y="7166"/>
                    </a:cubicBezTo>
                    <a:cubicBezTo>
                      <a:pt x="355" y="7941"/>
                      <a:pt x="626" y="8725"/>
                      <a:pt x="1056" y="9462"/>
                    </a:cubicBezTo>
                    <a:cubicBezTo>
                      <a:pt x="1438" y="10125"/>
                      <a:pt x="2026" y="10704"/>
                      <a:pt x="2689" y="11133"/>
                    </a:cubicBezTo>
                    <a:cubicBezTo>
                      <a:pt x="3342" y="11563"/>
                      <a:pt x="4089" y="11796"/>
                      <a:pt x="4901" y="11796"/>
                    </a:cubicBezTo>
                    <a:cubicBezTo>
                      <a:pt x="5172" y="11796"/>
                      <a:pt x="5442" y="11796"/>
                      <a:pt x="5723" y="11721"/>
                    </a:cubicBezTo>
                    <a:cubicBezTo>
                      <a:pt x="5909" y="11675"/>
                      <a:pt x="5993" y="11488"/>
                      <a:pt x="5956" y="11292"/>
                    </a:cubicBezTo>
                    <a:cubicBezTo>
                      <a:pt x="5915" y="11154"/>
                      <a:pt x="5769" y="11051"/>
                      <a:pt x="5627" y="11051"/>
                    </a:cubicBezTo>
                    <a:cubicBezTo>
                      <a:pt x="5606" y="11051"/>
                      <a:pt x="5585" y="11054"/>
                      <a:pt x="5564" y="11059"/>
                    </a:cubicBezTo>
                    <a:cubicBezTo>
                      <a:pt x="5330" y="11096"/>
                      <a:pt x="5097" y="11133"/>
                      <a:pt x="4901" y="11133"/>
                    </a:cubicBezTo>
                    <a:cubicBezTo>
                      <a:pt x="4238" y="11133"/>
                      <a:pt x="3622" y="10937"/>
                      <a:pt x="3034" y="10555"/>
                    </a:cubicBezTo>
                    <a:cubicBezTo>
                      <a:pt x="2493" y="10200"/>
                      <a:pt x="1989" y="9696"/>
                      <a:pt x="1634" y="9108"/>
                    </a:cubicBezTo>
                    <a:cubicBezTo>
                      <a:pt x="1242" y="8492"/>
                      <a:pt x="1009" y="7754"/>
                      <a:pt x="860" y="7008"/>
                    </a:cubicBezTo>
                    <a:cubicBezTo>
                      <a:pt x="701" y="6270"/>
                      <a:pt x="664" y="5496"/>
                      <a:pt x="664" y="4721"/>
                    </a:cubicBezTo>
                    <a:lnTo>
                      <a:pt x="664" y="4329"/>
                    </a:lnTo>
                    <a:cubicBezTo>
                      <a:pt x="701" y="3003"/>
                      <a:pt x="822" y="1687"/>
                      <a:pt x="1056" y="399"/>
                    </a:cubicBezTo>
                    <a:cubicBezTo>
                      <a:pt x="1093" y="203"/>
                      <a:pt x="972" y="54"/>
                      <a:pt x="776" y="7"/>
                    </a:cubicBezTo>
                    <a:cubicBezTo>
                      <a:pt x="753" y="3"/>
                      <a:pt x="731" y="0"/>
                      <a:pt x="709"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1" name="Google Shape;1201;p40"/>
              <p:cNvSpPr/>
              <p:nvPr/>
            </p:nvSpPr>
            <p:spPr>
              <a:xfrm>
                <a:off x="5334000" y="1373750"/>
                <a:ext cx="70950" cy="128175"/>
              </a:xfrm>
              <a:custGeom>
                <a:avLst/>
                <a:gdLst/>
                <a:ahLst/>
                <a:cxnLst/>
                <a:rect l="l" t="t" r="r" b="b"/>
                <a:pathLst>
                  <a:path w="2838" h="5127" extrusionOk="0">
                    <a:moveTo>
                      <a:pt x="2483" y="0"/>
                    </a:moveTo>
                    <a:cubicBezTo>
                      <a:pt x="2287" y="0"/>
                      <a:pt x="2138" y="159"/>
                      <a:pt x="2138" y="346"/>
                    </a:cubicBezTo>
                    <a:cubicBezTo>
                      <a:pt x="2138" y="1904"/>
                      <a:pt x="1400" y="3501"/>
                      <a:pt x="149" y="4509"/>
                    </a:cubicBezTo>
                    <a:cubicBezTo>
                      <a:pt x="0" y="4630"/>
                      <a:pt x="0" y="4863"/>
                      <a:pt x="112" y="5013"/>
                    </a:cubicBezTo>
                    <a:cubicBezTo>
                      <a:pt x="183" y="5084"/>
                      <a:pt x="277" y="5126"/>
                      <a:pt x="375" y="5126"/>
                    </a:cubicBezTo>
                    <a:cubicBezTo>
                      <a:pt x="443" y="5126"/>
                      <a:pt x="513" y="5105"/>
                      <a:pt x="579" y="5059"/>
                    </a:cubicBezTo>
                    <a:cubicBezTo>
                      <a:pt x="1979" y="3893"/>
                      <a:pt x="2800" y="2138"/>
                      <a:pt x="2838" y="346"/>
                    </a:cubicBezTo>
                    <a:cubicBezTo>
                      <a:pt x="2838" y="159"/>
                      <a:pt x="2679" y="0"/>
                      <a:pt x="248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2" name="Google Shape;1202;p40"/>
              <p:cNvSpPr/>
              <p:nvPr/>
            </p:nvSpPr>
            <p:spPr>
              <a:xfrm>
                <a:off x="5470025" y="1594725"/>
                <a:ext cx="175050" cy="90100"/>
              </a:xfrm>
              <a:custGeom>
                <a:avLst/>
                <a:gdLst/>
                <a:ahLst/>
                <a:cxnLst/>
                <a:rect l="l" t="t" r="r" b="b"/>
                <a:pathLst>
                  <a:path w="7002" h="3604" extrusionOk="0">
                    <a:moveTo>
                      <a:pt x="6641" y="1"/>
                    </a:moveTo>
                    <a:cubicBezTo>
                      <a:pt x="6532" y="1"/>
                      <a:pt x="6427" y="50"/>
                      <a:pt x="6376" y="141"/>
                    </a:cubicBezTo>
                    <a:cubicBezTo>
                      <a:pt x="5713" y="1074"/>
                      <a:pt x="4742" y="1774"/>
                      <a:pt x="3697" y="2203"/>
                    </a:cubicBezTo>
                    <a:cubicBezTo>
                      <a:pt x="2642" y="2670"/>
                      <a:pt x="1476" y="2866"/>
                      <a:pt x="309" y="2903"/>
                    </a:cubicBezTo>
                    <a:cubicBezTo>
                      <a:pt x="160" y="2903"/>
                      <a:pt x="1" y="3099"/>
                      <a:pt x="1" y="3258"/>
                    </a:cubicBezTo>
                    <a:cubicBezTo>
                      <a:pt x="1" y="3454"/>
                      <a:pt x="160" y="3603"/>
                      <a:pt x="346" y="3603"/>
                    </a:cubicBezTo>
                    <a:cubicBezTo>
                      <a:pt x="1597" y="3529"/>
                      <a:pt x="2801" y="3333"/>
                      <a:pt x="3968" y="2829"/>
                    </a:cubicBezTo>
                    <a:cubicBezTo>
                      <a:pt x="5135" y="2362"/>
                      <a:pt x="6180" y="1587"/>
                      <a:pt x="6927" y="533"/>
                    </a:cubicBezTo>
                    <a:cubicBezTo>
                      <a:pt x="7001" y="374"/>
                      <a:pt x="7001" y="187"/>
                      <a:pt x="6843" y="66"/>
                    </a:cubicBezTo>
                    <a:cubicBezTo>
                      <a:pt x="6784" y="22"/>
                      <a:pt x="6712" y="1"/>
                      <a:pt x="664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3" name="Google Shape;1203;p40"/>
              <p:cNvSpPr/>
              <p:nvPr/>
            </p:nvSpPr>
            <p:spPr>
              <a:xfrm>
                <a:off x="5559400" y="1568425"/>
                <a:ext cx="34100" cy="93900"/>
              </a:xfrm>
              <a:custGeom>
                <a:avLst/>
                <a:gdLst/>
                <a:ahLst/>
                <a:cxnLst/>
                <a:rect l="l" t="t" r="r" b="b"/>
                <a:pathLst>
                  <a:path w="1364" h="3756" extrusionOk="0">
                    <a:moveTo>
                      <a:pt x="1010" y="1"/>
                    </a:moveTo>
                    <a:cubicBezTo>
                      <a:pt x="910" y="1"/>
                      <a:pt x="811" y="52"/>
                      <a:pt x="738" y="147"/>
                    </a:cubicBezTo>
                    <a:cubicBezTo>
                      <a:pt x="271" y="726"/>
                      <a:pt x="1" y="1510"/>
                      <a:pt x="1" y="2322"/>
                    </a:cubicBezTo>
                    <a:cubicBezTo>
                      <a:pt x="1" y="2714"/>
                      <a:pt x="85" y="3143"/>
                      <a:pt x="234" y="3573"/>
                    </a:cubicBezTo>
                    <a:cubicBezTo>
                      <a:pt x="295" y="3681"/>
                      <a:pt x="411" y="3755"/>
                      <a:pt x="530" y="3755"/>
                    </a:cubicBezTo>
                    <a:cubicBezTo>
                      <a:pt x="575" y="3755"/>
                      <a:pt x="620" y="3745"/>
                      <a:pt x="663" y="3722"/>
                    </a:cubicBezTo>
                    <a:cubicBezTo>
                      <a:pt x="859" y="3647"/>
                      <a:pt x="934" y="3451"/>
                      <a:pt x="859" y="3293"/>
                    </a:cubicBezTo>
                    <a:cubicBezTo>
                      <a:pt x="738" y="2985"/>
                      <a:pt x="663" y="2639"/>
                      <a:pt x="663" y="2322"/>
                    </a:cubicBezTo>
                    <a:cubicBezTo>
                      <a:pt x="663" y="1659"/>
                      <a:pt x="897" y="1006"/>
                      <a:pt x="1251" y="577"/>
                    </a:cubicBezTo>
                    <a:cubicBezTo>
                      <a:pt x="1364" y="418"/>
                      <a:pt x="1364" y="222"/>
                      <a:pt x="1205" y="72"/>
                    </a:cubicBezTo>
                    <a:cubicBezTo>
                      <a:pt x="1145" y="24"/>
                      <a:pt x="1077" y="1"/>
                      <a:pt x="101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04" name="Google Shape;1204;p40"/>
              <p:cNvSpPr/>
              <p:nvPr/>
            </p:nvSpPr>
            <p:spPr>
              <a:xfrm>
                <a:off x="5260025" y="1542200"/>
                <a:ext cx="132325" cy="60950"/>
              </a:xfrm>
              <a:custGeom>
                <a:avLst/>
                <a:gdLst/>
                <a:ahLst/>
                <a:cxnLst/>
                <a:rect l="l" t="t" r="r" b="b"/>
                <a:pathLst>
                  <a:path w="5293" h="2438" extrusionOk="0">
                    <a:moveTo>
                      <a:pt x="371" y="0"/>
                    </a:moveTo>
                    <a:cubicBezTo>
                      <a:pt x="323" y="0"/>
                      <a:pt x="276" y="10"/>
                      <a:pt x="234" y="29"/>
                    </a:cubicBezTo>
                    <a:cubicBezTo>
                      <a:pt x="75" y="104"/>
                      <a:pt x="0" y="300"/>
                      <a:pt x="38" y="459"/>
                    </a:cubicBezTo>
                    <a:cubicBezTo>
                      <a:pt x="392" y="1196"/>
                      <a:pt x="812" y="1700"/>
                      <a:pt x="1326" y="2008"/>
                    </a:cubicBezTo>
                    <a:cubicBezTo>
                      <a:pt x="1830" y="2326"/>
                      <a:pt x="2371" y="2438"/>
                      <a:pt x="2875" y="2438"/>
                    </a:cubicBezTo>
                    <a:cubicBezTo>
                      <a:pt x="3463" y="2438"/>
                      <a:pt x="4005" y="2288"/>
                      <a:pt x="4434" y="2167"/>
                    </a:cubicBezTo>
                    <a:cubicBezTo>
                      <a:pt x="4826" y="2008"/>
                      <a:pt x="5059" y="1859"/>
                      <a:pt x="5097" y="1859"/>
                    </a:cubicBezTo>
                    <a:cubicBezTo>
                      <a:pt x="5246" y="1775"/>
                      <a:pt x="5293" y="1541"/>
                      <a:pt x="5209" y="1392"/>
                    </a:cubicBezTo>
                    <a:cubicBezTo>
                      <a:pt x="5159" y="1286"/>
                      <a:pt x="5037" y="1217"/>
                      <a:pt x="4915" y="1217"/>
                    </a:cubicBezTo>
                    <a:cubicBezTo>
                      <a:pt x="4855" y="1217"/>
                      <a:pt x="4794" y="1234"/>
                      <a:pt x="4742" y="1271"/>
                    </a:cubicBezTo>
                    <a:cubicBezTo>
                      <a:pt x="4742" y="1271"/>
                      <a:pt x="4509" y="1392"/>
                      <a:pt x="4163" y="1504"/>
                    </a:cubicBezTo>
                    <a:cubicBezTo>
                      <a:pt x="3809" y="1663"/>
                      <a:pt x="3342" y="1775"/>
                      <a:pt x="2875" y="1775"/>
                    </a:cubicBezTo>
                    <a:cubicBezTo>
                      <a:pt x="2492" y="1775"/>
                      <a:pt x="2063" y="1663"/>
                      <a:pt x="1671" y="1467"/>
                    </a:cubicBezTo>
                    <a:cubicBezTo>
                      <a:pt x="1326" y="1233"/>
                      <a:pt x="971" y="841"/>
                      <a:pt x="663" y="188"/>
                    </a:cubicBezTo>
                    <a:cubicBezTo>
                      <a:pt x="636" y="72"/>
                      <a:pt x="502" y="0"/>
                      <a:pt x="37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05" name="Google Shape;1205;p40"/>
            <p:cNvSpPr/>
            <p:nvPr/>
          </p:nvSpPr>
          <p:spPr>
            <a:xfrm>
              <a:off x="7814686" y="1309204"/>
              <a:ext cx="60900" cy="16986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06" name="Google Shape;1206;p40"/>
          <p:cNvGrpSpPr/>
          <p:nvPr/>
        </p:nvGrpSpPr>
        <p:grpSpPr>
          <a:xfrm>
            <a:off x="6106482" y="2440411"/>
            <a:ext cx="852702" cy="1013668"/>
            <a:chOff x="6903325" y="768150"/>
            <a:chExt cx="1883592" cy="2239654"/>
          </a:xfrm>
        </p:grpSpPr>
        <p:sp>
          <p:nvSpPr>
            <p:cNvPr id="1207" name="Google Shape;1207;p40"/>
            <p:cNvSpPr/>
            <p:nvPr/>
          </p:nvSpPr>
          <p:spPr>
            <a:xfrm>
              <a:off x="6903325" y="768150"/>
              <a:ext cx="1883592" cy="1572042"/>
            </a:xfrm>
            <a:custGeom>
              <a:avLst/>
              <a:gdLst/>
              <a:ahLst/>
              <a:cxnLst/>
              <a:rect l="l" t="t" r="r" b="b"/>
              <a:pathLst>
                <a:path w="29832" h="23219" extrusionOk="0">
                  <a:moveTo>
                    <a:pt x="14892" y="1"/>
                  </a:moveTo>
                  <a:cubicBezTo>
                    <a:pt x="14202" y="1"/>
                    <a:pt x="13511" y="388"/>
                    <a:pt x="13217" y="1163"/>
                  </a:cubicBezTo>
                  <a:lnTo>
                    <a:pt x="13217" y="1209"/>
                  </a:lnTo>
                  <a:cubicBezTo>
                    <a:pt x="13105" y="1517"/>
                    <a:pt x="12984" y="1863"/>
                    <a:pt x="12750" y="2096"/>
                  </a:cubicBezTo>
                  <a:cubicBezTo>
                    <a:pt x="12480" y="2414"/>
                    <a:pt x="12050" y="2526"/>
                    <a:pt x="11668" y="2684"/>
                  </a:cubicBezTo>
                  <a:cubicBezTo>
                    <a:pt x="9642" y="3422"/>
                    <a:pt x="8279" y="5643"/>
                    <a:pt x="8475" y="7818"/>
                  </a:cubicBezTo>
                  <a:cubicBezTo>
                    <a:pt x="7150" y="8247"/>
                    <a:pt x="6067" y="9330"/>
                    <a:pt x="5638" y="10655"/>
                  </a:cubicBezTo>
                  <a:cubicBezTo>
                    <a:pt x="5479" y="11197"/>
                    <a:pt x="5405" y="11822"/>
                    <a:pt x="5096" y="12326"/>
                  </a:cubicBezTo>
                  <a:cubicBezTo>
                    <a:pt x="4779" y="12914"/>
                    <a:pt x="4163" y="13297"/>
                    <a:pt x="3696" y="13726"/>
                  </a:cubicBezTo>
                  <a:cubicBezTo>
                    <a:pt x="3612" y="13810"/>
                    <a:pt x="3538" y="13848"/>
                    <a:pt x="3500" y="13922"/>
                  </a:cubicBezTo>
                  <a:cubicBezTo>
                    <a:pt x="0" y="17310"/>
                    <a:pt x="2530" y="23219"/>
                    <a:pt x="7383" y="23219"/>
                  </a:cubicBezTo>
                  <a:lnTo>
                    <a:pt x="22439" y="23219"/>
                  </a:lnTo>
                  <a:cubicBezTo>
                    <a:pt x="27302" y="23219"/>
                    <a:pt x="29832" y="17310"/>
                    <a:pt x="26331" y="13922"/>
                  </a:cubicBezTo>
                  <a:cubicBezTo>
                    <a:pt x="26247" y="13848"/>
                    <a:pt x="26210" y="13810"/>
                    <a:pt x="26135" y="13726"/>
                  </a:cubicBezTo>
                  <a:cubicBezTo>
                    <a:pt x="25631" y="13297"/>
                    <a:pt x="25043" y="12914"/>
                    <a:pt x="24698" y="12326"/>
                  </a:cubicBezTo>
                  <a:cubicBezTo>
                    <a:pt x="24418" y="11822"/>
                    <a:pt x="24343" y="11197"/>
                    <a:pt x="24147" y="10655"/>
                  </a:cubicBezTo>
                  <a:cubicBezTo>
                    <a:pt x="23764" y="9330"/>
                    <a:pt x="22672" y="8247"/>
                    <a:pt x="21310" y="7818"/>
                  </a:cubicBezTo>
                  <a:cubicBezTo>
                    <a:pt x="21543" y="5643"/>
                    <a:pt x="20143" y="3422"/>
                    <a:pt x="18117" y="2684"/>
                  </a:cubicBezTo>
                  <a:cubicBezTo>
                    <a:pt x="17735" y="2526"/>
                    <a:pt x="17305" y="2414"/>
                    <a:pt x="17035" y="2096"/>
                  </a:cubicBezTo>
                  <a:cubicBezTo>
                    <a:pt x="16801" y="1863"/>
                    <a:pt x="16717" y="1517"/>
                    <a:pt x="16605" y="1209"/>
                  </a:cubicBezTo>
                  <a:cubicBezTo>
                    <a:pt x="16605" y="1163"/>
                    <a:pt x="16605" y="1163"/>
                    <a:pt x="16568" y="1163"/>
                  </a:cubicBezTo>
                  <a:cubicBezTo>
                    <a:pt x="16274" y="388"/>
                    <a:pt x="15583" y="1"/>
                    <a:pt x="148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08" name="Google Shape;1208;p40"/>
            <p:cNvGrpSpPr/>
            <p:nvPr/>
          </p:nvGrpSpPr>
          <p:grpSpPr>
            <a:xfrm>
              <a:off x="7376316" y="1424126"/>
              <a:ext cx="866544" cy="842824"/>
              <a:chOff x="5260025" y="1303750"/>
              <a:chExt cx="391800" cy="381075"/>
            </a:xfrm>
          </p:grpSpPr>
          <p:sp>
            <p:nvSpPr>
              <p:cNvPr id="1209" name="Google Shape;1209;p40"/>
              <p:cNvSpPr/>
              <p:nvPr/>
            </p:nvSpPr>
            <p:spPr>
              <a:xfrm>
                <a:off x="5466075" y="1303750"/>
                <a:ext cx="118800" cy="204175"/>
              </a:xfrm>
              <a:custGeom>
                <a:avLst/>
                <a:gdLst/>
                <a:ahLst/>
                <a:cxnLst/>
                <a:rect l="l" t="t" r="r" b="b"/>
                <a:pathLst>
                  <a:path w="4752" h="8167" extrusionOk="0">
                    <a:moveTo>
                      <a:pt x="4396" y="0"/>
                    </a:moveTo>
                    <a:cubicBezTo>
                      <a:pt x="4200" y="0"/>
                      <a:pt x="4051" y="159"/>
                      <a:pt x="4051" y="345"/>
                    </a:cubicBezTo>
                    <a:cubicBezTo>
                      <a:pt x="4051" y="1746"/>
                      <a:pt x="3659" y="3146"/>
                      <a:pt x="2996" y="4434"/>
                    </a:cubicBezTo>
                    <a:cubicBezTo>
                      <a:pt x="2334" y="5675"/>
                      <a:pt x="1363" y="6767"/>
                      <a:pt x="196" y="7542"/>
                    </a:cubicBezTo>
                    <a:cubicBezTo>
                      <a:pt x="37" y="7663"/>
                      <a:pt x="0" y="7897"/>
                      <a:pt x="121" y="8009"/>
                    </a:cubicBezTo>
                    <a:cubicBezTo>
                      <a:pt x="172" y="8115"/>
                      <a:pt x="293" y="8167"/>
                      <a:pt x="416" y="8167"/>
                    </a:cubicBezTo>
                    <a:cubicBezTo>
                      <a:pt x="476" y="8167"/>
                      <a:pt x="536" y="8155"/>
                      <a:pt x="588" y="8130"/>
                    </a:cubicBezTo>
                    <a:cubicBezTo>
                      <a:pt x="1830" y="7271"/>
                      <a:pt x="2884" y="6067"/>
                      <a:pt x="3584" y="4742"/>
                    </a:cubicBezTo>
                    <a:cubicBezTo>
                      <a:pt x="4322" y="3379"/>
                      <a:pt x="4704" y="1904"/>
                      <a:pt x="4751" y="345"/>
                    </a:cubicBezTo>
                    <a:cubicBezTo>
                      <a:pt x="4751" y="159"/>
                      <a:pt x="4592" y="37"/>
                      <a:pt x="4396"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0" name="Google Shape;1210;p40"/>
              <p:cNvSpPr/>
              <p:nvPr/>
            </p:nvSpPr>
            <p:spPr>
              <a:xfrm>
                <a:off x="5528375" y="1430350"/>
                <a:ext cx="123450" cy="46550"/>
              </a:xfrm>
              <a:custGeom>
                <a:avLst/>
                <a:gdLst/>
                <a:ahLst/>
                <a:cxnLst/>
                <a:rect l="l" t="t" r="r" b="b"/>
                <a:pathLst>
                  <a:path w="4938" h="1862" extrusionOk="0">
                    <a:moveTo>
                      <a:pt x="406" y="1"/>
                    </a:moveTo>
                    <a:cubicBezTo>
                      <a:pt x="302" y="1"/>
                      <a:pt x="186" y="53"/>
                      <a:pt x="112" y="144"/>
                    </a:cubicBezTo>
                    <a:cubicBezTo>
                      <a:pt x="0" y="266"/>
                      <a:pt x="38" y="499"/>
                      <a:pt x="196" y="611"/>
                    </a:cubicBezTo>
                    <a:cubicBezTo>
                      <a:pt x="1279" y="1433"/>
                      <a:pt x="2605" y="1862"/>
                      <a:pt x="3930" y="1862"/>
                    </a:cubicBezTo>
                    <a:cubicBezTo>
                      <a:pt x="4163" y="1862"/>
                      <a:pt x="4397" y="1862"/>
                      <a:pt x="4630" y="1815"/>
                    </a:cubicBezTo>
                    <a:cubicBezTo>
                      <a:pt x="4779" y="1815"/>
                      <a:pt x="4938" y="1629"/>
                      <a:pt x="4901" y="1433"/>
                    </a:cubicBezTo>
                    <a:cubicBezTo>
                      <a:pt x="4901" y="1293"/>
                      <a:pt x="4749" y="1154"/>
                      <a:pt x="4605" y="1154"/>
                    </a:cubicBezTo>
                    <a:cubicBezTo>
                      <a:pt x="4585" y="1154"/>
                      <a:pt x="4565" y="1156"/>
                      <a:pt x="4546" y="1162"/>
                    </a:cubicBezTo>
                    <a:cubicBezTo>
                      <a:pt x="4359" y="1162"/>
                      <a:pt x="4126" y="1199"/>
                      <a:pt x="3930" y="1199"/>
                    </a:cubicBezTo>
                    <a:cubicBezTo>
                      <a:pt x="2763" y="1199"/>
                      <a:pt x="1559" y="770"/>
                      <a:pt x="579" y="70"/>
                    </a:cubicBezTo>
                    <a:cubicBezTo>
                      <a:pt x="535" y="22"/>
                      <a:pt x="473" y="1"/>
                      <a:pt x="406"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1" name="Google Shape;1211;p40"/>
              <p:cNvSpPr/>
              <p:nvPr/>
            </p:nvSpPr>
            <p:spPr>
              <a:xfrm>
                <a:off x="5330950" y="1323875"/>
                <a:ext cx="149850" cy="294900"/>
              </a:xfrm>
              <a:custGeom>
                <a:avLst/>
                <a:gdLst/>
                <a:ahLst/>
                <a:cxnLst/>
                <a:rect l="l" t="t" r="r" b="b"/>
                <a:pathLst>
                  <a:path w="5994" h="11796" extrusionOk="0">
                    <a:moveTo>
                      <a:pt x="709" y="0"/>
                    </a:moveTo>
                    <a:cubicBezTo>
                      <a:pt x="552" y="0"/>
                      <a:pt x="426" y="115"/>
                      <a:pt x="393" y="287"/>
                    </a:cubicBezTo>
                    <a:cubicBezTo>
                      <a:pt x="159" y="1603"/>
                      <a:pt x="38" y="2966"/>
                      <a:pt x="1" y="4329"/>
                    </a:cubicBezTo>
                    <a:lnTo>
                      <a:pt x="1" y="4721"/>
                    </a:lnTo>
                    <a:cubicBezTo>
                      <a:pt x="1" y="5533"/>
                      <a:pt x="38" y="6354"/>
                      <a:pt x="197" y="7166"/>
                    </a:cubicBezTo>
                    <a:cubicBezTo>
                      <a:pt x="355" y="7941"/>
                      <a:pt x="626" y="8725"/>
                      <a:pt x="1056" y="9462"/>
                    </a:cubicBezTo>
                    <a:cubicBezTo>
                      <a:pt x="1438" y="10125"/>
                      <a:pt x="2026" y="10704"/>
                      <a:pt x="2689" y="11133"/>
                    </a:cubicBezTo>
                    <a:cubicBezTo>
                      <a:pt x="3342" y="11563"/>
                      <a:pt x="4089" y="11796"/>
                      <a:pt x="4901" y="11796"/>
                    </a:cubicBezTo>
                    <a:cubicBezTo>
                      <a:pt x="5172" y="11796"/>
                      <a:pt x="5442" y="11796"/>
                      <a:pt x="5723" y="11721"/>
                    </a:cubicBezTo>
                    <a:cubicBezTo>
                      <a:pt x="5909" y="11675"/>
                      <a:pt x="5993" y="11488"/>
                      <a:pt x="5956" y="11292"/>
                    </a:cubicBezTo>
                    <a:cubicBezTo>
                      <a:pt x="5915" y="11154"/>
                      <a:pt x="5769" y="11051"/>
                      <a:pt x="5627" y="11051"/>
                    </a:cubicBezTo>
                    <a:cubicBezTo>
                      <a:pt x="5606" y="11051"/>
                      <a:pt x="5585" y="11054"/>
                      <a:pt x="5564" y="11059"/>
                    </a:cubicBezTo>
                    <a:cubicBezTo>
                      <a:pt x="5330" y="11096"/>
                      <a:pt x="5097" y="11133"/>
                      <a:pt x="4901" y="11133"/>
                    </a:cubicBezTo>
                    <a:cubicBezTo>
                      <a:pt x="4238" y="11133"/>
                      <a:pt x="3622" y="10937"/>
                      <a:pt x="3034" y="10555"/>
                    </a:cubicBezTo>
                    <a:cubicBezTo>
                      <a:pt x="2493" y="10200"/>
                      <a:pt x="1989" y="9696"/>
                      <a:pt x="1634" y="9108"/>
                    </a:cubicBezTo>
                    <a:cubicBezTo>
                      <a:pt x="1242" y="8492"/>
                      <a:pt x="1009" y="7754"/>
                      <a:pt x="860" y="7008"/>
                    </a:cubicBezTo>
                    <a:cubicBezTo>
                      <a:pt x="701" y="6270"/>
                      <a:pt x="664" y="5496"/>
                      <a:pt x="664" y="4721"/>
                    </a:cubicBezTo>
                    <a:lnTo>
                      <a:pt x="664" y="4329"/>
                    </a:lnTo>
                    <a:cubicBezTo>
                      <a:pt x="701" y="3003"/>
                      <a:pt x="822" y="1687"/>
                      <a:pt x="1056" y="399"/>
                    </a:cubicBezTo>
                    <a:cubicBezTo>
                      <a:pt x="1093" y="203"/>
                      <a:pt x="972" y="54"/>
                      <a:pt x="776" y="7"/>
                    </a:cubicBezTo>
                    <a:cubicBezTo>
                      <a:pt x="753" y="3"/>
                      <a:pt x="731" y="0"/>
                      <a:pt x="709"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2" name="Google Shape;1212;p40"/>
              <p:cNvSpPr/>
              <p:nvPr/>
            </p:nvSpPr>
            <p:spPr>
              <a:xfrm>
                <a:off x="5334000" y="1373750"/>
                <a:ext cx="70950" cy="128175"/>
              </a:xfrm>
              <a:custGeom>
                <a:avLst/>
                <a:gdLst/>
                <a:ahLst/>
                <a:cxnLst/>
                <a:rect l="l" t="t" r="r" b="b"/>
                <a:pathLst>
                  <a:path w="2838" h="5127" extrusionOk="0">
                    <a:moveTo>
                      <a:pt x="2483" y="0"/>
                    </a:moveTo>
                    <a:cubicBezTo>
                      <a:pt x="2287" y="0"/>
                      <a:pt x="2138" y="159"/>
                      <a:pt x="2138" y="346"/>
                    </a:cubicBezTo>
                    <a:cubicBezTo>
                      <a:pt x="2138" y="1904"/>
                      <a:pt x="1400" y="3501"/>
                      <a:pt x="149" y="4509"/>
                    </a:cubicBezTo>
                    <a:cubicBezTo>
                      <a:pt x="0" y="4630"/>
                      <a:pt x="0" y="4863"/>
                      <a:pt x="112" y="5013"/>
                    </a:cubicBezTo>
                    <a:cubicBezTo>
                      <a:pt x="183" y="5084"/>
                      <a:pt x="277" y="5126"/>
                      <a:pt x="375" y="5126"/>
                    </a:cubicBezTo>
                    <a:cubicBezTo>
                      <a:pt x="443" y="5126"/>
                      <a:pt x="513" y="5105"/>
                      <a:pt x="579" y="5059"/>
                    </a:cubicBezTo>
                    <a:cubicBezTo>
                      <a:pt x="1979" y="3893"/>
                      <a:pt x="2800" y="2138"/>
                      <a:pt x="2838" y="346"/>
                    </a:cubicBezTo>
                    <a:cubicBezTo>
                      <a:pt x="2838" y="159"/>
                      <a:pt x="2679" y="0"/>
                      <a:pt x="248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3" name="Google Shape;1213;p40"/>
              <p:cNvSpPr/>
              <p:nvPr/>
            </p:nvSpPr>
            <p:spPr>
              <a:xfrm>
                <a:off x="5470025" y="1594725"/>
                <a:ext cx="175050" cy="90100"/>
              </a:xfrm>
              <a:custGeom>
                <a:avLst/>
                <a:gdLst/>
                <a:ahLst/>
                <a:cxnLst/>
                <a:rect l="l" t="t" r="r" b="b"/>
                <a:pathLst>
                  <a:path w="7002" h="3604" extrusionOk="0">
                    <a:moveTo>
                      <a:pt x="6641" y="1"/>
                    </a:moveTo>
                    <a:cubicBezTo>
                      <a:pt x="6532" y="1"/>
                      <a:pt x="6427" y="50"/>
                      <a:pt x="6376" y="141"/>
                    </a:cubicBezTo>
                    <a:cubicBezTo>
                      <a:pt x="5713" y="1074"/>
                      <a:pt x="4742" y="1774"/>
                      <a:pt x="3697" y="2203"/>
                    </a:cubicBezTo>
                    <a:cubicBezTo>
                      <a:pt x="2642" y="2670"/>
                      <a:pt x="1476" y="2866"/>
                      <a:pt x="309" y="2903"/>
                    </a:cubicBezTo>
                    <a:cubicBezTo>
                      <a:pt x="160" y="2903"/>
                      <a:pt x="1" y="3099"/>
                      <a:pt x="1" y="3258"/>
                    </a:cubicBezTo>
                    <a:cubicBezTo>
                      <a:pt x="1" y="3454"/>
                      <a:pt x="160" y="3603"/>
                      <a:pt x="346" y="3603"/>
                    </a:cubicBezTo>
                    <a:cubicBezTo>
                      <a:pt x="1597" y="3529"/>
                      <a:pt x="2801" y="3333"/>
                      <a:pt x="3968" y="2829"/>
                    </a:cubicBezTo>
                    <a:cubicBezTo>
                      <a:pt x="5135" y="2362"/>
                      <a:pt x="6180" y="1587"/>
                      <a:pt x="6927" y="533"/>
                    </a:cubicBezTo>
                    <a:cubicBezTo>
                      <a:pt x="7001" y="374"/>
                      <a:pt x="7001" y="187"/>
                      <a:pt x="6843" y="66"/>
                    </a:cubicBezTo>
                    <a:cubicBezTo>
                      <a:pt x="6784" y="22"/>
                      <a:pt x="6712" y="1"/>
                      <a:pt x="664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4" name="Google Shape;1214;p40"/>
              <p:cNvSpPr/>
              <p:nvPr/>
            </p:nvSpPr>
            <p:spPr>
              <a:xfrm>
                <a:off x="5559400" y="1568425"/>
                <a:ext cx="34100" cy="93900"/>
              </a:xfrm>
              <a:custGeom>
                <a:avLst/>
                <a:gdLst/>
                <a:ahLst/>
                <a:cxnLst/>
                <a:rect l="l" t="t" r="r" b="b"/>
                <a:pathLst>
                  <a:path w="1364" h="3756" extrusionOk="0">
                    <a:moveTo>
                      <a:pt x="1010" y="1"/>
                    </a:moveTo>
                    <a:cubicBezTo>
                      <a:pt x="910" y="1"/>
                      <a:pt x="811" y="52"/>
                      <a:pt x="738" y="147"/>
                    </a:cubicBezTo>
                    <a:cubicBezTo>
                      <a:pt x="271" y="726"/>
                      <a:pt x="1" y="1510"/>
                      <a:pt x="1" y="2322"/>
                    </a:cubicBezTo>
                    <a:cubicBezTo>
                      <a:pt x="1" y="2714"/>
                      <a:pt x="85" y="3143"/>
                      <a:pt x="234" y="3573"/>
                    </a:cubicBezTo>
                    <a:cubicBezTo>
                      <a:pt x="295" y="3681"/>
                      <a:pt x="411" y="3755"/>
                      <a:pt x="530" y="3755"/>
                    </a:cubicBezTo>
                    <a:cubicBezTo>
                      <a:pt x="575" y="3755"/>
                      <a:pt x="620" y="3745"/>
                      <a:pt x="663" y="3722"/>
                    </a:cubicBezTo>
                    <a:cubicBezTo>
                      <a:pt x="859" y="3647"/>
                      <a:pt x="934" y="3451"/>
                      <a:pt x="859" y="3293"/>
                    </a:cubicBezTo>
                    <a:cubicBezTo>
                      <a:pt x="738" y="2985"/>
                      <a:pt x="663" y="2639"/>
                      <a:pt x="663" y="2322"/>
                    </a:cubicBezTo>
                    <a:cubicBezTo>
                      <a:pt x="663" y="1659"/>
                      <a:pt x="897" y="1006"/>
                      <a:pt x="1251" y="577"/>
                    </a:cubicBezTo>
                    <a:cubicBezTo>
                      <a:pt x="1364" y="418"/>
                      <a:pt x="1364" y="222"/>
                      <a:pt x="1205" y="72"/>
                    </a:cubicBezTo>
                    <a:cubicBezTo>
                      <a:pt x="1145" y="24"/>
                      <a:pt x="1077" y="1"/>
                      <a:pt x="101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15" name="Google Shape;1215;p40"/>
              <p:cNvSpPr/>
              <p:nvPr/>
            </p:nvSpPr>
            <p:spPr>
              <a:xfrm>
                <a:off x="5260025" y="1542200"/>
                <a:ext cx="132325" cy="60950"/>
              </a:xfrm>
              <a:custGeom>
                <a:avLst/>
                <a:gdLst/>
                <a:ahLst/>
                <a:cxnLst/>
                <a:rect l="l" t="t" r="r" b="b"/>
                <a:pathLst>
                  <a:path w="5293" h="2438" extrusionOk="0">
                    <a:moveTo>
                      <a:pt x="371" y="0"/>
                    </a:moveTo>
                    <a:cubicBezTo>
                      <a:pt x="323" y="0"/>
                      <a:pt x="276" y="10"/>
                      <a:pt x="234" y="29"/>
                    </a:cubicBezTo>
                    <a:cubicBezTo>
                      <a:pt x="75" y="104"/>
                      <a:pt x="0" y="300"/>
                      <a:pt x="38" y="459"/>
                    </a:cubicBezTo>
                    <a:cubicBezTo>
                      <a:pt x="392" y="1196"/>
                      <a:pt x="812" y="1700"/>
                      <a:pt x="1326" y="2008"/>
                    </a:cubicBezTo>
                    <a:cubicBezTo>
                      <a:pt x="1830" y="2326"/>
                      <a:pt x="2371" y="2438"/>
                      <a:pt x="2875" y="2438"/>
                    </a:cubicBezTo>
                    <a:cubicBezTo>
                      <a:pt x="3463" y="2438"/>
                      <a:pt x="4005" y="2288"/>
                      <a:pt x="4434" y="2167"/>
                    </a:cubicBezTo>
                    <a:cubicBezTo>
                      <a:pt x="4826" y="2008"/>
                      <a:pt x="5059" y="1859"/>
                      <a:pt x="5097" y="1859"/>
                    </a:cubicBezTo>
                    <a:cubicBezTo>
                      <a:pt x="5246" y="1775"/>
                      <a:pt x="5293" y="1541"/>
                      <a:pt x="5209" y="1392"/>
                    </a:cubicBezTo>
                    <a:cubicBezTo>
                      <a:pt x="5159" y="1286"/>
                      <a:pt x="5037" y="1217"/>
                      <a:pt x="4915" y="1217"/>
                    </a:cubicBezTo>
                    <a:cubicBezTo>
                      <a:pt x="4855" y="1217"/>
                      <a:pt x="4794" y="1234"/>
                      <a:pt x="4742" y="1271"/>
                    </a:cubicBezTo>
                    <a:cubicBezTo>
                      <a:pt x="4742" y="1271"/>
                      <a:pt x="4509" y="1392"/>
                      <a:pt x="4163" y="1504"/>
                    </a:cubicBezTo>
                    <a:cubicBezTo>
                      <a:pt x="3809" y="1663"/>
                      <a:pt x="3342" y="1775"/>
                      <a:pt x="2875" y="1775"/>
                    </a:cubicBezTo>
                    <a:cubicBezTo>
                      <a:pt x="2492" y="1775"/>
                      <a:pt x="2063" y="1663"/>
                      <a:pt x="1671" y="1467"/>
                    </a:cubicBezTo>
                    <a:cubicBezTo>
                      <a:pt x="1326" y="1233"/>
                      <a:pt x="971" y="841"/>
                      <a:pt x="663" y="188"/>
                    </a:cubicBezTo>
                    <a:cubicBezTo>
                      <a:pt x="636" y="72"/>
                      <a:pt x="502" y="0"/>
                      <a:pt x="37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216" name="Google Shape;1216;p40"/>
            <p:cNvSpPr/>
            <p:nvPr/>
          </p:nvSpPr>
          <p:spPr>
            <a:xfrm>
              <a:off x="7814686" y="1309204"/>
              <a:ext cx="60900" cy="16986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17" name="Google Shape;1217;p40"/>
          <p:cNvGrpSpPr/>
          <p:nvPr/>
        </p:nvGrpSpPr>
        <p:grpSpPr>
          <a:xfrm>
            <a:off x="7061379" y="1853564"/>
            <a:ext cx="547618" cy="1013782"/>
            <a:chOff x="7797029" y="2174230"/>
            <a:chExt cx="1161931" cy="2151032"/>
          </a:xfrm>
        </p:grpSpPr>
        <p:sp>
          <p:nvSpPr>
            <p:cNvPr id="1218" name="Google Shape;1218;p40"/>
            <p:cNvSpPr/>
            <p:nvPr/>
          </p:nvSpPr>
          <p:spPr>
            <a:xfrm>
              <a:off x="7797029" y="2174230"/>
              <a:ext cx="1161931" cy="1382760"/>
            </a:xfrm>
            <a:custGeom>
              <a:avLst/>
              <a:gdLst/>
              <a:ahLst/>
              <a:cxnLst/>
              <a:rect l="l" t="t" r="r" b="b"/>
              <a:pathLst>
                <a:path w="21273" h="25316" extrusionOk="0">
                  <a:moveTo>
                    <a:pt x="11920" y="0"/>
                  </a:moveTo>
                  <a:cubicBezTo>
                    <a:pt x="9767" y="0"/>
                    <a:pt x="7648" y="927"/>
                    <a:pt x="6217" y="2390"/>
                  </a:cubicBezTo>
                  <a:cubicBezTo>
                    <a:pt x="4630" y="4024"/>
                    <a:pt x="3883" y="6245"/>
                    <a:pt x="3883" y="8383"/>
                  </a:cubicBezTo>
                  <a:cubicBezTo>
                    <a:pt x="3846" y="9045"/>
                    <a:pt x="3930" y="9745"/>
                    <a:pt x="3650" y="10361"/>
                  </a:cubicBezTo>
                  <a:cubicBezTo>
                    <a:pt x="3417" y="10828"/>
                    <a:pt x="3034" y="11220"/>
                    <a:pt x="2679" y="11650"/>
                  </a:cubicBezTo>
                  <a:cubicBezTo>
                    <a:pt x="1046" y="13516"/>
                    <a:pt x="0" y="15850"/>
                    <a:pt x="75" y="18183"/>
                  </a:cubicBezTo>
                  <a:cubicBezTo>
                    <a:pt x="150" y="20554"/>
                    <a:pt x="1438" y="22888"/>
                    <a:pt x="3613" y="24213"/>
                  </a:cubicBezTo>
                  <a:cubicBezTo>
                    <a:pt x="4824" y="24931"/>
                    <a:pt x="6299" y="25315"/>
                    <a:pt x="7769" y="25315"/>
                  </a:cubicBezTo>
                  <a:cubicBezTo>
                    <a:pt x="8994" y="25315"/>
                    <a:pt x="10215" y="25048"/>
                    <a:pt x="11276" y="24484"/>
                  </a:cubicBezTo>
                  <a:cubicBezTo>
                    <a:pt x="12090" y="24825"/>
                    <a:pt x="13002" y="24989"/>
                    <a:pt x="13926" y="24989"/>
                  </a:cubicBezTo>
                  <a:cubicBezTo>
                    <a:pt x="15830" y="24989"/>
                    <a:pt x="17782" y="24291"/>
                    <a:pt x="19014" y="23009"/>
                  </a:cubicBezTo>
                  <a:cubicBezTo>
                    <a:pt x="20843" y="21142"/>
                    <a:pt x="21273" y="18417"/>
                    <a:pt x="20498" y="16083"/>
                  </a:cubicBezTo>
                  <a:cubicBezTo>
                    <a:pt x="20143" y="14954"/>
                    <a:pt x="19518" y="13908"/>
                    <a:pt x="18864" y="12891"/>
                  </a:cubicBezTo>
                  <a:cubicBezTo>
                    <a:pt x="18743" y="12742"/>
                    <a:pt x="18668" y="12546"/>
                    <a:pt x="18631" y="12350"/>
                  </a:cubicBezTo>
                  <a:cubicBezTo>
                    <a:pt x="18631" y="12191"/>
                    <a:pt x="18743" y="11995"/>
                    <a:pt x="18780" y="11808"/>
                  </a:cubicBezTo>
                  <a:cubicBezTo>
                    <a:pt x="20843" y="3090"/>
                    <a:pt x="16718" y="561"/>
                    <a:pt x="12835" y="57"/>
                  </a:cubicBezTo>
                  <a:cubicBezTo>
                    <a:pt x="12530" y="19"/>
                    <a:pt x="12225" y="0"/>
                    <a:pt x="119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19" name="Google Shape;1219;p40"/>
            <p:cNvGrpSpPr/>
            <p:nvPr/>
          </p:nvGrpSpPr>
          <p:grpSpPr>
            <a:xfrm>
              <a:off x="8149431" y="2521491"/>
              <a:ext cx="429313" cy="1803771"/>
              <a:chOff x="6097050" y="1346450"/>
              <a:chExt cx="196500" cy="825600"/>
            </a:xfrm>
          </p:grpSpPr>
          <p:sp>
            <p:nvSpPr>
              <p:cNvPr id="1220" name="Google Shape;1220;p40"/>
              <p:cNvSpPr/>
              <p:nvPr/>
            </p:nvSpPr>
            <p:spPr>
              <a:xfrm>
                <a:off x="6203225" y="1432075"/>
                <a:ext cx="20325" cy="739975"/>
              </a:xfrm>
              <a:custGeom>
                <a:avLst/>
                <a:gdLst/>
                <a:ahLst/>
                <a:cxnLst/>
                <a:rect l="l" t="t" r="r" b="b"/>
                <a:pathLst>
                  <a:path w="813" h="29599" extrusionOk="0">
                    <a:moveTo>
                      <a:pt x="420" y="1"/>
                    </a:moveTo>
                    <a:cubicBezTo>
                      <a:pt x="187" y="1"/>
                      <a:pt x="0" y="197"/>
                      <a:pt x="0" y="430"/>
                    </a:cubicBezTo>
                    <a:lnTo>
                      <a:pt x="0" y="29207"/>
                    </a:lnTo>
                    <a:cubicBezTo>
                      <a:pt x="0" y="29440"/>
                      <a:pt x="187" y="29599"/>
                      <a:pt x="420" y="29599"/>
                    </a:cubicBezTo>
                    <a:cubicBezTo>
                      <a:pt x="616" y="29599"/>
                      <a:pt x="812" y="29440"/>
                      <a:pt x="812" y="29207"/>
                    </a:cubicBezTo>
                    <a:lnTo>
                      <a:pt x="812" y="430"/>
                    </a:lnTo>
                    <a:cubicBezTo>
                      <a:pt x="812" y="197"/>
                      <a:pt x="616" y="1"/>
                      <a:pt x="42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1" name="Google Shape;1221;p40"/>
              <p:cNvSpPr/>
              <p:nvPr/>
            </p:nvSpPr>
            <p:spPr>
              <a:xfrm>
                <a:off x="6097050" y="1389375"/>
                <a:ext cx="124625" cy="276800"/>
              </a:xfrm>
              <a:custGeom>
                <a:avLst/>
                <a:gdLst/>
                <a:ahLst/>
                <a:cxnLst/>
                <a:rect l="l" t="t" r="r" b="b"/>
                <a:pathLst>
                  <a:path w="4985" h="11072" extrusionOk="0">
                    <a:moveTo>
                      <a:pt x="430" y="1"/>
                    </a:moveTo>
                    <a:cubicBezTo>
                      <a:pt x="234" y="1"/>
                      <a:pt x="84" y="113"/>
                      <a:pt x="84" y="309"/>
                    </a:cubicBezTo>
                    <a:cubicBezTo>
                      <a:pt x="47" y="971"/>
                      <a:pt x="0" y="1587"/>
                      <a:pt x="0" y="2250"/>
                    </a:cubicBezTo>
                    <a:cubicBezTo>
                      <a:pt x="0" y="3809"/>
                      <a:pt x="159" y="5405"/>
                      <a:pt x="747" y="6917"/>
                    </a:cubicBezTo>
                    <a:cubicBezTo>
                      <a:pt x="1447" y="8672"/>
                      <a:pt x="2763" y="10147"/>
                      <a:pt x="4396" y="11043"/>
                    </a:cubicBezTo>
                    <a:cubicBezTo>
                      <a:pt x="4449" y="11063"/>
                      <a:pt x="4501" y="11072"/>
                      <a:pt x="4550" y="11072"/>
                    </a:cubicBezTo>
                    <a:cubicBezTo>
                      <a:pt x="4688" y="11072"/>
                      <a:pt x="4808" y="11001"/>
                      <a:pt x="4863" y="10884"/>
                    </a:cubicBezTo>
                    <a:cubicBezTo>
                      <a:pt x="4985" y="10735"/>
                      <a:pt x="4901" y="10539"/>
                      <a:pt x="4751" y="10417"/>
                    </a:cubicBezTo>
                    <a:cubicBezTo>
                      <a:pt x="3230" y="9605"/>
                      <a:pt x="2026" y="8243"/>
                      <a:pt x="1363" y="6646"/>
                    </a:cubicBezTo>
                    <a:cubicBezTo>
                      <a:pt x="822" y="5284"/>
                      <a:pt x="700" y="3772"/>
                      <a:pt x="700" y="2250"/>
                    </a:cubicBezTo>
                    <a:cubicBezTo>
                      <a:pt x="700" y="1634"/>
                      <a:pt x="700" y="971"/>
                      <a:pt x="747" y="346"/>
                    </a:cubicBezTo>
                    <a:cubicBezTo>
                      <a:pt x="747" y="150"/>
                      <a:pt x="588" y="1"/>
                      <a:pt x="43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2" name="Google Shape;1222;p40"/>
              <p:cNvSpPr/>
              <p:nvPr/>
            </p:nvSpPr>
            <p:spPr>
              <a:xfrm>
                <a:off x="6207875" y="1346450"/>
                <a:ext cx="85675" cy="205950"/>
              </a:xfrm>
              <a:custGeom>
                <a:avLst/>
                <a:gdLst/>
                <a:ahLst/>
                <a:cxnLst/>
                <a:rect l="l" t="t" r="r" b="b"/>
                <a:pathLst>
                  <a:path w="3427" h="8238" extrusionOk="0">
                    <a:moveTo>
                      <a:pt x="2997" y="0"/>
                    </a:moveTo>
                    <a:cubicBezTo>
                      <a:pt x="2801" y="0"/>
                      <a:pt x="2652" y="159"/>
                      <a:pt x="2689" y="355"/>
                    </a:cubicBezTo>
                    <a:cubicBezTo>
                      <a:pt x="2726" y="1055"/>
                      <a:pt x="2764" y="1718"/>
                      <a:pt x="2764" y="2371"/>
                    </a:cubicBezTo>
                    <a:cubicBezTo>
                      <a:pt x="2764" y="3118"/>
                      <a:pt x="2726" y="3818"/>
                      <a:pt x="2530" y="4518"/>
                    </a:cubicBezTo>
                    <a:cubicBezTo>
                      <a:pt x="2381" y="5171"/>
                      <a:pt x="2101" y="5797"/>
                      <a:pt x="1718" y="6338"/>
                    </a:cubicBezTo>
                    <a:cubicBezTo>
                      <a:pt x="1326" y="6889"/>
                      <a:pt x="822" y="7318"/>
                      <a:pt x="234" y="7589"/>
                    </a:cubicBezTo>
                    <a:cubicBezTo>
                      <a:pt x="85" y="7663"/>
                      <a:pt x="1" y="7859"/>
                      <a:pt x="85" y="8018"/>
                    </a:cubicBezTo>
                    <a:cubicBezTo>
                      <a:pt x="112" y="8156"/>
                      <a:pt x="246" y="8237"/>
                      <a:pt x="378" y="8237"/>
                    </a:cubicBezTo>
                    <a:cubicBezTo>
                      <a:pt x="425" y="8237"/>
                      <a:pt x="472" y="8227"/>
                      <a:pt x="514" y="8205"/>
                    </a:cubicBezTo>
                    <a:cubicBezTo>
                      <a:pt x="1214" y="7897"/>
                      <a:pt x="1830" y="7355"/>
                      <a:pt x="2260" y="6730"/>
                    </a:cubicBezTo>
                    <a:cubicBezTo>
                      <a:pt x="2726" y="6151"/>
                      <a:pt x="3034" y="5405"/>
                      <a:pt x="3193" y="4667"/>
                    </a:cubicBezTo>
                    <a:cubicBezTo>
                      <a:pt x="3389" y="3930"/>
                      <a:pt x="3426" y="3155"/>
                      <a:pt x="3426" y="2371"/>
                    </a:cubicBezTo>
                    <a:cubicBezTo>
                      <a:pt x="3426" y="1671"/>
                      <a:pt x="3389" y="971"/>
                      <a:pt x="3352" y="318"/>
                    </a:cubicBezTo>
                    <a:cubicBezTo>
                      <a:pt x="3352" y="122"/>
                      <a:pt x="3156" y="0"/>
                      <a:pt x="2997"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23" name="Google Shape;1223;p40"/>
          <p:cNvGrpSpPr/>
          <p:nvPr/>
        </p:nvGrpSpPr>
        <p:grpSpPr>
          <a:xfrm>
            <a:off x="74667" y="1718952"/>
            <a:ext cx="547618" cy="1013782"/>
            <a:chOff x="7797029" y="2174230"/>
            <a:chExt cx="1161931" cy="2151032"/>
          </a:xfrm>
        </p:grpSpPr>
        <p:sp>
          <p:nvSpPr>
            <p:cNvPr id="1224" name="Google Shape;1224;p40"/>
            <p:cNvSpPr/>
            <p:nvPr/>
          </p:nvSpPr>
          <p:spPr>
            <a:xfrm>
              <a:off x="7797029" y="2174230"/>
              <a:ext cx="1161931" cy="1382760"/>
            </a:xfrm>
            <a:custGeom>
              <a:avLst/>
              <a:gdLst/>
              <a:ahLst/>
              <a:cxnLst/>
              <a:rect l="l" t="t" r="r" b="b"/>
              <a:pathLst>
                <a:path w="21273" h="25316" extrusionOk="0">
                  <a:moveTo>
                    <a:pt x="11920" y="0"/>
                  </a:moveTo>
                  <a:cubicBezTo>
                    <a:pt x="9767" y="0"/>
                    <a:pt x="7648" y="927"/>
                    <a:pt x="6217" y="2390"/>
                  </a:cubicBezTo>
                  <a:cubicBezTo>
                    <a:pt x="4630" y="4024"/>
                    <a:pt x="3883" y="6245"/>
                    <a:pt x="3883" y="8383"/>
                  </a:cubicBezTo>
                  <a:cubicBezTo>
                    <a:pt x="3846" y="9045"/>
                    <a:pt x="3930" y="9745"/>
                    <a:pt x="3650" y="10361"/>
                  </a:cubicBezTo>
                  <a:cubicBezTo>
                    <a:pt x="3417" y="10828"/>
                    <a:pt x="3034" y="11220"/>
                    <a:pt x="2679" y="11650"/>
                  </a:cubicBezTo>
                  <a:cubicBezTo>
                    <a:pt x="1046" y="13516"/>
                    <a:pt x="0" y="15850"/>
                    <a:pt x="75" y="18183"/>
                  </a:cubicBezTo>
                  <a:cubicBezTo>
                    <a:pt x="150" y="20554"/>
                    <a:pt x="1438" y="22888"/>
                    <a:pt x="3613" y="24213"/>
                  </a:cubicBezTo>
                  <a:cubicBezTo>
                    <a:pt x="4824" y="24931"/>
                    <a:pt x="6299" y="25315"/>
                    <a:pt x="7769" y="25315"/>
                  </a:cubicBezTo>
                  <a:cubicBezTo>
                    <a:pt x="8994" y="25315"/>
                    <a:pt x="10215" y="25048"/>
                    <a:pt x="11276" y="24484"/>
                  </a:cubicBezTo>
                  <a:cubicBezTo>
                    <a:pt x="12090" y="24825"/>
                    <a:pt x="13002" y="24989"/>
                    <a:pt x="13926" y="24989"/>
                  </a:cubicBezTo>
                  <a:cubicBezTo>
                    <a:pt x="15830" y="24989"/>
                    <a:pt x="17782" y="24291"/>
                    <a:pt x="19014" y="23009"/>
                  </a:cubicBezTo>
                  <a:cubicBezTo>
                    <a:pt x="20843" y="21142"/>
                    <a:pt x="21273" y="18417"/>
                    <a:pt x="20498" y="16083"/>
                  </a:cubicBezTo>
                  <a:cubicBezTo>
                    <a:pt x="20143" y="14954"/>
                    <a:pt x="19518" y="13908"/>
                    <a:pt x="18864" y="12891"/>
                  </a:cubicBezTo>
                  <a:cubicBezTo>
                    <a:pt x="18743" y="12742"/>
                    <a:pt x="18668" y="12546"/>
                    <a:pt x="18631" y="12350"/>
                  </a:cubicBezTo>
                  <a:cubicBezTo>
                    <a:pt x="18631" y="12191"/>
                    <a:pt x="18743" y="11995"/>
                    <a:pt x="18780" y="11808"/>
                  </a:cubicBezTo>
                  <a:cubicBezTo>
                    <a:pt x="20843" y="3090"/>
                    <a:pt x="16718" y="561"/>
                    <a:pt x="12835" y="57"/>
                  </a:cubicBezTo>
                  <a:cubicBezTo>
                    <a:pt x="12530" y="19"/>
                    <a:pt x="12225" y="0"/>
                    <a:pt x="119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25" name="Google Shape;1225;p40"/>
            <p:cNvGrpSpPr/>
            <p:nvPr/>
          </p:nvGrpSpPr>
          <p:grpSpPr>
            <a:xfrm>
              <a:off x="8149431" y="2521491"/>
              <a:ext cx="429313" cy="1803771"/>
              <a:chOff x="6097050" y="1346450"/>
              <a:chExt cx="196500" cy="825600"/>
            </a:xfrm>
          </p:grpSpPr>
          <p:sp>
            <p:nvSpPr>
              <p:cNvPr id="1226" name="Google Shape;1226;p40"/>
              <p:cNvSpPr/>
              <p:nvPr/>
            </p:nvSpPr>
            <p:spPr>
              <a:xfrm>
                <a:off x="6203225" y="1432075"/>
                <a:ext cx="20325" cy="739975"/>
              </a:xfrm>
              <a:custGeom>
                <a:avLst/>
                <a:gdLst/>
                <a:ahLst/>
                <a:cxnLst/>
                <a:rect l="l" t="t" r="r" b="b"/>
                <a:pathLst>
                  <a:path w="813" h="29599" extrusionOk="0">
                    <a:moveTo>
                      <a:pt x="420" y="1"/>
                    </a:moveTo>
                    <a:cubicBezTo>
                      <a:pt x="187" y="1"/>
                      <a:pt x="0" y="197"/>
                      <a:pt x="0" y="430"/>
                    </a:cubicBezTo>
                    <a:lnTo>
                      <a:pt x="0" y="29207"/>
                    </a:lnTo>
                    <a:cubicBezTo>
                      <a:pt x="0" y="29440"/>
                      <a:pt x="187" y="29599"/>
                      <a:pt x="420" y="29599"/>
                    </a:cubicBezTo>
                    <a:cubicBezTo>
                      <a:pt x="616" y="29599"/>
                      <a:pt x="812" y="29440"/>
                      <a:pt x="812" y="29207"/>
                    </a:cubicBezTo>
                    <a:lnTo>
                      <a:pt x="812" y="430"/>
                    </a:lnTo>
                    <a:cubicBezTo>
                      <a:pt x="812" y="197"/>
                      <a:pt x="616" y="1"/>
                      <a:pt x="42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7" name="Google Shape;1227;p40"/>
              <p:cNvSpPr/>
              <p:nvPr/>
            </p:nvSpPr>
            <p:spPr>
              <a:xfrm>
                <a:off x="6097050" y="1389375"/>
                <a:ext cx="124625" cy="276800"/>
              </a:xfrm>
              <a:custGeom>
                <a:avLst/>
                <a:gdLst/>
                <a:ahLst/>
                <a:cxnLst/>
                <a:rect l="l" t="t" r="r" b="b"/>
                <a:pathLst>
                  <a:path w="4985" h="11072" extrusionOk="0">
                    <a:moveTo>
                      <a:pt x="430" y="1"/>
                    </a:moveTo>
                    <a:cubicBezTo>
                      <a:pt x="234" y="1"/>
                      <a:pt x="84" y="113"/>
                      <a:pt x="84" y="309"/>
                    </a:cubicBezTo>
                    <a:cubicBezTo>
                      <a:pt x="47" y="971"/>
                      <a:pt x="0" y="1587"/>
                      <a:pt x="0" y="2250"/>
                    </a:cubicBezTo>
                    <a:cubicBezTo>
                      <a:pt x="0" y="3809"/>
                      <a:pt x="159" y="5405"/>
                      <a:pt x="747" y="6917"/>
                    </a:cubicBezTo>
                    <a:cubicBezTo>
                      <a:pt x="1447" y="8672"/>
                      <a:pt x="2763" y="10147"/>
                      <a:pt x="4396" y="11043"/>
                    </a:cubicBezTo>
                    <a:cubicBezTo>
                      <a:pt x="4449" y="11063"/>
                      <a:pt x="4501" y="11072"/>
                      <a:pt x="4550" y="11072"/>
                    </a:cubicBezTo>
                    <a:cubicBezTo>
                      <a:pt x="4688" y="11072"/>
                      <a:pt x="4808" y="11001"/>
                      <a:pt x="4863" y="10884"/>
                    </a:cubicBezTo>
                    <a:cubicBezTo>
                      <a:pt x="4985" y="10735"/>
                      <a:pt x="4901" y="10539"/>
                      <a:pt x="4751" y="10417"/>
                    </a:cubicBezTo>
                    <a:cubicBezTo>
                      <a:pt x="3230" y="9605"/>
                      <a:pt x="2026" y="8243"/>
                      <a:pt x="1363" y="6646"/>
                    </a:cubicBezTo>
                    <a:cubicBezTo>
                      <a:pt x="822" y="5284"/>
                      <a:pt x="700" y="3772"/>
                      <a:pt x="700" y="2250"/>
                    </a:cubicBezTo>
                    <a:cubicBezTo>
                      <a:pt x="700" y="1634"/>
                      <a:pt x="700" y="971"/>
                      <a:pt x="747" y="346"/>
                    </a:cubicBezTo>
                    <a:cubicBezTo>
                      <a:pt x="747" y="150"/>
                      <a:pt x="588" y="1"/>
                      <a:pt x="43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8" name="Google Shape;1228;p40"/>
              <p:cNvSpPr/>
              <p:nvPr/>
            </p:nvSpPr>
            <p:spPr>
              <a:xfrm>
                <a:off x="6207875" y="1346450"/>
                <a:ext cx="85675" cy="205950"/>
              </a:xfrm>
              <a:custGeom>
                <a:avLst/>
                <a:gdLst/>
                <a:ahLst/>
                <a:cxnLst/>
                <a:rect l="l" t="t" r="r" b="b"/>
                <a:pathLst>
                  <a:path w="3427" h="8238" extrusionOk="0">
                    <a:moveTo>
                      <a:pt x="2997" y="0"/>
                    </a:moveTo>
                    <a:cubicBezTo>
                      <a:pt x="2801" y="0"/>
                      <a:pt x="2652" y="159"/>
                      <a:pt x="2689" y="355"/>
                    </a:cubicBezTo>
                    <a:cubicBezTo>
                      <a:pt x="2726" y="1055"/>
                      <a:pt x="2764" y="1718"/>
                      <a:pt x="2764" y="2371"/>
                    </a:cubicBezTo>
                    <a:cubicBezTo>
                      <a:pt x="2764" y="3118"/>
                      <a:pt x="2726" y="3818"/>
                      <a:pt x="2530" y="4518"/>
                    </a:cubicBezTo>
                    <a:cubicBezTo>
                      <a:pt x="2381" y="5171"/>
                      <a:pt x="2101" y="5797"/>
                      <a:pt x="1718" y="6338"/>
                    </a:cubicBezTo>
                    <a:cubicBezTo>
                      <a:pt x="1326" y="6889"/>
                      <a:pt x="822" y="7318"/>
                      <a:pt x="234" y="7589"/>
                    </a:cubicBezTo>
                    <a:cubicBezTo>
                      <a:pt x="85" y="7663"/>
                      <a:pt x="1" y="7859"/>
                      <a:pt x="85" y="8018"/>
                    </a:cubicBezTo>
                    <a:cubicBezTo>
                      <a:pt x="112" y="8156"/>
                      <a:pt x="246" y="8237"/>
                      <a:pt x="378" y="8237"/>
                    </a:cubicBezTo>
                    <a:cubicBezTo>
                      <a:pt x="425" y="8237"/>
                      <a:pt x="472" y="8227"/>
                      <a:pt x="514" y="8205"/>
                    </a:cubicBezTo>
                    <a:cubicBezTo>
                      <a:pt x="1214" y="7897"/>
                      <a:pt x="1830" y="7355"/>
                      <a:pt x="2260" y="6730"/>
                    </a:cubicBezTo>
                    <a:cubicBezTo>
                      <a:pt x="2726" y="6151"/>
                      <a:pt x="3034" y="5405"/>
                      <a:pt x="3193" y="4667"/>
                    </a:cubicBezTo>
                    <a:cubicBezTo>
                      <a:pt x="3389" y="3930"/>
                      <a:pt x="3426" y="3155"/>
                      <a:pt x="3426" y="2371"/>
                    </a:cubicBezTo>
                    <a:cubicBezTo>
                      <a:pt x="3426" y="1671"/>
                      <a:pt x="3389" y="971"/>
                      <a:pt x="3352" y="318"/>
                    </a:cubicBezTo>
                    <a:cubicBezTo>
                      <a:pt x="3352" y="122"/>
                      <a:pt x="3156" y="0"/>
                      <a:pt x="2997"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229" name="Google Shape;1229;p40"/>
          <p:cNvSpPr txBox="1">
            <a:spLocks noGrp="1"/>
          </p:cNvSpPr>
          <p:nvPr>
            <p:ph type="ctrTitle"/>
          </p:nvPr>
        </p:nvSpPr>
        <p:spPr>
          <a:xfrm>
            <a:off x="1403550" y="531225"/>
            <a:ext cx="6336900" cy="1855200"/>
          </a:xfrm>
          <a:prstGeom prst="rect">
            <a:avLst/>
          </a:prstGeom>
        </p:spPr>
        <p:txBody>
          <a:bodyPr spcFirstLastPara="1" wrap="square" lIns="14400" tIns="14400" rIns="14400" bIns="14400" anchor="t" anchorCtr="0">
            <a:noAutofit/>
          </a:bodyPr>
          <a:lstStyle/>
          <a:p>
            <a:pPr marL="0" lvl="0" indent="0" algn="ctr" rtl="0">
              <a:spcBef>
                <a:spcPts val="0"/>
              </a:spcBef>
              <a:spcAft>
                <a:spcPts val="0"/>
              </a:spcAft>
              <a:buNone/>
            </a:pPr>
            <a:r>
              <a:rPr lang="en" dirty="0">
                <a:solidFill>
                  <a:srgbClr val="338EE4"/>
                </a:solidFill>
              </a:rPr>
              <a:t>Nossa escolhinha</a:t>
            </a:r>
            <a:endParaRPr dirty="0">
              <a:solidFill>
                <a:srgbClr val="338EE4"/>
              </a:solidFill>
            </a:endParaRPr>
          </a:p>
        </p:txBody>
      </p:sp>
      <p:sp>
        <p:nvSpPr>
          <p:cNvPr id="1230" name="Google Shape;1230;p40"/>
          <p:cNvSpPr/>
          <p:nvPr/>
        </p:nvSpPr>
        <p:spPr>
          <a:xfrm>
            <a:off x="1207775" y="1272325"/>
            <a:ext cx="874779" cy="406825"/>
          </a:xfrm>
          <a:custGeom>
            <a:avLst/>
            <a:gdLst/>
            <a:ahLst/>
            <a:cxnLst/>
            <a:rect l="l" t="t" r="r" b="b"/>
            <a:pathLst>
              <a:path w="33584" h="16273" extrusionOk="0">
                <a:moveTo>
                  <a:pt x="0" y="16273"/>
                </a:moveTo>
                <a:cubicBezTo>
                  <a:pt x="7212" y="14924"/>
                  <a:pt x="16020" y="11414"/>
                  <a:pt x="18633" y="4558"/>
                </a:cubicBezTo>
                <a:cubicBezTo>
                  <a:pt x="19173" y="3140"/>
                  <a:pt x="19190" y="542"/>
                  <a:pt x="17740" y="95"/>
                </a:cubicBezTo>
                <a:cubicBezTo>
                  <a:pt x="14229" y="-987"/>
                  <a:pt x="10734" y="8224"/>
                  <a:pt x="13724" y="10360"/>
                </a:cubicBezTo>
                <a:cubicBezTo>
                  <a:pt x="19344" y="14375"/>
                  <a:pt x="30861" y="10795"/>
                  <a:pt x="33584" y="4447"/>
                </a:cubicBezTo>
              </a:path>
            </a:pathLst>
          </a:custGeom>
          <a:noFill/>
          <a:ln w="19050" cap="flat" cmpd="sng">
            <a:solidFill>
              <a:schemeClr val="dk2"/>
            </a:solidFill>
            <a:prstDash val="dash"/>
            <a:round/>
            <a:headEnd type="none" w="med" len="med"/>
            <a:tailEnd type="none" w="med" len="med"/>
          </a:ln>
        </p:spPr>
        <p:txBody>
          <a:bodyPr/>
          <a:lstStyle/>
          <a:p>
            <a:endParaRPr lang="pt-BR"/>
          </a:p>
        </p:txBody>
      </p:sp>
      <p:grpSp>
        <p:nvGrpSpPr>
          <p:cNvPr id="1231" name="Google Shape;1231;p40"/>
          <p:cNvGrpSpPr/>
          <p:nvPr/>
        </p:nvGrpSpPr>
        <p:grpSpPr>
          <a:xfrm>
            <a:off x="2301112" y="2967762"/>
            <a:ext cx="655814" cy="355354"/>
            <a:chOff x="2301112" y="2967762"/>
            <a:chExt cx="655814" cy="355354"/>
          </a:xfrm>
        </p:grpSpPr>
        <p:sp>
          <p:nvSpPr>
            <p:cNvPr id="1232" name="Google Shape;1232;p40"/>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3" name="Google Shape;1233;p40"/>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4" name="Google Shape;1234;p40"/>
          <p:cNvGrpSpPr/>
          <p:nvPr/>
        </p:nvGrpSpPr>
        <p:grpSpPr>
          <a:xfrm>
            <a:off x="1472761" y="2670487"/>
            <a:ext cx="554753" cy="300630"/>
            <a:chOff x="2301112" y="2967762"/>
            <a:chExt cx="655814" cy="355354"/>
          </a:xfrm>
        </p:grpSpPr>
        <p:sp>
          <p:nvSpPr>
            <p:cNvPr id="1235" name="Google Shape;1235;p40"/>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6" name="Google Shape;1236;p40"/>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37" name="Google Shape;1237;p40"/>
          <p:cNvGrpSpPr/>
          <p:nvPr/>
        </p:nvGrpSpPr>
        <p:grpSpPr>
          <a:xfrm>
            <a:off x="71098" y="2510850"/>
            <a:ext cx="554753" cy="300630"/>
            <a:chOff x="2301112" y="2967762"/>
            <a:chExt cx="655814" cy="355354"/>
          </a:xfrm>
        </p:grpSpPr>
        <p:sp>
          <p:nvSpPr>
            <p:cNvPr id="1238" name="Google Shape;1238;p40"/>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9" name="Google Shape;1239;p40"/>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40" name="Google Shape;1240;p40"/>
          <p:cNvGrpSpPr/>
          <p:nvPr/>
        </p:nvGrpSpPr>
        <p:grpSpPr>
          <a:xfrm>
            <a:off x="587566" y="2509701"/>
            <a:ext cx="554772" cy="932574"/>
            <a:chOff x="304654" y="2412551"/>
            <a:chExt cx="554772" cy="932574"/>
          </a:xfrm>
        </p:grpSpPr>
        <p:sp>
          <p:nvSpPr>
            <p:cNvPr id="1241" name="Google Shape;1241;p40"/>
            <p:cNvSpPr/>
            <p:nvPr/>
          </p:nvSpPr>
          <p:spPr>
            <a:xfrm>
              <a:off x="304654" y="2412551"/>
              <a:ext cx="554772" cy="601091"/>
            </a:xfrm>
            <a:custGeom>
              <a:avLst/>
              <a:gdLst/>
              <a:ahLst/>
              <a:cxnLst/>
              <a:rect l="l" t="t" r="r" b="b"/>
              <a:pathLst>
                <a:path w="9839" h="10660" extrusionOk="0">
                  <a:moveTo>
                    <a:pt x="4901" y="1"/>
                  </a:moveTo>
                  <a:cubicBezTo>
                    <a:pt x="2213" y="1"/>
                    <a:pt x="1" y="2997"/>
                    <a:pt x="1" y="6693"/>
                  </a:cubicBezTo>
                  <a:cubicBezTo>
                    <a:pt x="1" y="8205"/>
                    <a:pt x="346" y="9568"/>
                    <a:pt x="934" y="10660"/>
                  </a:cubicBezTo>
                  <a:lnTo>
                    <a:pt x="8868" y="10660"/>
                  </a:lnTo>
                  <a:cubicBezTo>
                    <a:pt x="9484" y="9568"/>
                    <a:pt x="9839" y="8205"/>
                    <a:pt x="9839" y="6693"/>
                  </a:cubicBezTo>
                  <a:cubicBezTo>
                    <a:pt x="9839" y="2997"/>
                    <a:pt x="7617" y="1"/>
                    <a:pt x="49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42" name="Google Shape;1242;p40"/>
            <p:cNvGrpSpPr/>
            <p:nvPr/>
          </p:nvGrpSpPr>
          <p:grpSpPr>
            <a:xfrm>
              <a:off x="421718" y="2580213"/>
              <a:ext cx="320633" cy="764912"/>
              <a:chOff x="4503500" y="1320300"/>
              <a:chExt cx="310150" cy="739975"/>
            </a:xfrm>
          </p:grpSpPr>
          <p:sp>
            <p:nvSpPr>
              <p:cNvPr id="1243" name="Google Shape;1243;p40"/>
              <p:cNvSpPr/>
              <p:nvPr/>
            </p:nvSpPr>
            <p:spPr>
              <a:xfrm>
                <a:off x="4637675" y="1320300"/>
                <a:ext cx="20550" cy="739975"/>
              </a:xfrm>
              <a:custGeom>
                <a:avLst/>
                <a:gdLst/>
                <a:ahLst/>
                <a:cxnLst/>
                <a:rect l="l" t="t" r="r" b="b"/>
                <a:pathLst>
                  <a:path w="822" h="29599" extrusionOk="0">
                    <a:moveTo>
                      <a:pt x="430" y="1"/>
                    </a:moveTo>
                    <a:cubicBezTo>
                      <a:pt x="197" y="1"/>
                      <a:pt x="1" y="197"/>
                      <a:pt x="1" y="430"/>
                    </a:cubicBezTo>
                    <a:lnTo>
                      <a:pt x="1" y="29207"/>
                    </a:lnTo>
                    <a:cubicBezTo>
                      <a:pt x="1" y="29440"/>
                      <a:pt x="197" y="29599"/>
                      <a:pt x="430" y="29599"/>
                    </a:cubicBezTo>
                    <a:cubicBezTo>
                      <a:pt x="626" y="29599"/>
                      <a:pt x="822" y="29440"/>
                      <a:pt x="822" y="29207"/>
                    </a:cubicBezTo>
                    <a:lnTo>
                      <a:pt x="822" y="430"/>
                    </a:lnTo>
                    <a:cubicBezTo>
                      <a:pt x="822" y="197"/>
                      <a:pt x="626" y="1"/>
                      <a:pt x="43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4" name="Google Shape;1244;p40"/>
              <p:cNvSpPr/>
              <p:nvPr/>
            </p:nvSpPr>
            <p:spPr>
              <a:xfrm>
                <a:off x="4640700" y="1416275"/>
                <a:ext cx="172950" cy="143250"/>
              </a:xfrm>
              <a:custGeom>
                <a:avLst/>
                <a:gdLst/>
                <a:ahLst/>
                <a:cxnLst/>
                <a:rect l="l" t="t" r="r" b="b"/>
                <a:pathLst>
                  <a:path w="6918" h="5730" extrusionOk="0">
                    <a:moveTo>
                      <a:pt x="6540" y="1"/>
                    </a:moveTo>
                    <a:cubicBezTo>
                      <a:pt x="6378" y="1"/>
                      <a:pt x="6258" y="114"/>
                      <a:pt x="6217" y="278"/>
                    </a:cubicBezTo>
                    <a:cubicBezTo>
                      <a:pt x="5947" y="1604"/>
                      <a:pt x="5209" y="2892"/>
                      <a:pt x="4164" y="3741"/>
                    </a:cubicBezTo>
                    <a:cubicBezTo>
                      <a:pt x="3109" y="4562"/>
                      <a:pt x="1784" y="5029"/>
                      <a:pt x="468" y="5029"/>
                    </a:cubicBezTo>
                    <a:lnTo>
                      <a:pt x="346" y="5029"/>
                    </a:lnTo>
                    <a:cubicBezTo>
                      <a:pt x="150" y="5029"/>
                      <a:pt x="1" y="5178"/>
                      <a:pt x="1" y="5374"/>
                    </a:cubicBezTo>
                    <a:cubicBezTo>
                      <a:pt x="1" y="5533"/>
                      <a:pt x="150" y="5692"/>
                      <a:pt x="309" y="5729"/>
                    </a:cubicBezTo>
                    <a:lnTo>
                      <a:pt x="468" y="5729"/>
                    </a:lnTo>
                    <a:cubicBezTo>
                      <a:pt x="1942" y="5729"/>
                      <a:pt x="3417" y="5178"/>
                      <a:pt x="4584" y="4245"/>
                    </a:cubicBezTo>
                    <a:cubicBezTo>
                      <a:pt x="5751" y="3274"/>
                      <a:pt x="6609" y="1912"/>
                      <a:pt x="6880" y="399"/>
                    </a:cubicBezTo>
                    <a:cubicBezTo>
                      <a:pt x="6917" y="203"/>
                      <a:pt x="6805" y="45"/>
                      <a:pt x="6609" y="7"/>
                    </a:cubicBezTo>
                    <a:cubicBezTo>
                      <a:pt x="6585" y="3"/>
                      <a:pt x="6562" y="1"/>
                      <a:pt x="654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5" name="Google Shape;1245;p40"/>
              <p:cNvSpPr/>
              <p:nvPr/>
            </p:nvSpPr>
            <p:spPr>
              <a:xfrm>
                <a:off x="4546450" y="1326150"/>
                <a:ext cx="107825" cy="154675"/>
              </a:xfrm>
              <a:custGeom>
                <a:avLst/>
                <a:gdLst/>
                <a:ahLst/>
                <a:cxnLst/>
                <a:rect l="l" t="t" r="r" b="b"/>
                <a:pathLst>
                  <a:path w="4313" h="6187" extrusionOk="0">
                    <a:moveTo>
                      <a:pt x="345" y="0"/>
                    </a:moveTo>
                    <a:cubicBezTo>
                      <a:pt x="149" y="0"/>
                      <a:pt x="0" y="112"/>
                      <a:pt x="0" y="308"/>
                    </a:cubicBezTo>
                    <a:lnTo>
                      <a:pt x="0" y="616"/>
                    </a:lnTo>
                    <a:cubicBezTo>
                      <a:pt x="0" y="1783"/>
                      <a:pt x="271" y="2950"/>
                      <a:pt x="849" y="3930"/>
                    </a:cubicBezTo>
                    <a:cubicBezTo>
                      <a:pt x="1512" y="5013"/>
                      <a:pt x="2604" y="5909"/>
                      <a:pt x="3883" y="6179"/>
                    </a:cubicBezTo>
                    <a:cubicBezTo>
                      <a:pt x="3903" y="6184"/>
                      <a:pt x="3924" y="6186"/>
                      <a:pt x="3946" y="6186"/>
                    </a:cubicBezTo>
                    <a:cubicBezTo>
                      <a:pt x="4089" y="6186"/>
                      <a:pt x="4242" y="6079"/>
                      <a:pt x="4275" y="5909"/>
                    </a:cubicBezTo>
                    <a:cubicBezTo>
                      <a:pt x="4312" y="5750"/>
                      <a:pt x="4200" y="5563"/>
                      <a:pt x="4004" y="5517"/>
                    </a:cubicBezTo>
                    <a:cubicBezTo>
                      <a:pt x="2950" y="5283"/>
                      <a:pt x="2016" y="4546"/>
                      <a:pt x="1437" y="3575"/>
                    </a:cubicBezTo>
                    <a:cubicBezTo>
                      <a:pt x="933" y="2716"/>
                      <a:pt x="653" y="1671"/>
                      <a:pt x="653" y="616"/>
                    </a:cubicBezTo>
                    <a:lnTo>
                      <a:pt x="653" y="346"/>
                    </a:lnTo>
                    <a:cubicBezTo>
                      <a:pt x="700" y="150"/>
                      <a:pt x="541" y="0"/>
                      <a:pt x="345"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6" name="Google Shape;1246;p40"/>
              <p:cNvSpPr/>
              <p:nvPr/>
            </p:nvSpPr>
            <p:spPr>
              <a:xfrm>
                <a:off x="4503500" y="1515625"/>
                <a:ext cx="154725" cy="163500"/>
              </a:xfrm>
              <a:custGeom>
                <a:avLst/>
                <a:gdLst/>
                <a:ahLst/>
                <a:cxnLst/>
                <a:rect l="l" t="t" r="r" b="b"/>
                <a:pathLst>
                  <a:path w="6189" h="6540" extrusionOk="0">
                    <a:moveTo>
                      <a:pt x="355" y="0"/>
                    </a:moveTo>
                    <a:cubicBezTo>
                      <a:pt x="159" y="0"/>
                      <a:pt x="1" y="159"/>
                      <a:pt x="1" y="355"/>
                    </a:cubicBezTo>
                    <a:cubicBezTo>
                      <a:pt x="1" y="1904"/>
                      <a:pt x="626" y="3426"/>
                      <a:pt x="1671" y="4555"/>
                    </a:cubicBezTo>
                    <a:cubicBezTo>
                      <a:pt x="2763" y="5722"/>
                      <a:pt x="4238" y="6422"/>
                      <a:pt x="5797" y="6534"/>
                    </a:cubicBezTo>
                    <a:cubicBezTo>
                      <a:pt x="5817" y="6538"/>
                      <a:pt x="5837" y="6540"/>
                      <a:pt x="5857" y="6540"/>
                    </a:cubicBezTo>
                    <a:cubicBezTo>
                      <a:pt x="6024" y="6540"/>
                      <a:pt x="6152" y="6402"/>
                      <a:pt x="6152" y="6226"/>
                    </a:cubicBezTo>
                    <a:cubicBezTo>
                      <a:pt x="6189" y="6067"/>
                      <a:pt x="6030" y="5871"/>
                      <a:pt x="5834" y="5871"/>
                    </a:cubicBezTo>
                    <a:cubicBezTo>
                      <a:pt x="4472" y="5759"/>
                      <a:pt x="3118" y="5097"/>
                      <a:pt x="2185" y="4089"/>
                    </a:cubicBezTo>
                    <a:cubicBezTo>
                      <a:pt x="1251" y="3071"/>
                      <a:pt x="701" y="1718"/>
                      <a:pt x="663" y="318"/>
                    </a:cubicBezTo>
                    <a:cubicBezTo>
                      <a:pt x="663" y="159"/>
                      <a:pt x="505" y="0"/>
                      <a:pt x="355"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247" name="Google Shape;1247;p40"/>
          <p:cNvGrpSpPr/>
          <p:nvPr/>
        </p:nvGrpSpPr>
        <p:grpSpPr>
          <a:xfrm>
            <a:off x="495487" y="3134600"/>
            <a:ext cx="655814" cy="355354"/>
            <a:chOff x="2301112" y="2967762"/>
            <a:chExt cx="655814" cy="355354"/>
          </a:xfrm>
        </p:grpSpPr>
        <p:sp>
          <p:nvSpPr>
            <p:cNvPr id="1248" name="Google Shape;1248;p40"/>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9" name="Google Shape;1249;p40"/>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0" name="Google Shape;1250;p40"/>
          <p:cNvGrpSpPr/>
          <p:nvPr/>
        </p:nvGrpSpPr>
        <p:grpSpPr>
          <a:xfrm flipH="1">
            <a:off x="6204924" y="3156225"/>
            <a:ext cx="655814" cy="355354"/>
            <a:chOff x="2301112" y="2967762"/>
            <a:chExt cx="655814" cy="355354"/>
          </a:xfrm>
        </p:grpSpPr>
        <p:sp>
          <p:nvSpPr>
            <p:cNvPr id="1251" name="Google Shape;1251;p40"/>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2" name="Google Shape;1252;p40"/>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3" name="Google Shape;1253;p40"/>
          <p:cNvGrpSpPr/>
          <p:nvPr/>
        </p:nvGrpSpPr>
        <p:grpSpPr>
          <a:xfrm flipH="1">
            <a:off x="7091886" y="2642962"/>
            <a:ext cx="554753" cy="300630"/>
            <a:chOff x="2301112" y="2967762"/>
            <a:chExt cx="655814" cy="355354"/>
          </a:xfrm>
        </p:grpSpPr>
        <p:sp>
          <p:nvSpPr>
            <p:cNvPr id="1254" name="Google Shape;1254;p40"/>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5" name="Google Shape;1255;p40"/>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6" name="Google Shape;1256;p40"/>
          <p:cNvGrpSpPr/>
          <p:nvPr/>
        </p:nvGrpSpPr>
        <p:grpSpPr>
          <a:xfrm>
            <a:off x="6964919" y="2582644"/>
            <a:ext cx="987102" cy="1814359"/>
            <a:chOff x="9165869" y="2639469"/>
            <a:chExt cx="987102" cy="1814359"/>
          </a:xfrm>
        </p:grpSpPr>
        <p:sp>
          <p:nvSpPr>
            <p:cNvPr id="1257" name="Google Shape;1257;p40"/>
            <p:cNvSpPr/>
            <p:nvPr/>
          </p:nvSpPr>
          <p:spPr>
            <a:xfrm flipH="1">
              <a:off x="9824455" y="4216535"/>
              <a:ext cx="118892" cy="197956"/>
            </a:xfrm>
            <a:custGeom>
              <a:avLst/>
              <a:gdLst/>
              <a:ahLst/>
              <a:cxnLst/>
              <a:rect l="l" t="t" r="r" b="b"/>
              <a:pathLst>
                <a:path w="2605" h="4509" extrusionOk="0">
                  <a:moveTo>
                    <a:pt x="2408" y="0"/>
                  </a:moveTo>
                  <a:lnTo>
                    <a:pt x="0" y="234"/>
                  </a:lnTo>
                  <a:lnTo>
                    <a:pt x="75" y="3613"/>
                  </a:lnTo>
                  <a:lnTo>
                    <a:pt x="542" y="4434"/>
                  </a:lnTo>
                  <a:lnTo>
                    <a:pt x="2287" y="4509"/>
                  </a:lnTo>
                  <a:lnTo>
                    <a:pt x="2604" y="3687"/>
                  </a:lnTo>
                  <a:cubicBezTo>
                    <a:pt x="2334" y="3575"/>
                    <a:pt x="2408" y="1"/>
                    <a:pt x="2408"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8" name="Google Shape;1258;p40"/>
            <p:cNvSpPr/>
            <p:nvPr/>
          </p:nvSpPr>
          <p:spPr>
            <a:xfrm flipH="1">
              <a:off x="9694974" y="4368086"/>
              <a:ext cx="248373" cy="85742"/>
            </a:xfrm>
            <a:custGeom>
              <a:avLst/>
              <a:gdLst/>
              <a:ahLst/>
              <a:cxnLst/>
              <a:rect l="l" t="t" r="r" b="b"/>
              <a:pathLst>
                <a:path w="5442" h="1953" extrusionOk="0">
                  <a:moveTo>
                    <a:pt x="52" y="1"/>
                  </a:moveTo>
                  <a:cubicBezTo>
                    <a:pt x="18" y="1"/>
                    <a:pt x="0" y="2"/>
                    <a:pt x="0" y="2"/>
                  </a:cubicBezTo>
                  <a:lnTo>
                    <a:pt x="75" y="1915"/>
                  </a:lnTo>
                  <a:lnTo>
                    <a:pt x="5405" y="1953"/>
                  </a:lnTo>
                  <a:cubicBezTo>
                    <a:pt x="5442" y="1757"/>
                    <a:pt x="5367" y="1290"/>
                    <a:pt x="5171" y="1169"/>
                  </a:cubicBezTo>
                  <a:lnTo>
                    <a:pt x="2567" y="198"/>
                  </a:lnTo>
                  <a:cubicBezTo>
                    <a:pt x="2567" y="198"/>
                    <a:pt x="2408" y="399"/>
                    <a:pt x="2068" y="399"/>
                  </a:cubicBezTo>
                  <a:cubicBezTo>
                    <a:pt x="1955" y="399"/>
                    <a:pt x="1823" y="377"/>
                    <a:pt x="1671" y="319"/>
                  </a:cubicBezTo>
                  <a:cubicBezTo>
                    <a:pt x="769" y="26"/>
                    <a:pt x="217" y="1"/>
                    <a:pt x="52"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59" name="Google Shape;1259;p40"/>
            <p:cNvSpPr/>
            <p:nvPr/>
          </p:nvSpPr>
          <p:spPr>
            <a:xfrm flipH="1">
              <a:off x="9705608" y="4392321"/>
              <a:ext cx="85256" cy="32444"/>
            </a:xfrm>
            <a:custGeom>
              <a:avLst/>
              <a:gdLst/>
              <a:ahLst/>
              <a:cxnLst/>
              <a:rect l="l" t="t" r="r" b="b"/>
              <a:pathLst>
                <a:path w="1868" h="739" extrusionOk="0">
                  <a:moveTo>
                    <a:pt x="159" y="1"/>
                  </a:moveTo>
                  <a:lnTo>
                    <a:pt x="1" y="738"/>
                  </a:lnTo>
                  <a:lnTo>
                    <a:pt x="1830" y="738"/>
                  </a:lnTo>
                  <a:cubicBezTo>
                    <a:pt x="1868" y="738"/>
                    <a:pt x="1868" y="701"/>
                    <a:pt x="1868" y="701"/>
                  </a:cubicBezTo>
                  <a:lnTo>
                    <a:pt x="159" y="1"/>
                  </a:ln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0" name="Google Shape;1260;p40"/>
            <p:cNvSpPr/>
            <p:nvPr/>
          </p:nvSpPr>
          <p:spPr>
            <a:xfrm flipH="1">
              <a:off x="9703919" y="4390696"/>
              <a:ext cx="88633" cy="34068"/>
            </a:xfrm>
            <a:custGeom>
              <a:avLst/>
              <a:gdLst/>
              <a:ahLst/>
              <a:cxnLst/>
              <a:rect l="l" t="t" r="r" b="b"/>
              <a:pathLst>
                <a:path w="1942" h="776" extrusionOk="0">
                  <a:moveTo>
                    <a:pt x="234" y="75"/>
                  </a:moveTo>
                  <a:lnTo>
                    <a:pt x="1830" y="738"/>
                  </a:lnTo>
                  <a:lnTo>
                    <a:pt x="75" y="738"/>
                  </a:lnTo>
                  <a:lnTo>
                    <a:pt x="234" y="75"/>
                  </a:lnTo>
                  <a:close/>
                  <a:moveTo>
                    <a:pt x="150" y="0"/>
                  </a:moveTo>
                  <a:lnTo>
                    <a:pt x="0" y="775"/>
                  </a:lnTo>
                  <a:lnTo>
                    <a:pt x="1867" y="775"/>
                  </a:lnTo>
                  <a:cubicBezTo>
                    <a:pt x="1905" y="775"/>
                    <a:pt x="1905" y="775"/>
                    <a:pt x="1905" y="738"/>
                  </a:cubicBezTo>
                  <a:cubicBezTo>
                    <a:pt x="1942" y="738"/>
                    <a:pt x="1905" y="700"/>
                    <a:pt x="1905" y="700"/>
                  </a:cubicBezTo>
                  <a:lnTo>
                    <a:pt x="150" y="0"/>
                  </a:ln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1" name="Google Shape;1261;p40"/>
            <p:cNvSpPr/>
            <p:nvPr/>
          </p:nvSpPr>
          <p:spPr>
            <a:xfrm flipH="1">
              <a:off x="9922033" y="4368130"/>
              <a:ext cx="21314" cy="56634"/>
            </a:xfrm>
            <a:custGeom>
              <a:avLst/>
              <a:gdLst/>
              <a:ahLst/>
              <a:cxnLst/>
              <a:rect l="l" t="t" r="r" b="b"/>
              <a:pathLst>
                <a:path w="467" h="1290" extrusionOk="0">
                  <a:moveTo>
                    <a:pt x="0" y="1"/>
                  </a:moveTo>
                  <a:lnTo>
                    <a:pt x="75" y="1289"/>
                  </a:lnTo>
                  <a:lnTo>
                    <a:pt x="467" y="1252"/>
                  </a:lnTo>
                  <a:lnTo>
                    <a:pt x="346" y="48"/>
                  </a:lnTo>
                  <a:cubicBezTo>
                    <a:pt x="308" y="48"/>
                    <a:pt x="0" y="1"/>
                    <a:pt x="0" y="1"/>
                  </a:cubicBezTo>
                  <a:close/>
                </a:path>
              </a:pathLst>
            </a:custGeom>
            <a:solidFill>
              <a:srgbClr val="CBD0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2" name="Google Shape;1262;p40"/>
            <p:cNvSpPr/>
            <p:nvPr/>
          </p:nvSpPr>
          <p:spPr>
            <a:xfrm flipH="1">
              <a:off x="9703919" y="4423052"/>
              <a:ext cx="237739" cy="3337"/>
            </a:xfrm>
            <a:custGeom>
              <a:avLst/>
              <a:gdLst/>
              <a:ahLst/>
              <a:cxnLst/>
              <a:rect l="l" t="t" r="r" b="b"/>
              <a:pathLst>
                <a:path w="5209" h="76" extrusionOk="0">
                  <a:moveTo>
                    <a:pt x="38" y="1"/>
                  </a:moveTo>
                  <a:cubicBezTo>
                    <a:pt x="38" y="1"/>
                    <a:pt x="1" y="1"/>
                    <a:pt x="1" y="38"/>
                  </a:cubicBezTo>
                  <a:lnTo>
                    <a:pt x="38" y="38"/>
                  </a:lnTo>
                  <a:lnTo>
                    <a:pt x="5172" y="75"/>
                  </a:lnTo>
                  <a:cubicBezTo>
                    <a:pt x="5209" y="75"/>
                    <a:pt x="5209" y="38"/>
                    <a:pt x="5209" y="38"/>
                  </a:cubicBezTo>
                  <a:cubicBezTo>
                    <a:pt x="5209" y="38"/>
                    <a:pt x="5209" y="1"/>
                    <a:pt x="5172" y="1"/>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3" name="Google Shape;1263;p40"/>
            <p:cNvSpPr/>
            <p:nvPr/>
          </p:nvSpPr>
          <p:spPr>
            <a:xfrm flipH="1">
              <a:off x="9746501" y="3542017"/>
              <a:ext cx="266309" cy="783572"/>
            </a:xfrm>
            <a:custGeom>
              <a:avLst/>
              <a:gdLst/>
              <a:ahLst/>
              <a:cxnLst/>
              <a:rect l="l" t="t" r="r" b="b"/>
              <a:pathLst>
                <a:path w="5835" h="17848" extrusionOk="0">
                  <a:moveTo>
                    <a:pt x="5676" y="1"/>
                  </a:moveTo>
                  <a:lnTo>
                    <a:pt x="1" y="776"/>
                  </a:lnTo>
                  <a:lnTo>
                    <a:pt x="1056" y="8709"/>
                  </a:lnTo>
                  <a:cubicBezTo>
                    <a:pt x="1205" y="9913"/>
                    <a:pt x="1364" y="17577"/>
                    <a:pt x="1364" y="17577"/>
                  </a:cubicBezTo>
                  <a:lnTo>
                    <a:pt x="4089" y="17847"/>
                  </a:lnTo>
                  <a:lnTo>
                    <a:pt x="5489" y="12331"/>
                  </a:lnTo>
                  <a:cubicBezTo>
                    <a:pt x="5722" y="11351"/>
                    <a:pt x="5834" y="10343"/>
                    <a:pt x="5834" y="9335"/>
                  </a:cubicBezTo>
                  <a:lnTo>
                    <a:pt x="5676" y="1"/>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4" name="Google Shape;1264;p40"/>
            <p:cNvSpPr/>
            <p:nvPr/>
          </p:nvSpPr>
          <p:spPr>
            <a:xfrm flipH="1">
              <a:off x="9746501" y="3542017"/>
              <a:ext cx="266309" cy="783572"/>
            </a:xfrm>
            <a:custGeom>
              <a:avLst/>
              <a:gdLst/>
              <a:ahLst/>
              <a:cxnLst/>
              <a:rect l="l" t="t" r="r" b="b"/>
              <a:pathLst>
                <a:path w="5835" h="17848" extrusionOk="0">
                  <a:moveTo>
                    <a:pt x="5676" y="1"/>
                  </a:moveTo>
                  <a:lnTo>
                    <a:pt x="1" y="776"/>
                  </a:lnTo>
                  <a:lnTo>
                    <a:pt x="1056" y="8709"/>
                  </a:lnTo>
                  <a:cubicBezTo>
                    <a:pt x="1205" y="9913"/>
                    <a:pt x="1364" y="17577"/>
                    <a:pt x="1364" y="17577"/>
                  </a:cubicBezTo>
                  <a:lnTo>
                    <a:pt x="4089" y="17847"/>
                  </a:lnTo>
                  <a:lnTo>
                    <a:pt x="5489" y="12331"/>
                  </a:lnTo>
                  <a:cubicBezTo>
                    <a:pt x="5722" y="11351"/>
                    <a:pt x="5834" y="10343"/>
                    <a:pt x="5834" y="9335"/>
                  </a:cubicBezTo>
                  <a:lnTo>
                    <a:pt x="5676" y="1"/>
                  </a:ln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5" name="Google Shape;1265;p40"/>
            <p:cNvSpPr/>
            <p:nvPr/>
          </p:nvSpPr>
          <p:spPr>
            <a:xfrm flipH="1">
              <a:off x="9311552" y="4124340"/>
              <a:ext cx="195157" cy="202873"/>
            </a:xfrm>
            <a:custGeom>
              <a:avLst/>
              <a:gdLst/>
              <a:ahLst/>
              <a:cxnLst/>
              <a:rect l="l" t="t" r="r" b="b"/>
              <a:pathLst>
                <a:path w="4276" h="4621" extrusionOk="0">
                  <a:moveTo>
                    <a:pt x="2017" y="0"/>
                  </a:moveTo>
                  <a:lnTo>
                    <a:pt x="1" y="1316"/>
                  </a:lnTo>
                  <a:lnTo>
                    <a:pt x="1905" y="4117"/>
                  </a:lnTo>
                  <a:lnTo>
                    <a:pt x="2717" y="4621"/>
                  </a:lnTo>
                  <a:lnTo>
                    <a:pt x="4275" y="3921"/>
                  </a:lnTo>
                  <a:lnTo>
                    <a:pt x="4201" y="3071"/>
                  </a:lnTo>
                  <a:cubicBezTo>
                    <a:pt x="3921" y="3071"/>
                    <a:pt x="2017" y="0"/>
                    <a:pt x="2017"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6" name="Google Shape;1266;p40"/>
            <p:cNvSpPr/>
            <p:nvPr/>
          </p:nvSpPr>
          <p:spPr>
            <a:xfrm flipH="1">
              <a:off x="9165869" y="4243579"/>
              <a:ext cx="259463" cy="131576"/>
            </a:xfrm>
            <a:custGeom>
              <a:avLst/>
              <a:gdLst/>
              <a:ahLst/>
              <a:cxnLst/>
              <a:rect l="l" t="t" r="r" b="b"/>
              <a:pathLst>
                <a:path w="5685" h="2997" extrusionOk="0">
                  <a:moveTo>
                    <a:pt x="5134" y="0"/>
                  </a:moveTo>
                  <a:lnTo>
                    <a:pt x="2334" y="318"/>
                  </a:lnTo>
                  <a:cubicBezTo>
                    <a:pt x="2334" y="318"/>
                    <a:pt x="2296" y="738"/>
                    <a:pt x="1596" y="859"/>
                  </a:cubicBezTo>
                  <a:cubicBezTo>
                    <a:pt x="467" y="1018"/>
                    <a:pt x="0" y="1326"/>
                    <a:pt x="0" y="1326"/>
                  </a:cubicBezTo>
                  <a:lnTo>
                    <a:pt x="934" y="2997"/>
                  </a:lnTo>
                  <a:lnTo>
                    <a:pt x="5685" y="589"/>
                  </a:lnTo>
                  <a:cubicBezTo>
                    <a:pt x="5638" y="392"/>
                    <a:pt x="5330" y="0"/>
                    <a:pt x="5134"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7" name="Google Shape;1267;p40"/>
            <p:cNvSpPr/>
            <p:nvPr/>
          </p:nvSpPr>
          <p:spPr>
            <a:xfrm flipH="1">
              <a:off x="9187183" y="4245203"/>
              <a:ext cx="85210" cy="39381"/>
            </a:xfrm>
            <a:custGeom>
              <a:avLst/>
              <a:gdLst/>
              <a:ahLst/>
              <a:cxnLst/>
              <a:rect l="l" t="t" r="r" b="b"/>
              <a:pathLst>
                <a:path w="1867" h="897" extrusionOk="0">
                  <a:moveTo>
                    <a:pt x="1820" y="1"/>
                  </a:moveTo>
                  <a:lnTo>
                    <a:pt x="0" y="159"/>
                  </a:lnTo>
                  <a:lnTo>
                    <a:pt x="187" y="897"/>
                  </a:lnTo>
                  <a:lnTo>
                    <a:pt x="1820" y="47"/>
                  </a:lnTo>
                  <a:cubicBezTo>
                    <a:pt x="1867" y="47"/>
                    <a:pt x="1867" y="1"/>
                    <a:pt x="1820" y="1"/>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8" name="Google Shape;1268;p40"/>
            <p:cNvSpPr/>
            <p:nvPr/>
          </p:nvSpPr>
          <p:spPr>
            <a:xfrm flipH="1">
              <a:off x="9187183" y="4245203"/>
              <a:ext cx="87355" cy="41049"/>
            </a:xfrm>
            <a:custGeom>
              <a:avLst/>
              <a:gdLst/>
              <a:ahLst/>
              <a:cxnLst/>
              <a:rect l="l" t="t" r="r" b="b"/>
              <a:pathLst>
                <a:path w="1914" h="935" extrusionOk="0">
                  <a:moveTo>
                    <a:pt x="1830" y="47"/>
                  </a:moveTo>
                  <a:lnTo>
                    <a:pt x="281" y="860"/>
                  </a:lnTo>
                  <a:lnTo>
                    <a:pt x="85" y="159"/>
                  </a:lnTo>
                  <a:lnTo>
                    <a:pt x="1830" y="47"/>
                  </a:lnTo>
                  <a:close/>
                  <a:moveTo>
                    <a:pt x="1867" y="1"/>
                  </a:moveTo>
                  <a:lnTo>
                    <a:pt x="47" y="122"/>
                  </a:lnTo>
                  <a:lnTo>
                    <a:pt x="1" y="122"/>
                  </a:lnTo>
                  <a:lnTo>
                    <a:pt x="234" y="934"/>
                  </a:lnTo>
                  <a:lnTo>
                    <a:pt x="1914" y="85"/>
                  </a:lnTo>
                  <a:lnTo>
                    <a:pt x="1914" y="47"/>
                  </a:lnTo>
                  <a:cubicBezTo>
                    <a:pt x="1914" y="1"/>
                    <a:pt x="1914" y="1"/>
                    <a:pt x="1867" y="1"/>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69" name="Google Shape;1269;p40"/>
            <p:cNvSpPr/>
            <p:nvPr/>
          </p:nvSpPr>
          <p:spPr>
            <a:xfrm flipH="1">
              <a:off x="9382705" y="4294813"/>
              <a:ext cx="42628" cy="54922"/>
            </a:xfrm>
            <a:custGeom>
              <a:avLst/>
              <a:gdLst/>
              <a:ahLst/>
              <a:cxnLst/>
              <a:rect l="l" t="t" r="r" b="b"/>
              <a:pathLst>
                <a:path w="934" h="1251" extrusionOk="0">
                  <a:moveTo>
                    <a:pt x="318" y="0"/>
                  </a:moveTo>
                  <a:cubicBezTo>
                    <a:pt x="271" y="0"/>
                    <a:pt x="0" y="159"/>
                    <a:pt x="0" y="159"/>
                  </a:cubicBezTo>
                  <a:lnTo>
                    <a:pt x="626" y="1251"/>
                  </a:lnTo>
                  <a:lnTo>
                    <a:pt x="934" y="1055"/>
                  </a:lnTo>
                  <a:lnTo>
                    <a:pt x="318" y="0"/>
                  </a:lnTo>
                  <a:close/>
                </a:path>
              </a:pathLst>
            </a:custGeom>
            <a:solidFill>
              <a:srgbClr val="CBD0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0" name="Google Shape;1270;p40"/>
            <p:cNvSpPr/>
            <p:nvPr/>
          </p:nvSpPr>
          <p:spPr>
            <a:xfrm flipH="1">
              <a:off x="9185449" y="4245203"/>
              <a:ext cx="211359" cy="104532"/>
            </a:xfrm>
            <a:custGeom>
              <a:avLst/>
              <a:gdLst/>
              <a:ahLst/>
              <a:cxnLst/>
              <a:rect l="l" t="t" r="r" b="b"/>
              <a:pathLst>
                <a:path w="4631" h="2381" extrusionOk="0">
                  <a:moveTo>
                    <a:pt x="4593" y="1"/>
                  </a:moveTo>
                  <a:lnTo>
                    <a:pt x="1" y="2334"/>
                  </a:lnTo>
                  <a:lnTo>
                    <a:pt x="1" y="2381"/>
                  </a:lnTo>
                  <a:lnTo>
                    <a:pt x="38" y="2381"/>
                  </a:lnTo>
                  <a:lnTo>
                    <a:pt x="4630" y="85"/>
                  </a:lnTo>
                  <a:lnTo>
                    <a:pt x="4630" y="47"/>
                  </a:lnTo>
                  <a:lnTo>
                    <a:pt x="4593" y="1"/>
                  </a:ln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1" name="Google Shape;1271;p40"/>
            <p:cNvSpPr/>
            <p:nvPr/>
          </p:nvSpPr>
          <p:spPr>
            <a:xfrm flipH="1">
              <a:off x="9345189" y="3584646"/>
              <a:ext cx="670999" cy="662664"/>
            </a:xfrm>
            <a:custGeom>
              <a:avLst/>
              <a:gdLst/>
              <a:ahLst/>
              <a:cxnLst/>
              <a:rect l="l" t="t" r="r" b="b"/>
              <a:pathLst>
                <a:path w="14702" h="15094" extrusionOk="0">
                  <a:moveTo>
                    <a:pt x="6842" y="1"/>
                  </a:moveTo>
                  <a:lnTo>
                    <a:pt x="504" y="234"/>
                  </a:lnTo>
                  <a:lnTo>
                    <a:pt x="0" y="271"/>
                  </a:lnTo>
                  <a:cubicBezTo>
                    <a:pt x="345" y="2642"/>
                    <a:pt x="971" y="4359"/>
                    <a:pt x="2763" y="5946"/>
                  </a:cubicBezTo>
                  <a:lnTo>
                    <a:pt x="6534" y="8830"/>
                  </a:lnTo>
                  <a:cubicBezTo>
                    <a:pt x="7309" y="9530"/>
                    <a:pt x="8009" y="10268"/>
                    <a:pt x="8634" y="11127"/>
                  </a:cubicBezTo>
                  <a:lnTo>
                    <a:pt x="11705" y="15093"/>
                  </a:lnTo>
                  <a:lnTo>
                    <a:pt x="14701" y="13647"/>
                  </a:lnTo>
                  <a:lnTo>
                    <a:pt x="12676" y="8980"/>
                  </a:lnTo>
                  <a:cubicBezTo>
                    <a:pt x="11976" y="7430"/>
                    <a:pt x="11164" y="5946"/>
                    <a:pt x="10146" y="4546"/>
                  </a:cubicBezTo>
                  <a:lnTo>
                    <a:pt x="6842" y="1"/>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2" name="Google Shape;1272;p40"/>
            <p:cNvSpPr/>
            <p:nvPr/>
          </p:nvSpPr>
          <p:spPr>
            <a:xfrm flipH="1">
              <a:off x="9631078" y="2639469"/>
              <a:ext cx="434949" cy="380152"/>
            </a:xfrm>
            <a:custGeom>
              <a:avLst/>
              <a:gdLst/>
              <a:ahLst/>
              <a:cxnLst/>
              <a:rect l="l" t="t" r="r" b="b"/>
              <a:pathLst>
                <a:path w="9530" h="8659" extrusionOk="0">
                  <a:moveTo>
                    <a:pt x="5306" y="0"/>
                  </a:moveTo>
                  <a:cubicBezTo>
                    <a:pt x="5185" y="0"/>
                    <a:pt x="5062" y="8"/>
                    <a:pt x="4938" y="24"/>
                  </a:cubicBezTo>
                  <a:cubicBezTo>
                    <a:pt x="2455" y="332"/>
                    <a:pt x="1092" y="2899"/>
                    <a:pt x="1092" y="2899"/>
                  </a:cubicBezTo>
                  <a:cubicBezTo>
                    <a:pt x="0" y="4925"/>
                    <a:pt x="1671" y="8658"/>
                    <a:pt x="1671" y="8658"/>
                  </a:cubicBezTo>
                  <a:lnTo>
                    <a:pt x="8755" y="8191"/>
                  </a:lnTo>
                  <a:cubicBezTo>
                    <a:pt x="8755" y="8191"/>
                    <a:pt x="9222" y="6903"/>
                    <a:pt x="9371" y="5429"/>
                  </a:cubicBezTo>
                  <a:cubicBezTo>
                    <a:pt x="9530" y="3636"/>
                    <a:pt x="8830" y="1891"/>
                    <a:pt x="7355" y="762"/>
                  </a:cubicBezTo>
                  <a:cubicBezTo>
                    <a:pt x="6781" y="325"/>
                    <a:pt x="6088" y="0"/>
                    <a:pt x="5306"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3" name="Google Shape;1273;p40"/>
            <p:cNvSpPr/>
            <p:nvPr/>
          </p:nvSpPr>
          <p:spPr>
            <a:xfrm flipH="1">
              <a:off x="9938189" y="3090392"/>
              <a:ext cx="214782" cy="366059"/>
            </a:xfrm>
            <a:custGeom>
              <a:avLst/>
              <a:gdLst/>
              <a:ahLst/>
              <a:cxnLst/>
              <a:rect l="l" t="t" r="r" b="b"/>
              <a:pathLst>
                <a:path w="4706" h="8338" extrusionOk="0">
                  <a:moveTo>
                    <a:pt x="4199" y="1"/>
                  </a:moveTo>
                  <a:cubicBezTo>
                    <a:pt x="3200" y="1"/>
                    <a:pt x="1029" y="208"/>
                    <a:pt x="580" y="1962"/>
                  </a:cubicBezTo>
                  <a:cubicBezTo>
                    <a:pt x="346" y="2895"/>
                    <a:pt x="76" y="3987"/>
                    <a:pt x="38" y="5425"/>
                  </a:cubicBezTo>
                  <a:cubicBezTo>
                    <a:pt x="1" y="6433"/>
                    <a:pt x="468" y="7992"/>
                    <a:pt x="2026" y="8337"/>
                  </a:cubicBezTo>
                  <a:lnTo>
                    <a:pt x="3426" y="7796"/>
                  </a:lnTo>
                  <a:lnTo>
                    <a:pt x="4705" y="21"/>
                  </a:lnTo>
                  <a:cubicBezTo>
                    <a:pt x="4705" y="21"/>
                    <a:pt x="4508" y="1"/>
                    <a:pt x="4199" y="1"/>
                  </a:cubicBezTo>
                  <a:close/>
                </a:path>
              </a:pathLst>
            </a:custGeom>
            <a:solidFill>
              <a:srgbClr val="FFAE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4" name="Google Shape;1274;p40"/>
            <p:cNvSpPr/>
            <p:nvPr/>
          </p:nvSpPr>
          <p:spPr>
            <a:xfrm flipH="1">
              <a:off x="9952247" y="3052153"/>
              <a:ext cx="195613" cy="237073"/>
            </a:xfrm>
            <a:custGeom>
              <a:avLst/>
              <a:gdLst/>
              <a:ahLst/>
              <a:cxnLst/>
              <a:rect l="l" t="t" r="r" b="b"/>
              <a:pathLst>
                <a:path w="4286" h="5400" extrusionOk="0">
                  <a:moveTo>
                    <a:pt x="3569" y="0"/>
                  </a:moveTo>
                  <a:cubicBezTo>
                    <a:pt x="3047" y="0"/>
                    <a:pt x="2506" y="190"/>
                    <a:pt x="1952" y="266"/>
                  </a:cubicBezTo>
                  <a:cubicBezTo>
                    <a:pt x="701" y="499"/>
                    <a:pt x="1" y="4158"/>
                    <a:pt x="122" y="4588"/>
                  </a:cubicBezTo>
                  <a:cubicBezTo>
                    <a:pt x="229" y="4988"/>
                    <a:pt x="390" y="5399"/>
                    <a:pt x="641" y="5399"/>
                  </a:cubicBezTo>
                  <a:cubicBezTo>
                    <a:pt x="852" y="5399"/>
                    <a:pt x="1126" y="5107"/>
                    <a:pt x="1485" y="4270"/>
                  </a:cubicBezTo>
                  <a:cubicBezTo>
                    <a:pt x="1914" y="3300"/>
                    <a:pt x="3314" y="770"/>
                    <a:pt x="3314" y="770"/>
                  </a:cubicBezTo>
                  <a:lnTo>
                    <a:pt x="4285" y="154"/>
                  </a:lnTo>
                  <a:cubicBezTo>
                    <a:pt x="4051" y="41"/>
                    <a:pt x="3812" y="0"/>
                    <a:pt x="3569" y="0"/>
                  </a:cubicBezTo>
                  <a:close/>
                </a:path>
              </a:pathLst>
            </a:custGeom>
            <a:solidFill>
              <a:srgbClr val="EF36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5" name="Google Shape;1275;p40"/>
            <p:cNvSpPr/>
            <p:nvPr/>
          </p:nvSpPr>
          <p:spPr>
            <a:xfrm flipH="1">
              <a:off x="9599084" y="3025724"/>
              <a:ext cx="202413" cy="453249"/>
            </a:xfrm>
            <a:custGeom>
              <a:avLst/>
              <a:gdLst/>
              <a:ahLst/>
              <a:cxnLst/>
              <a:rect l="l" t="t" r="r" b="b"/>
              <a:pathLst>
                <a:path w="4435" h="10324" extrusionOk="0">
                  <a:moveTo>
                    <a:pt x="989" y="1"/>
                  </a:moveTo>
                  <a:cubicBezTo>
                    <a:pt x="959" y="1"/>
                    <a:pt x="928" y="3"/>
                    <a:pt x="896" y="9"/>
                  </a:cubicBezTo>
                  <a:cubicBezTo>
                    <a:pt x="738" y="9"/>
                    <a:pt x="663" y="56"/>
                    <a:pt x="663" y="56"/>
                  </a:cubicBezTo>
                  <a:lnTo>
                    <a:pt x="579" y="93"/>
                  </a:lnTo>
                  <a:cubicBezTo>
                    <a:pt x="0" y="868"/>
                    <a:pt x="4434" y="10323"/>
                    <a:pt x="4434" y="10323"/>
                  </a:cubicBezTo>
                  <a:cubicBezTo>
                    <a:pt x="4434" y="10323"/>
                    <a:pt x="4163" y="7169"/>
                    <a:pt x="4126" y="6935"/>
                  </a:cubicBezTo>
                  <a:cubicBezTo>
                    <a:pt x="3501" y="2576"/>
                    <a:pt x="1867" y="672"/>
                    <a:pt x="1401" y="205"/>
                  </a:cubicBezTo>
                  <a:cubicBezTo>
                    <a:pt x="1299" y="80"/>
                    <a:pt x="1150" y="1"/>
                    <a:pt x="989" y="1"/>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6" name="Google Shape;1276;p40"/>
            <p:cNvSpPr/>
            <p:nvPr/>
          </p:nvSpPr>
          <p:spPr>
            <a:xfrm flipH="1">
              <a:off x="9753758" y="2981865"/>
              <a:ext cx="140206" cy="141805"/>
            </a:xfrm>
            <a:custGeom>
              <a:avLst/>
              <a:gdLst/>
              <a:ahLst/>
              <a:cxnLst/>
              <a:rect l="l" t="t" r="r" b="b"/>
              <a:pathLst>
                <a:path w="3072" h="3230" extrusionOk="0">
                  <a:moveTo>
                    <a:pt x="505" y="0"/>
                  </a:moveTo>
                  <a:lnTo>
                    <a:pt x="318" y="1167"/>
                  </a:lnTo>
                  <a:lnTo>
                    <a:pt x="1" y="2838"/>
                  </a:lnTo>
                  <a:lnTo>
                    <a:pt x="2922" y="3230"/>
                  </a:lnTo>
                  <a:lnTo>
                    <a:pt x="3072" y="75"/>
                  </a:lnTo>
                  <a:lnTo>
                    <a:pt x="505" y="0"/>
                  </a:ln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7" name="Google Shape;1277;p40"/>
            <p:cNvSpPr/>
            <p:nvPr/>
          </p:nvSpPr>
          <p:spPr>
            <a:xfrm flipH="1">
              <a:off x="9753758" y="2981865"/>
              <a:ext cx="129526" cy="63132"/>
            </a:xfrm>
            <a:custGeom>
              <a:avLst/>
              <a:gdLst/>
              <a:ahLst/>
              <a:cxnLst/>
              <a:rect l="l" t="t" r="r" b="b"/>
              <a:pathLst>
                <a:path w="2838" h="1438" extrusionOk="0">
                  <a:moveTo>
                    <a:pt x="271" y="0"/>
                  </a:moveTo>
                  <a:lnTo>
                    <a:pt x="84" y="1167"/>
                  </a:lnTo>
                  <a:lnTo>
                    <a:pt x="0" y="1438"/>
                  </a:lnTo>
                  <a:cubicBezTo>
                    <a:pt x="2371" y="1130"/>
                    <a:pt x="2838" y="75"/>
                    <a:pt x="2838" y="75"/>
                  </a:cubicBezTo>
                  <a:lnTo>
                    <a:pt x="271" y="0"/>
                  </a:ln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8" name="Google Shape;1278;p40"/>
            <p:cNvSpPr/>
            <p:nvPr/>
          </p:nvSpPr>
          <p:spPr>
            <a:xfrm flipH="1">
              <a:off x="9902864" y="3075729"/>
              <a:ext cx="213048" cy="321278"/>
            </a:xfrm>
            <a:custGeom>
              <a:avLst/>
              <a:gdLst/>
              <a:ahLst/>
              <a:cxnLst/>
              <a:rect l="l" t="t" r="r" b="b"/>
              <a:pathLst>
                <a:path w="4668" h="7318" extrusionOk="0">
                  <a:moveTo>
                    <a:pt x="3282" y="0"/>
                  </a:moveTo>
                  <a:cubicBezTo>
                    <a:pt x="1887" y="0"/>
                    <a:pt x="1252" y="1400"/>
                    <a:pt x="1252" y="1400"/>
                  </a:cubicBezTo>
                  <a:cubicBezTo>
                    <a:pt x="318" y="2996"/>
                    <a:pt x="1" y="6926"/>
                    <a:pt x="1" y="6926"/>
                  </a:cubicBezTo>
                  <a:lnTo>
                    <a:pt x="3231" y="7318"/>
                  </a:lnTo>
                  <a:cubicBezTo>
                    <a:pt x="3968" y="6422"/>
                    <a:pt x="4668" y="6338"/>
                    <a:pt x="4668" y="6338"/>
                  </a:cubicBezTo>
                  <a:lnTo>
                    <a:pt x="4397" y="270"/>
                  </a:lnTo>
                  <a:cubicBezTo>
                    <a:pt x="3982" y="78"/>
                    <a:pt x="3611" y="0"/>
                    <a:pt x="3282" y="0"/>
                  </a:cubicBezTo>
                  <a:close/>
                </a:path>
              </a:pathLst>
            </a:custGeom>
            <a:solidFill>
              <a:srgbClr val="FD7D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9" name="Google Shape;1279;p40"/>
            <p:cNvSpPr/>
            <p:nvPr/>
          </p:nvSpPr>
          <p:spPr>
            <a:xfrm flipH="1">
              <a:off x="9856403" y="3415402"/>
              <a:ext cx="182149" cy="166961"/>
            </a:xfrm>
            <a:custGeom>
              <a:avLst/>
              <a:gdLst/>
              <a:ahLst/>
              <a:cxnLst/>
              <a:rect l="l" t="t" r="r" b="b"/>
              <a:pathLst>
                <a:path w="3991" h="3803" extrusionOk="0">
                  <a:moveTo>
                    <a:pt x="761" y="1"/>
                  </a:moveTo>
                  <a:lnTo>
                    <a:pt x="761" y="1"/>
                  </a:lnTo>
                  <a:cubicBezTo>
                    <a:pt x="761" y="1"/>
                    <a:pt x="1" y="3802"/>
                    <a:pt x="2913" y="3802"/>
                  </a:cubicBezTo>
                  <a:cubicBezTo>
                    <a:pt x="3227" y="3802"/>
                    <a:pt x="3585" y="3758"/>
                    <a:pt x="3990" y="3660"/>
                  </a:cubicBezTo>
                  <a:cubicBezTo>
                    <a:pt x="3990" y="3660"/>
                    <a:pt x="1423" y="3622"/>
                    <a:pt x="1573" y="159"/>
                  </a:cubicBezTo>
                  <a:lnTo>
                    <a:pt x="761" y="1"/>
                  </a:lnTo>
                  <a:close/>
                </a:path>
              </a:pathLst>
            </a:custGeom>
            <a:solidFill>
              <a:srgbClr val="2741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0" name="Google Shape;1280;p40"/>
            <p:cNvSpPr/>
            <p:nvPr/>
          </p:nvSpPr>
          <p:spPr>
            <a:xfrm flipH="1">
              <a:off x="9794195" y="3343402"/>
              <a:ext cx="66087" cy="110590"/>
            </a:xfrm>
            <a:custGeom>
              <a:avLst/>
              <a:gdLst/>
              <a:ahLst/>
              <a:cxnLst/>
              <a:rect l="l" t="t" r="r" b="b"/>
              <a:pathLst>
                <a:path w="1448" h="2519" extrusionOk="0">
                  <a:moveTo>
                    <a:pt x="567" y="1"/>
                  </a:moveTo>
                  <a:cubicBezTo>
                    <a:pt x="534" y="1"/>
                    <a:pt x="501" y="3"/>
                    <a:pt x="467" y="7"/>
                  </a:cubicBezTo>
                  <a:cubicBezTo>
                    <a:pt x="196" y="54"/>
                    <a:pt x="0" y="287"/>
                    <a:pt x="47" y="521"/>
                  </a:cubicBezTo>
                  <a:lnTo>
                    <a:pt x="392" y="2191"/>
                  </a:lnTo>
                  <a:cubicBezTo>
                    <a:pt x="423" y="2384"/>
                    <a:pt x="587" y="2519"/>
                    <a:pt x="821" y="2519"/>
                  </a:cubicBezTo>
                  <a:cubicBezTo>
                    <a:pt x="871" y="2519"/>
                    <a:pt x="924" y="2513"/>
                    <a:pt x="980" y="2499"/>
                  </a:cubicBezTo>
                  <a:cubicBezTo>
                    <a:pt x="1251" y="2462"/>
                    <a:pt x="1447" y="2229"/>
                    <a:pt x="1400" y="1995"/>
                  </a:cubicBezTo>
                  <a:lnTo>
                    <a:pt x="1055" y="325"/>
                  </a:lnTo>
                  <a:cubicBezTo>
                    <a:pt x="1022" y="119"/>
                    <a:pt x="809" y="1"/>
                    <a:pt x="567" y="1"/>
                  </a:cubicBezTo>
                  <a:close/>
                </a:path>
              </a:pathLst>
            </a:custGeom>
            <a:solidFill>
              <a:srgbClr val="3B81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1" name="Google Shape;1281;p40"/>
            <p:cNvSpPr/>
            <p:nvPr/>
          </p:nvSpPr>
          <p:spPr>
            <a:xfrm flipH="1">
              <a:off x="9890085" y="3345729"/>
              <a:ext cx="72887" cy="41049"/>
            </a:xfrm>
            <a:custGeom>
              <a:avLst/>
              <a:gdLst/>
              <a:ahLst/>
              <a:cxnLst/>
              <a:rect l="l" t="t" r="r" b="b"/>
              <a:pathLst>
                <a:path w="1597" h="935" extrusionOk="0">
                  <a:moveTo>
                    <a:pt x="1476" y="1"/>
                  </a:moveTo>
                  <a:cubicBezTo>
                    <a:pt x="1317" y="1"/>
                    <a:pt x="1168" y="38"/>
                    <a:pt x="1046" y="76"/>
                  </a:cubicBezTo>
                  <a:cubicBezTo>
                    <a:pt x="897" y="113"/>
                    <a:pt x="776" y="150"/>
                    <a:pt x="617" y="234"/>
                  </a:cubicBezTo>
                  <a:cubicBezTo>
                    <a:pt x="505" y="309"/>
                    <a:pt x="384" y="384"/>
                    <a:pt x="272" y="505"/>
                  </a:cubicBezTo>
                  <a:cubicBezTo>
                    <a:pt x="150" y="580"/>
                    <a:pt x="76" y="738"/>
                    <a:pt x="1" y="850"/>
                  </a:cubicBezTo>
                  <a:lnTo>
                    <a:pt x="1" y="934"/>
                  </a:lnTo>
                  <a:cubicBezTo>
                    <a:pt x="38" y="934"/>
                    <a:pt x="76" y="934"/>
                    <a:pt x="76" y="888"/>
                  </a:cubicBezTo>
                  <a:cubicBezTo>
                    <a:pt x="150" y="776"/>
                    <a:pt x="234" y="654"/>
                    <a:pt x="346" y="580"/>
                  </a:cubicBezTo>
                  <a:cubicBezTo>
                    <a:pt x="468" y="505"/>
                    <a:pt x="580" y="421"/>
                    <a:pt x="701" y="346"/>
                  </a:cubicBezTo>
                  <a:cubicBezTo>
                    <a:pt x="813" y="309"/>
                    <a:pt x="934" y="272"/>
                    <a:pt x="1084" y="234"/>
                  </a:cubicBezTo>
                  <a:cubicBezTo>
                    <a:pt x="1205" y="188"/>
                    <a:pt x="1364" y="188"/>
                    <a:pt x="1476" y="188"/>
                  </a:cubicBezTo>
                  <a:cubicBezTo>
                    <a:pt x="1550" y="188"/>
                    <a:pt x="1597" y="150"/>
                    <a:pt x="1597" y="76"/>
                  </a:cubicBezTo>
                  <a:cubicBezTo>
                    <a:pt x="1597" y="38"/>
                    <a:pt x="1513" y="1"/>
                    <a:pt x="1476" y="1"/>
                  </a:cubicBezTo>
                  <a:close/>
                </a:path>
              </a:pathLst>
            </a:custGeom>
            <a:solidFill>
              <a:srgbClr val="415C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2" name="Google Shape;1282;p40"/>
            <p:cNvSpPr/>
            <p:nvPr/>
          </p:nvSpPr>
          <p:spPr>
            <a:xfrm flipH="1">
              <a:off x="9918610" y="3048377"/>
              <a:ext cx="223682" cy="435513"/>
            </a:xfrm>
            <a:custGeom>
              <a:avLst/>
              <a:gdLst/>
              <a:ahLst/>
              <a:cxnLst/>
              <a:rect l="l" t="t" r="r" b="b"/>
              <a:pathLst>
                <a:path w="4901" h="9920" extrusionOk="0">
                  <a:moveTo>
                    <a:pt x="3746" y="0"/>
                  </a:moveTo>
                  <a:cubicBezTo>
                    <a:pt x="2727" y="0"/>
                    <a:pt x="1312" y="659"/>
                    <a:pt x="700" y="4011"/>
                  </a:cubicBezTo>
                  <a:cubicBezTo>
                    <a:pt x="700" y="4011"/>
                    <a:pt x="234" y="5486"/>
                    <a:pt x="75" y="7082"/>
                  </a:cubicBezTo>
                  <a:cubicBezTo>
                    <a:pt x="0" y="8211"/>
                    <a:pt x="775" y="9257"/>
                    <a:pt x="1904" y="9453"/>
                  </a:cubicBezTo>
                  <a:lnTo>
                    <a:pt x="4359" y="9919"/>
                  </a:lnTo>
                  <a:lnTo>
                    <a:pt x="4901" y="277"/>
                  </a:lnTo>
                  <a:cubicBezTo>
                    <a:pt x="4901" y="277"/>
                    <a:pt x="4406" y="0"/>
                    <a:pt x="3746"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3" name="Google Shape;1283;p40"/>
            <p:cNvSpPr/>
            <p:nvPr/>
          </p:nvSpPr>
          <p:spPr>
            <a:xfrm flipH="1">
              <a:off x="9572704" y="3033099"/>
              <a:ext cx="464798" cy="694977"/>
            </a:xfrm>
            <a:custGeom>
              <a:avLst/>
              <a:gdLst/>
              <a:ahLst/>
              <a:cxnLst/>
              <a:rect l="l" t="t" r="r" b="b"/>
              <a:pathLst>
                <a:path w="10184" h="15830" extrusionOk="0">
                  <a:moveTo>
                    <a:pt x="3379" y="0"/>
                  </a:moveTo>
                  <a:cubicBezTo>
                    <a:pt x="0" y="4275"/>
                    <a:pt x="430" y="13338"/>
                    <a:pt x="430" y="13338"/>
                  </a:cubicBezTo>
                  <a:cubicBezTo>
                    <a:pt x="308" y="15634"/>
                    <a:pt x="4667" y="15709"/>
                    <a:pt x="4667" y="15709"/>
                  </a:cubicBezTo>
                  <a:cubicBezTo>
                    <a:pt x="5379" y="15791"/>
                    <a:pt x="5987" y="15829"/>
                    <a:pt x="6508" y="15829"/>
                  </a:cubicBezTo>
                  <a:cubicBezTo>
                    <a:pt x="9230" y="15829"/>
                    <a:pt x="9542" y="14792"/>
                    <a:pt x="9605" y="13656"/>
                  </a:cubicBezTo>
                  <a:cubicBezTo>
                    <a:pt x="10184" y="5096"/>
                    <a:pt x="6142" y="429"/>
                    <a:pt x="6142" y="429"/>
                  </a:cubicBezTo>
                  <a:cubicBezTo>
                    <a:pt x="6038" y="730"/>
                    <a:pt x="5794" y="840"/>
                    <a:pt x="5491" y="840"/>
                  </a:cubicBezTo>
                  <a:cubicBezTo>
                    <a:pt x="4657" y="840"/>
                    <a:pt x="3379" y="0"/>
                    <a:pt x="3379" y="0"/>
                  </a:cubicBezTo>
                  <a:close/>
                </a:path>
              </a:pathLst>
            </a:custGeom>
            <a:solidFill>
              <a:srgbClr val="EF36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4" name="Google Shape;1284;p40"/>
            <p:cNvSpPr/>
            <p:nvPr/>
          </p:nvSpPr>
          <p:spPr>
            <a:xfrm flipH="1">
              <a:off x="9950558" y="3044953"/>
              <a:ext cx="165354" cy="396308"/>
            </a:xfrm>
            <a:custGeom>
              <a:avLst/>
              <a:gdLst/>
              <a:ahLst/>
              <a:cxnLst/>
              <a:rect l="l" t="t" r="r" b="b"/>
              <a:pathLst>
                <a:path w="3623" h="9027" extrusionOk="0">
                  <a:moveTo>
                    <a:pt x="3548" y="1"/>
                  </a:moveTo>
                  <a:cubicBezTo>
                    <a:pt x="3464" y="1"/>
                    <a:pt x="2185" y="197"/>
                    <a:pt x="1522" y="1830"/>
                  </a:cubicBezTo>
                  <a:cubicBezTo>
                    <a:pt x="981" y="3156"/>
                    <a:pt x="1" y="6385"/>
                    <a:pt x="197" y="8989"/>
                  </a:cubicBezTo>
                  <a:cubicBezTo>
                    <a:pt x="197" y="9027"/>
                    <a:pt x="234" y="9027"/>
                    <a:pt x="281" y="9027"/>
                  </a:cubicBezTo>
                  <a:cubicBezTo>
                    <a:pt x="356" y="9027"/>
                    <a:pt x="356" y="8989"/>
                    <a:pt x="356" y="8952"/>
                  </a:cubicBezTo>
                  <a:cubicBezTo>
                    <a:pt x="160" y="6423"/>
                    <a:pt x="1130" y="3230"/>
                    <a:pt x="1681" y="1868"/>
                  </a:cubicBezTo>
                  <a:cubicBezTo>
                    <a:pt x="2297" y="355"/>
                    <a:pt x="3548" y="159"/>
                    <a:pt x="3548" y="159"/>
                  </a:cubicBezTo>
                  <a:cubicBezTo>
                    <a:pt x="3623" y="159"/>
                    <a:pt x="3623" y="122"/>
                    <a:pt x="3623" y="85"/>
                  </a:cubicBezTo>
                  <a:cubicBezTo>
                    <a:pt x="3623" y="38"/>
                    <a:pt x="3585" y="1"/>
                    <a:pt x="3548" y="1"/>
                  </a:cubicBezTo>
                  <a:close/>
                </a:path>
              </a:pathLst>
            </a:custGeom>
            <a:solidFill>
              <a:srgbClr val="EF369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5" name="Google Shape;1285;p40"/>
            <p:cNvSpPr/>
            <p:nvPr/>
          </p:nvSpPr>
          <p:spPr>
            <a:xfrm flipH="1">
              <a:off x="9645135" y="2691889"/>
              <a:ext cx="316103" cy="313288"/>
            </a:xfrm>
            <a:custGeom>
              <a:avLst/>
              <a:gdLst/>
              <a:ahLst/>
              <a:cxnLst/>
              <a:rect l="l" t="t" r="r" b="b"/>
              <a:pathLst>
                <a:path w="6926" h="7136" extrusionOk="0">
                  <a:moveTo>
                    <a:pt x="3401" y="1"/>
                  </a:moveTo>
                  <a:cubicBezTo>
                    <a:pt x="3255" y="1"/>
                    <a:pt x="3108" y="12"/>
                    <a:pt x="2959" y="34"/>
                  </a:cubicBezTo>
                  <a:cubicBezTo>
                    <a:pt x="1204" y="268"/>
                    <a:pt x="0" y="2060"/>
                    <a:pt x="271" y="4001"/>
                  </a:cubicBezTo>
                  <a:cubicBezTo>
                    <a:pt x="521" y="5832"/>
                    <a:pt x="1938" y="7135"/>
                    <a:pt x="3568" y="7135"/>
                  </a:cubicBezTo>
                  <a:cubicBezTo>
                    <a:pt x="3700" y="7135"/>
                    <a:pt x="3833" y="7127"/>
                    <a:pt x="3967" y="7109"/>
                  </a:cubicBezTo>
                  <a:cubicBezTo>
                    <a:pt x="5713" y="6876"/>
                    <a:pt x="6926" y="5093"/>
                    <a:pt x="6646" y="3142"/>
                  </a:cubicBezTo>
                  <a:cubicBezTo>
                    <a:pt x="6398" y="1328"/>
                    <a:pt x="5004" y="1"/>
                    <a:pt x="3401"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6" name="Google Shape;1286;p40"/>
            <p:cNvSpPr/>
            <p:nvPr/>
          </p:nvSpPr>
          <p:spPr>
            <a:xfrm flipH="1">
              <a:off x="9913498" y="2840060"/>
              <a:ext cx="72476" cy="68620"/>
            </a:xfrm>
            <a:custGeom>
              <a:avLst/>
              <a:gdLst/>
              <a:ahLst/>
              <a:cxnLst/>
              <a:rect l="l" t="t" r="r" b="b"/>
              <a:pathLst>
                <a:path w="1588" h="1563" extrusionOk="0">
                  <a:moveTo>
                    <a:pt x="738" y="1"/>
                  </a:moveTo>
                  <a:cubicBezTo>
                    <a:pt x="309" y="38"/>
                    <a:pt x="1" y="430"/>
                    <a:pt x="38" y="860"/>
                  </a:cubicBezTo>
                  <a:cubicBezTo>
                    <a:pt x="38" y="1265"/>
                    <a:pt x="380" y="1563"/>
                    <a:pt x="780" y="1563"/>
                  </a:cubicBezTo>
                  <a:cubicBezTo>
                    <a:pt x="803" y="1563"/>
                    <a:pt x="827" y="1562"/>
                    <a:pt x="850" y="1560"/>
                  </a:cubicBezTo>
                  <a:cubicBezTo>
                    <a:pt x="1280" y="1522"/>
                    <a:pt x="1588" y="1168"/>
                    <a:pt x="1588" y="738"/>
                  </a:cubicBezTo>
                  <a:cubicBezTo>
                    <a:pt x="1550" y="318"/>
                    <a:pt x="1168" y="1"/>
                    <a:pt x="738"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7" name="Google Shape;1287;p40"/>
            <p:cNvSpPr/>
            <p:nvPr/>
          </p:nvSpPr>
          <p:spPr>
            <a:xfrm flipH="1">
              <a:off x="9953981" y="2867543"/>
              <a:ext cx="14514" cy="23795"/>
            </a:xfrm>
            <a:custGeom>
              <a:avLst/>
              <a:gdLst/>
              <a:ahLst/>
              <a:cxnLst/>
              <a:rect l="l" t="t" r="r" b="b"/>
              <a:pathLst>
                <a:path w="318" h="542" extrusionOk="0">
                  <a:moveTo>
                    <a:pt x="318" y="0"/>
                  </a:moveTo>
                  <a:cubicBezTo>
                    <a:pt x="234" y="0"/>
                    <a:pt x="159" y="38"/>
                    <a:pt x="122" y="75"/>
                  </a:cubicBezTo>
                  <a:cubicBezTo>
                    <a:pt x="38" y="112"/>
                    <a:pt x="1" y="196"/>
                    <a:pt x="1" y="271"/>
                  </a:cubicBezTo>
                  <a:cubicBezTo>
                    <a:pt x="1" y="392"/>
                    <a:pt x="85" y="430"/>
                    <a:pt x="122" y="467"/>
                  </a:cubicBezTo>
                  <a:cubicBezTo>
                    <a:pt x="159" y="504"/>
                    <a:pt x="197" y="504"/>
                    <a:pt x="234" y="504"/>
                  </a:cubicBezTo>
                  <a:cubicBezTo>
                    <a:pt x="271" y="504"/>
                    <a:pt x="318" y="542"/>
                    <a:pt x="318" y="542"/>
                  </a:cubicBezTo>
                  <a:lnTo>
                    <a:pt x="197" y="392"/>
                  </a:lnTo>
                  <a:cubicBezTo>
                    <a:pt x="159" y="346"/>
                    <a:pt x="122" y="308"/>
                    <a:pt x="122" y="271"/>
                  </a:cubicBezTo>
                  <a:cubicBezTo>
                    <a:pt x="122" y="234"/>
                    <a:pt x="159" y="196"/>
                    <a:pt x="159" y="159"/>
                  </a:cubicBezTo>
                  <a:cubicBezTo>
                    <a:pt x="197" y="75"/>
                    <a:pt x="234" y="38"/>
                    <a:pt x="318" y="0"/>
                  </a:cubicBezTo>
                  <a:close/>
                </a:path>
              </a:pathLst>
            </a:custGeom>
            <a:solidFill>
              <a:srgbClr val="EC7D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8" name="Google Shape;1288;p40"/>
            <p:cNvSpPr/>
            <p:nvPr/>
          </p:nvSpPr>
          <p:spPr>
            <a:xfrm flipH="1">
              <a:off x="9711130" y="2901523"/>
              <a:ext cx="70788" cy="25859"/>
            </a:xfrm>
            <a:custGeom>
              <a:avLst/>
              <a:gdLst/>
              <a:ahLst/>
              <a:cxnLst/>
              <a:rect l="l" t="t" r="r" b="b"/>
              <a:pathLst>
                <a:path w="1551" h="589" extrusionOk="0">
                  <a:moveTo>
                    <a:pt x="1550" y="1"/>
                  </a:moveTo>
                  <a:cubicBezTo>
                    <a:pt x="1438" y="122"/>
                    <a:pt x="1317" y="197"/>
                    <a:pt x="1205" y="272"/>
                  </a:cubicBezTo>
                  <a:cubicBezTo>
                    <a:pt x="1084" y="356"/>
                    <a:pt x="934" y="393"/>
                    <a:pt x="813" y="393"/>
                  </a:cubicBezTo>
                  <a:cubicBezTo>
                    <a:pt x="663" y="393"/>
                    <a:pt x="542" y="356"/>
                    <a:pt x="430" y="272"/>
                  </a:cubicBezTo>
                  <a:lnTo>
                    <a:pt x="197" y="197"/>
                  </a:lnTo>
                  <a:cubicBezTo>
                    <a:pt x="150" y="160"/>
                    <a:pt x="75" y="122"/>
                    <a:pt x="1" y="85"/>
                  </a:cubicBezTo>
                  <a:lnTo>
                    <a:pt x="1" y="85"/>
                  </a:lnTo>
                  <a:cubicBezTo>
                    <a:pt x="38" y="122"/>
                    <a:pt x="113" y="197"/>
                    <a:pt x="150" y="272"/>
                  </a:cubicBezTo>
                  <a:cubicBezTo>
                    <a:pt x="197" y="318"/>
                    <a:pt x="271" y="356"/>
                    <a:pt x="346" y="430"/>
                  </a:cubicBezTo>
                  <a:cubicBezTo>
                    <a:pt x="467" y="505"/>
                    <a:pt x="617" y="589"/>
                    <a:pt x="813" y="589"/>
                  </a:cubicBezTo>
                  <a:cubicBezTo>
                    <a:pt x="972" y="589"/>
                    <a:pt x="1168" y="505"/>
                    <a:pt x="1280" y="393"/>
                  </a:cubicBezTo>
                  <a:cubicBezTo>
                    <a:pt x="1438" y="272"/>
                    <a:pt x="1513" y="160"/>
                    <a:pt x="1550" y="1"/>
                  </a:cubicBezTo>
                  <a:close/>
                </a:path>
              </a:pathLst>
            </a:custGeom>
            <a:solidFill>
              <a:srgbClr val="EC7D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9" name="Google Shape;1289;p40"/>
            <p:cNvSpPr/>
            <p:nvPr/>
          </p:nvSpPr>
          <p:spPr>
            <a:xfrm flipH="1">
              <a:off x="9719665" y="2836109"/>
              <a:ext cx="31994" cy="49083"/>
            </a:xfrm>
            <a:custGeom>
              <a:avLst/>
              <a:gdLst/>
              <a:ahLst/>
              <a:cxnLst/>
              <a:rect l="l" t="t" r="r" b="b"/>
              <a:pathLst>
                <a:path w="701" h="1118" extrusionOk="0">
                  <a:moveTo>
                    <a:pt x="222" y="1"/>
                  </a:moveTo>
                  <a:cubicBezTo>
                    <a:pt x="173" y="1"/>
                    <a:pt x="112" y="27"/>
                    <a:pt x="112" y="53"/>
                  </a:cubicBezTo>
                  <a:cubicBezTo>
                    <a:pt x="112" y="361"/>
                    <a:pt x="0" y="912"/>
                    <a:pt x="187" y="1108"/>
                  </a:cubicBezTo>
                  <a:cubicBezTo>
                    <a:pt x="195" y="1114"/>
                    <a:pt x="211" y="1117"/>
                    <a:pt x="232" y="1117"/>
                  </a:cubicBezTo>
                  <a:cubicBezTo>
                    <a:pt x="346" y="1117"/>
                    <a:pt x="617" y="1038"/>
                    <a:pt x="617" y="912"/>
                  </a:cubicBezTo>
                  <a:cubicBezTo>
                    <a:pt x="701" y="642"/>
                    <a:pt x="346" y="249"/>
                    <a:pt x="271" y="16"/>
                  </a:cubicBezTo>
                  <a:cubicBezTo>
                    <a:pt x="260" y="5"/>
                    <a:pt x="242" y="1"/>
                    <a:pt x="222" y="1"/>
                  </a:cubicBezTo>
                  <a:close/>
                </a:path>
              </a:pathLst>
            </a:custGeom>
            <a:solidFill>
              <a:srgbClr val="EC7D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0" name="Google Shape;1290;p40"/>
            <p:cNvSpPr/>
            <p:nvPr/>
          </p:nvSpPr>
          <p:spPr>
            <a:xfrm flipH="1">
              <a:off x="9677083" y="2813016"/>
              <a:ext cx="19625" cy="23839"/>
            </a:xfrm>
            <a:custGeom>
              <a:avLst/>
              <a:gdLst/>
              <a:ahLst/>
              <a:cxnLst/>
              <a:rect l="l" t="t" r="r" b="b"/>
              <a:pathLst>
                <a:path w="430" h="543" extrusionOk="0">
                  <a:moveTo>
                    <a:pt x="197" y="1"/>
                  </a:moveTo>
                  <a:cubicBezTo>
                    <a:pt x="113" y="1"/>
                    <a:pt x="1" y="113"/>
                    <a:pt x="38" y="271"/>
                  </a:cubicBezTo>
                  <a:cubicBezTo>
                    <a:pt x="38" y="421"/>
                    <a:pt x="113" y="542"/>
                    <a:pt x="234" y="542"/>
                  </a:cubicBezTo>
                  <a:cubicBezTo>
                    <a:pt x="346" y="542"/>
                    <a:pt x="430" y="383"/>
                    <a:pt x="430" y="271"/>
                  </a:cubicBezTo>
                  <a:cubicBezTo>
                    <a:pt x="383" y="113"/>
                    <a:pt x="309" y="1"/>
                    <a:pt x="19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1" name="Google Shape;1291;p40"/>
            <p:cNvSpPr/>
            <p:nvPr/>
          </p:nvSpPr>
          <p:spPr>
            <a:xfrm flipH="1">
              <a:off x="9803141" y="2831455"/>
              <a:ext cx="19671" cy="24234"/>
            </a:xfrm>
            <a:custGeom>
              <a:avLst/>
              <a:gdLst/>
              <a:ahLst/>
              <a:cxnLst/>
              <a:rect l="l" t="t" r="r" b="b"/>
              <a:pathLst>
                <a:path w="431" h="552" extrusionOk="0">
                  <a:moveTo>
                    <a:pt x="197" y="1"/>
                  </a:moveTo>
                  <a:cubicBezTo>
                    <a:pt x="75" y="1"/>
                    <a:pt x="1" y="122"/>
                    <a:pt x="1" y="281"/>
                  </a:cubicBezTo>
                  <a:cubicBezTo>
                    <a:pt x="38" y="430"/>
                    <a:pt x="113" y="552"/>
                    <a:pt x="234" y="552"/>
                  </a:cubicBezTo>
                  <a:cubicBezTo>
                    <a:pt x="309" y="514"/>
                    <a:pt x="430" y="393"/>
                    <a:pt x="393" y="281"/>
                  </a:cubicBezTo>
                  <a:cubicBezTo>
                    <a:pt x="393" y="122"/>
                    <a:pt x="309" y="1"/>
                    <a:pt x="19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2" name="Google Shape;1292;p40"/>
            <p:cNvSpPr/>
            <p:nvPr/>
          </p:nvSpPr>
          <p:spPr>
            <a:xfrm flipH="1">
              <a:off x="9650657" y="2665460"/>
              <a:ext cx="324637" cy="174644"/>
            </a:xfrm>
            <a:custGeom>
              <a:avLst/>
              <a:gdLst/>
              <a:ahLst/>
              <a:cxnLst/>
              <a:rect l="l" t="t" r="r" b="b"/>
              <a:pathLst>
                <a:path w="7113" h="3978" extrusionOk="0">
                  <a:moveTo>
                    <a:pt x="3661" y="1"/>
                  </a:moveTo>
                  <a:cubicBezTo>
                    <a:pt x="3151" y="1"/>
                    <a:pt x="2569" y="84"/>
                    <a:pt x="1904" y="282"/>
                  </a:cubicBezTo>
                  <a:cubicBezTo>
                    <a:pt x="112" y="832"/>
                    <a:pt x="0" y="3828"/>
                    <a:pt x="579" y="3978"/>
                  </a:cubicBezTo>
                  <a:cubicBezTo>
                    <a:pt x="579" y="3978"/>
                    <a:pt x="2016" y="3632"/>
                    <a:pt x="1942" y="1215"/>
                  </a:cubicBezTo>
                  <a:lnTo>
                    <a:pt x="1942" y="1215"/>
                  </a:lnTo>
                  <a:cubicBezTo>
                    <a:pt x="1942" y="1215"/>
                    <a:pt x="2371" y="2074"/>
                    <a:pt x="3920" y="2662"/>
                  </a:cubicBezTo>
                  <a:cubicBezTo>
                    <a:pt x="4540" y="2904"/>
                    <a:pt x="5112" y="2983"/>
                    <a:pt x="5597" y="2983"/>
                  </a:cubicBezTo>
                  <a:cubicBezTo>
                    <a:pt x="6513" y="2983"/>
                    <a:pt x="7113" y="2699"/>
                    <a:pt x="7113" y="2699"/>
                  </a:cubicBezTo>
                  <a:cubicBezTo>
                    <a:pt x="7113" y="2699"/>
                    <a:pt x="6553" y="1"/>
                    <a:pt x="3661"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3" name="Google Shape;1293;p40"/>
            <p:cNvSpPr/>
            <p:nvPr/>
          </p:nvSpPr>
          <p:spPr>
            <a:xfrm flipH="1">
              <a:off x="9787395" y="3355300"/>
              <a:ext cx="76310" cy="67742"/>
            </a:xfrm>
            <a:custGeom>
              <a:avLst/>
              <a:gdLst/>
              <a:ahLst/>
              <a:cxnLst/>
              <a:rect l="l" t="t" r="r" b="b"/>
              <a:pathLst>
                <a:path w="1672" h="1543" extrusionOk="0">
                  <a:moveTo>
                    <a:pt x="820" y="1"/>
                  </a:moveTo>
                  <a:cubicBezTo>
                    <a:pt x="769" y="1"/>
                    <a:pt x="716" y="6"/>
                    <a:pt x="663" y="16"/>
                  </a:cubicBezTo>
                  <a:cubicBezTo>
                    <a:pt x="234" y="128"/>
                    <a:pt x="1" y="520"/>
                    <a:pt x="75" y="950"/>
                  </a:cubicBezTo>
                  <a:cubicBezTo>
                    <a:pt x="182" y="1317"/>
                    <a:pt x="495" y="1542"/>
                    <a:pt x="854" y="1542"/>
                  </a:cubicBezTo>
                  <a:cubicBezTo>
                    <a:pt x="905" y="1542"/>
                    <a:pt x="957" y="1538"/>
                    <a:pt x="1009" y="1528"/>
                  </a:cubicBezTo>
                  <a:cubicBezTo>
                    <a:pt x="1401" y="1416"/>
                    <a:pt x="1671" y="1024"/>
                    <a:pt x="1597" y="595"/>
                  </a:cubicBezTo>
                  <a:cubicBezTo>
                    <a:pt x="1490" y="251"/>
                    <a:pt x="1183" y="1"/>
                    <a:pt x="820"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4" name="Google Shape;1294;p40"/>
            <p:cNvSpPr/>
            <p:nvPr/>
          </p:nvSpPr>
          <p:spPr>
            <a:xfrm flipH="1">
              <a:off x="9893919" y="3058914"/>
              <a:ext cx="124004" cy="201249"/>
            </a:xfrm>
            <a:custGeom>
              <a:avLst/>
              <a:gdLst/>
              <a:ahLst/>
              <a:cxnLst/>
              <a:rect l="l" t="t" r="r" b="b"/>
              <a:pathLst>
                <a:path w="2717" h="4584" extrusionOk="0">
                  <a:moveTo>
                    <a:pt x="2717" y="0"/>
                  </a:moveTo>
                  <a:lnTo>
                    <a:pt x="2717" y="0"/>
                  </a:lnTo>
                  <a:cubicBezTo>
                    <a:pt x="2717" y="0"/>
                    <a:pt x="1634" y="37"/>
                    <a:pt x="1513" y="149"/>
                  </a:cubicBezTo>
                  <a:cubicBezTo>
                    <a:pt x="1513" y="149"/>
                    <a:pt x="542" y="1279"/>
                    <a:pt x="1" y="4583"/>
                  </a:cubicBezTo>
                  <a:lnTo>
                    <a:pt x="2017" y="971"/>
                  </a:lnTo>
                  <a:cubicBezTo>
                    <a:pt x="2017" y="971"/>
                    <a:pt x="2176" y="653"/>
                    <a:pt x="2717" y="0"/>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5" name="Google Shape;1295;p40"/>
            <p:cNvSpPr/>
            <p:nvPr/>
          </p:nvSpPr>
          <p:spPr>
            <a:xfrm flipH="1">
              <a:off x="9892344" y="3058914"/>
              <a:ext cx="124004" cy="201249"/>
            </a:xfrm>
            <a:custGeom>
              <a:avLst/>
              <a:gdLst/>
              <a:ahLst/>
              <a:cxnLst/>
              <a:rect l="l" t="t" r="r" b="b"/>
              <a:pathLst>
                <a:path w="2717" h="4584" extrusionOk="0">
                  <a:moveTo>
                    <a:pt x="2717" y="0"/>
                  </a:moveTo>
                  <a:lnTo>
                    <a:pt x="2717" y="0"/>
                  </a:lnTo>
                  <a:cubicBezTo>
                    <a:pt x="2717" y="0"/>
                    <a:pt x="1634" y="37"/>
                    <a:pt x="1513" y="149"/>
                  </a:cubicBezTo>
                  <a:cubicBezTo>
                    <a:pt x="1513" y="149"/>
                    <a:pt x="542" y="1279"/>
                    <a:pt x="1" y="4583"/>
                  </a:cubicBezTo>
                  <a:lnTo>
                    <a:pt x="2017" y="971"/>
                  </a:lnTo>
                  <a:cubicBezTo>
                    <a:pt x="2017" y="971"/>
                    <a:pt x="2176" y="653"/>
                    <a:pt x="2717" y="0"/>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6" name="Google Shape;1296;p40"/>
            <p:cNvSpPr/>
            <p:nvPr/>
          </p:nvSpPr>
          <p:spPr>
            <a:xfrm flipH="1">
              <a:off x="9719665" y="3041967"/>
              <a:ext cx="298257" cy="493069"/>
            </a:xfrm>
            <a:custGeom>
              <a:avLst/>
              <a:gdLst/>
              <a:ahLst/>
              <a:cxnLst/>
              <a:rect l="l" t="t" r="r" b="b"/>
              <a:pathLst>
                <a:path w="6535" h="11231" extrusionOk="0">
                  <a:moveTo>
                    <a:pt x="2583" y="1"/>
                  </a:moveTo>
                  <a:cubicBezTo>
                    <a:pt x="2047" y="1"/>
                    <a:pt x="1298" y="459"/>
                    <a:pt x="850" y="1786"/>
                  </a:cubicBezTo>
                  <a:cubicBezTo>
                    <a:pt x="850" y="1786"/>
                    <a:pt x="1322" y="760"/>
                    <a:pt x="2054" y="760"/>
                  </a:cubicBezTo>
                  <a:cubicBezTo>
                    <a:pt x="2214" y="760"/>
                    <a:pt x="2386" y="809"/>
                    <a:pt x="2568" y="927"/>
                  </a:cubicBezTo>
                  <a:cubicBezTo>
                    <a:pt x="3734" y="1740"/>
                    <a:pt x="4584" y="4036"/>
                    <a:pt x="5134" y="7965"/>
                  </a:cubicBezTo>
                  <a:cubicBezTo>
                    <a:pt x="5246" y="8973"/>
                    <a:pt x="4546" y="9757"/>
                    <a:pt x="3538" y="10028"/>
                  </a:cubicBezTo>
                  <a:cubicBezTo>
                    <a:pt x="3273" y="10104"/>
                    <a:pt x="3003" y="10136"/>
                    <a:pt x="2736" y="10136"/>
                  </a:cubicBezTo>
                  <a:cubicBezTo>
                    <a:pt x="1359" y="10136"/>
                    <a:pt x="75" y="9291"/>
                    <a:pt x="75" y="9291"/>
                  </a:cubicBezTo>
                  <a:lnTo>
                    <a:pt x="1" y="10261"/>
                  </a:lnTo>
                  <a:cubicBezTo>
                    <a:pt x="1" y="10261"/>
                    <a:pt x="878" y="11231"/>
                    <a:pt x="2414" y="11231"/>
                  </a:cubicBezTo>
                  <a:cubicBezTo>
                    <a:pt x="2895" y="11231"/>
                    <a:pt x="3440" y="11136"/>
                    <a:pt x="4042" y="10887"/>
                  </a:cubicBezTo>
                  <a:cubicBezTo>
                    <a:pt x="6535" y="9832"/>
                    <a:pt x="6217" y="8320"/>
                    <a:pt x="6217" y="8320"/>
                  </a:cubicBezTo>
                  <a:cubicBezTo>
                    <a:pt x="6217" y="8320"/>
                    <a:pt x="6105" y="1702"/>
                    <a:pt x="2913" y="69"/>
                  </a:cubicBezTo>
                  <a:cubicBezTo>
                    <a:pt x="2818" y="25"/>
                    <a:pt x="2706" y="1"/>
                    <a:pt x="2583" y="1"/>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7" name="Google Shape;1297;p40"/>
            <p:cNvSpPr/>
            <p:nvPr/>
          </p:nvSpPr>
          <p:spPr>
            <a:xfrm flipH="1">
              <a:off x="9808709" y="3071602"/>
              <a:ext cx="266264" cy="438235"/>
            </a:xfrm>
            <a:custGeom>
              <a:avLst/>
              <a:gdLst/>
              <a:ahLst/>
              <a:cxnLst/>
              <a:rect l="l" t="t" r="r" b="b"/>
              <a:pathLst>
                <a:path w="5834" h="9982" extrusionOk="0">
                  <a:moveTo>
                    <a:pt x="4032" y="0"/>
                  </a:moveTo>
                  <a:cubicBezTo>
                    <a:pt x="3606" y="0"/>
                    <a:pt x="3187" y="216"/>
                    <a:pt x="2959" y="598"/>
                  </a:cubicBezTo>
                  <a:cubicBezTo>
                    <a:pt x="0" y="5153"/>
                    <a:pt x="663" y="8420"/>
                    <a:pt x="663" y="8420"/>
                  </a:cubicBezTo>
                  <a:cubicBezTo>
                    <a:pt x="821" y="9857"/>
                    <a:pt x="1633" y="9894"/>
                    <a:pt x="1633" y="9894"/>
                  </a:cubicBezTo>
                  <a:cubicBezTo>
                    <a:pt x="1872" y="9954"/>
                    <a:pt x="2112" y="9982"/>
                    <a:pt x="2351" y="9982"/>
                  </a:cubicBezTo>
                  <a:cubicBezTo>
                    <a:pt x="3677" y="9982"/>
                    <a:pt x="4980" y="9147"/>
                    <a:pt x="5834" y="8420"/>
                  </a:cubicBezTo>
                  <a:cubicBezTo>
                    <a:pt x="5796" y="8261"/>
                    <a:pt x="5759" y="8112"/>
                    <a:pt x="5722" y="7953"/>
                  </a:cubicBezTo>
                  <a:cubicBezTo>
                    <a:pt x="5600" y="7412"/>
                    <a:pt x="5488" y="6898"/>
                    <a:pt x="5404" y="6357"/>
                  </a:cubicBezTo>
                  <a:lnTo>
                    <a:pt x="3696" y="6824"/>
                  </a:lnTo>
                  <a:cubicBezTo>
                    <a:pt x="5059" y="4453"/>
                    <a:pt x="5367" y="3249"/>
                    <a:pt x="5526" y="2231"/>
                  </a:cubicBezTo>
                  <a:cubicBezTo>
                    <a:pt x="5563" y="2119"/>
                    <a:pt x="5563" y="1998"/>
                    <a:pt x="5563" y="1886"/>
                  </a:cubicBezTo>
                  <a:cubicBezTo>
                    <a:pt x="5600" y="953"/>
                    <a:pt x="5171" y="449"/>
                    <a:pt x="4667" y="178"/>
                  </a:cubicBezTo>
                  <a:cubicBezTo>
                    <a:pt x="4470" y="57"/>
                    <a:pt x="4250" y="0"/>
                    <a:pt x="4032"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8" name="Google Shape;1298;p40"/>
            <p:cNvSpPr/>
            <p:nvPr/>
          </p:nvSpPr>
          <p:spPr>
            <a:xfrm flipH="1">
              <a:off x="9847457" y="3257748"/>
              <a:ext cx="60564" cy="111820"/>
            </a:xfrm>
            <a:custGeom>
              <a:avLst/>
              <a:gdLst/>
              <a:ahLst/>
              <a:cxnLst/>
              <a:rect l="l" t="t" r="r" b="b"/>
              <a:pathLst>
                <a:path w="1327" h="2547" extrusionOk="0">
                  <a:moveTo>
                    <a:pt x="848" y="0"/>
                  </a:moveTo>
                  <a:cubicBezTo>
                    <a:pt x="834" y="0"/>
                    <a:pt x="813" y="17"/>
                    <a:pt x="813" y="17"/>
                  </a:cubicBezTo>
                  <a:cubicBezTo>
                    <a:pt x="776" y="91"/>
                    <a:pt x="1" y="1613"/>
                    <a:pt x="38" y="2350"/>
                  </a:cubicBezTo>
                  <a:cubicBezTo>
                    <a:pt x="76" y="2388"/>
                    <a:pt x="76" y="2472"/>
                    <a:pt x="160" y="2509"/>
                  </a:cubicBezTo>
                  <a:cubicBezTo>
                    <a:pt x="197" y="2546"/>
                    <a:pt x="309" y="2546"/>
                    <a:pt x="430" y="2546"/>
                  </a:cubicBezTo>
                  <a:cubicBezTo>
                    <a:pt x="776" y="2546"/>
                    <a:pt x="1205" y="2425"/>
                    <a:pt x="1280" y="2425"/>
                  </a:cubicBezTo>
                  <a:cubicBezTo>
                    <a:pt x="1326" y="2388"/>
                    <a:pt x="1326" y="2388"/>
                    <a:pt x="1326" y="2350"/>
                  </a:cubicBezTo>
                  <a:cubicBezTo>
                    <a:pt x="1326" y="2313"/>
                    <a:pt x="1280" y="2313"/>
                    <a:pt x="1242" y="2313"/>
                  </a:cubicBezTo>
                  <a:cubicBezTo>
                    <a:pt x="1082" y="2364"/>
                    <a:pt x="739" y="2456"/>
                    <a:pt x="478" y="2456"/>
                  </a:cubicBezTo>
                  <a:cubicBezTo>
                    <a:pt x="360" y="2456"/>
                    <a:pt x="258" y="2437"/>
                    <a:pt x="197" y="2388"/>
                  </a:cubicBezTo>
                  <a:lnTo>
                    <a:pt x="160" y="2350"/>
                  </a:lnTo>
                  <a:cubicBezTo>
                    <a:pt x="113" y="1613"/>
                    <a:pt x="897" y="91"/>
                    <a:pt x="897" y="54"/>
                  </a:cubicBezTo>
                  <a:cubicBezTo>
                    <a:pt x="897" y="54"/>
                    <a:pt x="897" y="17"/>
                    <a:pt x="860" y="17"/>
                  </a:cubicBezTo>
                  <a:cubicBezTo>
                    <a:pt x="860" y="4"/>
                    <a:pt x="854" y="0"/>
                    <a:pt x="848"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299" name="Google Shape;1299;p40"/>
            <p:cNvGrpSpPr/>
            <p:nvPr/>
          </p:nvGrpSpPr>
          <p:grpSpPr>
            <a:xfrm>
              <a:off x="9673660" y="3289007"/>
              <a:ext cx="159786" cy="133420"/>
              <a:chOff x="9673660" y="3289007"/>
              <a:chExt cx="159786" cy="133420"/>
            </a:xfrm>
          </p:grpSpPr>
          <p:sp>
            <p:nvSpPr>
              <p:cNvPr id="1300" name="Google Shape;1300;p40"/>
              <p:cNvSpPr/>
              <p:nvPr/>
            </p:nvSpPr>
            <p:spPr>
              <a:xfrm flipH="1">
                <a:off x="9684294" y="3358197"/>
                <a:ext cx="53308" cy="28317"/>
              </a:xfrm>
              <a:custGeom>
                <a:avLst/>
                <a:gdLst/>
                <a:ahLst/>
                <a:cxnLst/>
                <a:rect l="l" t="t" r="r" b="b"/>
                <a:pathLst>
                  <a:path w="1168" h="645" extrusionOk="0">
                    <a:moveTo>
                      <a:pt x="964" y="0"/>
                    </a:moveTo>
                    <a:cubicBezTo>
                      <a:pt x="928" y="0"/>
                      <a:pt x="890" y="9"/>
                      <a:pt x="859" y="25"/>
                    </a:cubicBezTo>
                    <a:cubicBezTo>
                      <a:pt x="542" y="221"/>
                      <a:pt x="1" y="417"/>
                      <a:pt x="75" y="566"/>
                    </a:cubicBezTo>
                    <a:cubicBezTo>
                      <a:pt x="91" y="603"/>
                      <a:pt x="145" y="645"/>
                      <a:pt x="255" y="645"/>
                    </a:cubicBezTo>
                    <a:cubicBezTo>
                      <a:pt x="398" y="645"/>
                      <a:pt x="635" y="575"/>
                      <a:pt x="1009" y="333"/>
                    </a:cubicBezTo>
                    <a:cubicBezTo>
                      <a:pt x="1093" y="258"/>
                      <a:pt x="1167" y="184"/>
                      <a:pt x="1093" y="62"/>
                    </a:cubicBezTo>
                    <a:cubicBezTo>
                      <a:pt x="1065" y="18"/>
                      <a:pt x="1015" y="0"/>
                      <a:pt x="964"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1" name="Google Shape;1301;p40"/>
              <p:cNvSpPr/>
              <p:nvPr/>
            </p:nvSpPr>
            <p:spPr>
              <a:xfrm flipH="1">
                <a:off x="9684294" y="3356968"/>
                <a:ext cx="51619" cy="31434"/>
              </a:xfrm>
              <a:custGeom>
                <a:avLst/>
                <a:gdLst/>
                <a:ahLst/>
                <a:cxnLst/>
                <a:rect l="l" t="t" r="r" b="b"/>
                <a:pathLst>
                  <a:path w="1131" h="716" extrusionOk="0">
                    <a:moveTo>
                      <a:pt x="903" y="38"/>
                    </a:moveTo>
                    <a:cubicBezTo>
                      <a:pt x="952" y="38"/>
                      <a:pt x="1021" y="73"/>
                      <a:pt x="1056" y="128"/>
                    </a:cubicBezTo>
                    <a:cubicBezTo>
                      <a:pt x="1093" y="212"/>
                      <a:pt x="1056" y="286"/>
                      <a:pt x="972" y="324"/>
                    </a:cubicBezTo>
                    <a:cubicBezTo>
                      <a:pt x="603" y="567"/>
                      <a:pt x="380" y="647"/>
                      <a:pt x="247" y="647"/>
                    </a:cubicBezTo>
                    <a:cubicBezTo>
                      <a:pt x="212" y="647"/>
                      <a:pt x="183" y="641"/>
                      <a:pt x="160" y="632"/>
                    </a:cubicBezTo>
                    <a:cubicBezTo>
                      <a:pt x="76" y="632"/>
                      <a:pt x="76" y="594"/>
                      <a:pt x="76" y="557"/>
                    </a:cubicBezTo>
                    <a:cubicBezTo>
                      <a:pt x="76" y="445"/>
                      <a:pt x="356" y="324"/>
                      <a:pt x="542" y="212"/>
                    </a:cubicBezTo>
                    <a:cubicBezTo>
                      <a:pt x="664" y="165"/>
                      <a:pt x="776" y="128"/>
                      <a:pt x="860" y="53"/>
                    </a:cubicBezTo>
                    <a:cubicBezTo>
                      <a:pt x="870" y="43"/>
                      <a:pt x="885" y="38"/>
                      <a:pt x="903" y="38"/>
                    </a:cubicBezTo>
                    <a:close/>
                    <a:moveTo>
                      <a:pt x="889" y="1"/>
                    </a:moveTo>
                    <a:cubicBezTo>
                      <a:pt x="865" y="1"/>
                      <a:pt x="842" y="6"/>
                      <a:pt x="822" y="16"/>
                    </a:cubicBezTo>
                    <a:cubicBezTo>
                      <a:pt x="738" y="53"/>
                      <a:pt x="626" y="128"/>
                      <a:pt x="542" y="165"/>
                    </a:cubicBezTo>
                    <a:cubicBezTo>
                      <a:pt x="272" y="286"/>
                      <a:pt x="38" y="398"/>
                      <a:pt x="1" y="520"/>
                    </a:cubicBezTo>
                    <a:lnTo>
                      <a:pt x="1" y="594"/>
                    </a:lnTo>
                    <a:cubicBezTo>
                      <a:pt x="38" y="632"/>
                      <a:pt x="76" y="678"/>
                      <a:pt x="160" y="678"/>
                    </a:cubicBezTo>
                    <a:cubicBezTo>
                      <a:pt x="197" y="716"/>
                      <a:pt x="197" y="716"/>
                      <a:pt x="234" y="716"/>
                    </a:cubicBezTo>
                    <a:cubicBezTo>
                      <a:pt x="393" y="716"/>
                      <a:pt x="626" y="632"/>
                      <a:pt x="1009" y="398"/>
                    </a:cubicBezTo>
                    <a:cubicBezTo>
                      <a:pt x="1130" y="324"/>
                      <a:pt x="1130" y="212"/>
                      <a:pt x="1093" y="90"/>
                    </a:cubicBezTo>
                    <a:cubicBezTo>
                      <a:pt x="1031" y="36"/>
                      <a:pt x="955" y="1"/>
                      <a:pt x="889"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2" name="Google Shape;1302;p40"/>
              <p:cNvSpPr/>
              <p:nvPr/>
            </p:nvSpPr>
            <p:spPr>
              <a:xfrm flipH="1">
                <a:off x="9684294" y="3339319"/>
                <a:ext cx="60564" cy="33498"/>
              </a:xfrm>
              <a:custGeom>
                <a:avLst/>
                <a:gdLst/>
                <a:ahLst/>
                <a:cxnLst/>
                <a:rect l="l" t="t" r="r" b="b"/>
                <a:pathLst>
                  <a:path w="1327" h="763" extrusionOk="0">
                    <a:moveTo>
                      <a:pt x="1163" y="1"/>
                    </a:moveTo>
                    <a:cubicBezTo>
                      <a:pt x="1125" y="1"/>
                      <a:pt x="1087" y="10"/>
                      <a:pt x="1056" y="26"/>
                    </a:cubicBezTo>
                    <a:cubicBezTo>
                      <a:pt x="701" y="259"/>
                      <a:pt x="1" y="614"/>
                      <a:pt x="122" y="726"/>
                    </a:cubicBezTo>
                    <a:cubicBezTo>
                      <a:pt x="146" y="751"/>
                      <a:pt x="183" y="763"/>
                      <a:pt x="229" y="763"/>
                    </a:cubicBezTo>
                    <a:cubicBezTo>
                      <a:pt x="467" y="763"/>
                      <a:pt x="954" y="460"/>
                      <a:pt x="1252" y="296"/>
                    </a:cubicBezTo>
                    <a:cubicBezTo>
                      <a:pt x="1326" y="259"/>
                      <a:pt x="1326" y="147"/>
                      <a:pt x="1289" y="63"/>
                    </a:cubicBezTo>
                    <a:cubicBezTo>
                      <a:pt x="1267" y="19"/>
                      <a:pt x="1216" y="1"/>
                      <a:pt x="1163"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3" name="Google Shape;1303;p40"/>
              <p:cNvSpPr/>
              <p:nvPr/>
            </p:nvSpPr>
            <p:spPr>
              <a:xfrm flipH="1">
                <a:off x="9682605" y="3338134"/>
                <a:ext cx="58419" cy="34683"/>
              </a:xfrm>
              <a:custGeom>
                <a:avLst/>
                <a:gdLst/>
                <a:ahLst/>
                <a:cxnLst/>
                <a:rect l="l" t="t" r="r" b="b"/>
                <a:pathLst>
                  <a:path w="1280" h="790" extrusionOk="0">
                    <a:moveTo>
                      <a:pt x="1046" y="53"/>
                    </a:moveTo>
                    <a:cubicBezTo>
                      <a:pt x="1121" y="53"/>
                      <a:pt x="1168" y="90"/>
                      <a:pt x="1168" y="127"/>
                    </a:cubicBezTo>
                    <a:cubicBezTo>
                      <a:pt x="1205" y="174"/>
                      <a:pt x="1205" y="211"/>
                      <a:pt x="1205" y="249"/>
                    </a:cubicBezTo>
                    <a:lnTo>
                      <a:pt x="1121" y="323"/>
                    </a:lnTo>
                    <a:lnTo>
                      <a:pt x="1046" y="361"/>
                    </a:lnTo>
                    <a:cubicBezTo>
                      <a:pt x="784" y="496"/>
                      <a:pt x="345" y="739"/>
                      <a:pt x="129" y="739"/>
                    </a:cubicBezTo>
                    <a:cubicBezTo>
                      <a:pt x="91" y="739"/>
                      <a:pt x="60" y="732"/>
                      <a:pt x="38" y="715"/>
                    </a:cubicBezTo>
                    <a:cubicBezTo>
                      <a:pt x="76" y="641"/>
                      <a:pt x="421" y="445"/>
                      <a:pt x="654" y="286"/>
                    </a:cubicBezTo>
                    <a:cubicBezTo>
                      <a:pt x="776" y="211"/>
                      <a:pt x="888" y="127"/>
                      <a:pt x="1009" y="90"/>
                    </a:cubicBezTo>
                    <a:cubicBezTo>
                      <a:pt x="1009" y="53"/>
                      <a:pt x="1046" y="53"/>
                      <a:pt x="1046" y="53"/>
                    </a:cubicBezTo>
                    <a:close/>
                    <a:moveTo>
                      <a:pt x="1039" y="1"/>
                    </a:moveTo>
                    <a:cubicBezTo>
                      <a:pt x="1015" y="1"/>
                      <a:pt x="992" y="5"/>
                      <a:pt x="972" y="15"/>
                    </a:cubicBezTo>
                    <a:cubicBezTo>
                      <a:pt x="888" y="90"/>
                      <a:pt x="776" y="174"/>
                      <a:pt x="617" y="249"/>
                    </a:cubicBezTo>
                    <a:cubicBezTo>
                      <a:pt x="234" y="445"/>
                      <a:pt x="1" y="594"/>
                      <a:pt x="1" y="715"/>
                    </a:cubicBezTo>
                    <a:lnTo>
                      <a:pt x="1" y="753"/>
                    </a:lnTo>
                    <a:cubicBezTo>
                      <a:pt x="38" y="790"/>
                      <a:pt x="76" y="790"/>
                      <a:pt x="150" y="790"/>
                    </a:cubicBezTo>
                    <a:cubicBezTo>
                      <a:pt x="346" y="790"/>
                      <a:pt x="701" y="641"/>
                      <a:pt x="1084" y="407"/>
                    </a:cubicBezTo>
                    <a:lnTo>
                      <a:pt x="1168" y="361"/>
                    </a:lnTo>
                    <a:cubicBezTo>
                      <a:pt x="1205" y="323"/>
                      <a:pt x="1242" y="286"/>
                      <a:pt x="1242" y="249"/>
                    </a:cubicBezTo>
                    <a:cubicBezTo>
                      <a:pt x="1280" y="211"/>
                      <a:pt x="1242" y="127"/>
                      <a:pt x="1242" y="90"/>
                    </a:cubicBezTo>
                    <a:lnTo>
                      <a:pt x="1205" y="90"/>
                    </a:lnTo>
                    <a:cubicBezTo>
                      <a:pt x="1178" y="35"/>
                      <a:pt x="1105" y="1"/>
                      <a:pt x="1039"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4" name="Google Shape;1304;p40"/>
              <p:cNvSpPr/>
              <p:nvPr/>
            </p:nvSpPr>
            <p:spPr>
              <a:xfrm flipH="1">
                <a:off x="9686028" y="3318202"/>
                <a:ext cx="72887" cy="43156"/>
              </a:xfrm>
              <a:custGeom>
                <a:avLst/>
                <a:gdLst/>
                <a:ahLst/>
                <a:cxnLst/>
                <a:rect l="l" t="t" r="r" b="b"/>
                <a:pathLst>
                  <a:path w="1597" h="983" extrusionOk="0">
                    <a:moveTo>
                      <a:pt x="1338" y="1"/>
                    </a:moveTo>
                    <a:cubicBezTo>
                      <a:pt x="1294" y="1"/>
                      <a:pt x="1248" y="13"/>
                      <a:pt x="1205" y="40"/>
                    </a:cubicBezTo>
                    <a:cubicBezTo>
                      <a:pt x="701" y="395"/>
                      <a:pt x="1" y="740"/>
                      <a:pt x="113" y="936"/>
                    </a:cubicBezTo>
                    <a:cubicBezTo>
                      <a:pt x="127" y="969"/>
                      <a:pt x="160" y="983"/>
                      <a:pt x="208" y="983"/>
                    </a:cubicBezTo>
                    <a:cubicBezTo>
                      <a:pt x="447" y="983"/>
                      <a:pt x="1049" y="626"/>
                      <a:pt x="1438" y="432"/>
                    </a:cubicBezTo>
                    <a:cubicBezTo>
                      <a:pt x="1560" y="395"/>
                      <a:pt x="1597" y="236"/>
                      <a:pt x="1513" y="161"/>
                    </a:cubicBezTo>
                    <a:lnTo>
                      <a:pt x="1513" y="114"/>
                    </a:lnTo>
                    <a:cubicBezTo>
                      <a:pt x="1489" y="42"/>
                      <a:pt x="1418" y="1"/>
                      <a:pt x="1338"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5" name="Google Shape;1305;p40"/>
              <p:cNvSpPr/>
              <p:nvPr/>
            </p:nvSpPr>
            <p:spPr>
              <a:xfrm flipH="1">
                <a:off x="9686028" y="3317631"/>
                <a:ext cx="74576" cy="44956"/>
              </a:xfrm>
              <a:custGeom>
                <a:avLst/>
                <a:gdLst/>
                <a:ahLst/>
                <a:cxnLst/>
                <a:rect l="l" t="t" r="r" b="b"/>
                <a:pathLst>
                  <a:path w="1634" h="1024" extrusionOk="0">
                    <a:moveTo>
                      <a:pt x="1401" y="53"/>
                    </a:moveTo>
                    <a:cubicBezTo>
                      <a:pt x="1475" y="90"/>
                      <a:pt x="1513" y="90"/>
                      <a:pt x="1550" y="174"/>
                    </a:cubicBezTo>
                    <a:cubicBezTo>
                      <a:pt x="1597" y="249"/>
                      <a:pt x="1550" y="361"/>
                      <a:pt x="1475" y="408"/>
                    </a:cubicBezTo>
                    <a:cubicBezTo>
                      <a:pt x="1363" y="482"/>
                      <a:pt x="1242" y="520"/>
                      <a:pt x="1130" y="594"/>
                    </a:cubicBezTo>
                    <a:cubicBezTo>
                      <a:pt x="801" y="758"/>
                      <a:pt x="394" y="975"/>
                      <a:pt x="221" y="975"/>
                    </a:cubicBezTo>
                    <a:cubicBezTo>
                      <a:pt x="188" y="975"/>
                      <a:pt x="163" y="967"/>
                      <a:pt x="150" y="949"/>
                    </a:cubicBezTo>
                    <a:cubicBezTo>
                      <a:pt x="75" y="828"/>
                      <a:pt x="505" y="557"/>
                      <a:pt x="897" y="324"/>
                    </a:cubicBezTo>
                    <a:cubicBezTo>
                      <a:pt x="1009" y="249"/>
                      <a:pt x="1167" y="174"/>
                      <a:pt x="1279" y="90"/>
                    </a:cubicBezTo>
                    <a:cubicBezTo>
                      <a:pt x="1317" y="53"/>
                      <a:pt x="1363" y="53"/>
                      <a:pt x="1401" y="53"/>
                    </a:cubicBezTo>
                    <a:close/>
                    <a:moveTo>
                      <a:pt x="1371" y="0"/>
                    </a:moveTo>
                    <a:cubicBezTo>
                      <a:pt x="1318" y="0"/>
                      <a:pt x="1268" y="26"/>
                      <a:pt x="1242" y="53"/>
                    </a:cubicBezTo>
                    <a:cubicBezTo>
                      <a:pt x="1130" y="90"/>
                      <a:pt x="1009" y="174"/>
                      <a:pt x="850" y="249"/>
                    </a:cubicBezTo>
                    <a:cubicBezTo>
                      <a:pt x="430" y="557"/>
                      <a:pt x="0" y="790"/>
                      <a:pt x="112" y="986"/>
                    </a:cubicBezTo>
                    <a:cubicBezTo>
                      <a:pt x="112" y="1024"/>
                      <a:pt x="150" y="1024"/>
                      <a:pt x="234" y="1024"/>
                    </a:cubicBezTo>
                    <a:cubicBezTo>
                      <a:pt x="383" y="1024"/>
                      <a:pt x="701" y="874"/>
                      <a:pt x="1130" y="641"/>
                    </a:cubicBezTo>
                    <a:cubicBezTo>
                      <a:pt x="1242" y="594"/>
                      <a:pt x="1363" y="520"/>
                      <a:pt x="1475" y="482"/>
                    </a:cubicBezTo>
                    <a:cubicBezTo>
                      <a:pt x="1597" y="408"/>
                      <a:pt x="1634" y="286"/>
                      <a:pt x="1597" y="127"/>
                    </a:cubicBezTo>
                    <a:cubicBezTo>
                      <a:pt x="1550" y="53"/>
                      <a:pt x="1513" y="15"/>
                      <a:pt x="1438" y="15"/>
                    </a:cubicBezTo>
                    <a:cubicBezTo>
                      <a:pt x="1416" y="5"/>
                      <a:pt x="1393" y="0"/>
                      <a:pt x="1371"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6" name="Google Shape;1306;p40"/>
              <p:cNvSpPr/>
              <p:nvPr/>
            </p:nvSpPr>
            <p:spPr>
              <a:xfrm flipH="1">
                <a:off x="9675349" y="3291202"/>
                <a:ext cx="76310" cy="47195"/>
              </a:xfrm>
              <a:custGeom>
                <a:avLst/>
                <a:gdLst/>
                <a:ahLst/>
                <a:cxnLst/>
                <a:rect l="l" t="t" r="r" b="b"/>
                <a:pathLst>
                  <a:path w="1672" h="1075" extrusionOk="0">
                    <a:moveTo>
                      <a:pt x="1612" y="1"/>
                    </a:moveTo>
                    <a:cubicBezTo>
                      <a:pt x="1393" y="1"/>
                      <a:pt x="627" y="383"/>
                      <a:pt x="150" y="617"/>
                    </a:cubicBezTo>
                    <a:cubicBezTo>
                      <a:pt x="0" y="692"/>
                      <a:pt x="0" y="926"/>
                      <a:pt x="150" y="1010"/>
                    </a:cubicBezTo>
                    <a:lnTo>
                      <a:pt x="150" y="1047"/>
                    </a:lnTo>
                    <a:cubicBezTo>
                      <a:pt x="192" y="1066"/>
                      <a:pt x="241" y="1075"/>
                      <a:pt x="289" y="1075"/>
                    </a:cubicBezTo>
                    <a:cubicBezTo>
                      <a:pt x="337" y="1075"/>
                      <a:pt x="383" y="1066"/>
                      <a:pt x="421" y="1047"/>
                    </a:cubicBezTo>
                    <a:cubicBezTo>
                      <a:pt x="775" y="776"/>
                      <a:pt x="1671" y="151"/>
                      <a:pt x="1671" y="29"/>
                    </a:cubicBezTo>
                    <a:cubicBezTo>
                      <a:pt x="1666" y="10"/>
                      <a:pt x="1646" y="1"/>
                      <a:pt x="1612"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7" name="Google Shape;1307;p40"/>
              <p:cNvSpPr/>
              <p:nvPr/>
            </p:nvSpPr>
            <p:spPr>
              <a:xfrm flipH="1">
                <a:off x="9673660" y="3289007"/>
                <a:ext cx="77999" cy="51454"/>
              </a:xfrm>
              <a:custGeom>
                <a:avLst/>
                <a:gdLst/>
                <a:ahLst/>
                <a:cxnLst/>
                <a:rect l="l" t="t" r="r" b="b"/>
                <a:pathLst>
                  <a:path w="1709" h="1172" extrusionOk="0">
                    <a:moveTo>
                      <a:pt x="1634" y="79"/>
                    </a:moveTo>
                    <a:cubicBezTo>
                      <a:pt x="1634" y="126"/>
                      <a:pt x="1279" y="471"/>
                      <a:pt x="421" y="1060"/>
                    </a:cubicBezTo>
                    <a:cubicBezTo>
                      <a:pt x="383" y="1078"/>
                      <a:pt x="337" y="1088"/>
                      <a:pt x="289" y="1088"/>
                    </a:cubicBezTo>
                    <a:cubicBezTo>
                      <a:pt x="241" y="1088"/>
                      <a:pt x="192" y="1078"/>
                      <a:pt x="150" y="1060"/>
                    </a:cubicBezTo>
                    <a:cubicBezTo>
                      <a:pt x="75" y="1013"/>
                      <a:pt x="75" y="938"/>
                      <a:pt x="75" y="864"/>
                    </a:cubicBezTo>
                    <a:cubicBezTo>
                      <a:pt x="75" y="779"/>
                      <a:pt x="112" y="705"/>
                      <a:pt x="187" y="667"/>
                    </a:cubicBezTo>
                    <a:cubicBezTo>
                      <a:pt x="1279" y="126"/>
                      <a:pt x="1550" y="79"/>
                      <a:pt x="1587" y="79"/>
                    </a:cubicBezTo>
                    <a:close/>
                    <a:moveTo>
                      <a:pt x="1635" y="0"/>
                    </a:moveTo>
                    <a:cubicBezTo>
                      <a:pt x="1467" y="0"/>
                      <a:pt x="975" y="201"/>
                      <a:pt x="150" y="630"/>
                    </a:cubicBezTo>
                    <a:cubicBezTo>
                      <a:pt x="75" y="667"/>
                      <a:pt x="0" y="742"/>
                      <a:pt x="0" y="864"/>
                    </a:cubicBezTo>
                    <a:cubicBezTo>
                      <a:pt x="0" y="938"/>
                      <a:pt x="38" y="1060"/>
                      <a:pt x="112" y="1097"/>
                    </a:cubicBezTo>
                    <a:cubicBezTo>
                      <a:pt x="187" y="1134"/>
                      <a:pt x="234" y="1172"/>
                      <a:pt x="271" y="1172"/>
                    </a:cubicBezTo>
                    <a:cubicBezTo>
                      <a:pt x="346" y="1172"/>
                      <a:pt x="383" y="1134"/>
                      <a:pt x="421" y="1097"/>
                    </a:cubicBezTo>
                    <a:cubicBezTo>
                      <a:pt x="1279" y="509"/>
                      <a:pt x="1709" y="163"/>
                      <a:pt x="1671" y="79"/>
                    </a:cubicBezTo>
                    <a:lnTo>
                      <a:pt x="1671" y="5"/>
                    </a:lnTo>
                    <a:cubicBezTo>
                      <a:pt x="1662" y="2"/>
                      <a:pt x="1650" y="0"/>
                      <a:pt x="1635"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8" name="Google Shape;1308;p40"/>
              <p:cNvSpPr/>
              <p:nvPr/>
            </p:nvSpPr>
            <p:spPr>
              <a:xfrm flipH="1">
                <a:off x="9698351" y="3314997"/>
                <a:ext cx="135094" cy="107429"/>
              </a:xfrm>
              <a:custGeom>
                <a:avLst/>
                <a:gdLst/>
                <a:ahLst/>
                <a:cxnLst/>
                <a:rect l="l" t="t" r="r" b="b"/>
                <a:pathLst>
                  <a:path w="2960" h="2447" extrusionOk="0">
                    <a:moveTo>
                      <a:pt x="1979" y="1"/>
                    </a:moveTo>
                    <a:cubicBezTo>
                      <a:pt x="1942" y="38"/>
                      <a:pt x="1904" y="75"/>
                      <a:pt x="1867" y="113"/>
                    </a:cubicBezTo>
                    <a:cubicBezTo>
                      <a:pt x="1326" y="580"/>
                      <a:pt x="700" y="813"/>
                      <a:pt x="0" y="934"/>
                    </a:cubicBezTo>
                    <a:lnTo>
                      <a:pt x="346" y="2446"/>
                    </a:lnTo>
                    <a:cubicBezTo>
                      <a:pt x="1130" y="2213"/>
                      <a:pt x="2446" y="2101"/>
                      <a:pt x="2959" y="1401"/>
                    </a:cubicBezTo>
                    <a:lnTo>
                      <a:pt x="2959" y="1354"/>
                    </a:lnTo>
                    <a:cubicBezTo>
                      <a:pt x="2959" y="1168"/>
                      <a:pt x="2875" y="934"/>
                      <a:pt x="2801" y="738"/>
                    </a:cubicBezTo>
                    <a:cubicBezTo>
                      <a:pt x="2530" y="234"/>
                      <a:pt x="2371" y="187"/>
                      <a:pt x="1979"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09" name="Google Shape;1309;p40"/>
              <p:cNvSpPr/>
              <p:nvPr/>
            </p:nvSpPr>
            <p:spPr>
              <a:xfrm flipH="1">
                <a:off x="9735867" y="3302529"/>
                <a:ext cx="89911" cy="77268"/>
              </a:xfrm>
              <a:custGeom>
                <a:avLst/>
                <a:gdLst/>
                <a:ahLst/>
                <a:cxnLst/>
                <a:rect l="l" t="t" r="r" b="b"/>
                <a:pathLst>
                  <a:path w="1970" h="1760" extrusionOk="0">
                    <a:moveTo>
                      <a:pt x="1617" y="1"/>
                    </a:moveTo>
                    <a:cubicBezTo>
                      <a:pt x="1181" y="1"/>
                      <a:pt x="1" y="960"/>
                      <a:pt x="262" y="1564"/>
                    </a:cubicBezTo>
                    <a:cubicBezTo>
                      <a:pt x="299" y="1685"/>
                      <a:pt x="374" y="1760"/>
                      <a:pt x="458" y="1760"/>
                    </a:cubicBezTo>
                    <a:cubicBezTo>
                      <a:pt x="532" y="1526"/>
                      <a:pt x="803" y="1218"/>
                      <a:pt x="1111" y="938"/>
                    </a:cubicBezTo>
                    <a:cubicBezTo>
                      <a:pt x="1307" y="789"/>
                      <a:pt x="1503" y="668"/>
                      <a:pt x="1736" y="556"/>
                    </a:cubicBezTo>
                    <a:cubicBezTo>
                      <a:pt x="1970" y="434"/>
                      <a:pt x="1933" y="89"/>
                      <a:pt x="1662" y="5"/>
                    </a:cubicBezTo>
                    <a:cubicBezTo>
                      <a:pt x="1648" y="2"/>
                      <a:pt x="1633" y="1"/>
                      <a:pt x="1617"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10" name="Google Shape;1310;p40"/>
          <p:cNvGrpSpPr/>
          <p:nvPr/>
        </p:nvGrpSpPr>
        <p:grpSpPr>
          <a:xfrm flipH="1">
            <a:off x="8526823" y="2489462"/>
            <a:ext cx="554753" cy="300630"/>
            <a:chOff x="2301112" y="2967762"/>
            <a:chExt cx="655814" cy="355354"/>
          </a:xfrm>
        </p:grpSpPr>
        <p:sp>
          <p:nvSpPr>
            <p:cNvPr id="1311" name="Google Shape;1311;p40"/>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2" name="Google Shape;1312;p40"/>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13" name="Google Shape;1313;p40"/>
          <p:cNvSpPr/>
          <p:nvPr/>
        </p:nvSpPr>
        <p:spPr>
          <a:xfrm>
            <a:off x="4028575" y="3562425"/>
            <a:ext cx="1009540" cy="252253"/>
          </a:xfrm>
          <a:custGeom>
            <a:avLst/>
            <a:gdLst/>
            <a:ahLst/>
            <a:cxnLst/>
            <a:rect l="l" t="t" r="r" b="b"/>
            <a:pathLst>
              <a:path w="24774" h="10072" extrusionOk="0">
                <a:moveTo>
                  <a:pt x="5172" y="1"/>
                </a:moveTo>
                <a:lnTo>
                  <a:pt x="1" y="10072"/>
                </a:lnTo>
                <a:lnTo>
                  <a:pt x="24773" y="10072"/>
                </a:lnTo>
                <a:lnTo>
                  <a:pt x="21469" y="1"/>
                </a:lnTo>
                <a:close/>
              </a:path>
            </a:pathLst>
          </a:custGeom>
          <a:solidFill>
            <a:srgbClr val="000000">
              <a:alpha val="94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4" name="Google Shape;1314;p40"/>
          <p:cNvSpPr/>
          <p:nvPr/>
        </p:nvSpPr>
        <p:spPr>
          <a:xfrm>
            <a:off x="4851057" y="3354950"/>
            <a:ext cx="111075" cy="170610"/>
          </a:xfrm>
          <a:custGeom>
            <a:avLst/>
            <a:gdLst/>
            <a:ahLst/>
            <a:cxnLst/>
            <a:rect l="l" t="t" r="r" b="b"/>
            <a:pathLst>
              <a:path w="2334" h="3585" extrusionOk="0">
                <a:moveTo>
                  <a:pt x="1" y="1"/>
                </a:moveTo>
                <a:lnTo>
                  <a:pt x="1" y="3585"/>
                </a:lnTo>
                <a:lnTo>
                  <a:pt x="2334" y="3585"/>
                </a:lnTo>
                <a:lnTo>
                  <a:pt x="2334" y="1"/>
                </a:lnTo>
                <a:close/>
              </a:path>
            </a:pathLst>
          </a:custGeom>
          <a:solidFill>
            <a:srgbClr val="000000">
              <a:alpha val="8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15" name="Google Shape;1315;p40"/>
          <p:cNvGrpSpPr/>
          <p:nvPr/>
        </p:nvGrpSpPr>
        <p:grpSpPr>
          <a:xfrm>
            <a:off x="3115137" y="2024118"/>
            <a:ext cx="2889146" cy="1538299"/>
            <a:chOff x="1533987" y="-1852557"/>
            <a:chExt cx="2889146" cy="1538299"/>
          </a:xfrm>
        </p:grpSpPr>
        <p:sp>
          <p:nvSpPr>
            <p:cNvPr id="1316" name="Google Shape;1316;p40"/>
            <p:cNvSpPr/>
            <p:nvPr/>
          </p:nvSpPr>
          <p:spPr>
            <a:xfrm>
              <a:off x="2966546" y="-1663767"/>
              <a:ext cx="1456587" cy="305671"/>
            </a:xfrm>
            <a:custGeom>
              <a:avLst/>
              <a:gdLst/>
              <a:ahLst/>
              <a:cxnLst/>
              <a:rect l="l" t="t" r="r" b="b"/>
              <a:pathLst>
                <a:path w="30607" h="6423" extrusionOk="0">
                  <a:moveTo>
                    <a:pt x="0" y="0"/>
                  </a:moveTo>
                  <a:lnTo>
                    <a:pt x="0" y="6422"/>
                  </a:lnTo>
                  <a:lnTo>
                    <a:pt x="30606" y="6422"/>
                  </a:lnTo>
                  <a:lnTo>
                    <a:pt x="21543" y="0"/>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7" name="Google Shape;1317;p40"/>
            <p:cNvSpPr/>
            <p:nvPr/>
          </p:nvSpPr>
          <p:spPr>
            <a:xfrm>
              <a:off x="2966546" y="-1399912"/>
              <a:ext cx="1456587" cy="40927"/>
            </a:xfrm>
            <a:custGeom>
              <a:avLst/>
              <a:gdLst/>
              <a:ahLst/>
              <a:cxnLst/>
              <a:rect l="l" t="t" r="r" b="b"/>
              <a:pathLst>
                <a:path w="30607" h="860" extrusionOk="0">
                  <a:moveTo>
                    <a:pt x="0" y="0"/>
                  </a:moveTo>
                  <a:lnTo>
                    <a:pt x="0" y="859"/>
                  </a:lnTo>
                  <a:lnTo>
                    <a:pt x="30606" y="859"/>
                  </a:lnTo>
                  <a:lnTo>
                    <a:pt x="29365" y="0"/>
                  </a:ln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8" name="Google Shape;1318;p40"/>
            <p:cNvSpPr/>
            <p:nvPr/>
          </p:nvSpPr>
          <p:spPr>
            <a:xfrm>
              <a:off x="1533992" y="-1663767"/>
              <a:ext cx="1456587" cy="305671"/>
            </a:xfrm>
            <a:custGeom>
              <a:avLst/>
              <a:gdLst/>
              <a:ahLst/>
              <a:cxnLst/>
              <a:rect l="l" t="t" r="r" b="b"/>
              <a:pathLst>
                <a:path w="30607" h="6423" extrusionOk="0">
                  <a:moveTo>
                    <a:pt x="9101" y="0"/>
                  </a:moveTo>
                  <a:lnTo>
                    <a:pt x="0" y="6422"/>
                  </a:lnTo>
                  <a:lnTo>
                    <a:pt x="30606" y="6422"/>
                  </a:lnTo>
                  <a:lnTo>
                    <a:pt x="30606" y="0"/>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19" name="Google Shape;1319;p40"/>
            <p:cNvSpPr/>
            <p:nvPr/>
          </p:nvSpPr>
          <p:spPr>
            <a:xfrm>
              <a:off x="1533992" y="-1399912"/>
              <a:ext cx="1456587" cy="40927"/>
            </a:xfrm>
            <a:custGeom>
              <a:avLst/>
              <a:gdLst/>
              <a:ahLst/>
              <a:cxnLst/>
              <a:rect l="l" t="t" r="r" b="b"/>
              <a:pathLst>
                <a:path w="30607" h="860" extrusionOk="0">
                  <a:moveTo>
                    <a:pt x="1242" y="0"/>
                  </a:moveTo>
                  <a:lnTo>
                    <a:pt x="0" y="859"/>
                  </a:lnTo>
                  <a:lnTo>
                    <a:pt x="30606" y="859"/>
                  </a:lnTo>
                  <a:lnTo>
                    <a:pt x="30606" y="0"/>
                  </a:ln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0" name="Google Shape;1320;p40"/>
            <p:cNvSpPr/>
            <p:nvPr/>
          </p:nvSpPr>
          <p:spPr>
            <a:xfrm>
              <a:off x="1576632" y="-1289757"/>
              <a:ext cx="2779875" cy="768055"/>
            </a:xfrm>
            <a:custGeom>
              <a:avLst/>
              <a:gdLst/>
              <a:ahLst/>
              <a:cxnLst/>
              <a:rect l="l" t="t" r="r" b="b"/>
              <a:pathLst>
                <a:path w="58413" h="16139" extrusionOk="0">
                  <a:moveTo>
                    <a:pt x="0" y="0"/>
                  </a:moveTo>
                  <a:lnTo>
                    <a:pt x="0" y="16139"/>
                  </a:lnTo>
                  <a:lnTo>
                    <a:pt x="58412" y="16139"/>
                  </a:lnTo>
                  <a:lnTo>
                    <a:pt x="58412" y="0"/>
                  </a:ln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1" name="Google Shape;1321;p40"/>
            <p:cNvSpPr/>
            <p:nvPr/>
          </p:nvSpPr>
          <p:spPr>
            <a:xfrm>
              <a:off x="1548650" y="-521750"/>
              <a:ext cx="1134974" cy="170610"/>
            </a:xfrm>
            <a:custGeom>
              <a:avLst/>
              <a:gdLst/>
              <a:ahLst/>
              <a:cxnLst/>
              <a:rect l="l" t="t" r="r" b="b"/>
              <a:pathLst>
                <a:path w="23849" h="3585" extrusionOk="0">
                  <a:moveTo>
                    <a:pt x="0" y="1"/>
                  </a:moveTo>
                  <a:lnTo>
                    <a:pt x="0" y="3585"/>
                  </a:lnTo>
                  <a:lnTo>
                    <a:pt x="23849" y="3585"/>
                  </a:lnTo>
                  <a:lnTo>
                    <a:pt x="23849" y="1"/>
                  </a:lnTo>
                  <a:close/>
                </a:path>
              </a:pathLst>
            </a:custGeom>
            <a:solidFill>
              <a:srgbClr val="FDF0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2" name="Google Shape;1322;p40"/>
            <p:cNvSpPr/>
            <p:nvPr/>
          </p:nvSpPr>
          <p:spPr>
            <a:xfrm>
              <a:off x="3261033" y="-521750"/>
              <a:ext cx="1134546" cy="170610"/>
            </a:xfrm>
            <a:custGeom>
              <a:avLst/>
              <a:gdLst/>
              <a:ahLst/>
              <a:cxnLst/>
              <a:rect l="l" t="t" r="r" b="b"/>
              <a:pathLst>
                <a:path w="23840" h="3585" extrusionOk="0">
                  <a:moveTo>
                    <a:pt x="1" y="1"/>
                  </a:moveTo>
                  <a:lnTo>
                    <a:pt x="1" y="3585"/>
                  </a:lnTo>
                  <a:lnTo>
                    <a:pt x="23840" y="3585"/>
                  </a:lnTo>
                  <a:lnTo>
                    <a:pt x="23840" y="1"/>
                  </a:lnTo>
                  <a:close/>
                </a:path>
              </a:pathLst>
            </a:custGeom>
            <a:solidFill>
              <a:srgbClr val="FDF0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3" name="Google Shape;1323;p40"/>
            <p:cNvSpPr/>
            <p:nvPr/>
          </p:nvSpPr>
          <p:spPr>
            <a:xfrm>
              <a:off x="1533987" y="-1358153"/>
              <a:ext cx="2889141" cy="68400"/>
            </a:xfrm>
            <a:custGeom>
              <a:avLst/>
              <a:gdLst/>
              <a:ahLst/>
              <a:cxnLst/>
              <a:rect l="l" t="t" r="r" b="b"/>
              <a:pathLst>
                <a:path w="60709" h="1009" extrusionOk="0">
                  <a:moveTo>
                    <a:pt x="0" y="0"/>
                  </a:moveTo>
                  <a:lnTo>
                    <a:pt x="0" y="1008"/>
                  </a:lnTo>
                  <a:lnTo>
                    <a:pt x="60708" y="1008"/>
                  </a:lnTo>
                  <a:lnTo>
                    <a:pt x="6070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4" name="Google Shape;1324;p40"/>
            <p:cNvSpPr/>
            <p:nvPr/>
          </p:nvSpPr>
          <p:spPr>
            <a:xfrm>
              <a:off x="2594725" y="-1837471"/>
              <a:ext cx="749447" cy="1353079"/>
            </a:xfrm>
            <a:custGeom>
              <a:avLst/>
              <a:gdLst/>
              <a:ahLst/>
              <a:cxnLst/>
              <a:rect l="l" t="t" r="r" b="b"/>
              <a:pathLst>
                <a:path w="15748" h="28432" extrusionOk="0">
                  <a:moveTo>
                    <a:pt x="7701" y="1"/>
                  </a:moveTo>
                  <a:lnTo>
                    <a:pt x="1" y="6917"/>
                  </a:lnTo>
                  <a:lnTo>
                    <a:pt x="1" y="28432"/>
                  </a:lnTo>
                  <a:lnTo>
                    <a:pt x="15747" y="28432"/>
                  </a:lnTo>
                  <a:lnTo>
                    <a:pt x="15747" y="6917"/>
                  </a:lnTo>
                  <a:lnTo>
                    <a:pt x="7701" y="1"/>
                  </a:ln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25" name="Google Shape;1325;p40"/>
            <p:cNvGrpSpPr/>
            <p:nvPr/>
          </p:nvGrpSpPr>
          <p:grpSpPr>
            <a:xfrm>
              <a:off x="2761338" y="-823328"/>
              <a:ext cx="77762" cy="338936"/>
              <a:chOff x="-1760275" y="2602822"/>
              <a:chExt cx="77762" cy="338936"/>
            </a:xfrm>
          </p:grpSpPr>
          <p:sp>
            <p:nvSpPr>
              <p:cNvPr id="1326" name="Google Shape;1326;p40"/>
              <p:cNvSpPr/>
              <p:nvPr/>
            </p:nvSpPr>
            <p:spPr>
              <a:xfrm>
                <a:off x="-1742095" y="2626808"/>
                <a:ext cx="42688" cy="314951"/>
              </a:xfrm>
              <a:custGeom>
                <a:avLst/>
                <a:gdLst/>
                <a:ahLst/>
                <a:cxnLst/>
                <a:rect l="l" t="t" r="r" b="b"/>
                <a:pathLst>
                  <a:path w="897" h="6618" extrusionOk="0">
                    <a:moveTo>
                      <a:pt x="1" y="0"/>
                    </a:moveTo>
                    <a:lnTo>
                      <a:pt x="1" y="6618"/>
                    </a:lnTo>
                    <a:lnTo>
                      <a:pt x="897" y="6618"/>
                    </a:lnTo>
                    <a:lnTo>
                      <a:pt x="89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7" name="Google Shape;1327;p40"/>
              <p:cNvSpPr/>
              <p:nvPr/>
            </p:nvSpPr>
            <p:spPr>
              <a:xfrm>
                <a:off x="-1760275" y="2602822"/>
                <a:ext cx="77762" cy="18703"/>
              </a:xfrm>
              <a:custGeom>
                <a:avLst/>
                <a:gdLst/>
                <a:ahLst/>
                <a:cxnLst/>
                <a:rect l="l" t="t" r="r" b="b"/>
                <a:pathLst>
                  <a:path w="1634" h="393" extrusionOk="0">
                    <a:moveTo>
                      <a:pt x="0" y="0"/>
                    </a:moveTo>
                    <a:lnTo>
                      <a:pt x="0" y="392"/>
                    </a:lnTo>
                    <a:lnTo>
                      <a:pt x="1634" y="392"/>
                    </a:lnTo>
                    <a:lnTo>
                      <a:pt x="16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8" name="Google Shape;1328;p40"/>
              <p:cNvSpPr/>
              <p:nvPr/>
            </p:nvSpPr>
            <p:spPr>
              <a:xfrm>
                <a:off x="-1751423" y="2621477"/>
                <a:ext cx="63152" cy="14705"/>
              </a:xfrm>
              <a:custGeom>
                <a:avLst/>
                <a:gdLst/>
                <a:ahLst/>
                <a:cxnLst/>
                <a:rect l="l" t="t" r="r" b="b"/>
                <a:pathLst>
                  <a:path w="1327" h="309" extrusionOk="0">
                    <a:moveTo>
                      <a:pt x="1" y="0"/>
                    </a:moveTo>
                    <a:lnTo>
                      <a:pt x="1" y="308"/>
                    </a:lnTo>
                    <a:lnTo>
                      <a:pt x="1326" y="308"/>
                    </a:lnTo>
                    <a:lnTo>
                      <a:pt x="132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9" name="Google Shape;1329;p40"/>
              <p:cNvSpPr/>
              <p:nvPr/>
            </p:nvSpPr>
            <p:spPr>
              <a:xfrm>
                <a:off x="-1760275" y="2923055"/>
                <a:ext cx="77762" cy="18703"/>
              </a:xfrm>
              <a:custGeom>
                <a:avLst/>
                <a:gdLst/>
                <a:ahLst/>
                <a:cxnLst/>
                <a:rect l="l" t="t" r="r" b="b"/>
                <a:pathLst>
                  <a:path w="1634" h="393" extrusionOk="0">
                    <a:moveTo>
                      <a:pt x="0" y="1"/>
                    </a:moveTo>
                    <a:lnTo>
                      <a:pt x="0" y="393"/>
                    </a:lnTo>
                    <a:lnTo>
                      <a:pt x="1634" y="393"/>
                    </a:lnTo>
                    <a:lnTo>
                      <a:pt x="16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0" name="Google Shape;1330;p40"/>
              <p:cNvSpPr/>
              <p:nvPr/>
            </p:nvSpPr>
            <p:spPr>
              <a:xfrm>
                <a:off x="-1751423" y="2908398"/>
                <a:ext cx="63152" cy="14705"/>
              </a:xfrm>
              <a:custGeom>
                <a:avLst/>
                <a:gdLst/>
                <a:ahLst/>
                <a:cxnLst/>
                <a:rect l="l" t="t" r="r" b="b"/>
                <a:pathLst>
                  <a:path w="1327" h="309" extrusionOk="0">
                    <a:moveTo>
                      <a:pt x="1" y="1"/>
                    </a:moveTo>
                    <a:lnTo>
                      <a:pt x="1" y="309"/>
                    </a:lnTo>
                    <a:lnTo>
                      <a:pt x="1326" y="309"/>
                    </a:lnTo>
                    <a:lnTo>
                      <a:pt x="132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1" name="Google Shape;1331;p40"/>
            <p:cNvGrpSpPr/>
            <p:nvPr/>
          </p:nvGrpSpPr>
          <p:grpSpPr>
            <a:xfrm>
              <a:off x="3103367" y="-823328"/>
              <a:ext cx="79999" cy="338936"/>
              <a:chOff x="-1418245" y="2602822"/>
              <a:chExt cx="79999" cy="338936"/>
            </a:xfrm>
          </p:grpSpPr>
          <p:sp>
            <p:nvSpPr>
              <p:cNvPr id="1332" name="Google Shape;1332;p40"/>
              <p:cNvSpPr/>
              <p:nvPr/>
            </p:nvSpPr>
            <p:spPr>
              <a:xfrm>
                <a:off x="-1399590" y="2626808"/>
                <a:ext cx="42688" cy="314951"/>
              </a:xfrm>
              <a:custGeom>
                <a:avLst/>
                <a:gdLst/>
                <a:ahLst/>
                <a:cxnLst/>
                <a:rect l="l" t="t" r="r" b="b"/>
                <a:pathLst>
                  <a:path w="897" h="6618" extrusionOk="0">
                    <a:moveTo>
                      <a:pt x="0" y="0"/>
                    </a:moveTo>
                    <a:lnTo>
                      <a:pt x="0" y="6618"/>
                    </a:lnTo>
                    <a:lnTo>
                      <a:pt x="896" y="6618"/>
                    </a:lnTo>
                    <a:lnTo>
                      <a:pt x="89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3" name="Google Shape;1333;p40"/>
              <p:cNvSpPr/>
              <p:nvPr/>
            </p:nvSpPr>
            <p:spPr>
              <a:xfrm>
                <a:off x="-1416056" y="2923055"/>
                <a:ext cx="77810" cy="18703"/>
              </a:xfrm>
              <a:custGeom>
                <a:avLst/>
                <a:gdLst/>
                <a:ahLst/>
                <a:cxnLst/>
                <a:rect l="l" t="t" r="r" b="b"/>
                <a:pathLst>
                  <a:path w="1635" h="393" extrusionOk="0">
                    <a:moveTo>
                      <a:pt x="1" y="1"/>
                    </a:moveTo>
                    <a:lnTo>
                      <a:pt x="1" y="393"/>
                    </a:lnTo>
                    <a:lnTo>
                      <a:pt x="1634" y="393"/>
                    </a:lnTo>
                    <a:lnTo>
                      <a:pt x="16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4" name="Google Shape;1334;p40"/>
              <p:cNvSpPr/>
              <p:nvPr/>
            </p:nvSpPr>
            <p:spPr>
              <a:xfrm>
                <a:off x="-1407157" y="2908398"/>
                <a:ext cx="63152" cy="14705"/>
              </a:xfrm>
              <a:custGeom>
                <a:avLst/>
                <a:gdLst/>
                <a:ahLst/>
                <a:cxnLst/>
                <a:rect l="l" t="t" r="r" b="b"/>
                <a:pathLst>
                  <a:path w="1327" h="309" extrusionOk="0">
                    <a:moveTo>
                      <a:pt x="1" y="1"/>
                    </a:moveTo>
                    <a:lnTo>
                      <a:pt x="1" y="309"/>
                    </a:lnTo>
                    <a:lnTo>
                      <a:pt x="1326" y="309"/>
                    </a:lnTo>
                    <a:lnTo>
                      <a:pt x="132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5" name="Google Shape;1335;p40"/>
              <p:cNvSpPr/>
              <p:nvPr/>
            </p:nvSpPr>
            <p:spPr>
              <a:xfrm>
                <a:off x="-1418245" y="2602822"/>
                <a:ext cx="77762" cy="18703"/>
              </a:xfrm>
              <a:custGeom>
                <a:avLst/>
                <a:gdLst/>
                <a:ahLst/>
                <a:cxnLst/>
                <a:rect l="l" t="t" r="r" b="b"/>
                <a:pathLst>
                  <a:path w="1634" h="393" extrusionOk="0">
                    <a:moveTo>
                      <a:pt x="0" y="0"/>
                    </a:moveTo>
                    <a:lnTo>
                      <a:pt x="0" y="392"/>
                    </a:lnTo>
                    <a:lnTo>
                      <a:pt x="1634" y="392"/>
                    </a:lnTo>
                    <a:lnTo>
                      <a:pt x="16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6" name="Google Shape;1336;p40"/>
              <p:cNvSpPr/>
              <p:nvPr/>
            </p:nvSpPr>
            <p:spPr>
              <a:xfrm>
                <a:off x="-1408918" y="2621477"/>
                <a:ext cx="63104" cy="14705"/>
              </a:xfrm>
              <a:custGeom>
                <a:avLst/>
                <a:gdLst/>
                <a:ahLst/>
                <a:cxnLst/>
                <a:rect l="l" t="t" r="r" b="b"/>
                <a:pathLst>
                  <a:path w="1326" h="309" extrusionOk="0">
                    <a:moveTo>
                      <a:pt x="0" y="0"/>
                    </a:moveTo>
                    <a:lnTo>
                      <a:pt x="0" y="308"/>
                    </a:lnTo>
                    <a:lnTo>
                      <a:pt x="1326" y="308"/>
                    </a:lnTo>
                    <a:lnTo>
                      <a:pt x="132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37" name="Google Shape;1337;p40"/>
            <p:cNvGrpSpPr/>
            <p:nvPr/>
          </p:nvGrpSpPr>
          <p:grpSpPr>
            <a:xfrm>
              <a:off x="2844382" y="-915748"/>
              <a:ext cx="257224" cy="431356"/>
              <a:chOff x="-1677230" y="2510402"/>
              <a:chExt cx="257224" cy="431356"/>
            </a:xfrm>
          </p:grpSpPr>
          <p:sp>
            <p:nvSpPr>
              <p:cNvPr id="1338" name="Google Shape;1338;p40"/>
              <p:cNvSpPr/>
              <p:nvPr/>
            </p:nvSpPr>
            <p:spPr>
              <a:xfrm>
                <a:off x="-1677230" y="2510402"/>
                <a:ext cx="257224" cy="431356"/>
              </a:xfrm>
              <a:custGeom>
                <a:avLst/>
                <a:gdLst/>
                <a:ahLst/>
                <a:cxnLst/>
                <a:rect l="l" t="t" r="r" b="b"/>
                <a:pathLst>
                  <a:path w="5405" h="9064" extrusionOk="0">
                    <a:moveTo>
                      <a:pt x="2689" y="1"/>
                    </a:moveTo>
                    <a:cubicBezTo>
                      <a:pt x="1205" y="1"/>
                      <a:pt x="1" y="1205"/>
                      <a:pt x="1" y="2717"/>
                    </a:cubicBezTo>
                    <a:lnTo>
                      <a:pt x="1" y="9064"/>
                    </a:lnTo>
                    <a:lnTo>
                      <a:pt x="430" y="9064"/>
                    </a:lnTo>
                    <a:lnTo>
                      <a:pt x="430" y="2838"/>
                    </a:lnTo>
                    <a:cubicBezTo>
                      <a:pt x="430" y="1550"/>
                      <a:pt x="1438" y="542"/>
                      <a:pt x="2726" y="542"/>
                    </a:cubicBezTo>
                    <a:cubicBezTo>
                      <a:pt x="4005" y="542"/>
                      <a:pt x="5022" y="1550"/>
                      <a:pt x="5022" y="2838"/>
                    </a:cubicBezTo>
                    <a:lnTo>
                      <a:pt x="5022" y="9064"/>
                    </a:lnTo>
                    <a:lnTo>
                      <a:pt x="5405" y="9064"/>
                    </a:lnTo>
                    <a:lnTo>
                      <a:pt x="5405" y="2717"/>
                    </a:lnTo>
                    <a:cubicBezTo>
                      <a:pt x="5405" y="1205"/>
                      <a:pt x="4201" y="1"/>
                      <a:pt x="268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9" name="Google Shape;1339;p40"/>
              <p:cNvSpPr/>
              <p:nvPr/>
            </p:nvSpPr>
            <p:spPr>
              <a:xfrm>
                <a:off x="-1656814" y="2536149"/>
                <a:ext cx="218628" cy="405610"/>
              </a:xfrm>
              <a:custGeom>
                <a:avLst/>
                <a:gdLst/>
                <a:ahLst/>
                <a:cxnLst/>
                <a:rect l="l" t="t" r="r" b="b"/>
                <a:pathLst>
                  <a:path w="4594" h="8523" extrusionOk="0">
                    <a:moveTo>
                      <a:pt x="2297" y="1"/>
                    </a:moveTo>
                    <a:cubicBezTo>
                      <a:pt x="1009" y="1"/>
                      <a:pt x="1" y="1009"/>
                      <a:pt x="1" y="2297"/>
                    </a:cubicBezTo>
                    <a:lnTo>
                      <a:pt x="1" y="8523"/>
                    </a:lnTo>
                    <a:lnTo>
                      <a:pt x="4593" y="8523"/>
                    </a:lnTo>
                    <a:lnTo>
                      <a:pt x="4593" y="2297"/>
                    </a:lnTo>
                    <a:cubicBezTo>
                      <a:pt x="4593" y="1009"/>
                      <a:pt x="3576" y="1"/>
                      <a:pt x="2297" y="1"/>
                    </a:cubicBezTo>
                    <a:close/>
                  </a:path>
                </a:pathLst>
              </a:custGeom>
              <a:solidFill>
                <a:srgbClr val="D7F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0" name="Google Shape;1340;p40"/>
              <p:cNvSpPr/>
              <p:nvPr/>
            </p:nvSpPr>
            <p:spPr>
              <a:xfrm>
                <a:off x="-1558636" y="2519730"/>
                <a:ext cx="18275" cy="422028"/>
              </a:xfrm>
              <a:custGeom>
                <a:avLst/>
                <a:gdLst/>
                <a:ahLst/>
                <a:cxnLst/>
                <a:rect l="l" t="t" r="r" b="b"/>
                <a:pathLst>
                  <a:path w="384" h="8868" extrusionOk="0">
                    <a:moveTo>
                      <a:pt x="1" y="1"/>
                    </a:moveTo>
                    <a:lnTo>
                      <a:pt x="1" y="8868"/>
                    </a:lnTo>
                    <a:lnTo>
                      <a:pt x="383" y="8868"/>
                    </a:lnTo>
                    <a:lnTo>
                      <a:pt x="38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1" name="Google Shape;1341;p40"/>
              <p:cNvSpPr/>
              <p:nvPr/>
            </p:nvSpPr>
            <p:spPr>
              <a:xfrm>
                <a:off x="-1673661" y="2636135"/>
                <a:ext cx="251894" cy="18703"/>
              </a:xfrm>
              <a:custGeom>
                <a:avLst/>
                <a:gdLst/>
                <a:ahLst/>
                <a:cxnLst/>
                <a:rect l="l" t="t" r="r" b="b"/>
                <a:pathLst>
                  <a:path w="5293" h="393" extrusionOk="0">
                    <a:moveTo>
                      <a:pt x="0" y="0"/>
                    </a:moveTo>
                    <a:lnTo>
                      <a:pt x="0" y="392"/>
                    </a:lnTo>
                    <a:lnTo>
                      <a:pt x="5293" y="392"/>
                    </a:lnTo>
                    <a:lnTo>
                      <a:pt x="52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2" name="Google Shape;1342;p40"/>
              <p:cNvSpPr/>
              <p:nvPr/>
            </p:nvSpPr>
            <p:spPr>
              <a:xfrm>
                <a:off x="-1673661" y="2728507"/>
                <a:ext cx="251894" cy="18703"/>
              </a:xfrm>
              <a:custGeom>
                <a:avLst/>
                <a:gdLst/>
                <a:ahLst/>
                <a:cxnLst/>
                <a:rect l="l" t="t" r="r" b="b"/>
                <a:pathLst>
                  <a:path w="5293" h="393" extrusionOk="0">
                    <a:moveTo>
                      <a:pt x="0" y="1"/>
                    </a:moveTo>
                    <a:lnTo>
                      <a:pt x="0" y="393"/>
                    </a:lnTo>
                    <a:lnTo>
                      <a:pt x="5293" y="393"/>
                    </a:lnTo>
                    <a:lnTo>
                      <a:pt x="529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3" name="Google Shape;1343;p40"/>
              <p:cNvSpPr/>
              <p:nvPr/>
            </p:nvSpPr>
            <p:spPr>
              <a:xfrm>
                <a:off x="-1673661" y="2823116"/>
                <a:ext cx="251894" cy="18703"/>
              </a:xfrm>
              <a:custGeom>
                <a:avLst/>
                <a:gdLst/>
                <a:ahLst/>
                <a:cxnLst/>
                <a:rect l="l" t="t" r="r" b="b"/>
                <a:pathLst>
                  <a:path w="5293" h="393" extrusionOk="0">
                    <a:moveTo>
                      <a:pt x="0" y="1"/>
                    </a:moveTo>
                    <a:lnTo>
                      <a:pt x="0" y="393"/>
                    </a:lnTo>
                    <a:lnTo>
                      <a:pt x="5293" y="393"/>
                    </a:lnTo>
                    <a:lnTo>
                      <a:pt x="529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44" name="Google Shape;1344;p40"/>
            <p:cNvSpPr/>
            <p:nvPr/>
          </p:nvSpPr>
          <p:spPr>
            <a:xfrm>
              <a:off x="2847952" y="-503095"/>
              <a:ext cx="251894" cy="18703"/>
            </a:xfrm>
            <a:custGeom>
              <a:avLst/>
              <a:gdLst/>
              <a:ahLst/>
              <a:cxnLst/>
              <a:rect l="l" t="t" r="r" b="b"/>
              <a:pathLst>
                <a:path w="5293" h="393" extrusionOk="0">
                  <a:moveTo>
                    <a:pt x="0" y="1"/>
                  </a:moveTo>
                  <a:lnTo>
                    <a:pt x="0" y="393"/>
                  </a:lnTo>
                  <a:lnTo>
                    <a:pt x="5293" y="393"/>
                  </a:lnTo>
                  <a:lnTo>
                    <a:pt x="529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45" name="Google Shape;1345;p40"/>
            <p:cNvGrpSpPr/>
            <p:nvPr/>
          </p:nvGrpSpPr>
          <p:grpSpPr>
            <a:xfrm>
              <a:off x="2588967" y="-1852557"/>
              <a:ext cx="755206" cy="344314"/>
              <a:chOff x="2588967" y="-1852557"/>
              <a:chExt cx="755206" cy="344314"/>
            </a:xfrm>
          </p:grpSpPr>
          <p:sp>
            <p:nvSpPr>
              <p:cNvPr id="1346" name="Google Shape;1346;p40"/>
              <p:cNvSpPr/>
              <p:nvPr/>
            </p:nvSpPr>
            <p:spPr>
              <a:xfrm>
                <a:off x="2588967" y="-1852557"/>
                <a:ext cx="372297" cy="344314"/>
              </a:xfrm>
              <a:custGeom>
                <a:avLst/>
                <a:gdLst/>
                <a:ahLst/>
                <a:cxnLst/>
                <a:rect l="l" t="t" r="r" b="b"/>
                <a:pathLst>
                  <a:path w="7823" h="7235" extrusionOk="0">
                    <a:moveTo>
                      <a:pt x="7822" y="0"/>
                    </a:moveTo>
                    <a:lnTo>
                      <a:pt x="1" y="7234"/>
                    </a:lnTo>
                    <a:lnTo>
                      <a:pt x="663" y="7234"/>
                    </a:lnTo>
                    <a:lnTo>
                      <a:pt x="7822" y="859"/>
                    </a:lnTo>
                    <a:lnTo>
                      <a:pt x="7822" y="0"/>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7" name="Google Shape;1347;p40"/>
              <p:cNvSpPr/>
              <p:nvPr/>
            </p:nvSpPr>
            <p:spPr>
              <a:xfrm>
                <a:off x="2961216" y="-1852557"/>
                <a:ext cx="382957" cy="344314"/>
              </a:xfrm>
              <a:custGeom>
                <a:avLst/>
                <a:gdLst/>
                <a:ahLst/>
                <a:cxnLst/>
                <a:rect l="l" t="t" r="r" b="b"/>
                <a:pathLst>
                  <a:path w="8047" h="7235" extrusionOk="0">
                    <a:moveTo>
                      <a:pt x="0" y="0"/>
                    </a:moveTo>
                    <a:lnTo>
                      <a:pt x="0" y="859"/>
                    </a:lnTo>
                    <a:lnTo>
                      <a:pt x="7421" y="7234"/>
                    </a:lnTo>
                    <a:lnTo>
                      <a:pt x="8046" y="7234"/>
                    </a:lnTo>
                    <a:lnTo>
                      <a:pt x="0" y="0"/>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48" name="Google Shape;1348;p40"/>
            <p:cNvGrpSpPr/>
            <p:nvPr/>
          </p:nvGrpSpPr>
          <p:grpSpPr>
            <a:xfrm>
              <a:off x="2853710" y="-1351727"/>
              <a:ext cx="223911" cy="288776"/>
              <a:chOff x="-1667902" y="2073336"/>
              <a:chExt cx="223911" cy="288776"/>
            </a:xfrm>
          </p:grpSpPr>
          <p:sp>
            <p:nvSpPr>
              <p:cNvPr id="1349" name="Google Shape;1349;p40"/>
              <p:cNvSpPr/>
              <p:nvPr/>
            </p:nvSpPr>
            <p:spPr>
              <a:xfrm>
                <a:off x="-1667902" y="2073336"/>
                <a:ext cx="223911" cy="279877"/>
              </a:xfrm>
              <a:custGeom>
                <a:avLst/>
                <a:gdLst/>
                <a:ahLst/>
                <a:cxnLst/>
                <a:rect l="l" t="t" r="r" b="b"/>
                <a:pathLst>
                  <a:path w="4705" h="5881" extrusionOk="0">
                    <a:moveTo>
                      <a:pt x="2334" y="0"/>
                    </a:moveTo>
                    <a:cubicBezTo>
                      <a:pt x="1046" y="0"/>
                      <a:pt x="1" y="1055"/>
                      <a:pt x="1" y="2380"/>
                    </a:cubicBezTo>
                    <a:lnTo>
                      <a:pt x="1" y="5880"/>
                    </a:lnTo>
                    <a:lnTo>
                      <a:pt x="346" y="5880"/>
                    </a:lnTo>
                    <a:lnTo>
                      <a:pt x="346" y="2455"/>
                    </a:lnTo>
                    <a:cubicBezTo>
                      <a:pt x="346" y="1363"/>
                      <a:pt x="1242" y="467"/>
                      <a:pt x="2371" y="467"/>
                    </a:cubicBezTo>
                    <a:cubicBezTo>
                      <a:pt x="3501" y="467"/>
                      <a:pt x="4397" y="1363"/>
                      <a:pt x="4397" y="2455"/>
                    </a:cubicBezTo>
                    <a:lnTo>
                      <a:pt x="4397" y="5880"/>
                    </a:lnTo>
                    <a:lnTo>
                      <a:pt x="4705" y="5880"/>
                    </a:lnTo>
                    <a:lnTo>
                      <a:pt x="4705" y="2380"/>
                    </a:lnTo>
                    <a:cubicBezTo>
                      <a:pt x="4705" y="1055"/>
                      <a:pt x="3659" y="0"/>
                      <a:pt x="23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0" name="Google Shape;1350;p40"/>
              <p:cNvSpPr/>
              <p:nvPr/>
            </p:nvSpPr>
            <p:spPr>
              <a:xfrm>
                <a:off x="-1651484" y="2095513"/>
                <a:ext cx="192835" cy="257700"/>
              </a:xfrm>
              <a:custGeom>
                <a:avLst/>
                <a:gdLst/>
                <a:ahLst/>
                <a:cxnLst/>
                <a:rect l="l" t="t" r="r" b="b"/>
                <a:pathLst>
                  <a:path w="4052" h="5415" extrusionOk="0">
                    <a:moveTo>
                      <a:pt x="2026" y="1"/>
                    </a:moveTo>
                    <a:cubicBezTo>
                      <a:pt x="897" y="1"/>
                      <a:pt x="1" y="897"/>
                      <a:pt x="1" y="1989"/>
                    </a:cubicBezTo>
                    <a:lnTo>
                      <a:pt x="1" y="5414"/>
                    </a:lnTo>
                    <a:lnTo>
                      <a:pt x="4052" y="5414"/>
                    </a:lnTo>
                    <a:lnTo>
                      <a:pt x="4052" y="1989"/>
                    </a:lnTo>
                    <a:cubicBezTo>
                      <a:pt x="4052" y="897"/>
                      <a:pt x="3156" y="1"/>
                      <a:pt x="2026" y="1"/>
                    </a:cubicBezTo>
                    <a:close/>
                  </a:path>
                </a:pathLst>
              </a:custGeom>
              <a:solidFill>
                <a:srgbClr val="D7F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51" name="Google Shape;1351;p40"/>
              <p:cNvGrpSpPr/>
              <p:nvPr/>
            </p:nvGrpSpPr>
            <p:grpSpPr>
              <a:xfrm>
                <a:off x="-1667902" y="2080855"/>
                <a:ext cx="223911" cy="281257"/>
                <a:chOff x="-1667902" y="2080855"/>
                <a:chExt cx="223911" cy="281257"/>
              </a:xfrm>
            </p:grpSpPr>
            <p:sp>
              <p:nvSpPr>
                <p:cNvPr id="1352" name="Google Shape;1352;p40"/>
                <p:cNvSpPr/>
                <p:nvPr/>
              </p:nvSpPr>
              <p:spPr>
                <a:xfrm>
                  <a:off x="-1564394" y="2080855"/>
                  <a:ext cx="16942" cy="274118"/>
                </a:xfrm>
                <a:custGeom>
                  <a:avLst/>
                  <a:gdLst/>
                  <a:ahLst/>
                  <a:cxnLst/>
                  <a:rect l="l" t="t" r="r" b="b"/>
                  <a:pathLst>
                    <a:path w="356" h="5760" extrusionOk="0">
                      <a:moveTo>
                        <a:pt x="0" y="1"/>
                      </a:moveTo>
                      <a:lnTo>
                        <a:pt x="0" y="5760"/>
                      </a:lnTo>
                      <a:lnTo>
                        <a:pt x="355" y="5760"/>
                      </a:lnTo>
                      <a:lnTo>
                        <a:pt x="35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3" name="Google Shape;1353;p40"/>
                <p:cNvSpPr/>
                <p:nvPr/>
              </p:nvSpPr>
              <p:spPr>
                <a:xfrm>
                  <a:off x="-1664333" y="2182602"/>
                  <a:ext cx="218581" cy="16894"/>
                </a:xfrm>
                <a:custGeom>
                  <a:avLst/>
                  <a:gdLst/>
                  <a:ahLst/>
                  <a:cxnLst/>
                  <a:rect l="l" t="t" r="r" b="b"/>
                  <a:pathLst>
                    <a:path w="4593" h="355" extrusionOk="0">
                      <a:moveTo>
                        <a:pt x="0" y="0"/>
                      </a:moveTo>
                      <a:lnTo>
                        <a:pt x="0" y="355"/>
                      </a:lnTo>
                      <a:lnTo>
                        <a:pt x="4593" y="355"/>
                      </a:lnTo>
                      <a:lnTo>
                        <a:pt x="45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4" name="Google Shape;1354;p40"/>
                <p:cNvSpPr/>
                <p:nvPr/>
              </p:nvSpPr>
              <p:spPr>
                <a:xfrm>
                  <a:off x="-1664333" y="2264315"/>
                  <a:ext cx="218581" cy="16466"/>
                </a:xfrm>
                <a:custGeom>
                  <a:avLst/>
                  <a:gdLst/>
                  <a:ahLst/>
                  <a:cxnLst/>
                  <a:rect l="l" t="t" r="r" b="b"/>
                  <a:pathLst>
                    <a:path w="4593" h="346" extrusionOk="0">
                      <a:moveTo>
                        <a:pt x="0" y="1"/>
                      </a:moveTo>
                      <a:lnTo>
                        <a:pt x="0" y="346"/>
                      </a:lnTo>
                      <a:lnTo>
                        <a:pt x="4593" y="346"/>
                      </a:lnTo>
                      <a:lnTo>
                        <a:pt x="459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5" name="Google Shape;1355;p40"/>
                <p:cNvSpPr/>
                <p:nvPr/>
              </p:nvSpPr>
              <p:spPr>
                <a:xfrm>
                  <a:off x="-1667902" y="2345598"/>
                  <a:ext cx="223911" cy="16514"/>
                </a:xfrm>
                <a:custGeom>
                  <a:avLst/>
                  <a:gdLst/>
                  <a:ahLst/>
                  <a:cxnLst/>
                  <a:rect l="l" t="t" r="r" b="b"/>
                  <a:pathLst>
                    <a:path w="4705" h="347" extrusionOk="0">
                      <a:moveTo>
                        <a:pt x="1" y="1"/>
                      </a:moveTo>
                      <a:lnTo>
                        <a:pt x="1" y="346"/>
                      </a:lnTo>
                      <a:lnTo>
                        <a:pt x="4705" y="346"/>
                      </a:lnTo>
                      <a:lnTo>
                        <a:pt x="47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356" name="Google Shape;1356;p40"/>
            <p:cNvGrpSpPr/>
            <p:nvPr/>
          </p:nvGrpSpPr>
          <p:grpSpPr>
            <a:xfrm>
              <a:off x="3802988" y="-1293327"/>
              <a:ext cx="77762" cy="771624"/>
              <a:chOff x="-718625" y="2132823"/>
              <a:chExt cx="77762" cy="771624"/>
            </a:xfrm>
          </p:grpSpPr>
          <p:sp>
            <p:nvSpPr>
              <p:cNvPr id="1357" name="Google Shape;1357;p40"/>
              <p:cNvSpPr/>
              <p:nvPr/>
            </p:nvSpPr>
            <p:spPr>
              <a:xfrm>
                <a:off x="-705299" y="2132823"/>
                <a:ext cx="49779" cy="771624"/>
              </a:xfrm>
              <a:custGeom>
                <a:avLst/>
                <a:gdLst/>
                <a:ahLst/>
                <a:cxnLst/>
                <a:rect l="l" t="t" r="r" b="b"/>
                <a:pathLst>
                  <a:path w="1046" h="16214" extrusionOk="0">
                    <a:moveTo>
                      <a:pt x="0" y="1"/>
                    </a:moveTo>
                    <a:lnTo>
                      <a:pt x="0" y="16214"/>
                    </a:lnTo>
                    <a:lnTo>
                      <a:pt x="1046" y="16214"/>
                    </a:lnTo>
                    <a:lnTo>
                      <a:pt x="104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8" name="Google Shape;1358;p40"/>
              <p:cNvSpPr/>
              <p:nvPr/>
            </p:nvSpPr>
            <p:spPr>
              <a:xfrm>
                <a:off x="-718625" y="2132823"/>
                <a:ext cx="77762" cy="18275"/>
              </a:xfrm>
              <a:custGeom>
                <a:avLst/>
                <a:gdLst/>
                <a:ahLst/>
                <a:cxnLst/>
                <a:rect l="l" t="t" r="r" b="b"/>
                <a:pathLst>
                  <a:path w="1634" h="384" extrusionOk="0">
                    <a:moveTo>
                      <a:pt x="0" y="1"/>
                    </a:moveTo>
                    <a:lnTo>
                      <a:pt x="0" y="383"/>
                    </a:lnTo>
                    <a:lnTo>
                      <a:pt x="1634" y="383"/>
                    </a:lnTo>
                    <a:lnTo>
                      <a:pt x="16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59" name="Google Shape;1359;p40"/>
              <p:cNvSpPr/>
              <p:nvPr/>
            </p:nvSpPr>
            <p:spPr>
              <a:xfrm>
                <a:off x="-711105" y="2151050"/>
                <a:ext cx="64913" cy="15134"/>
              </a:xfrm>
              <a:custGeom>
                <a:avLst/>
                <a:gdLst/>
                <a:ahLst/>
                <a:cxnLst/>
                <a:rect l="l" t="t" r="r" b="b"/>
                <a:pathLst>
                  <a:path w="1364" h="318" extrusionOk="0">
                    <a:moveTo>
                      <a:pt x="1" y="0"/>
                    </a:moveTo>
                    <a:lnTo>
                      <a:pt x="1" y="318"/>
                    </a:lnTo>
                    <a:lnTo>
                      <a:pt x="1364" y="318"/>
                    </a:lnTo>
                    <a:lnTo>
                      <a:pt x="136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0" name="Google Shape;1360;p40"/>
              <p:cNvSpPr/>
              <p:nvPr/>
            </p:nvSpPr>
            <p:spPr>
              <a:xfrm>
                <a:off x="-718625" y="2886221"/>
                <a:ext cx="77762" cy="18227"/>
              </a:xfrm>
              <a:custGeom>
                <a:avLst/>
                <a:gdLst/>
                <a:ahLst/>
                <a:cxnLst/>
                <a:rect l="l" t="t" r="r" b="b"/>
                <a:pathLst>
                  <a:path w="1634" h="383" extrusionOk="0">
                    <a:moveTo>
                      <a:pt x="0" y="0"/>
                    </a:moveTo>
                    <a:lnTo>
                      <a:pt x="0" y="383"/>
                    </a:lnTo>
                    <a:lnTo>
                      <a:pt x="1634" y="383"/>
                    </a:lnTo>
                    <a:lnTo>
                      <a:pt x="16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1" name="Google Shape;1361;p40"/>
              <p:cNvSpPr/>
              <p:nvPr/>
            </p:nvSpPr>
            <p:spPr>
              <a:xfrm>
                <a:off x="-711105" y="2871087"/>
                <a:ext cx="64913" cy="15181"/>
              </a:xfrm>
              <a:custGeom>
                <a:avLst/>
                <a:gdLst/>
                <a:ahLst/>
                <a:cxnLst/>
                <a:rect l="l" t="t" r="r" b="b"/>
                <a:pathLst>
                  <a:path w="1364" h="319" extrusionOk="0">
                    <a:moveTo>
                      <a:pt x="1" y="1"/>
                    </a:moveTo>
                    <a:lnTo>
                      <a:pt x="1" y="318"/>
                    </a:lnTo>
                    <a:lnTo>
                      <a:pt x="1364" y="318"/>
                    </a:lnTo>
                    <a:lnTo>
                      <a:pt x="136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2" name="Google Shape;1362;p40"/>
            <p:cNvGrpSpPr/>
            <p:nvPr/>
          </p:nvGrpSpPr>
          <p:grpSpPr>
            <a:xfrm>
              <a:off x="2063478" y="-1293327"/>
              <a:ext cx="77762" cy="771624"/>
              <a:chOff x="-2458134" y="2132823"/>
              <a:chExt cx="77762" cy="771624"/>
            </a:xfrm>
          </p:grpSpPr>
          <p:sp>
            <p:nvSpPr>
              <p:cNvPr id="1363" name="Google Shape;1363;p40"/>
              <p:cNvSpPr/>
              <p:nvPr/>
            </p:nvSpPr>
            <p:spPr>
              <a:xfrm>
                <a:off x="-2445237" y="2132823"/>
                <a:ext cx="52016" cy="771624"/>
              </a:xfrm>
              <a:custGeom>
                <a:avLst/>
                <a:gdLst/>
                <a:ahLst/>
                <a:cxnLst/>
                <a:rect l="l" t="t" r="r" b="b"/>
                <a:pathLst>
                  <a:path w="1093" h="16214" extrusionOk="0">
                    <a:moveTo>
                      <a:pt x="0" y="1"/>
                    </a:moveTo>
                    <a:lnTo>
                      <a:pt x="0" y="16214"/>
                    </a:lnTo>
                    <a:lnTo>
                      <a:pt x="1092" y="16214"/>
                    </a:lnTo>
                    <a:lnTo>
                      <a:pt x="109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4" name="Google Shape;1364;p40"/>
              <p:cNvSpPr/>
              <p:nvPr/>
            </p:nvSpPr>
            <p:spPr>
              <a:xfrm>
                <a:off x="-2458134" y="2132823"/>
                <a:ext cx="77762" cy="18275"/>
              </a:xfrm>
              <a:custGeom>
                <a:avLst/>
                <a:gdLst/>
                <a:ahLst/>
                <a:cxnLst/>
                <a:rect l="l" t="t" r="r" b="b"/>
                <a:pathLst>
                  <a:path w="1634" h="384" extrusionOk="0">
                    <a:moveTo>
                      <a:pt x="0" y="1"/>
                    </a:moveTo>
                    <a:lnTo>
                      <a:pt x="0" y="383"/>
                    </a:lnTo>
                    <a:lnTo>
                      <a:pt x="1634" y="383"/>
                    </a:lnTo>
                    <a:lnTo>
                      <a:pt x="16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5" name="Google Shape;1365;p40"/>
              <p:cNvSpPr/>
              <p:nvPr/>
            </p:nvSpPr>
            <p:spPr>
              <a:xfrm>
                <a:off x="-2452804" y="2151050"/>
                <a:ext cx="63104" cy="15134"/>
              </a:xfrm>
              <a:custGeom>
                <a:avLst/>
                <a:gdLst/>
                <a:ahLst/>
                <a:cxnLst/>
                <a:rect l="l" t="t" r="r" b="b"/>
                <a:pathLst>
                  <a:path w="1326" h="318" extrusionOk="0">
                    <a:moveTo>
                      <a:pt x="0" y="0"/>
                    </a:moveTo>
                    <a:lnTo>
                      <a:pt x="0" y="318"/>
                    </a:lnTo>
                    <a:lnTo>
                      <a:pt x="1326" y="318"/>
                    </a:lnTo>
                    <a:lnTo>
                      <a:pt x="132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6" name="Google Shape;1366;p40"/>
              <p:cNvSpPr/>
              <p:nvPr/>
            </p:nvSpPr>
            <p:spPr>
              <a:xfrm>
                <a:off x="-2458134" y="2886221"/>
                <a:ext cx="77762" cy="18227"/>
              </a:xfrm>
              <a:custGeom>
                <a:avLst/>
                <a:gdLst/>
                <a:ahLst/>
                <a:cxnLst/>
                <a:rect l="l" t="t" r="r" b="b"/>
                <a:pathLst>
                  <a:path w="1634" h="383" extrusionOk="0">
                    <a:moveTo>
                      <a:pt x="0" y="0"/>
                    </a:moveTo>
                    <a:lnTo>
                      <a:pt x="0" y="383"/>
                    </a:lnTo>
                    <a:lnTo>
                      <a:pt x="1634" y="383"/>
                    </a:lnTo>
                    <a:lnTo>
                      <a:pt x="16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67" name="Google Shape;1367;p40"/>
              <p:cNvSpPr/>
              <p:nvPr/>
            </p:nvSpPr>
            <p:spPr>
              <a:xfrm>
                <a:off x="-2452804" y="2871087"/>
                <a:ext cx="63104" cy="15181"/>
              </a:xfrm>
              <a:custGeom>
                <a:avLst/>
                <a:gdLst/>
                <a:ahLst/>
                <a:cxnLst/>
                <a:rect l="l" t="t" r="r" b="b"/>
                <a:pathLst>
                  <a:path w="1326" h="319" extrusionOk="0">
                    <a:moveTo>
                      <a:pt x="0" y="1"/>
                    </a:moveTo>
                    <a:lnTo>
                      <a:pt x="0" y="318"/>
                    </a:lnTo>
                    <a:lnTo>
                      <a:pt x="1326" y="318"/>
                    </a:lnTo>
                    <a:lnTo>
                      <a:pt x="132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68" name="Google Shape;1368;p40"/>
            <p:cNvGrpSpPr/>
            <p:nvPr/>
          </p:nvGrpSpPr>
          <p:grpSpPr>
            <a:xfrm>
              <a:off x="1548650" y="-1293327"/>
              <a:ext cx="76001" cy="771624"/>
              <a:chOff x="-2972963" y="2132823"/>
              <a:chExt cx="76001" cy="771624"/>
            </a:xfrm>
          </p:grpSpPr>
          <p:sp>
            <p:nvSpPr>
              <p:cNvPr id="1369" name="Google Shape;1369;p40"/>
              <p:cNvSpPr/>
              <p:nvPr/>
            </p:nvSpPr>
            <p:spPr>
              <a:xfrm>
                <a:off x="-2959638" y="2132823"/>
                <a:ext cx="49779" cy="771624"/>
              </a:xfrm>
              <a:custGeom>
                <a:avLst/>
                <a:gdLst/>
                <a:ahLst/>
                <a:cxnLst/>
                <a:rect l="l" t="t" r="r" b="b"/>
                <a:pathLst>
                  <a:path w="1046" h="16214" extrusionOk="0">
                    <a:moveTo>
                      <a:pt x="0" y="1"/>
                    </a:moveTo>
                    <a:lnTo>
                      <a:pt x="0" y="16214"/>
                    </a:lnTo>
                    <a:lnTo>
                      <a:pt x="1046" y="16214"/>
                    </a:lnTo>
                    <a:lnTo>
                      <a:pt x="104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0" name="Google Shape;1370;p40"/>
              <p:cNvSpPr/>
              <p:nvPr/>
            </p:nvSpPr>
            <p:spPr>
              <a:xfrm>
                <a:off x="-2972963" y="2132823"/>
                <a:ext cx="76001" cy="18275"/>
              </a:xfrm>
              <a:custGeom>
                <a:avLst/>
                <a:gdLst/>
                <a:ahLst/>
                <a:cxnLst/>
                <a:rect l="l" t="t" r="r" b="b"/>
                <a:pathLst>
                  <a:path w="1597" h="384" extrusionOk="0">
                    <a:moveTo>
                      <a:pt x="0" y="1"/>
                    </a:moveTo>
                    <a:lnTo>
                      <a:pt x="0" y="383"/>
                    </a:lnTo>
                    <a:lnTo>
                      <a:pt x="1596" y="383"/>
                    </a:lnTo>
                    <a:lnTo>
                      <a:pt x="15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1" name="Google Shape;1371;p40"/>
              <p:cNvSpPr/>
              <p:nvPr/>
            </p:nvSpPr>
            <p:spPr>
              <a:xfrm>
                <a:off x="-2967205" y="2151050"/>
                <a:ext cx="63152" cy="15134"/>
              </a:xfrm>
              <a:custGeom>
                <a:avLst/>
                <a:gdLst/>
                <a:ahLst/>
                <a:cxnLst/>
                <a:rect l="l" t="t" r="r" b="b"/>
                <a:pathLst>
                  <a:path w="1327" h="318" extrusionOk="0">
                    <a:moveTo>
                      <a:pt x="1" y="0"/>
                    </a:moveTo>
                    <a:lnTo>
                      <a:pt x="1" y="318"/>
                    </a:lnTo>
                    <a:lnTo>
                      <a:pt x="1326" y="318"/>
                    </a:lnTo>
                    <a:lnTo>
                      <a:pt x="132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2" name="Google Shape;1372;p40"/>
              <p:cNvSpPr/>
              <p:nvPr/>
            </p:nvSpPr>
            <p:spPr>
              <a:xfrm>
                <a:off x="-2972963" y="2886221"/>
                <a:ext cx="76001" cy="18227"/>
              </a:xfrm>
              <a:custGeom>
                <a:avLst/>
                <a:gdLst/>
                <a:ahLst/>
                <a:cxnLst/>
                <a:rect l="l" t="t" r="r" b="b"/>
                <a:pathLst>
                  <a:path w="1597" h="383" extrusionOk="0">
                    <a:moveTo>
                      <a:pt x="0" y="0"/>
                    </a:moveTo>
                    <a:lnTo>
                      <a:pt x="0" y="383"/>
                    </a:lnTo>
                    <a:lnTo>
                      <a:pt x="1596" y="383"/>
                    </a:lnTo>
                    <a:lnTo>
                      <a:pt x="159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3" name="Google Shape;1373;p40"/>
              <p:cNvSpPr/>
              <p:nvPr/>
            </p:nvSpPr>
            <p:spPr>
              <a:xfrm>
                <a:off x="-2967205" y="2871087"/>
                <a:ext cx="63152" cy="15181"/>
              </a:xfrm>
              <a:custGeom>
                <a:avLst/>
                <a:gdLst/>
                <a:ahLst/>
                <a:cxnLst/>
                <a:rect l="l" t="t" r="r" b="b"/>
                <a:pathLst>
                  <a:path w="1327" h="319" extrusionOk="0">
                    <a:moveTo>
                      <a:pt x="1" y="1"/>
                    </a:moveTo>
                    <a:lnTo>
                      <a:pt x="1" y="318"/>
                    </a:lnTo>
                    <a:lnTo>
                      <a:pt x="1326" y="318"/>
                    </a:lnTo>
                    <a:lnTo>
                      <a:pt x="132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74" name="Google Shape;1374;p40"/>
            <p:cNvGrpSpPr/>
            <p:nvPr/>
          </p:nvGrpSpPr>
          <p:grpSpPr>
            <a:xfrm>
              <a:off x="1732109" y="-1059233"/>
              <a:ext cx="223911" cy="288776"/>
              <a:chOff x="-2789503" y="2456673"/>
              <a:chExt cx="223911" cy="288776"/>
            </a:xfrm>
          </p:grpSpPr>
          <p:sp>
            <p:nvSpPr>
              <p:cNvPr id="1375" name="Google Shape;1375;p40"/>
              <p:cNvSpPr/>
              <p:nvPr/>
            </p:nvSpPr>
            <p:spPr>
              <a:xfrm>
                <a:off x="-2789503" y="2456673"/>
                <a:ext cx="223911" cy="279448"/>
              </a:xfrm>
              <a:custGeom>
                <a:avLst/>
                <a:gdLst/>
                <a:ahLst/>
                <a:cxnLst/>
                <a:rect l="l" t="t" r="r" b="b"/>
                <a:pathLst>
                  <a:path w="4705" h="5872" extrusionOk="0">
                    <a:moveTo>
                      <a:pt x="2334" y="0"/>
                    </a:moveTo>
                    <a:cubicBezTo>
                      <a:pt x="1046" y="0"/>
                      <a:pt x="0" y="1046"/>
                      <a:pt x="0" y="2371"/>
                    </a:cubicBezTo>
                    <a:lnTo>
                      <a:pt x="0" y="5871"/>
                    </a:lnTo>
                    <a:lnTo>
                      <a:pt x="308" y="5871"/>
                    </a:lnTo>
                    <a:lnTo>
                      <a:pt x="308" y="2492"/>
                    </a:lnTo>
                    <a:cubicBezTo>
                      <a:pt x="308" y="1363"/>
                      <a:pt x="1204" y="467"/>
                      <a:pt x="2334" y="467"/>
                    </a:cubicBezTo>
                    <a:cubicBezTo>
                      <a:pt x="3426" y="467"/>
                      <a:pt x="4359" y="1363"/>
                      <a:pt x="4359" y="2492"/>
                    </a:cubicBezTo>
                    <a:lnTo>
                      <a:pt x="4359" y="5871"/>
                    </a:lnTo>
                    <a:lnTo>
                      <a:pt x="4705" y="5871"/>
                    </a:lnTo>
                    <a:lnTo>
                      <a:pt x="4705" y="2371"/>
                    </a:lnTo>
                    <a:cubicBezTo>
                      <a:pt x="4705" y="1046"/>
                      <a:pt x="3659" y="0"/>
                      <a:pt x="23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6" name="Google Shape;1376;p40"/>
              <p:cNvSpPr/>
              <p:nvPr/>
            </p:nvSpPr>
            <p:spPr>
              <a:xfrm>
                <a:off x="-2774846" y="2478850"/>
                <a:ext cx="192835" cy="257272"/>
              </a:xfrm>
              <a:custGeom>
                <a:avLst/>
                <a:gdLst/>
                <a:ahLst/>
                <a:cxnLst/>
                <a:rect l="l" t="t" r="r" b="b"/>
                <a:pathLst>
                  <a:path w="4052" h="5406" extrusionOk="0">
                    <a:moveTo>
                      <a:pt x="2026" y="1"/>
                    </a:moveTo>
                    <a:cubicBezTo>
                      <a:pt x="896" y="1"/>
                      <a:pt x="0" y="897"/>
                      <a:pt x="0" y="2026"/>
                    </a:cubicBezTo>
                    <a:lnTo>
                      <a:pt x="0" y="5405"/>
                    </a:lnTo>
                    <a:lnTo>
                      <a:pt x="4051" y="5405"/>
                    </a:lnTo>
                    <a:lnTo>
                      <a:pt x="4051" y="2026"/>
                    </a:lnTo>
                    <a:cubicBezTo>
                      <a:pt x="4051" y="897"/>
                      <a:pt x="3118" y="1"/>
                      <a:pt x="2026" y="1"/>
                    </a:cubicBezTo>
                    <a:close/>
                  </a:path>
                </a:pathLst>
              </a:custGeom>
              <a:solidFill>
                <a:srgbClr val="D7F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7" name="Google Shape;1377;p40"/>
              <p:cNvSpPr/>
              <p:nvPr/>
            </p:nvSpPr>
            <p:spPr>
              <a:xfrm>
                <a:off x="-2685995" y="2464193"/>
                <a:ext cx="16894" cy="273690"/>
              </a:xfrm>
              <a:custGeom>
                <a:avLst/>
                <a:gdLst/>
                <a:ahLst/>
                <a:cxnLst/>
                <a:rect l="l" t="t" r="r" b="b"/>
                <a:pathLst>
                  <a:path w="355" h="5751" extrusionOk="0">
                    <a:moveTo>
                      <a:pt x="0" y="1"/>
                    </a:moveTo>
                    <a:lnTo>
                      <a:pt x="0" y="5751"/>
                    </a:lnTo>
                    <a:lnTo>
                      <a:pt x="355" y="5751"/>
                    </a:lnTo>
                    <a:lnTo>
                      <a:pt x="35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8" name="Google Shape;1378;p40"/>
              <p:cNvSpPr/>
              <p:nvPr/>
            </p:nvSpPr>
            <p:spPr>
              <a:xfrm>
                <a:off x="-2787743" y="2565940"/>
                <a:ext cx="218581" cy="16466"/>
              </a:xfrm>
              <a:custGeom>
                <a:avLst/>
                <a:gdLst/>
                <a:ahLst/>
                <a:cxnLst/>
                <a:rect l="l" t="t" r="r" b="b"/>
                <a:pathLst>
                  <a:path w="4593" h="346" extrusionOk="0">
                    <a:moveTo>
                      <a:pt x="1" y="0"/>
                    </a:moveTo>
                    <a:lnTo>
                      <a:pt x="1" y="346"/>
                    </a:lnTo>
                    <a:lnTo>
                      <a:pt x="4593" y="346"/>
                    </a:lnTo>
                    <a:lnTo>
                      <a:pt x="45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9" name="Google Shape;1379;p40"/>
              <p:cNvSpPr/>
              <p:nvPr/>
            </p:nvSpPr>
            <p:spPr>
              <a:xfrm>
                <a:off x="-2787743" y="2647224"/>
                <a:ext cx="218581" cy="16942"/>
              </a:xfrm>
              <a:custGeom>
                <a:avLst/>
                <a:gdLst/>
                <a:ahLst/>
                <a:cxnLst/>
                <a:rect l="l" t="t" r="r" b="b"/>
                <a:pathLst>
                  <a:path w="4593" h="356" extrusionOk="0">
                    <a:moveTo>
                      <a:pt x="1" y="0"/>
                    </a:moveTo>
                    <a:lnTo>
                      <a:pt x="1" y="355"/>
                    </a:lnTo>
                    <a:lnTo>
                      <a:pt x="4593" y="355"/>
                    </a:lnTo>
                    <a:lnTo>
                      <a:pt x="45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0" name="Google Shape;1380;p40"/>
              <p:cNvSpPr/>
              <p:nvPr/>
            </p:nvSpPr>
            <p:spPr>
              <a:xfrm>
                <a:off x="-2789503" y="2728507"/>
                <a:ext cx="223911" cy="16942"/>
              </a:xfrm>
              <a:custGeom>
                <a:avLst/>
                <a:gdLst/>
                <a:ahLst/>
                <a:cxnLst/>
                <a:rect l="l" t="t" r="r" b="b"/>
                <a:pathLst>
                  <a:path w="4705" h="356" extrusionOk="0">
                    <a:moveTo>
                      <a:pt x="0" y="1"/>
                    </a:moveTo>
                    <a:lnTo>
                      <a:pt x="0" y="355"/>
                    </a:lnTo>
                    <a:lnTo>
                      <a:pt x="4705" y="355"/>
                    </a:lnTo>
                    <a:lnTo>
                      <a:pt x="47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381" name="Google Shape;1381;p40"/>
            <p:cNvSpPr/>
            <p:nvPr/>
          </p:nvSpPr>
          <p:spPr>
            <a:xfrm>
              <a:off x="2885262" y="-1678425"/>
              <a:ext cx="177701" cy="179509"/>
            </a:xfrm>
            <a:custGeom>
              <a:avLst/>
              <a:gdLst/>
              <a:ahLst/>
              <a:cxnLst/>
              <a:rect l="l" t="t" r="r" b="b"/>
              <a:pathLst>
                <a:path w="3734" h="3772" extrusionOk="0">
                  <a:moveTo>
                    <a:pt x="1867" y="0"/>
                  </a:moveTo>
                  <a:cubicBezTo>
                    <a:pt x="812" y="0"/>
                    <a:pt x="0" y="859"/>
                    <a:pt x="0" y="1904"/>
                  </a:cubicBezTo>
                  <a:cubicBezTo>
                    <a:pt x="0" y="2922"/>
                    <a:pt x="812" y="3771"/>
                    <a:pt x="1867" y="3771"/>
                  </a:cubicBezTo>
                  <a:cubicBezTo>
                    <a:pt x="2912" y="3771"/>
                    <a:pt x="3734" y="2922"/>
                    <a:pt x="3734" y="1904"/>
                  </a:cubicBezTo>
                  <a:cubicBezTo>
                    <a:pt x="3734" y="859"/>
                    <a:pt x="2912" y="0"/>
                    <a:pt x="18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2" name="Google Shape;1382;p40"/>
            <p:cNvSpPr/>
            <p:nvPr/>
          </p:nvSpPr>
          <p:spPr>
            <a:xfrm>
              <a:off x="2899920" y="-1661578"/>
              <a:ext cx="147957" cy="146196"/>
            </a:xfrm>
            <a:custGeom>
              <a:avLst/>
              <a:gdLst/>
              <a:ahLst/>
              <a:cxnLst/>
              <a:rect l="l" t="t" r="r" b="b"/>
              <a:pathLst>
                <a:path w="3109" h="3072" extrusionOk="0">
                  <a:moveTo>
                    <a:pt x="1559" y="1"/>
                  </a:moveTo>
                  <a:cubicBezTo>
                    <a:pt x="700" y="1"/>
                    <a:pt x="0" y="701"/>
                    <a:pt x="0" y="1550"/>
                  </a:cubicBezTo>
                  <a:cubicBezTo>
                    <a:pt x="0" y="2409"/>
                    <a:pt x="700" y="3072"/>
                    <a:pt x="1559" y="3072"/>
                  </a:cubicBezTo>
                  <a:cubicBezTo>
                    <a:pt x="2408" y="3072"/>
                    <a:pt x="3109" y="2409"/>
                    <a:pt x="3109" y="1550"/>
                  </a:cubicBezTo>
                  <a:cubicBezTo>
                    <a:pt x="3109" y="701"/>
                    <a:pt x="2408" y="1"/>
                    <a:pt x="1559" y="1"/>
                  </a:cubicBezTo>
                  <a:close/>
                </a:path>
              </a:pathLst>
            </a:custGeom>
            <a:solidFill>
              <a:srgbClr val="D7F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3" name="Google Shape;1383;p40"/>
            <p:cNvSpPr/>
            <p:nvPr/>
          </p:nvSpPr>
          <p:spPr>
            <a:xfrm>
              <a:off x="2970115" y="-1645112"/>
              <a:ext cx="9375" cy="66674"/>
            </a:xfrm>
            <a:custGeom>
              <a:avLst/>
              <a:gdLst/>
              <a:ahLst/>
              <a:cxnLst/>
              <a:rect l="l" t="t" r="r" b="b"/>
              <a:pathLst>
                <a:path w="197" h="1401" extrusionOk="0">
                  <a:moveTo>
                    <a:pt x="84" y="0"/>
                  </a:moveTo>
                  <a:cubicBezTo>
                    <a:pt x="47" y="0"/>
                    <a:pt x="0" y="38"/>
                    <a:pt x="0" y="122"/>
                  </a:cubicBezTo>
                  <a:lnTo>
                    <a:pt x="0" y="1288"/>
                  </a:lnTo>
                  <a:cubicBezTo>
                    <a:pt x="0" y="1363"/>
                    <a:pt x="47" y="1400"/>
                    <a:pt x="84" y="1400"/>
                  </a:cubicBezTo>
                  <a:cubicBezTo>
                    <a:pt x="159" y="1400"/>
                    <a:pt x="196" y="1363"/>
                    <a:pt x="196" y="1288"/>
                  </a:cubicBezTo>
                  <a:lnTo>
                    <a:pt x="196" y="122"/>
                  </a:lnTo>
                  <a:cubicBezTo>
                    <a:pt x="196" y="38"/>
                    <a:pt x="159" y="0"/>
                    <a:pt x="8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4" name="Google Shape;1384;p40"/>
            <p:cNvSpPr/>
            <p:nvPr/>
          </p:nvSpPr>
          <p:spPr>
            <a:xfrm>
              <a:off x="2970115" y="-1587814"/>
              <a:ext cx="33361" cy="11136"/>
            </a:xfrm>
            <a:custGeom>
              <a:avLst/>
              <a:gdLst/>
              <a:ahLst/>
              <a:cxnLst/>
              <a:rect l="l" t="t" r="r" b="b"/>
              <a:pathLst>
                <a:path w="701" h="234" extrusionOk="0">
                  <a:moveTo>
                    <a:pt x="84" y="0"/>
                  </a:moveTo>
                  <a:cubicBezTo>
                    <a:pt x="47" y="0"/>
                    <a:pt x="0" y="38"/>
                    <a:pt x="0" y="122"/>
                  </a:cubicBezTo>
                  <a:cubicBezTo>
                    <a:pt x="0" y="159"/>
                    <a:pt x="47" y="234"/>
                    <a:pt x="84" y="234"/>
                  </a:cubicBezTo>
                  <a:lnTo>
                    <a:pt x="588" y="234"/>
                  </a:lnTo>
                  <a:cubicBezTo>
                    <a:pt x="625" y="234"/>
                    <a:pt x="700" y="159"/>
                    <a:pt x="700" y="122"/>
                  </a:cubicBezTo>
                  <a:cubicBezTo>
                    <a:pt x="700" y="38"/>
                    <a:pt x="625" y="0"/>
                    <a:pt x="58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385" name="Google Shape;1385;p40"/>
            <p:cNvGrpSpPr/>
            <p:nvPr/>
          </p:nvGrpSpPr>
          <p:grpSpPr>
            <a:xfrm>
              <a:off x="4317816" y="-1293327"/>
              <a:ext cx="77762" cy="771624"/>
              <a:chOff x="-203796" y="2132823"/>
              <a:chExt cx="77762" cy="771624"/>
            </a:xfrm>
          </p:grpSpPr>
          <p:sp>
            <p:nvSpPr>
              <p:cNvPr id="1386" name="Google Shape;1386;p40"/>
              <p:cNvSpPr/>
              <p:nvPr/>
            </p:nvSpPr>
            <p:spPr>
              <a:xfrm>
                <a:off x="-203796" y="2132823"/>
                <a:ext cx="77762" cy="18275"/>
              </a:xfrm>
              <a:custGeom>
                <a:avLst/>
                <a:gdLst/>
                <a:ahLst/>
                <a:cxnLst/>
                <a:rect l="l" t="t" r="r" b="b"/>
                <a:pathLst>
                  <a:path w="1634" h="384" extrusionOk="0">
                    <a:moveTo>
                      <a:pt x="0" y="1"/>
                    </a:moveTo>
                    <a:lnTo>
                      <a:pt x="0" y="383"/>
                    </a:lnTo>
                    <a:lnTo>
                      <a:pt x="1634" y="383"/>
                    </a:lnTo>
                    <a:lnTo>
                      <a:pt x="16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7" name="Google Shape;1387;p40"/>
              <p:cNvSpPr/>
              <p:nvPr/>
            </p:nvSpPr>
            <p:spPr>
              <a:xfrm>
                <a:off x="-194468" y="2151050"/>
                <a:ext cx="62676" cy="15134"/>
              </a:xfrm>
              <a:custGeom>
                <a:avLst/>
                <a:gdLst/>
                <a:ahLst/>
                <a:cxnLst/>
                <a:rect l="l" t="t" r="r" b="b"/>
                <a:pathLst>
                  <a:path w="1317" h="318" extrusionOk="0">
                    <a:moveTo>
                      <a:pt x="0" y="0"/>
                    </a:moveTo>
                    <a:lnTo>
                      <a:pt x="0" y="318"/>
                    </a:lnTo>
                    <a:lnTo>
                      <a:pt x="1316" y="318"/>
                    </a:lnTo>
                    <a:lnTo>
                      <a:pt x="131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8" name="Google Shape;1388;p40"/>
              <p:cNvSpPr/>
              <p:nvPr/>
            </p:nvSpPr>
            <p:spPr>
              <a:xfrm>
                <a:off x="-203796" y="2886221"/>
                <a:ext cx="77762" cy="18227"/>
              </a:xfrm>
              <a:custGeom>
                <a:avLst/>
                <a:gdLst/>
                <a:ahLst/>
                <a:cxnLst/>
                <a:rect l="l" t="t" r="r" b="b"/>
                <a:pathLst>
                  <a:path w="1634" h="383" extrusionOk="0">
                    <a:moveTo>
                      <a:pt x="0" y="0"/>
                    </a:moveTo>
                    <a:lnTo>
                      <a:pt x="0" y="383"/>
                    </a:lnTo>
                    <a:lnTo>
                      <a:pt x="1634" y="383"/>
                    </a:lnTo>
                    <a:lnTo>
                      <a:pt x="16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9" name="Google Shape;1389;p40"/>
              <p:cNvSpPr/>
              <p:nvPr/>
            </p:nvSpPr>
            <p:spPr>
              <a:xfrm>
                <a:off x="-194468" y="2871087"/>
                <a:ext cx="62676" cy="15181"/>
              </a:xfrm>
              <a:custGeom>
                <a:avLst/>
                <a:gdLst/>
                <a:ahLst/>
                <a:cxnLst/>
                <a:rect l="l" t="t" r="r" b="b"/>
                <a:pathLst>
                  <a:path w="1317" h="319" extrusionOk="0">
                    <a:moveTo>
                      <a:pt x="0" y="1"/>
                    </a:moveTo>
                    <a:lnTo>
                      <a:pt x="0" y="318"/>
                    </a:lnTo>
                    <a:lnTo>
                      <a:pt x="1316" y="318"/>
                    </a:lnTo>
                    <a:lnTo>
                      <a:pt x="131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0" name="Google Shape;1390;p40"/>
              <p:cNvSpPr/>
              <p:nvPr/>
            </p:nvSpPr>
            <p:spPr>
              <a:xfrm>
                <a:off x="-189275" y="2166175"/>
                <a:ext cx="49800" cy="707619"/>
              </a:xfrm>
              <a:custGeom>
                <a:avLst/>
                <a:gdLst/>
                <a:ahLst/>
                <a:cxnLst/>
                <a:rect l="l" t="t" r="r" b="b"/>
                <a:pathLst>
                  <a:path w="1046" h="16214" extrusionOk="0">
                    <a:moveTo>
                      <a:pt x="0" y="1"/>
                    </a:moveTo>
                    <a:lnTo>
                      <a:pt x="0" y="16214"/>
                    </a:lnTo>
                    <a:lnTo>
                      <a:pt x="1046" y="16214"/>
                    </a:lnTo>
                    <a:lnTo>
                      <a:pt x="104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1" name="Google Shape;1391;p40"/>
            <p:cNvGrpSpPr/>
            <p:nvPr/>
          </p:nvGrpSpPr>
          <p:grpSpPr>
            <a:xfrm>
              <a:off x="2249609" y="-1059233"/>
              <a:ext cx="223911" cy="288776"/>
              <a:chOff x="-2789503" y="2456673"/>
              <a:chExt cx="223911" cy="288776"/>
            </a:xfrm>
          </p:grpSpPr>
          <p:sp>
            <p:nvSpPr>
              <p:cNvPr id="1392" name="Google Shape;1392;p40"/>
              <p:cNvSpPr/>
              <p:nvPr/>
            </p:nvSpPr>
            <p:spPr>
              <a:xfrm>
                <a:off x="-2789503" y="2456673"/>
                <a:ext cx="223911" cy="279448"/>
              </a:xfrm>
              <a:custGeom>
                <a:avLst/>
                <a:gdLst/>
                <a:ahLst/>
                <a:cxnLst/>
                <a:rect l="l" t="t" r="r" b="b"/>
                <a:pathLst>
                  <a:path w="4705" h="5872" extrusionOk="0">
                    <a:moveTo>
                      <a:pt x="2334" y="0"/>
                    </a:moveTo>
                    <a:cubicBezTo>
                      <a:pt x="1046" y="0"/>
                      <a:pt x="0" y="1046"/>
                      <a:pt x="0" y="2371"/>
                    </a:cubicBezTo>
                    <a:lnTo>
                      <a:pt x="0" y="5871"/>
                    </a:lnTo>
                    <a:lnTo>
                      <a:pt x="308" y="5871"/>
                    </a:lnTo>
                    <a:lnTo>
                      <a:pt x="308" y="2492"/>
                    </a:lnTo>
                    <a:cubicBezTo>
                      <a:pt x="308" y="1363"/>
                      <a:pt x="1204" y="467"/>
                      <a:pt x="2334" y="467"/>
                    </a:cubicBezTo>
                    <a:cubicBezTo>
                      <a:pt x="3426" y="467"/>
                      <a:pt x="4359" y="1363"/>
                      <a:pt x="4359" y="2492"/>
                    </a:cubicBezTo>
                    <a:lnTo>
                      <a:pt x="4359" y="5871"/>
                    </a:lnTo>
                    <a:lnTo>
                      <a:pt x="4705" y="5871"/>
                    </a:lnTo>
                    <a:lnTo>
                      <a:pt x="4705" y="2371"/>
                    </a:lnTo>
                    <a:cubicBezTo>
                      <a:pt x="4705" y="1046"/>
                      <a:pt x="3659" y="0"/>
                      <a:pt x="23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3" name="Google Shape;1393;p40"/>
              <p:cNvSpPr/>
              <p:nvPr/>
            </p:nvSpPr>
            <p:spPr>
              <a:xfrm>
                <a:off x="-2774846" y="2478850"/>
                <a:ext cx="192835" cy="257272"/>
              </a:xfrm>
              <a:custGeom>
                <a:avLst/>
                <a:gdLst/>
                <a:ahLst/>
                <a:cxnLst/>
                <a:rect l="l" t="t" r="r" b="b"/>
                <a:pathLst>
                  <a:path w="4052" h="5406" extrusionOk="0">
                    <a:moveTo>
                      <a:pt x="2026" y="1"/>
                    </a:moveTo>
                    <a:cubicBezTo>
                      <a:pt x="896" y="1"/>
                      <a:pt x="0" y="897"/>
                      <a:pt x="0" y="2026"/>
                    </a:cubicBezTo>
                    <a:lnTo>
                      <a:pt x="0" y="5405"/>
                    </a:lnTo>
                    <a:lnTo>
                      <a:pt x="4051" y="5405"/>
                    </a:lnTo>
                    <a:lnTo>
                      <a:pt x="4051" y="2026"/>
                    </a:lnTo>
                    <a:cubicBezTo>
                      <a:pt x="4051" y="897"/>
                      <a:pt x="3118" y="1"/>
                      <a:pt x="2026" y="1"/>
                    </a:cubicBezTo>
                    <a:close/>
                  </a:path>
                </a:pathLst>
              </a:custGeom>
              <a:solidFill>
                <a:srgbClr val="D7F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4" name="Google Shape;1394;p40"/>
              <p:cNvSpPr/>
              <p:nvPr/>
            </p:nvSpPr>
            <p:spPr>
              <a:xfrm>
                <a:off x="-2685995" y="2464193"/>
                <a:ext cx="16894" cy="273690"/>
              </a:xfrm>
              <a:custGeom>
                <a:avLst/>
                <a:gdLst/>
                <a:ahLst/>
                <a:cxnLst/>
                <a:rect l="l" t="t" r="r" b="b"/>
                <a:pathLst>
                  <a:path w="355" h="5751" extrusionOk="0">
                    <a:moveTo>
                      <a:pt x="0" y="1"/>
                    </a:moveTo>
                    <a:lnTo>
                      <a:pt x="0" y="5751"/>
                    </a:lnTo>
                    <a:lnTo>
                      <a:pt x="355" y="5751"/>
                    </a:lnTo>
                    <a:lnTo>
                      <a:pt x="35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5" name="Google Shape;1395;p40"/>
              <p:cNvSpPr/>
              <p:nvPr/>
            </p:nvSpPr>
            <p:spPr>
              <a:xfrm>
                <a:off x="-2787743" y="2565940"/>
                <a:ext cx="218581" cy="16466"/>
              </a:xfrm>
              <a:custGeom>
                <a:avLst/>
                <a:gdLst/>
                <a:ahLst/>
                <a:cxnLst/>
                <a:rect l="l" t="t" r="r" b="b"/>
                <a:pathLst>
                  <a:path w="4593" h="346" extrusionOk="0">
                    <a:moveTo>
                      <a:pt x="1" y="0"/>
                    </a:moveTo>
                    <a:lnTo>
                      <a:pt x="1" y="346"/>
                    </a:lnTo>
                    <a:lnTo>
                      <a:pt x="4593" y="346"/>
                    </a:lnTo>
                    <a:lnTo>
                      <a:pt x="45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6" name="Google Shape;1396;p40"/>
              <p:cNvSpPr/>
              <p:nvPr/>
            </p:nvSpPr>
            <p:spPr>
              <a:xfrm>
                <a:off x="-2787743" y="2647224"/>
                <a:ext cx="218581" cy="16942"/>
              </a:xfrm>
              <a:custGeom>
                <a:avLst/>
                <a:gdLst/>
                <a:ahLst/>
                <a:cxnLst/>
                <a:rect l="l" t="t" r="r" b="b"/>
                <a:pathLst>
                  <a:path w="4593" h="356" extrusionOk="0">
                    <a:moveTo>
                      <a:pt x="1" y="0"/>
                    </a:moveTo>
                    <a:lnTo>
                      <a:pt x="1" y="355"/>
                    </a:lnTo>
                    <a:lnTo>
                      <a:pt x="4593" y="355"/>
                    </a:lnTo>
                    <a:lnTo>
                      <a:pt x="45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7" name="Google Shape;1397;p40"/>
              <p:cNvSpPr/>
              <p:nvPr/>
            </p:nvSpPr>
            <p:spPr>
              <a:xfrm>
                <a:off x="-2789503" y="2728507"/>
                <a:ext cx="223911" cy="16942"/>
              </a:xfrm>
              <a:custGeom>
                <a:avLst/>
                <a:gdLst/>
                <a:ahLst/>
                <a:cxnLst/>
                <a:rect l="l" t="t" r="r" b="b"/>
                <a:pathLst>
                  <a:path w="4705" h="356" extrusionOk="0">
                    <a:moveTo>
                      <a:pt x="0" y="1"/>
                    </a:moveTo>
                    <a:lnTo>
                      <a:pt x="0" y="355"/>
                    </a:lnTo>
                    <a:lnTo>
                      <a:pt x="4705" y="355"/>
                    </a:lnTo>
                    <a:lnTo>
                      <a:pt x="47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98" name="Google Shape;1398;p40"/>
            <p:cNvGrpSpPr/>
            <p:nvPr/>
          </p:nvGrpSpPr>
          <p:grpSpPr>
            <a:xfrm>
              <a:off x="3468284" y="-1059233"/>
              <a:ext cx="223911" cy="288776"/>
              <a:chOff x="-2789503" y="2456673"/>
              <a:chExt cx="223911" cy="288776"/>
            </a:xfrm>
          </p:grpSpPr>
          <p:sp>
            <p:nvSpPr>
              <p:cNvPr id="1399" name="Google Shape;1399;p40"/>
              <p:cNvSpPr/>
              <p:nvPr/>
            </p:nvSpPr>
            <p:spPr>
              <a:xfrm>
                <a:off x="-2789503" y="2456673"/>
                <a:ext cx="223911" cy="279448"/>
              </a:xfrm>
              <a:custGeom>
                <a:avLst/>
                <a:gdLst/>
                <a:ahLst/>
                <a:cxnLst/>
                <a:rect l="l" t="t" r="r" b="b"/>
                <a:pathLst>
                  <a:path w="4705" h="5872" extrusionOk="0">
                    <a:moveTo>
                      <a:pt x="2334" y="0"/>
                    </a:moveTo>
                    <a:cubicBezTo>
                      <a:pt x="1046" y="0"/>
                      <a:pt x="0" y="1046"/>
                      <a:pt x="0" y="2371"/>
                    </a:cubicBezTo>
                    <a:lnTo>
                      <a:pt x="0" y="5871"/>
                    </a:lnTo>
                    <a:lnTo>
                      <a:pt x="308" y="5871"/>
                    </a:lnTo>
                    <a:lnTo>
                      <a:pt x="308" y="2492"/>
                    </a:lnTo>
                    <a:cubicBezTo>
                      <a:pt x="308" y="1363"/>
                      <a:pt x="1204" y="467"/>
                      <a:pt x="2334" y="467"/>
                    </a:cubicBezTo>
                    <a:cubicBezTo>
                      <a:pt x="3426" y="467"/>
                      <a:pt x="4359" y="1363"/>
                      <a:pt x="4359" y="2492"/>
                    </a:cubicBezTo>
                    <a:lnTo>
                      <a:pt x="4359" y="5871"/>
                    </a:lnTo>
                    <a:lnTo>
                      <a:pt x="4705" y="5871"/>
                    </a:lnTo>
                    <a:lnTo>
                      <a:pt x="4705" y="2371"/>
                    </a:lnTo>
                    <a:cubicBezTo>
                      <a:pt x="4705" y="1046"/>
                      <a:pt x="3659" y="0"/>
                      <a:pt x="23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0" name="Google Shape;1400;p40"/>
              <p:cNvSpPr/>
              <p:nvPr/>
            </p:nvSpPr>
            <p:spPr>
              <a:xfrm>
                <a:off x="-2774846" y="2478850"/>
                <a:ext cx="192835" cy="257272"/>
              </a:xfrm>
              <a:custGeom>
                <a:avLst/>
                <a:gdLst/>
                <a:ahLst/>
                <a:cxnLst/>
                <a:rect l="l" t="t" r="r" b="b"/>
                <a:pathLst>
                  <a:path w="4052" h="5406" extrusionOk="0">
                    <a:moveTo>
                      <a:pt x="2026" y="1"/>
                    </a:moveTo>
                    <a:cubicBezTo>
                      <a:pt x="896" y="1"/>
                      <a:pt x="0" y="897"/>
                      <a:pt x="0" y="2026"/>
                    </a:cubicBezTo>
                    <a:lnTo>
                      <a:pt x="0" y="5405"/>
                    </a:lnTo>
                    <a:lnTo>
                      <a:pt x="4051" y="5405"/>
                    </a:lnTo>
                    <a:lnTo>
                      <a:pt x="4051" y="2026"/>
                    </a:lnTo>
                    <a:cubicBezTo>
                      <a:pt x="4051" y="897"/>
                      <a:pt x="3118" y="1"/>
                      <a:pt x="2026" y="1"/>
                    </a:cubicBezTo>
                    <a:close/>
                  </a:path>
                </a:pathLst>
              </a:custGeom>
              <a:solidFill>
                <a:srgbClr val="D7F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1" name="Google Shape;1401;p40"/>
              <p:cNvSpPr/>
              <p:nvPr/>
            </p:nvSpPr>
            <p:spPr>
              <a:xfrm>
                <a:off x="-2685995" y="2464193"/>
                <a:ext cx="16894" cy="273690"/>
              </a:xfrm>
              <a:custGeom>
                <a:avLst/>
                <a:gdLst/>
                <a:ahLst/>
                <a:cxnLst/>
                <a:rect l="l" t="t" r="r" b="b"/>
                <a:pathLst>
                  <a:path w="355" h="5751" extrusionOk="0">
                    <a:moveTo>
                      <a:pt x="0" y="1"/>
                    </a:moveTo>
                    <a:lnTo>
                      <a:pt x="0" y="5751"/>
                    </a:lnTo>
                    <a:lnTo>
                      <a:pt x="355" y="5751"/>
                    </a:lnTo>
                    <a:lnTo>
                      <a:pt x="35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2" name="Google Shape;1402;p40"/>
              <p:cNvSpPr/>
              <p:nvPr/>
            </p:nvSpPr>
            <p:spPr>
              <a:xfrm>
                <a:off x="-2787743" y="2565940"/>
                <a:ext cx="218581" cy="16466"/>
              </a:xfrm>
              <a:custGeom>
                <a:avLst/>
                <a:gdLst/>
                <a:ahLst/>
                <a:cxnLst/>
                <a:rect l="l" t="t" r="r" b="b"/>
                <a:pathLst>
                  <a:path w="4593" h="346" extrusionOk="0">
                    <a:moveTo>
                      <a:pt x="1" y="0"/>
                    </a:moveTo>
                    <a:lnTo>
                      <a:pt x="1" y="346"/>
                    </a:lnTo>
                    <a:lnTo>
                      <a:pt x="4593" y="346"/>
                    </a:lnTo>
                    <a:lnTo>
                      <a:pt x="45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3" name="Google Shape;1403;p40"/>
              <p:cNvSpPr/>
              <p:nvPr/>
            </p:nvSpPr>
            <p:spPr>
              <a:xfrm>
                <a:off x="-2787743" y="2647224"/>
                <a:ext cx="218581" cy="16942"/>
              </a:xfrm>
              <a:custGeom>
                <a:avLst/>
                <a:gdLst/>
                <a:ahLst/>
                <a:cxnLst/>
                <a:rect l="l" t="t" r="r" b="b"/>
                <a:pathLst>
                  <a:path w="4593" h="356" extrusionOk="0">
                    <a:moveTo>
                      <a:pt x="1" y="0"/>
                    </a:moveTo>
                    <a:lnTo>
                      <a:pt x="1" y="355"/>
                    </a:lnTo>
                    <a:lnTo>
                      <a:pt x="4593" y="355"/>
                    </a:lnTo>
                    <a:lnTo>
                      <a:pt x="45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4" name="Google Shape;1404;p40"/>
              <p:cNvSpPr/>
              <p:nvPr/>
            </p:nvSpPr>
            <p:spPr>
              <a:xfrm>
                <a:off x="-2789503" y="2728507"/>
                <a:ext cx="223911" cy="16942"/>
              </a:xfrm>
              <a:custGeom>
                <a:avLst/>
                <a:gdLst/>
                <a:ahLst/>
                <a:cxnLst/>
                <a:rect l="l" t="t" r="r" b="b"/>
                <a:pathLst>
                  <a:path w="4705" h="356" extrusionOk="0">
                    <a:moveTo>
                      <a:pt x="0" y="1"/>
                    </a:moveTo>
                    <a:lnTo>
                      <a:pt x="0" y="355"/>
                    </a:lnTo>
                    <a:lnTo>
                      <a:pt x="4705" y="355"/>
                    </a:lnTo>
                    <a:lnTo>
                      <a:pt x="47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05" name="Google Shape;1405;p40"/>
            <p:cNvGrpSpPr/>
            <p:nvPr/>
          </p:nvGrpSpPr>
          <p:grpSpPr>
            <a:xfrm>
              <a:off x="3997709" y="-1059233"/>
              <a:ext cx="223911" cy="288776"/>
              <a:chOff x="-2789503" y="2456673"/>
              <a:chExt cx="223911" cy="288776"/>
            </a:xfrm>
          </p:grpSpPr>
          <p:sp>
            <p:nvSpPr>
              <p:cNvPr id="1406" name="Google Shape;1406;p40"/>
              <p:cNvSpPr/>
              <p:nvPr/>
            </p:nvSpPr>
            <p:spPr>
              <a:xfrm>
                <a:off x="-2789503" y="2456673"/>
                <a:ext cx="223911" cy="279448"/>
              </a:xfrm>
              <a:custGeom>
                <a:avLst/>
                <a:gdLst/>
                <a:ahLst/>
                <a:cxnLst/>
                <a:rect l="l" t="t" r="r" b="b"/>
                <a:pathLst>
                  <a:path w="4705" h="5872" extrusionOk="0">
                    <a:moveTo>
                      <a:pt x="2334" y="0"/>
                    </a:moveTo>
                    <a:cubicBezTo>
                      <a:pt x="1046" y="0"/>
                      <a:pt x="0" y="1046"/>
                      <a:pt x="0" y="2371"/>
                    </a:cubicBezTo>
                    <a:lnTo>
                      <a:pt x="0" y="5871"/>
                    </a:lnTo>
                    <a:lnTo>
                      <a:pt x="308" y="5871"/>
                    </a:lnTo>
                    <a:lnTo>
                      <a:pt x="308" y="2492"/>
                    </a:lnTo>
                    <a:cubicBezTo>
                      <a:pt x="308" y="1363"/>
                      <a:pt x="1204" y="467"/>
                      <a:pt x="2334" y="467"/>
                    </a:cubicBezTo>
                    <a:cubicBezTo>
                      <a:pt x="3426" y="467"/>
                      <a:pt x="4359" y="1363"/>
                      <a:pt x="4359" y="2492"/>
                    </a:cubicBezTo>
                    <a:lnTo>
                      <a:pt x="4359" y="5871"/>
                    </a:lnTo>
                    <a:lnTo>
                      <a:pt x="4705" y="5871"/>
                    </a:lnTo>
                    <a:lnTo>
                      <a:pt x="4705" y="2371"/>
                    </a:lnTo>
                    <a:cubicBezTo>
                      <a:pt x="4705" y="1046"/>
                      <a:pt x="3659" y="0"/>
                      <a:pt x="23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7" name="Google Shape;1407;p40"/>
              <p:cNvSpPr/>
              <p:nvPr/>
            </p:nvSpPr>
            <p:spPr>
              <a:xfrm>
                <a:off x="-2774846" y="2478850"/>
                <a:ext cx="192835" cy="257272"/>
              </a:xfrm>
              <a:custGeom>
                <a:avLst/>
                <a:gdLst/>
                <a:ahLst/>
                <a:cxnLst/>
                <a:rect l="l" t="t" r="r" b="b"/>
                <a:pathLst>
                  <a:path w="4052" h="5406" extrusionOk="0">
                    <a:moveTo>
                      <a:pt x="2026" y="1"/>
                    </a:moveTo>
                    <a:cubicBezTo>
                      <a:pt x="896" y="1"/>
                      <a:pt x="0" y="897"/>
                      <a:pt x="0" y="2026"/>
                    </a:cubicBezTo>
                    <a:lnTo>
                      <a:pt x="0" y="5405"/>
                    </a:lnTo>
                    <a:lnTo>
                      <a:pt x="4051" y="5405"/>
                    </a:lnTo>
                    <a:lnTo>
                      <a:pt x="4051" y="2026"/>
                    </a:lnTo>
                    <a:cubicBezTo>
                      <a:pt x="4051" y="897"/>
                      <a:pt x="3118" y="1"/>
                      <a:pt x="2026" y="1"/>
                    </a:cubicBezTo>
                    <a:close/>
                  </a:path>
                </a:pathLst>
              </a:custGeom>
              <a:solidFill>
                <a:srgbClr val="D7F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8" name="Google Shape;1408;p40"/>
              <p:cNvSpPr/>
              <p:nvPr/>
            </p:nvSpPr>
            <p:spPr>
              <a:xfrm>
                <a:off x="-2685995" y="2464193"/>
                <a:ext cx="16894" cy="273690"/>
              </a:xfrm>
              <a:custGeom>
                <a:avLst/>
                <a:gdLst/>
                <a:ahLst/>
                <a:cxnLst/>
                <a:rect l="l" t="t" r="r" b="b"/>
                <a:pathLst>
                  <a:path w="355" h="5751" extrusionOk="0">
                    <a:moveTo>
                      <a:pt x="0" y="1"/>
                    </a:moveTo>
                    <a:lnTo>
                      <a:pt x="0" y="5751"/>
                    </a:lnTo>
                    <a:lnTo>
                      <a:pt x="355" y="5751"/>
                    </a:lnTo>
                    <a:lnTo>
                      <a:pt x="35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09" name="Google Shape;1409;p40"/>
              <p:cNvSpPr/>
              <p:nvPr/>
            </p:nvSpPr>
            <p:spPr>
              <a:xfrm>
                <a:off x="-2787743" y="2565940"/>
                <a:ext cx="218581" cy="16466"/>
              </a:xfrm>
              <a:custGeom>
                <a:avLst/>
                <a:gdLst/>
                <a:ahLst/>
                <a:cxnLst/>
                <a:rect l="l" t="t" r="r" b="b"/>
                <a:pathLst>
                  <a:path w="4593" h="346" extrusionOk="0">
                    <a:moveTo>
                      <a:pt x="1" y="0"/>
                    </a:moveTo>
                    <a:lnTo>
                      <a:pt x="1" y="346"/>
                    </a:lnTo>
                    <a:lnTo>
                      <a:pt x="4593" y="346"/>
                    </a:lnTo>
                    <a:lnTo>
                      <a:pt x="45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0" name="Google Shape;1410;p40"/>
              <p:cNvSpPr/>
              <p:nvPr/>
            </p:nvSpPr>
            <p:spPr>
              <a:xfrm>
                <a:off x="-2787743" y="2647224"/>
                <a:ext cx="218581" cy="16942"/>
              </a:xfrm>
              <a:custGeom>
                <a:avLst/>
                <a:gdLst/>
                <a:ahLst/>
                <a:cxnLst/>
                <a:rect l="l" t="t" r="r" b="b"/>
                <a:pathLst>
                  <a:path w="4593" h="356" extrusionOk="0">
                    <a:moveTo>
                      <a:pt x="1" y="0"/>
                    </a:moveTo>
                    <a:lnTo>
                      <a:pt x="1" y="355"/>
                    </a:lnTo>
                    <a:lnTo>
                      <a:pt x="4593" y="355"/>
                    </a:lnTo>
                    <a:lnTo>
                      <a:pt x="45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1" name="Google Shape;1411;p40"/>
              <p:cNvSpPr/>
              <p:nvPr/>
            </p:nvSpPr>
            <p:spPr>
              <a:xfrm>
                <a:off x="-2789503" y="2728507"/>
                <a:ext cx="223911" cy="16942"/>
              </a:xfrm>
              <a:custGeom>
                <a:avLst/>
                <a:gdLst/>
                <a:ahLst/>
                <a:cxnLst/>
                <a:rect l="l" t="t" r="r" b="b"/>
                <a:pathLst>
                  <a:path w="4705" h="356" extrusionOk="0">
                    <a:moveTo>
                      <a:pt x="0" y="1"/>
                    </a:moveTo>
                    <a:lnTo>
                      <a:pt x="0" y="355"/>
                    </a:lnTo>
                    <a:lnTo>
                      <a:pt x="4705" y="355"/>
                    </a:lnTo>
                    <a:lnTo>
                      <a:pt x="47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12" name="Google Shape;1412;p40"/>
            <p:cNvSpPr/>
            <p:nvPr/>
          </p:nvSpPr>
          <p:spPr>
            <a:xfrm>
              <a:off x="3295654" y="-521716"/>
              <a:ext cx="85349" cy="170592"/>
            </a:xfrm>
            <a:custGeom>
              <a:avLst/>
              <a:gdLst/>
              <a:ahLst/>
              <a:cxnLst/>
              <a:rect l="l" t="t" r="r" b="b"/>
              <a:pathLst>
                <a:path w="2334" h="3585" extrusionOk="0">
                  <a:moveTo>
                    <a:pt x="1" y="1"/>
                  </a:moveTo>
                  <a:lnTo>
                    <a:pt x="1" y="3585"/>
                  </a:lnTo>
                  <a:lnTo>
                    <a:pt x="2334" y="3585"/>
                  </a:lnTo>
                  <a:lnTo>
                    <a:pt x="2334" y="1"/>
                  </a:lnTo>
                  <a:close/>
                </a:path>
              </a:pathLst>
            </a:custGeom>
            <a:solidFill>
              <a:srgbClr val="000000">
                <a:alpha val="8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3" name="Google Shape;1413;p40"/>
            <p:cNvSpPr/>
            <p:nvPr/>
          </p:nvSpPr>
          <p:spPr>
            <a:xfrm>
              <a:off x="2553954" y="-521716"/>
              <a:ext cx="69075" cy="170592"/>
            </a:xfrm>
            <a:custGeom>
              <a:avLst/>
              <a:gdLst/>
              <a:ahLst/>
              <a:cxnLst/>
              <a:rect l="l" t="t" r="r" b="b"/>
              <a:pathLst>
                <a:path w="2334" h="3585" extrusionOk="0">
                  <a:moveTo>
                    <a:pt x="1" y="1"/>
                  </a:moveTo>
                  <a:lnTo>
                    <a:pt x="1" y="3585"/>
                  </a:lnTo>
                  <a:lnTo>
                    <a:pt x="2334" y="3585"/>
                  </a:lnTo>
                  <a:lnTo>
                    <a:pt x="2334" y="1"/>
                  </a:lnTo>
                  <a:close/>
                </a:path>
              </a:pathLst>
            </a:custGeom>
            <a:solidFill>
              <a:srgbClr val="000000">
                <a:alpha val="8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4" name="Google Shape;1414;p40"/>
            <p:cNvSpPr/>
            <p:nvPr/>
          </p:nvSpPr>
          <p:spPr>
            <a:xfrm>
              <a:off x="2581400" y="-484439"/>
              <a:ext cx="775622" cy="170182"/>
            </a:xfrm>
            <a:custGeom>
              <a:avLst/>
              <a:gdLst/>
              <a:ahLst/>
              <a:cxnLst/>
              <a:rect l="l" t="t" r="r" b="b"/>
              <a:pathLst>
                <a:path w="16298" h="3576" extrusionOk="0">
                  <a:moveTo>
                    <a:pt x="1" y="1"/>
                  </a:moveTo>
                  <a:lnTo>
                    <a:pt x="1" y="3576"/>
                  </a:lnTo>
                  <a:lnTo>
                    <a:pt x="16298" y="3576"/>
                  </a:lnTo>
                  <a:lnTo>
                    <a:pt x="16298" y="1"/>
                  </a:lnTo>
                  <a:close/>
                </a:path>
              </a:pathLst>
            </a:custGeom>
            <a:solidFill>
              <a:srgbClr val="FDF0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5" name="Google Shape;1415;p40"/>
            <p:cNvSpPr/>
            <p:nvPr/>
          </p:nvSpPr>
          <p:spPr>
            <a:xfrm>
              <a:off x="2844382" y="-477301"/>
              <a:ext cx="257224" cy="16894"/>
            </a:xfrm>
            <a:custGeom>
              <a:avLst/>
              <a:gdLst/>
              <a:ahLst/>
              <a:cxnLst/>
              <a:rect l="l" t="t" r="r" b="b"/>
              <a:pathLst>
                <a:path w="5405" h="355" extrusionOk="0">
                  <a:moveTo>
                    <a:pt x="1" y="0"/>
                  </a:moveTo>
                  <a:lnTo>
                    <a:pt x="1" y="355"/>
                  </a:lnTo>
                  <a:lnTo>
                    <a:pt x="5405" y="355"/>
                  </a:lnTo>
                  <a:lnTo>
                    <a:pt x="54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6" name="Google Shape;1416;p40"/>
            <p:cNvSpPr/>
            <p:nvPr/>
          </p:nvSpPr>
          <p:spPr>
            <a:xfrm>
              <a:off x="2844382" y="-453316"/>
              <a:ext cx="257224" cy="16894"/>
            </a:xfrm>
            <a:custGeom>
              <a:avLst/>
              <a:gdLst/>
              <a:ahLst/>
              <a:cxnLst/>
              <a:rect l="l" t="t" r="r" b="b"/>
              <a:pathLst>
                <a:path w="5405" h="355" extrusionOk="0">
                  <a:moveTo>
                    <a:pt x="1" y="0"/>
                  </a:moveTo>
                  <a:lnTo>
                    <a:pt x="1" y="355"/>
                  </a:lnTo>
                  <a:lnTo>
                    <a:pt x="5405" y="355"/>
                  </a:lnTo>
                  <a:lnTo>
                    <a:pt x="54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7" name="Google Shape;1417;p40"/>
            <p:cNvSpPr/>
            <p:nvPr/>
          </p:nvSpPr>
          <p:spPr>
            <a:xfrm>
              <a:off x="2844382" y="-428902"/>
              <a:ext cx="257224" cy="16466"/>
            </a:xfrm>
            <a:custGeom>
              <a:avLst/>
              <a:gdLst/>
              <a:ahLst/>
              <a:cxnLst/>
              <a:rect l="l" t="t" r="r" b="b"/>
              <a:pathLst>
                <a:path w="5405" h="346" extrusionOk="0">
                  <a:moveTo>
                    <a:pt x="1" y="1"/>
                  </a:moveTo>
                  <a:lnTo>
                    <a:pt x="1" y="346"/>
                  </a:lnTo>
                  <a:lnTo>
                    <a:pt x="5405" y="346"/>
                  </a:lnTo>
                  <a:lnTo>
                    <a:pt x="54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8" name="Google Shape;1418;p40"/>
            <p:cNvSpPr/>
            <p:nvPr/>
          </p:nvSpPr>
          <p:spPr>
            <a:xfrm>
              <a:off x="2844382" y="-404917"/>
              <a:ext cx="257224" cy="18275"/>
            </a:xfrm>
            <a:custGeom>
              <a:avLst/>
              <a:gdLst/>
              <a:ahLst/>
              <a:cxnLst/>
              <a:rect l="l" t="t" r="r" b="b"/>
              <a:pathLst>
                <a:path w="5405" h="384" extrusionOk="0">
                  <a:moveTo>
                    <a:pt x="1" y="1"/>
                  </a:moveTo>
                  <a:lnTo>
                    <a:pt x="1" y="383"/>
                  </a:lnTo>
                  <a:lnTo>
                    <a:pt x="5405" y="383"/>
                  </a:lnTo>
                  <a:lnTo>
                    <a:pt x="54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19" name="Google Shape;1419;p40"/>
            <p:cNvSpPr/>
            <p:nvPr/>
          </p:nvSpPr>
          <p:spPr>
            <a:xfrm>
              <a:off x="2844382" y="-380931"/>
              <a:ext cx="257224" cy="18703"/>
            </a:xfrm>
            <a:custGeom>
              <a:avLst/>
              <a:gdLst/>
              <a:ahLst/>
              <a:cxnLst/>
              <a:rect l="l" t="t" r="r" b="b"/>
              <a:pathLst>
                <a:path w="5405" h="393" extrusionOk="0">
                  <a:moveTo>
                    <a:pt x="1" y="1"/>
                  </a:moveTo>
                  <a:lnTo>
                    <a:pt x="1" y="393"/>
                  </a:lnTo>
                  <a:lnTo>
                    <a:pt x="5405" y="393"/>
                  </a:lnTo>
                  <a:lnTo>
                    <a:pt x="54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0" name="Google Shape;1420;p40"/>
            <p:cNvSpPr/>
            <p:nvPr/>
          </p:nvSpPr>
          <p:spPr>
            <a:xfrm>
              <a:off x="2844382" y="-356946"/>
              <a:ext cx="257224" cy="18703"/>
            </a:xfrm>
            <a:custGeom>
              <a:avLst/>
              <a:gdLst/>
              <a:ahLst/>
              <a:cxnLst/>
              <a:rect l="l" t="t" r="r" b="b"/>
              <a:pathLst>
                <a:path w="5405" h="393" extrusionOk="0">
                  <a:moveTo>
                    <a:pt x="1" y="1"/>
                  </a:moveTo>
                  <a:lnTo>
                    <a:pt x="1" y="393"/>
                  </a:lnTo>
                  <a:lnTo>
                    <a:pt x="5405" y="393"/>
                  </a:lnTo>
                  <a:lnTo>
                    <a:pt x="54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1" name="Google Shape;1421;p40"/>
            <p:cNvSpPr/>
            <p:nvPr/>
          </p:nvSpPr>
          <p:spPr>
            <a:xfrm>
              <a:off x="2844382" y="-332960"/>
              <a:ext cx="257224" cy="18703"/>
            </a:xfrm>
            <a:custGeom>
              <a:avLst/>
              <a:gdLst/>
              <a:ahLst/>
              <a:cxnLst/>
              <a:rect l="l" t="t" r="r" b="b"/>
              <a:pathLst>
                <a:path w="5405" h="393" extrusionOk="0">
                  <a:moveTo>
                    <a:pt x="1" y="1"/>
                  </a:moveTo>
                  <a:lnTo>
                    <a:pt x="1" y="393"/>
                  </a:lnTo>
                  <a:lnTo>
                    <a:pt x="5405" y="393"/>
                  </a:lnTo>
                  <a:lnTo>
                    <a:pt x="54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22" name="Google Shape;1422;p40"/>
            <p:cNvGrpSpPr/>
            <p:nvPr/>
          </p:nvGrpSpPr>
          <p:grpSpPr>
            <a:xfrm>
              <a:off x="2581400" y="-1508291"/>
              <a:ext cx="77810" cy="1023899"/>
              <a:chOff x="-1940212" y="1917859"/>
              <a:chExt cx="77810" cy="1023899"/>
            </a:xfrm>
          </p:grpSpPr>
          <p:sp>
            <p:nvSpPr>
              <p:cNvPr id="1423" name="Google Shape;1423;p40"/>
              <p:cNvSpPr/>
              <p:nvPr/>
            </p:nvSpPr>
            <p:spPr>
              <a:xfrm>
                <a:off x="-1926887" y="1917859"/>
                <a:ext cx="49827" cy="1023899"/>
              </a:xfrm>
              <a:custGeom>
                <a:avLst/>
                <a:gdLst/>
                <a:ahLst/>
                <a:cxnLst/>
                <a:rect l="l" t="t" r="r" b="b"/>
                <a:pathLst>
                  <a:path w="1047" h="21515" extrusionOk="0">
                    <a:moveTo>
                      <a:pt x="1" y="0"/>
                    </a:moveTo>
                    <a:lnTo>
                      <a:pt x="1" y="21515"/>
                    </a:lnTo>
                    <a:lnTo>
                      <a:pt x="1046" y="21515"/>
                    </a:lnTo>
                    <a:lnTo>
                      <a:pt x="1046" y="0"/>
                    </a:lnTo>
                    <a:close/>
                  </a:path>
                </a:pathLst>
              </a:custGeom>
              <a:solidFill>
                <a:srgbClr val="FFF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4" name="Google Shape;1424;p40"/>
              <p:cNvSpPr/>
              <p:nvPr/>
            </p:nvSpPr>
            <p:spPr>
              <a:xfrm>
                <a:off x="-1940212" y="1917859"/>
                <a:ext cx="77810" cy="18703"/>
              </a:xfrm>
              <a:custGeom>
                <a:avLst/>
                <a:gdLst/>
                <a:ahLst/>
                <a:cxnLst/>
                <a:rect l="l" t="t" r="r" b="b"/>
                <a:pathLst>
                  <a:path w="1635" h="393" extrusionOk="0">
                    <a:moveTo>
                      <a:pt x="1" y="0"/>
                    </a:moveTo>
                    <a:lnTo>
                      <a:pt x="1" y="392"/>
                    </a:lnTo>
                    <a:lnTo>
                      <a:pt x="1634" y="392"/>
                    </a:lnTo>
                    <a:lnTo>
                      <a:pt x="16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5" name="Google Shape;1425;p40"/>
              <p:cNvSpPr/>
              <p:nvPr/>
            </p:nvSpPr>
            <p:spPr>
              <a:xfrm>
                <a:off x="-1932646" y="1936515"/>
                <a:ext cx="64913" cy="14705"/>
              </a:xfrm>
              <a:custGeom>
                <a:avLst/>
                <a:gdLst/>
                <a:ahLst/>
                <a:cxnLst/>
                <a:rect l="l" t="t" r="r" b="b"/>
                <a:pathLst>
                  <a:path w="1364" h="309" extrusionOk="0">
                    <a:moveTo>
                      <a:pt x="1" y="0"/>
                    </a:moveTo>
                    <a:lnTo>
                      <a:pt x="1" y="308"/>
                    </a:lnTo>
                    <a:lnTo>
                      <a:pt x="1363" y="308"/>
                    </a:lnTo>
                    <a:lnTo>
                      <a:pt x="13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6" name="Google Shape;1426;p40"/>
              <p:cNvSpPr/>
              <p:nvPr/>
            </p:nvSpPr>
            <p:spPr>
              <a:xfrm>
                <a:off x="-1940212" y="2923055"/>
                <a:ext cx="77810" cy="18703"/>
              </a:xfrm>
              <a:custGeom>
                <a:avLst/>
                <a:gdLst/>
                <a:ahLst/>
                <a:cxnLst/>
                <a:rect l="l" t="t" r="r" b="b"/>
                <a:pathLst>
                  <a:path w="1635" h="393" extrusionOk="0">
                    <a:moveTo>
                      <a:pt x="1" y="1"/>
                    </a:moveTo>
                    <a:lnTo>
                      <a:pt x="1" y="393"/>
                    </a:lnTo>
                    <a:lnTo>
                      <a:pt x="1634" y="393"/>
                    </a:lnTo>
                    <a:lnTo>
                      <a:pt x="16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27" name="Google Shape;1427;p40"/>
              <p:cNvSpPr/>
              <p:nvPr/>
            </p:nvSpPr>
            <p:spPr>
              <a:xfrm>
                <a:off x="-1932646" y="2908398"/>
                <a:ext cx="64913" cy="14705"/>
              </a:xfrm>
              <a:custGeom>
                <a:avLst/>
                <a:gdLst/>
                <a:ahLst/>
                <a:cxnLst/>
                <a:rect l="l" t="t" r="r" b="b"/>
                <a:pathLst>
                  <a:path w="1364" h="309" extrusionOk="0">
                    <a:moveTo>
                      <a:pt x="1" y="1"/>
                    </a:moveTo>
                    <a:lnTo>
                      <a:pt x="1" y="309"/>
                    </a:lnTo>
                    <a:lnTo>
                      <a:pt x="1363" y="309"/>
                    </a:lnTo>
                    <a:lnTo>
                      <a:pt x="13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28" name="Google Shape;1428;p40"/>
            <p:cNvGrpSpPr/>
            <p:nvPr/>
          </p:nvGrpSpPr>
          <p:grpSpPr>
            <a:xfrm>
              <a:off x="3281021" y="-1508291"/>
              <a:ext cx="76001" cy="1023899"/>
              <a:chOff x="-1240592" y="1917859"/>
              <a:chExt cx="76001" cy="1023899"/>
            </a:xfrm>
          </p:grpSpPr>
          <p:sp>
            <p:nvSpPr>
              <p:cNvPr id="1429" name="Google Shape;1429;p40"/>
              <p:cNvSpPr/>
              <p:nvPr/>
            </p:nvSpPr>
            <p:spPr>
              <a:xfrm>
                <a:off x="-1227267" y="1917859"/>
                <a:ext cx="49827" cy="1023899"/>
              </a:xfrm>
              <a:custGeom>
                <a:avLst/>
                <a:gdLst/>
                <a:ahLst/>
                <a:cxnLst/>
                <a:rect l="l" t="t" r="r" b="b"/>
                <a:pathLst>
                  <a:path w="1047" h="21515" extrusionOk="0">
                    <a:moveTo>
                      <a:pt x="1" y="0"/>
                    </a:moveTo>
                    <a:lnTo>
                      <a:pt x="1" y="21515"/>
                    </a:lnTo>
                    <a:lnTo>
                      <a:pt x="1046" y="21515"/>
                    </a:lnTo>
                    <a:lnTo>
                      <a:pt x="10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0" name="Google Shape;1430;p40"/>
              <p:cNvSpPr/>
              <p:nvPr/>
            </p:nvSpPr>
            <p:spPr>
              <a:xfrm>
                <a:off x="-1240592" y="1917859"/>
                <a:ext cx="76001" cy="18703"/>
              </a:xfrm>
              <a:custGeom>
                <a:avLst/>
                <a:gdLst/>
                <a:ahLst/>
                <a:cxnLst/>
                <a:rect l="l" t="t" r="r" b="b"/>
                <a:pathLst>
                  <a:path w="1597" h="393" extrusionOk="0">
                    <a:moveTo>
                      <a:pt x="1" y="0"/>
                    </a:moveTo>
                    <a:lnTo>
                      <a:pt x="1" y="392"/>
                    </a:lnTo>
                    <a:lnTo>
                      <a:pt x="1597" y="392"/>
                    </a:lnTo>
                    <a:lnTo>
                      <a:pt x="159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1" name="Google Shape;1431;p40"/>
              <p:cNvSpPr/>
              <p:nvPr/>
            </p:nvSpPr>
            <p:spPr>
              <a:xfrm>
                <a:off x="-1233025" y="1936515"/>
                <a:ext cx="63104" cy="14705"/>
              </a:xfrm>
              <a:custGeom>
                <a:avLst/>
                <a:gdLst/>
                <a:ahLst/>
                <a:cxnLst/>
                <a:rect l="l" t="t" r="r" b="b"/>
                <a:pathLst>
                  <a:path w="1326" h="309" extrusionOk="0">
                    <a:moveTo>
                      <a:pt x="1" y="0"/>
                    </a:moveTo>
                    <a:lnTo>
                      <a:pt x="1" y="308"/>
                    </a:lnTo>
                    <a:lnTo>
                      <a:pt x="1326" y="308"/>
                    </a:lnTo>
                    <a:lnTo>
                      <a:pt x="132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2" name="Google Shape;1432;p40"/>
              <p:cNvSpPr/>
              <p:nvPr/>
            </p:nvSpPr>
            <p:spPr>
              <a:xfrm>
                <a:off x="-1240592" y="2923055"/>
                <a:ext cx="76001" cy="18703"/>
              </a:xfrm>
              <a:custGeom>
                <a:avLst/>
                <a:gdLst/>
                <a:ahLst/>
                <a:cxnLst/>
                <a:rect l="l" t="t" r="r" b="b"/>
                <a:pathLst>
                  <a:path w="1597" h="393" extrusionOk="0">
                    <a:moveTo>
                      <a:pt x="1" y="1"/>
                    </a:moveTo>
                    <a:lnTo>
                      <a:pt x="1" y="393"/>
                    </a:lnTo>
                    <a:lnTo>
                      <a:pt x="1597" y="393"/>
                    </a:lnTo>
                    <a:lnTo>
                      <a:pt x="159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3" name="Google Shape;1433;p40"/>
              <p:cNvSpPr/>
              <p:nvPr/>
            </p:nvSpPr>
            <p:spPr>
              <a:xfrm>
                <a:off x="-1233025" y="2908398"/>
                <a:ext cx="63104" cy="14705"/>
              </a:xfrm>
              <a:custGeom>
                <a:avLst/>
                <a:gdLst/>
                <a:ahLst/>
                <a:cxnLst/>
                <a:rect l="l" t="t" r="r" b="b"/>
                <a:pathLst>
                  <a:path w="1326" h="309" extrusionOk="0">
                    <a:moveTo>
                      <a:pt x="1" y="1"/>
                    </a:moveTo>
                    <a:lnTo>
                      <a:pt x="1" y="309"/>
                    </a:lnTo>
                    <a:lnTo>
                      <a:pt x="1326" y="309"/>
                    </a:lnTo>
                    <a:lnTo>
                      <a:pt x="132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34" name="Google Shape;1434;p40"/>
            <p:cNvGrpSpPr/>
            <p:nvPr/>
          </p:nvGrpSpPr>
          <p:grpSpPr>
            <a:xfrm>
              <a:off x="2588967" y="-1852132"/>
              <a:ext cx="755206" cy="344314"/>
              <a:chOff x="2588967" y="-1852132"/>
              <a:chExt cx="755206" cy="344314"/>
            </a:xfrm>
          </p:grpSpPr>
          <p:sp>
            <p:nvSpPr>
              <p:cNvPr id="1435" name="Google Shape;1435;p40"/>
              <p:cNvSpPr/>
              <p:nvPr/>
            </p:nvSpPr>
            <p:spPr>
              <a:xfrm>
                <a:off x="2588967" y="-1852132"/>
                <a:ext cx="372297" cy="344314"/>
              </a:xfrm>
              <a:custGeom>
                <a:avLst/>
                <a:gdLst/>
                <a:ahLst/>
                <a:cxnLst/>
                <a:rect l="l" t="t" r="r" b="b"/>
                <a:pathLst>
                  <a:path w="7823" h="7235" extrusionOk="0">
                    <a:moveTo>
                      <a:pt x="7822" y="0"/>
                    </a:moveTo>
                    <a:lnTo>
                      <a:pt x="1" y="7234"/>
                    </a:lnTo>
                    <a:lnTo>
                      <a:pt x="663" y="7234"/>
                    </a:lnTo>
                    <a:lnTo>
                      <a:pt x="7822" y="859"/>
                    </a:lnTo>
                    <a:lnTo>
                      <a:pt x="7822" y="0"/>
                    </a:ln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6" name="Google Shape;1436;p40"/>
              <p:cNvSpPr/>
              <p:nvPr/>
            </p:nvSpPr>
            <p:spPr>
              <a:xfrm>
                <a:off x="2961216" y="-1852132"/>
                <a:ext cx="382957" cy="344314"/>
              </a:xfrm>
              <a:custGeom>
                <a:avLst/>
                <a:gdLst/>
                <a:ahLst/>
                <a:cxnLst/>
                <a:rect l="l" t="t" r="r" b="b"/>
                <a:pathLst>
                  <a:path w="8047" h="7235" extrusionOk="0">
                    <a:moveTo>
                      <a:pt x="0" y="0"/>
                    </a:moveTo>
                    <a:lnTo>
                      <a:pt x="0" y="859"/>
                    </a:lnTo>
                    <a:lnTo>
                      <a:pt x="7421" y="7234"/>
                    </a:lnTo>
                    <a:lnTo>
                      <a:pt x="8046" y="7234"/>
                    </a:lnTo>
                    <a:lnTo>
                      <a:pt x="0" y="0"/>
                    </a:ln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1437" name="Google Shape;1437;p40"/>
          <p:cNvGrpSpPr/>
          <p:nvPr/>
        </p:nvGrpSpPr>
        <p:grpSpPr>
          <a:xfrm>
            <a:off x="1127144" y="2497317"/>
            <a:ext cx="729495" cy="1885854"/>
            <a:chOff x="2792800" y="237450"/>
            <a:chExt cx="2025250" cy="5235575"/>
          </a:xfrm>
        </p:grpSpPr>
        <p:sp>
          <p:nvSpPr>
            <p:cNvPr id="1438" name="Google Shape;1438;p40"/>
            <p:cNvSpPr/>
            <p:nvPr/>
          </p:nvSpPr>
          <p:spPr>
            <a:xfrm>
              <a:off x="4120725" y="4781300"/>
              <a:ext cx="332000" cy="577675"/>
            </a:xfrm>
            <a:custGeom>
              <a:avLst/>
              <a:gdLst/>
              <a:ahLst/>
              <a:cxnLst/>
              <a:rect l="l" t="t" r="r" b="b"/>
              <a:pathLst>
                <a:path w="13280" h="23107" extrusionOk="0">
                  <a:moveTo>
                    <a:pt x="12339" y="1"/>
                  </a:moveTo>
                  <a:lnTo>
                    <a:pt x="1" y="1110"/>
                  </a:lnTo>
                  <a:lnTo>
                    <a:pt x="408" y="18362"/>
                  </a:lnTo>
                  <a:lnTo>
                    <a:pt x="2864" y="22756"/>
                  </a:lnTo>
                  <a:lnTo>
                    <a:pt x="11750" y="23106"/>
                  </a:lnTo>
                  <a:lnTo>
                    <a:pt x="13280" y="18951"/>
                  </a:lnTo>
                  <a:cubicBezTo>
                    <a:pt x="11988" y="18362"/>
                    <a:pt x="12339" y="1"/>
                    <a:pt x="12339" y="1"/>
                  </a:cubicBezTo>
                  <a:close/>
                </a:path>
              </a:pathLst>
            </a:custGeom>
            <a:solidFill>
              <a:srgbClr val="E287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39" name="Google Shape;1439;p40"/>
            <p:cNvSpPr/>
            <p:nvPr/>
          </p:nvSpPr>
          <p:spPr>
            <a:xfrm>
              <a:off x="4120725" y="5225800"/>
              <a:ext cx="697325" cy="247225"/>
            </a:xfrm>
            <a:custGeom>
              <a:avLst/>
              <a:gdLst/>
              <a:ahLst/>
              <a:cxnLst/>
              <a:rect l="l" t="t" r="r" b="b"/>
              <a:pathLst>
                <a:path w="27893" h="9889" extrusionOk="0">
                  <a:moveTo>
                    <a:pt x="269" y="1"/>
                  </a:moveTo>
                  <a:cubicBezTo>
                    <a:pt x="90" y="1"/>
                    <a:pt x="1" y="6"/>
                    <a:pt x="1" y="6"/>
                  </a:cubicBezTo>
                  <a:lnTo>
                    <a:pt x="408" y="9706"/>
                  </a:lnTo>
                  <a:lnTo>
                    <a:pt x="27724" y="9889"/>
                  </a:lnTo>
                  <a:cubicBezTo>
                    <a:pt x="27893" y="8780"/>
                    <a:pt x="27486" y="6492"/>
                    <a:pt x="26545" y="5902"/>
                  </a:cubicBezTo>
                  <a:lnTo>
                    <a:pt x="13097" y="764"/>
                  </a:lnTo>
                  <a:cubicBezTo>
                    <a:pt x="13097" y="764"/>
                    <a:pt x="12444" y="1897"/>
                    <a:pt x="10579" y="1897"/>
                  </a:cubicBezTo>
                  <a:cubicBezTo>
                    <a:pt x="10014" y="1897"/>
                    <a:pt x="9338" y="1793"/>
                    <a:pt x="8535" y="1522"/>
                  </a:cubicBezTo>
                  <a:cubicBezTo>
                    <a:pt x="3867" y="124"/>
                    <a:pt x="1101" y="1"/>
                    <a:pt x="269" y="1"/>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0" name="Google Shape;1440;p40"/>
            <p:cNvSpPr/>
            <p:nvPr/>
          </p:nvSpPr>
          <p:spPr>
            <a:xfrm>
              <a:off x="4120725" y="5225950"/>
              <a:ext cx="56875" cy="156175"/>
            </a:xfrm>
            <a:custGeom>
              <a:avLst/>
              <a:gdLst/>
              <a:ahLst/>
              <a:cxnLst/>
              <a:rect l="l" t="t" r="r" b="b"/>
              <a:pathLst>
                <a:path w="2275" h="6247" extrusionOk="0">
                  <a:moveTo>
                    <a:pt x="1" y="0"/>
                  </a:moveTo>
                  <a:lnTo>
                    <a:pt x="408" y="6247"/>
                  </a:lnTo>
                  <a:lnTo>
                    <a:pt x="2275" y="6247"/>
                  </a:lnTo>
                  <a:lnTo>
                    <a:pt x="1924" y="0"/>
                  </a:lnTo>
                  <a:close/>
                </a:path>
              </a:pathLst>
            </a:custGeom>
            <a:solidFill>
              <a:srgbClr val="74D8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1" name="Google Shape;1441;p40"/>
            <p:cNvSpPr/>
            <p:nvPr/>
          </p:nvSpPr>
          <p:spPr>
            <a:xfrm>
              <a:off x="3187600" y="4785525"/>
              <a:ext cx="349550" cy="573450"/>
            </a:xfrm>
            <a:custGeom>
              <a:avLst/>
              <a:gdLst/>
              <a:ahLst/>
              <a:cxnLst/>
              <a:rect l="l" t="t" r="r" b="b"/>
              <a:pathLst>
                <a:path w="13982" h="22938" extrusionOk="0">
                  <a:moveTo>
                    <a:pt x="13982" y="0"/>
                  </a:moveTo>
                  <a:lnTo>
                    <a:pt x="1699" y="1123"/>
                  </a:lnTo>
                  <a:lnTo>
                    <a:pt x="0" y="18375"/>
                  </a:lnTo>
                  <a:lnTo>
                    <a:pt x="2232" y="22587"/>
                  </a:lnTo>
                  <a:lnTo>
                    <a:pt x="11174" y="22937"/>
                  </a:lnTo>
                  <a:lnTo>
                    <a:pt x="12873" y="18951"/>
                  </a:lnTo>
                  <a:cubicBezTo>
                    <a:pt x="11525" y="18193"/>
                    <a:pt x="13981" y="1"/>
                    <a:pt x="13982" y="0"/>
                  </a:cubicBezTo>
                  <a:close/>
                </a:path>
              </a:pathLst>
            </a:custGeom>
            <a:solidFill>
              <a:srgbClr val="E287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2" name="Google Shape;1442;p40"/>
            <p:cNvSpPr/>
            <p:nvPr/>
          </p:nvSpPr>
          <p:spPr>
            <a:xfrm>
              <a:off x="3143725" y="5225825"/>
              <a:ext cx="731375" cy="247200"/>
            </a:xfrm>
            <a:custGeom>
              <a:avLst/>
              <a:gdLst/>
              <a:ahLst/>
              <a:cxnLst/>
              <a:rect l="l" t="t" r="r" b="b"/>
              <a:pathLst>
                <a:path w="29255" h="9888" extrusionOk="0">
                  <a:moveTo>
                    <a:pt x="1563" y="1"/>
                  </a:moveTo>
                  <a:cubicBezTo>
                    <a:pt x="1420" y="1"/>
                    <a:pt x="1348" y="5"/>
                    <a:pt x="1348" y="5"/>
                  </a:cubicBezTo>
                  <a:lnTo>
                    <a:pt x="1" y="9705"/>
                  </a:lnTo>
                  <a:lnTo>
                    <a:pt x="29016" y="9888"/>
                  </a:lnTo>
                  <a:cubicBezTo>
                    <a:pt x="29254" y="8947"/>
                    <a:pt x="28665" y="6491"/>
                    <a:pt x="27724" y="6083"/>
                  </a:cubicBezTo>
                  <a:lnTo>
                    <a:pt x="14459" y="988"/>
                  </a:lnTo>
                  <a:cubicBezTo>
                    <a:pt x="14459" y="988"/>
                    <a:pt x="13627" y="2036"/>
                    <a:pt x="11623" y="2036"/>
                  </a:cubicBezTo>
                  <a:cubicBezTo>
                    <a:pt x="11076" y="2036"/>
                    <a:pt x="10442" y="1958"/>
                    <a:pt x="9714" y="1760"/>
                  </a:cubicBezTo>
                  <a:cubicBezTo>
                    <a:pt x="5084" y="130"/>
                    <a:pt x="2323" y="1"/>
                    <a:pt x="1563" y="1"/>
                  </a:cubicBezTo>
                  <a:close/>
                </a:path>
              </a:pathLst>
            </a:custGeom>
            <a:solidFill>
              <a:srgbClr val="E6E6E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3" name="Google Shape;1443;p40"/>
            <p:cNvSpPr/>
            <p:nvPr/>
          </p:nvSpPr>
          <p:spPr>
            <a:xfrm>
              <a:off x="3599950" y="5288750"/>
              <a:ext cx="245675" cy="103925"/>
            </a:xfrm>
            <a:custGeom>
              <a:avLst/>
              <a:gdLst/>
              <a:ahLst/>
              <a:cxnLst/>
              <a:rect l="l" t="t" r="r" b="b"/>
              <a:pathLst>
                <a:path w="9827" h="4157" extrusionOk="0">
                  <a:moveTo>
                    <a:pt x="772" y="1"/>
                  </a:moveTo>
                  <a:lnTo>
                    <a:pt x="0" y="4156"/>
                  </a:lnTo>
                  <a:lnTo>
                    <a:pt x="9658" y="4156"/>
                  </a:lnTo>
                  <a:lnTo>
                    <a:pt x="9826" y="3974"/>
                  </a:lnTo>
                  <a:cubicBezTo>
                    <a:pt x="9826" y="3735"/>
                    <a:pt x="9826" y="3735"/>
                    <a:pt x="9658" y="3735"/>
                  </a:cubicBezTo>
                  <a:lnTo>
                    <a:pt x="941"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4" name="Google Shape;1444;p40"/>
            <p:cNvSpPr/>
            <p:nvPr/>
          </p:nvSpPr>
          <p:spPr>
            <a:xfrm>
              <a:off x="3154250" y="5225950"/>
              <a:ext cx="75825" cy="162150"/>
            </a:xfrm>
            <a:custGeom>
              <a:avLst/>
              <a:gdLst/>
              <a:ahLst/>
              <a:cxnLst/>
              <a:rect l="l" t="t" r="r" b="b"/>
              <a:pathLst>
                <a:path w="3033" h="6486" extrusionOk="0">
                  <a:moveTo>
                    <a:pt x="927" y="0"/>
                  </a:moveTo>
                  <a:lnTo>
                    <a:pt x="1" y="6486"/>
                  </a:lnTo>
                  <a:lnTo>
                    <a:pt x="3033" y="6486"/>
                  </a:lnTo>
                  <a:lnTo>
                    <a:pt x="2626" y="225"/>
                  </a:lnTo>
                  <a:cubicBezTo>
                    <a:pt x="2457" y="225"/>
                    <a:pt x="927" y="0"/>
                    <a:pt x="927" y="0"/>
                  </a:cubicBezTo>
                  <a:close/>
                </a:path>
              </a:pathLst>
            </a:custGeom>
            <a:solidFill>
              <a:srgbClr val="74D8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5" name="Google Shape;1445;p40"/>
            <p:cNvSpPr/>
            <p:nvPr/>
          </p:nvSpPr>
          <p:spPr>
            <a:xfrm>
              <a:off x="4130900" y="5288750"/>
              <a:ext cx="664000" cy="103925"/>
            </a:xfrm>
            <a:custGeom>
              <a:avLst/>
              <a:gdLst/>
              <a:ahLst/>
              <a:cxnLst/>
              <a:rect l="l" t="t" r="r" b="b"/>
              <a:pathLst>
                <a:path w="26560" h="4157" extrusionOk="0">
                  <a:moveTo>
                    <a:pt x="17435" y="1"/>
                  </a:moveTo>
                  <a:lnTo>
                    <a:pt x="16733" y="3735"/>
                  </a:lnTo>
                  <a:lnTo>
                    <a:pt x="1" y="3735"/>
                  </a:lnTo>
                  <a:lnTo>
                    <a:pt x="1" y="3974"/>
                  </a:lnTo>
                  <a:lnTo>
                    <a:pt x="26321" y="4156"/>
                  </a:lnTo>
                  <a:cubicBezTo>
                    <a:pt x="26559" y="4156"/>
                    <a:pt x="26559" y="3974"/>
                    <a:pt x="26559" y="3974"/>
                  </a:cubicBezTo>
                  <a:cubicBezTo>
                    <a:pt x="26559" y="3974"/>
                    <a:pt x="26559" y="3735"/>
                    <a:pt x="26321" y="3735"/>
                  </a:cubicBezTo>
                  <a:cubicBezTo>
                    <a:pt x="26559" y="3735"/>
                    <a:pt x="26321" y="3566"/>
                    <a:pt x="26321" y="3566"/>
                  </a:cubicBezTo>
                  <a:lnTo>
                    <a:pt x="17603"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6" name="Google Shape;1446;p40"/>
            <p:cNvSpPr/>
            <p:nvPr/>
          </p:nvSpPr>
          <p:spPr>
            <a:xfrm>
              <a:off x="3154250" y="5382100"/>
              <a:ext cx="691375" cy="10575"/>
            </a:xfrm>
            <a:custGeom>
              <a:avLst/>
              <a:gdLst/>
              <a:ahLst/>
              <a:cxnLst/>
              <a:rect l="l" t="t" r="r" b="b"/>
              <a:pathLst>
                <a:path w="27655" h="423" extrusionOk="0">
                  <a:moveTo>
                    <a:pt x="1" y="1"/>
                  </a:moveTo>
                  <a:lnTo>
                    <a:pt x="1" y="240"/>
                  </a:lnTo>
                  <a:lnTo>
                    <a:pt x="1" y="422"/>
                  </a:lnTo>
                  <a:lnTo>
                    <a:pt x="27654" y="422"/>
                  </a:lnTo>
                  <a:lnTo>
                    <a:pt x="27654" y="240"/>
                  </a:lnTo>
                  <a:lnTo>
                    <a:pt x="1"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7" name="Google Shape;1447;p40"/>
            <p:cNvSpPr/>
            <p:nvPr/>
          </p:nvSpPr>
          <p:spPr>
            <a:xfrm>
              <a:off x="3101625" y="2832225"/>
              <a:ext cx="938750" cy="2266350"/>
            </a:xfrm>
            <a:custGeom>
              <a:avLst/>
              <a:gdLst/>
              <a:ahLst/>
              <a:cxnLst/>
              <a:rect l="l" t="t" r="r" b="b"/>
              <a:pathLst>
                <a:path w="37550" h="90654" extrusionOk="0">
                  <a:moveTo>
                    <a:pt x="7594" y="0"/>
                  </a:moveTo>
                  <a:cubicBezTo>
                    <a:pt x="7594" y="0"/>
                    <a:pt x="3439" y="49300"/>
                    <a:pt x="0" y="90654"/>
                  </a:cubicBezTo>
                  <a:lnTo>
                    <a:pt x="20705" y="90654"/>
                  </a:lnTo>
                  <a:cubicBezTo>
                    <a:pt x="22572" y="82470"/>
                    <a:pt x="24678" y="74342"/>
                    <a:pt x="25787" y="69949"/>
                  </a:cubicBezTo>
                  <a:cubicBezTo>
                    <a:pt x="31107" y="48191"/>
                    <a:pt x="37550" y="10402"/>
                    <a:pt x="37550" y="10402"/>
                  </a:cubicBezTo>
                  <a:lnTo>
                    <a:pt x="7594" y="0"/>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8" name="Google Shape;1448;p40"/>
            <p:cNvSpPr/>
            <p:nvPr/>
          </p:nvSpPr>
          <p:spPr>
            <a:xfrm>
              <a:off x="3101625" y="2832225"/>
              <a:ext cx="938750" cy="2266350"/>
            </a:xfrm>
            <a:custGeom>
              <a:avLst/>
              <a:gdLst/>
              <a:ahLst/>
              <a:cxnLst/>
              <a:rect l="l" t="t" r="r" b="b"/>
              <a:pathLst>
                <a:path w="37550" h="90654" extrusionOk="0">
                  <a:moveTo>
                    <a:pt x="7594" y="0"/>
                  </a:moveTo>
                  <a:cubicBezTo>
                    <a:pt x="7594" y="0"/>
                    <a:pt x="3439" y="49300"/>
                    <a:pt x="0" y="90654"/>
                  </a:cubicBezTo>
                  <a:lnTo>
                    <a:pt x="20705" y="90654"/>
                  </a:lnTo>
                  <a:cubicBezTo>
                    <a:pt x="22572" y="82470"/>
                    <a:pt x="24678" y="74342"/>
                    <a:pt x="25787" y="69949"/>
                  </a:cubicBezTo>
                  <a:cubicBezTo>
                    <a:pt x="31107" y="48191"/>
                    <a:pt x="37550" y="10402"/>
                    <a:pt x="37550" y="10402"/>
                  </a:cubicBezTo>
                  <a:lnTo>
                    <a:pt x="7594" y="0"/>
                  </a:lnTo>
                  <a:close/>
                </a:path>
              </a:pathLst>
            </a:custGeom>
            <a:solidFill>
              <a:srgbClr val="000000">
                <a:alpha val="2753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49" name="Google Shape;1449;p40"/>
            <p:cNvSpPr/>
            <p:nvPr/>
          </p:nvSpPr>
          <p:spPr>
            <a:xfrm>
              <a:off x="3181975" y="2969425"/>
              <a:ext cx="1342350" cy="2129150"/>
            </a:xfrm>
            <a:custGeom>
              <a:avLst/>
              <a:gdLst/>
              <a:ahLst/>
              <a:cxnLst/>
              <a:rect l="l" t="t" r="r" b="b"/>
              <a:pathLst>
                <a:path w="53694" h="85166" extrusionOk="0">
                  <a:moveTo>
                    <a:pt x="39656" y="1"/>
                  </a:moveTo>
                  <a:lnTo>
                    <a:pt x="759" y="1349"/>
                  </a:lnTo>
                  <a:cubicBezTo>
                    <a:pt x="759" y="1349"/>
                    <a:pt x="1" y="13870"/>
                    <a:pt x="6261" y="22405"/>
                  </a:cubicBezTo>
                  <a:cubicBezTo>
                    <a:pt x="8718" y="25619"/>
                    <a:pt x="23162" y="45510"/>
                    <a:pt x="25619" y="50662"/>
                  </a:cubicBezTo>
                  <a:cubicBezTo>
                    <a:pt x="28651" y="57273"/>
                    <a:pt x="30756" y="64292"/>
                    <a:pt x="31879" y="71479"/>
                  </a:cubicBezTo>
                  <a:cubicBezTo>
                    <a:pt x="32455" y="75452"/>
                    <a:pt x="33213" y="80014"/>
                    <a:pt x="34336" y="85166"/>
                  </a:cubicBezTo>
                  <a:lnTo>
                    <a:pt x="53693" y="85166"/>
                  </a:lnTo>
                  <a:cubicBezTo>
                    <a:pt x="53693" y="70960"/>
                    <a:pt x="53286" y="53876"/>
                    <a:pt x="52935" y="49132"/>
                  </a:cubicBezTo>
                  <a:cubicBezTo>
                    <a:pt x="50479" y="27149"/>
                    <a:pt x="39656" y="1"/>
                    <a:pt x="39656"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0" name="Google Shape;1450;p40"/>
            <p:cNvSpPr/>
            <p:nvPr/>
          </p:nvSpPr>
          <p:spPr>
            <a:xfrm>
              <a:off x="3599950" y="3425750"/>
              <a:ext cx="924375" cy="1506125"/>
            </a:xfrm>
            <a:custGeom>
              <a:avLst/>
              <a:gdLst/>
              <a:ahLst/>
              <a:cxnLst/>
              <a:rect l="l" t="t" r="r" b="b"/>
              <a:pathLst>
                <a:path w="36975" h="60245" extrusionOk="0">
                  <a:moveTo>
                    <a:pt x="562" y="0"/>
                  </a:moveTo>
                  <a:cubicBezTo>
                    <a:pt x="414" y="0"/>
                    <a:pt x="267" y="60"/>
                    <a:pt x="183" y="179"/>
                  </a:cubicBezTo>
                  <a:cubicBezTo>
                    <a:pt x="0" y="347"/>
                    <a:pt x="0" y="698"/>
                    <a:pt x="183" y="937"/>
                  </a:cubicBezTo>
                  <a:cubicBezTo>
                    <a:pt x="183" y="1120"/>
                    <a:pt x="7370" y="8896"/>
                    <a:pt x="14978" y="23453"/>
                  </a:cubicBezTo>
                  <a:cubicBezTo>
                    <a:pt x="23400" y="39835"/>
                    <a:pt x="24046" y="57788"/>
                    <a:pt x="24046" y="59080"/>
                  </a:cubicBezTo>
                  <a:cubicBezTo>
                    <a:pt x="21997" y="59080"/>
                    <a:pt x="19652" y="59080"/>
                    <a:pt x="16845" y="59136"/>
                  </a:cubicBezTo>
                  <a:cubicBezTo>
                    <a:pt x="16494" y="59136"/>
                    <a:pt x="16269" y="59487"/>
                    <a:pt x="16269" y="59726"/>
                  </a:cubicBezTo>
                  <a:cubicBezTo>
                    <a:pt x="16269" y="60077"/>
                    <a:pt x="16494" y="60245"/>
                    <a:pt x="16845" y="60245"/>
                  </a:cubicBezTo>
                  <a:lnTo>
                    <a:pt x="36385" y="60077"/>
                  </a:lnTo>
                  <a:cubicBezTo>
                    <a:pt x="36567" y="60077"/>
                    <a:pt x="36974" y="59726"/>
                    <a:pt x="36974" y="59487"/>
                  </a:cubicBezTo>
                  <a:cubicBezTo>
                    <a:pt x="36974" y="59136"/>
                    <a:pt x="36567" y="58954"/>
                    <a:pt x="36385" y="58954"/>
                  </a:cubicBezTo>
                  <a:lnTo>
                    <a:pt x="25211" y="59080"/>
                  </a:lnTo>
                  <a:cubicBezTo>
                    <a:pt x="25155" y="57676"/>
                    <a:pt x="24509" y="39428"/>
                    <a:pt x="15918" y="22934"/>
                  </a:cubicBezTo>
                  <a:cubicBezTo>
                    <a:pt x="14978" y="21123"/>
                    <a:pt x="14037" y="19424"/>
                    <a:pt x="13167" y="17838"/>
                  </a:cubicBezTo>
                  <a:cubicBezTo>
                    <a:pt x="18136" y="9710"/>
                    <a:pt x="13055" y="937"/>
                    <a:pt x="13055" y="937"/>
                  </a:cubicBezTo>
                  <a:cubicBezTo>
                    <a:pt x="12924" y="766"/>
                    <a:pt x="12706" y="630"/>
                    <a:pt x="12505" y="630"/>
                  </a:cubicBezTo>
                  <a:cubicBezTo>
                    <a:pt x="12426" y="630"/>
                    <a:pt x="12350" y="651"/>
                    <a:pt x="12283" y="698"/>
                  </a:cubicBezTo>
                  <a:cubicBezTo>
                    <a:pt x="11932" y="937"/>
                    <a:pt x="11932" y="1120"/>
                    <a:pt x="12114" y="1470"/>
                  </a:cubicBezTo>
                  <a:cubicBezTo>
                    <a:pt x="12114" y="1470"/>
                    <a:pt x="16564" y="9359"/>
                    <a:pt x="12521" y="16729"/>
                  </a:cubicBezTo>
                  <a:cubicBezTo>
                    <a:pt x="6261" y="6089"/>
                    <a:pt x="941" y="291"/>
                    <a:pt x="941" y="179"/>
                  </a:cubicBezTo>
                  <a:cubicBezTo>
                    <a:pt x="856" y="60"/>
                    <a:pt x="709" y="0"/>
                    <a:pt x="562"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1" name="Google Shape;1451;p40"/>
            <p:cNvSpPr/>
            <p:nvPr/>
          </p:nvSpPr>
          <p:spPr>
            <a:xfrm>
              <a:off x="3124775" y="4899575"/>
              <a:ext cx="526425" cy="32300"/>
            </a:xfrm>
            <a:custGeom>
              <a:avLst/>
              <a:gdLst/>
              <a:ahLst/>
              <a:cxnLst/>
              <a:rect l="l" t="t" r="r" b="b"/>
              <a:pathLst>
                <a:path w="21057" h="1292" extrusionOk="0">
                  <a:moveTo>
                    <a:pt x="20706" y="1"/>
                  </a:moveTo>
                  <a:lnTo>
                    <a:pt x="590" y="183"/>
                  </a:lnTo>
                  <a:cubicBezTo>
                    <a:pt x="239" y="183"/>
                    <a:pt x="1" y="534"/>
                    <a:pt x="1" y="773"/>
                  </a:cubicBezTo>
                  <a:cubicBezTo>
                    <a:pt x="1" y="1124"/>
                    <a:pt x="239" y="1292"/>
                    <a:pt x="590" y="1292"/>
                  </a:cubicBezTo>
                  <a:lnTo>
                    <a:pt x="20706" y="1124"/>
                  </a:lnTo>
                  <a:cubicBezTo>
                    <a:pt x="20888" y="1124"/>
                    <a:pt x="21057" y="941"/>
                    <a:pt x="21057" y="534"/>
                  </a:cubicBezTo>
                  <a:cubicBezTo>
                    <a:pt x="21057" y="183"/>
                    <a:pt x="20888" y="1"/>
                    <a:pt x="20706" y="1"/>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2" name="Google Shape;1452;p40"/>
            <p:cNvSpPr/>
            <p:nvPr/>
          </p:nvSpPr>
          <p:spPr>
            <a:xfrm>
              <a:off x="3804875" y="1939600"/>
              <a:ext cx="947550" cy="919625"/>
            </a:xfrm>
            <a:custGeom>
              <a:avLst/>
              <a:gdLst/>
              <a:ahLst/>
              <a:cxnLst/>
              <a:rect l="l" t="t" r="r" b="b"/>
              <a:pathLst>
                <a:path w="37902" h="36785" extrusionOk="0">
                  <a:moveTo>
                    <a:pt x="18944" y="0"/>
                  </a:moveTo>
                  <a:cubicBezTo>
                    <a:pt x="13333" y="0"/>
                    <a:pt x="7825" y="2674"/>
                    <a:pt x="4156" y="7504"/>
                  </a:cubicBezTo>
                  <a:cubicBezTo>
                    <a:pt x="3974" y="7799"/>
                    <a:pt x="3735" y="8094"/>
                    <a:pt x="3566" y="8389"/>
                  </a:cubicBezTo>
                  <a:cubicBezTo>
                    <a:pt x="3384" y="8683"/>
                    <a:pt x="3216" y="8978"/>
                    <a:pt x="3033" y="9203"/>
                  </a:cubicBezTo>
                  <a:cubicBezTo>
                    <a:pt x="647" y="13302"/>
                    <a:pt x="1" y="17976"/>
                    <a:pt x="998" y="22370"/>
                  </a:cubicBezTo>
                  <a:cubicBezTo>
                    <a:pt x="1110" y="22833"/>
                    <a:pt x="1222" y="23240"/>
                    <a:pt x="1349" y="23717"/>
                  </a:cubicBezTo>
                  <a:cubicBezTo>
                    <a:pt x="2570" y="27690"/>
                    <a:pt x="5082" y="31312"/>
                    <a:pt x="8830" y="33824"/>
                  </a:cubicBezTo>
                  <a:cubicBezTo>
                    <a:pt x="11978" y="35825"/>
                    <a:pt x="15483" y="36784"/>
                    <a:pt x="18945" y="36784"/>
                  </a:cubicBezTo>
                  <a:cubicBezTo>
                    <a:pt x="21459" y="36784"/>
                    <a:pt x="23950" y="36278"/>
                    <a:pt x="26265" y="35298"/>
                  </a:cubicBezTo>
                  <a:cubicBezTo>
                    <a:pt x="26672" y="35116"/>
                    <a:pt x="27135" y="34877"/>
                    <a:pt x="27598" y="34653"/>
                  </a:cubicBezTo>
                  <a:cubicBezTo>
                    <a:pt x="30237" y="33249"/>
                    <a:pt x="32511" y="31199"/>
                    <a:pt x="34266" y="28504"/>
                  </a:cubicBezTo>
                  <a:cubicBezTo>
                    <a:pt x="35263" y="27044"/>
                    <a:pt x="35965" y="25528"/>
                    <a:pt x="36498" y="23942"/>
                  </a:cubicBezTo>
                  <a:lnTo>
                    <a:pt x="36498" y="23886"/>
                  </a:lnTo>
                  <a:cubicBezTo>
                    <a:pt x="36723" y="23072"/>
                    <a:pt x="36961" y="22243"/>
                    <a:pt x="37073" y="21429"/>
                  </a:cubicBezTo>
                  <a:cubicBezTo>
                    <a:pt x="37902" y="16699"/>
                    <a:pt x="36793" y="11842"/>
                    <a:pt x="33985" y="7925"/>
                  </a:cubicBezTo>
                  <a:cubicBezTo>
                    <a:pt x="33747" y="7574"/>
                    <a:pt x="33508" y="7223"/>
                    <a:pt x="33213" y="6929"/>
                  </a:cubicBezTo>
                  <a:cubicBezTo>
                    <a:pt x="32048" y="5469"/>
                    <a:pt x="30644" y="4177"/>
                    <a:pt x="28946" y="3068"/>
                  </a:cubicBezTo>
                  <a:cubicBezTo>
                    <a:pt x="26728" y="1538"/>
                    <a:pt x="24215" y="612"/>
                    <a:pt x="21703" y="205"/>
                  </a:cubicBezTo>
                  <a:cubicBezTo>
                    <a:pt x="21057" y="135"/>
                    <a:pt x="20467" y="78"/>
                    <a:pt x="19822" y="22"/>
                  </a:cubicBezTo>
                  <a:cubicBezTo>
                    <a:pt x="19529" y="8"/>
                    <a:pt x="19236" y="0"/>
                    <a:pt x="18944"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3" name="Google Shape;1453;p40"/>
            <p:cNvSpPr/>
            <p:nvPr/>
          </p:nvSpPr>
          <p:spPr>
            <a:xfrm>
              <a:off x="3829800" y="1940150"/>
              <a:ext cx="901925" cy="881925"/>
            </a:xfrm>
            <a:custGeom>
              <a:avLst/>
              <a:gdLst/>
              <a:ahLst/>
              <a:cxnLst/>
              <a:rect l="l" t="t" r="r" b="b"/>
              <a:pathLst>
                <a:path w="36077" h="35277" extrusionOk="0">
                  <a:moveTo>
                    <a:pt x="18825" y="0"/>
                  </a:moveTo>
                  <a:lnTo>
                    <a:pt x="18825" y="0"/>
                  </a:lnTo>
                  <a:cubicBezTo>
                    <a:pt x="21113" y="3159"/>
                    <a:pt x="21983" y="6205"/>
                    <a:pt x="21520" y="8956"/>
                  </a:cubicBezTo>
                  <a:cubicBezTo>
                    <a:pt x="17281" y="7309"/>
                    <a:pt x="13267" y="6773"/>
                    <a:pt x="9859" y="6773"/>
                  </a:cubicBezTo>
                  <a:cubicBezTo>
                    <a:pt x="7195" y="6773"/>
                    <a:pt x="4902" y="7100"/>
                    <a:pt x="3159" y="7482"/>
                  </a:cubicBezTo>
                  <a:cubicBezTo>
                    <a:pt x="2977" y="7777"/>
                    <a:pt x="2738" y="8072"/>
                    <a:pt x="2569" y="8367"/>
                  </a:cubicBezTo>
                  <a:cubicBezTo>
                    <a:pt x="2387" y="8661"/>
                    <a:pt x="2219" y="8956"/>
                    <a:pt x="2036" y="9181"/>
                  </a:cubicBezTo>
                  <a:cubicBezTo>
                    <a:pt x="3782" y="8705"/>
                    <a:pt x="6578" y="8132"/>
                    <a:pt x="10011" y="8132"/>
                  </a:cubicBezTo>
                  <a:cubicBezTo>
                    <a:pt x="13257" y="8132"/>
                    <a:pt x="17074" y="8644"/>
                    <a:pt x="21113" y="10234"/>
                  </a:cubicBezTo>
                  <a:lnTo>
                    <a:pt x="21113" y="10290"/>
                  </a:lnTo>
                  <a:cubicBezTo>
                    <a:pt x="18418" y="17603"/>
                    <a:pt x="5433" y="21169"/>
                    <a:pt x="1" y="22348"/>
                  </a:cubicBezTo>
                  <a:cubicBezTo>
                    <a:pt x="113" y="22811"/>
                    <a:pt x="225" y="23218"/>
                    <a:pt x="352" y="23695"/>
                  </a:cubicBezTo>
                  <a:cubicBezTo>
                    <a:pt x="5545" y="22643"/>
                    <a:pt x="17014" y="19484"/>
                    <a:pt x="21337" y="12929"/>
                  </a:cubicBezTo>
                  <a:cubicBezTo>
                    <a:pt x="21688" y="12227"/>
                    <a:pt x="22039" y="11525"/>
                    <a:pt x="22390" y="10767"/>
                  </a:cubicBezTo>
                  <a:cubicBezTo>
                    <a:pt x="24145" y="11581"/>
                    <a:pt x="25899" y="12522"/>
                    <a:pt x="27654" y="13743"/>
                  </a:cubicBezTo>
                  <a:cubicBezTo>
                    <a:pt x="24973" y="20888"/>
                    <a:pt x="24973" y="30363"/>
                    <a:pt x="25268" y="35276"/>
                  </a:cubicBezTo>
                  <a:cubicBezTo>
                    <a:pt x="25675" y="35094"/>
                    <a:pt x="26138" y="34855"/>
                    <a:pt x="26601" y="34631"/>
                  </a:cubicBezTo>
                  <a:cubicBezTo>
                    <a:pt x="26433" y="29774"/>
                    <a:pt x="26489" y="21169"/>
                    <a:pt x="28777" y="14627"/>
                  </a:cubicBezTo>
                  <a:cubicBezTo>
                    <a:pt x="31051" y="16494"/>
                    <a:pt x="34855" y="20411"/>
                    <a:pt x="35501" y="23864"/>
                  </a:cubicBezTo>
                  <a:cubicBezTo>
                    <a:pt x="35726" y="23050"/>
                    <a:pt x="35964" y="22221"/>
                    <a:pt x="36076" y="21407"/>
                  </a:cubicBezTo>
                  <a:cubicBezTo>
                    <a:pt x="34504" y="17898"/>
                    <a:pt x="31051" y="14627"/>
                    <a:pt x="29296" y="13280"/>
                  </a:cubicBezTo>
                  <a:cubicBezTo>
                    <a:pt x="30237" y="11062"/>
                    <a:pt x="31402" y="9181"/>
                    <a:pt x="32988" y="7903"/>
                  </a:cubicBezTo>
                  <a:cubicBezTo>
                    <a:pt x="32750" y="7552"/>
                    <a:pt x="32511" y="7201"/>
                    <a:pt x="32216" y="6907"/>
                  </a:cubicBezTo>
                  <a:cubicBezTo>
                    <a:pt x="30532" y="8254"/>
                    <a:pt x="29184" y="10234"/>
                    <a:pt x="28188" y="12465"/>
                  </a:cubicBezTo>
                  <a:cubicBezTo>
                    <a:pt x="26377" y="11230"/>
                    <a:pt x="24566" y="10234"/>
                    <a:pt x="22811" y="9476"/>
                  </a:cubicBezTo>
                  <a:cubicBezTo>
                    <a:pt x="23513" y="6612"/>
                    <a:pt x="22811" y="3510"/>
                    <a:pt x="20706" y="183"/>
                  </a:cubicBezTo>
                  <a:cubicBezTo>
                    <a:pt x="20060" y="113"/>
                    <a:pt x="19470" y="56"/>
                    <a:pt x="18825"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4" name="Google Shape;1454;p40"/>
            <p:cNvSpPr/>
            <p:nvPr/>
          </p:nvSpPr>
          <p:spPr>
            <a:xfrm>
              <a:off x="3829800" y="1940150"/>
              <a:ext cx="901925" cy="881925"/>
            </a:xfrm>
            <a:custGeom>
              <a:avLst/>
              <a:gdLst/>
              <a:ahLst/>
              <a:cxnLst/>
              <a:rect l="l" t="t" r="r" b="b"/>
              <a:pathLst>
                <a:path w="36077" h="35277" extrusionOk="0">
                  <a:moveTo>
                    <a:pt x="18825" y="0"/>
                  </a:moveTo>
                  <a:lnTo>
                    <a:pt x="18825" y="0"/>
                  </a:lnTo>
                  <a:cubicBezTo>
                    <a:pt x="21113" y="3159"/>
                    <a:pt x="21983" y="6205"/>
                    <a:pt x="21520" y="8956"/>
                  </a:cubicBezTo>
                  <a:cubicBezTo>
                    <a:pt x="17281" y="7309"/>
                    <a:pt x="13267" y="6773"/>
                    <a:pt x="9859" y="6773"/>
                  </a:cubicBezTo>
                  <a:cubicBezTo>
                    <a:pt x="7195" y="6773"/>
                    <a:pt x="4902" y="7100"/>
                    <a:pt x="3159" y="7482"/>
                  </a:cubicBezTo>
                  <a:cubicBezTo>
                    <a:pt x="2977" y="7777"/>
                    <a:pt x="2738" y="8072"/>
                    <a:pt x="2569" y="8367"/>
                  </a:cubicBezTo>
                  <a:cubicBezTo>
                    <a:pt x="2387" y="8661"/>
                    <a:pt x="2219" y="8956"/>
                    <a:pt x="2036" y="9181"/>
                  </a:cubicBezTo>
                  <a:cubicBezTo>
                    <a:pt x="3782" y="8705"/>
                    <a:pt x="6578" y="8132"/>
                    <a:pt x="10011" y="8132"/>
                  </a:cubicBezTo>
                  <a:cubicBezTo>
                    <a:pt x="13257" y="8132"/>
                    <a:pt x="17074" y="8644"/>
                    <a:pt x="21113" y="10234"/>
                  </a:cubicBezTo>
                  <a:lnTo>
                    <a:pt x="21113" y="10290"/>
                  </a:lnTo>
                  <a:cubicBezTo>
                    <a:pt x="18418" y="17603"/>
                    <a:pt x="5433" y="21169"/>
                    <a:pt x="1" y="22348"/>
                  </a:cubicBezTo>
                  <a:cubicBezTo>
                    <a:pt x="113" y="22811"/>
                    <a:pt x="225" y="23218"/>
                    <a:pt x="352" y="23695"/>
                  </a:cubicBezTo>
                  <a:cubicBezTo>
                    <a:pt x="5545" y="22643"/>
                    <a:pt x="17014" y="19484"/>
                    <a:pt x="21337" y="12929"/>
                  </a:cubicBezTo>
                  <a:cubicBezTo>
                    <a:pt x="21688" y="12227"/>
                    <a:pt x="22039" y="11525"/>
                    <a:pt x="22390" y="10767"/>
                  </a:cubicBezTo>
                  <a:cubicBezTo>
                    <a:pt x="24145" y="11581"/>
                    <a:pt x="25899" y="12522"/>
                    <a:pt x="27654" y="13743"/>
                  </a:cubicBezTo>
                  <a:cubicBezTo>
                    <a:pt x="24973" y="20888"/>
                    <a:pt x="24973" y="30363"/>
                    <a:pt x="25268" y="35276"/>
                  </a:cubicBezTo>
                  <a:cubicBezTo>
                    <a:pt x="25675" y="35094"/>
                    <a:pt x="26138" y="34855"/>
                    <a:pt x="26601" y="34631"/>
                  </a:cubicBezTo>
                  <a:cubicBezTo>
                    <a:pt x="26433" y="29774"/>
                    <a:pt x="26489" y="21169"/>
                    <a:pt x="28777" y="14627"/>
                  </a:cubicBezTo>
                  <a:cubicBezTo>
                    <a:pt x="31051" y="16494"/>
                    <a:pt x="34855" y="20411"/>
                    <a:pt x="35501" y="23864"/>
                  </a:cubicBezTo>
                  <a:cubicBezTo>
                    <a:pt x="35726" y="23050"/>
                    <a:pt x="35964" y="22221"/>
                    <a:pt x="36076" y="21407"/>
                  </a:cubicBezTo>
                  <a:cubicBezTo>
                    <a:pt x="34504" y="17898"/>
                    <a:pt x="31051" y="14627"/>
                    <a:pt x="29296" y="13280"/>
                  </a:cubicBezTo>
                  <a:cubicBezTo>
                    <a:pt x="30237" y="11062"/>
                    <a:pt x="31402" y="9181"/>
                    <a:pt x="32988" y="7903"/>
                  </a:cubicBezTo>
                  <a:cubicBezTo>
                    <a:pt x="32750" y="7552"/>
                    <a:pt x="32511" y="7201"/>
                    <a:pt x="32216" y="6907"/>
                  </a:cubicBezTo>
                  <a:cubicBezTo>
                    <a:pt x="30532" y="8254"/>
                    <a:pt x="29184" y="10234"/>
                    <a:pt x="28188" y="12465"/>
                  </a:cubicBezTo>
                  <a:cubicBezTo>
                    <a:pt x="26377" y="11230"/>
                    <a:pt x="24566" y="10234"/>
                    <a:pt x="22811" y="9476"/>
                  </a:cubicBezTo>
                  <a:cubicBezTo>
                    <a:pt x="23513" y="6612"/>
                    <a:pt x="22811" y="3510"/>
                    <a:pt x="20706" y="183"/>
                  </a:cubicBezTo>
                  <a:cubicBezTo>
                    <a:pt x="20060" y="113"/>
                    <a:pt x="19470" y="56"/>
                    <a:pt x="18825" y="0"/>
                  </a:cubicBezTo>
                  <a:close/>
                </a:path>
              </a:pathLst>
            </a:custGeom>
            <a:solidFill>
              <a:srgbClr val="000000">
                <a:alpha val="9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5" name="Google Shape;1455;p40"/>
            <p:cNvSpPr/>
            <p:nvPr/>
          </p:nvSpPr>
          <p:spPr>
            <a:xfrm>
              <a:off x="4558000" y="2510425"/>
              <a:ext cx="211975" cy="216925"/>
            </a:xfrm>
            <a:custGeom>
              <a:avLst/>
              <a:gdLst/>
              <a:ahLst/>
              <a:cxnLst/>
              <a:rect l="l" t="t" r="r" b="b"/>
              <a:pathLst>
                <a:path w="8479" h="8677" extrusionOk="0">
                  <a:moveTo>
                    <a:pt x="6598" y="0"/>
                  </a:moveTo>
                  <a:cubicBezTo>
                    <a:pt x="6597" y="0"/>
                    <a:pt x="5671" y="758"/>
                    <a:pt x="4324" y="3566"/>
                  </a:cubicBezTo>
                  <a:cubicBezTo>
                    <a:pt x="3242" y="5608"/>
                    <a:pt x="3225" y="5901"/>
                    <a:pt x="2688" y="5901"/>
                  </a:cubicBezTo>
                  <a:cubicBezTo>
                    <a:pt x="2472" y="5901"/>
                    <a:pt x="2171" y="5854"/>
                    <a:pt x="1685" y="5854"/>
                  </a:cubicBezTo>
                  <a:cubicBezTo>
                    <a:pt x="0" y="5854"/>
                    <a:pt x="1685" y="8479"/>
                    <a:pt x="1685" y="8479"/>
                  </a:cubicBezTo>
                  <a:cubicBezTo>
                    <a:pt x="1685" y="8479"/>
                    <a:pt x="1873" y="8677"/>
                    <a:pt x="2293" y="8677"/>
                  </a:cubicBezTo>
                  <a:cubicBezTo>
                    <a:pt x="2897" y="8677"/>
                    <a:pt x="3981" y="8266"/>
                    <a:pt x="5671" y="6261"/>
                  </a:cubicBezTo>
                  <a:cubicBezTo>
                    <a:pt x="8478" y="2639"/>
                    <a:pt x="6598" y="0"/>
                    <a:pt x="6598" y="0"/>
                  </a:cubicBezTo>
                  <a:close/>
                </a:path>
              </a:pathLst>
            </a:custGeom>
            <a:solidFill>
              <a:srgbClr val="E287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6" name="Google Shape;1456;p40"/>
            <p:cNvSpPr/>
            <p:nvPr/>
          </p:nvSpPr>
          <p:spPr>
            <a:xfrm>
              <a:off x="3784175" y="1389500"/>
              <a:ext cx="568900" cy="1324125"/>
            </a:xfrm>
            <a:custGeom>
              <a:avLst/>
              <a:gdLst/>
              <a:ahLst/>
              <a:cxnLst/>
              <a:rect l="l" t="t" r="r" b="b"/>
              <a:pathLst>
                <a:path w="22756" h="52965" extrusionOk="0">
                  <a:moveTo>
                    <a:pt x="4896" y="0"/>
                  </a:moveTo>
                  <a:cubicBezTo>
                    <a:pt x="4785" y="0"/>
                    <a:pt x="4674" y="10"/>
                    <a:pt x="4563" y="30"/>
                  </a:cubicBezTo>
                  <a:cubicBezTo>
                    <a:pt x="3805" y="30"/>
                    <a:pt x="3398" y="451"/>
                    <a:pt x="3398" y="451"/>
                  </a:cubicBezTo>
                  <a:lnTo>
                    <a:pt x="2878" y="451"/>
                  </a:lnTo>
                  <a:cubicBezTo>
                    <a:pt x="1" y="4592"/>
                    <a:pt x="22755" y="52965"/>
                    <a:pt x="22755" y="52965"/>
                  </a:cubicBezTo>
                  <a:cubicBezTo>
                    <a:pt x="22755" y="52965"/>
                    <a:pt x="21408" y="36822"/>
                    <a:pt x="21239" y="35713"/>
                  </a:cubicBezTo>
                  <a:cubicBezTo>
                    <a:pt x="17842" y="13309"/>
                    <a:pt x="9658" y="3483"/>
                    <a:pt x="7202" y="1026"/>
                  </a:cubicBezTo>
                  <a:cubicBezTo>
                    <a:pt x="6534" y="519"/>
                    <a:pt x="5723" y="0"/>
                    <a:pt x="4896"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7" name="Google Shape;1457;p40"/>
            <p:cNvSpPr/>
            <p:nvPr/>
          </p:nvSpPr>
          <p:spPr>
            <a:xfrm>
              <a:off x="3528350" y="1263200"/>
              <a:ext cx="389200" cy="412375"/>
            </a:xfrm>
            <a:custGeom>
              <a:avLst/>
              <a:gdLst/>
              <a:ahLst/>
              <a:cxnLst/>
              <a:rect l="l" t="t" r="r" b="b"/>
              <a:pathLst>
                <a:path w="15568" h="16495" extrusionOk="0">
                  <a:moveTo>
                    <a:pt x="2457" y="0"/>
                  </a:moveTo>
                  <a:lnTo>
                    <a:pt x="1348" y="6078"/>
                  </a:lnTo>
                  <a:lnTo>
                    <a:pt x="1" y="14557"/>
                  </a:lnTo>
                  <a:lnTo>
                    <a:pt x="14796" y="16494"/>
                  </a:lnTo>
                  <a:lnTo>
                    <a:pt x="15568" y="351"/>
                  </a:lnTo>
                  <a:lnTo>
                    <a:pt x="2457" y="0"/>
                  </a:lnTo>
                  <a:close/>
                </a:path>
              </a:pathLst>
            </a:custGeom>
            <a:solidFill>
              <a:srgbClr val="E287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8" name="Google Shape;1458;p40"/>
            <p:cNvSpPr/>
            <p:nvPr/>
          </p:nvSpPr>
          <p:spPr>
            <a:xfrm>
              <a:off x="3556075" y="1263200"/>
              <a:ext cx="361475" cy="184250"/>
            </a:xfrm>
            <a:custGeom>
              <a:avLst/>
              <a:gdLst/>
              <a:ahLst/>
              <a:cxnLst/>
              <a:rect l="l" t="t" r="r" b="b"/>
              <a:pathLst>
                <a:path w="14459" h="7370" extrusionOk="0">
                  <a:moveTo>
                    <a:pt x="1348" y="0"/>
                  </a:moveTo>
                  <a:lnTo>
                    <a:pt x="239" y="6078"/>
                  </a:lnTo>
                  <a:lnTo>
                    <a:pt x="1" y="7370"/>
                  </a:lnTo>
                  <a:cubicBezTo>
                    <a:pt x="12002" y="5671"/>
                    <a:pt x="14459" y="351"/>
                    <a:pt x="14459" y="351"/>
                  </a:cubicBezTo>
                  <a:lnTo>
                    <a:pt x="1348" y="0"/>
                  </a:lnTo>
                  <a:close/>
                </a:path>
              </a:pathLst>
            </a:custGeom>
            <a:solidFill>
              <a:srgbClr val="000000">
                <a:alpha val="9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59" name="Google Shape;1459;p40"/>
            <p:cNvSpPr/>
            <p:nvPr/>
          </p:nvSpPr>
          <p:spPr>
            <a:xfrm>
              <a:off x="2792800" y="1578300"/>
              <a:ext cx="607125" cy="1069700"/>
            </a:xfrm>
            <a:custGeom>
              <a:avLst/>
              <a:gdLst/>
              <a:ahLst/>
              <a:cxnLst/>
              <a:rect l="l" t="t" r="r" b="b"/>
              <a:pathLst>
                <a:path w="24285" h="42788" extrusionOk="0">
                  <a:moveTo>
                    <a:pt x="21922" y="1"/>
                  </a:moveTo>
                  <a:cubicBezTo>
                    <a:pt x="16905" y="1"/>
                    <a:pt x="5463" y="1023"/>
                    <a:pt x="3285" y="10151"/>
                  </a:cubicBezTo>
                  <a:cubicBezTo>
                    <a:pt x="1938" y="14881"/>
                    <a:pt x="590" y="20552"/>
                    <a:pt x="239" y="27992"/>
                  </a:cubicBezTo>
                  <a:cubicBezTo>
                    <a:pt x="0" y="33074"/>
                    <a:pt x="2527" y="41033"/>
                    <a:pt x="10472" y="42788"/>
                  </a:cubicBezTo>
                  <a:lnTo>
                    <a:pt x="17673" y="40093"/>
                  </a:lnTo>
                  <a:lnTo>
                    <a:pt x="24285" y="86"/>
                  </a:lnTo>
                  <a:cubicBezTo>
                    <a:pt x="24285" y="86"/>
                    <a:pt x="23371" y="1"/>
                    <a:pt x="21922"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0" name="Google Shape;1460;p40"/>
            <p:cNvSpPr/>
            <p:nvPr/>
          </p:nvSpPr>
          <p:spPr>
            <a:xfrm>
              <a:off x="2812100" y="1458925"/>
              <a:ext cx="549575" cy="702025"/>
            </a:xfrm>
            <a:custGeom>
              <a:avLst/>
              <a:gdLst/>
              <a:ahLst/>
              <a:cxnLst/>
              <a:rect l="l" t="t" r="r" b="b"/>
              <a:pathLst>
                <a:path w="21983" h="28081" extrusionOk="0">
                  <a:moveTo>
                    <a:pt x="16846" y="1"/>
                  </a:moveTo>
                  <a:cubicBezTo>
                    <a:pt x="14485" y="1"/>
                    <a:pt x="12153" y="638"/>
                    <a:pt x="10051" y="1815"/>
                  </a:cubicBezTo>
                  <a:cubicBezTo>
                    <a:pt x="2106" y="6377"/>
                    <a:pt x="0" y="21537"/>
                    <a:pt x="576" y="23811"/>
                  </a:cubicBezTo>
                  <a:cubicBezTo>
                    <a:pt x="1091" y="25894"/>
                    <a:pt x="1954" y="28081"/>
                    <a:pt x="3282" y="28081"/>
                  </a:cubicBezTo>
                  <a:cubicBezTo>
                    <a:pt x="4381" y="28081"/>
                    <a:pt x="5796" y="26585"/>
                    <a:pt x="7595" y="22295"/>
                  </a:cubicBezTo>
                  <a:cubicBezTo>
                    <a:pt x="9700" y="17200"/>
                    <a:pt x="16901" y="4510"/>
                    <a:pt x="16901" y="4510"/>
                  </a:cubicBezTo>
                  <a:lnTo>
                    <a:pt x="21983" y="1057"/>
                  </a:lnTo>
                  <a:cubicBezTo>
                    <a:pt x="20307" y="340"/>
                    <a:pt x="18569" y="1"/>
                    <a:pt x="16846"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1" name="Google Shape;1461;p40"/>
            <p:cNvSpPr/>
            <p:nvPr/>
          </p:nvSpPr>
          <p:spPr>
            <a:xfrm>
              <a:off x="2902650" y="1536900"/>
              <a:ext cx="598000" cy="935625"/>
            </a:xfrm>
            <a:custGeom>
              <a:avLst/>
              <a:gdLst/>
              <a:ahLst/>
              <a:cxnLst/>
              <a:rect l="l" t="t" r="r" b="b"/>
              <a:pathLst>
                <a:path w="23920" h="37425" extrusionOk="0">
                  <a:moveTo>
                    <a:pt x="16791" y="1"/>
                  </a:moveTo>
                  <a:cubicBezTo>
                    <a:pt x="9613" y="1"/>
                    <a:pt x="6261" y="7062"/>
                    <a:pt x="6261" y="7062"/>
                  </a:cubicBezTo>
                  <a:cubicBezTo>
                    <a:pt x="1516" y="15428"/>
                    <a:pt x="0" y="35488"/>
                    <a:pt x="0" y="35488"/>
                  </a:cubicBezTo>
                  <a:lnTo>
                    <a:pt x="16494" y="37425"/>
                  </a:lnTo>
                  <a:cubicBezTo>
                    <a:pt x="20298" y="33031"/>
                    <a:pt x="23920" y="32456"/>
                    <a:pt x="23920" y="32456"/>
                  </a:cubicBezTo>
                  <a:lnTo>
                    <a:pt x="22572" y="1391"/>
                  </a:lnTo>
                  <a:cubicBezTo>
                    <a:pt x="20424" y="401"/>
                    <a:pt x="18499" y="1"/>
                    <a:pt x="16791" y="1"/>
                  </a:cubicBezTo>
                  <a:close/>
                </a:path>
              </a:pathLst>
            </a:custGeom>
            <a:solidFill>
              <a:srgbClr val="FD7D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2" name="Google Shape;1462;p40"/>
            <p:cNvSpPr/>
            <p:nvPr/>
          </p:nvSpPr>
          <p:spPr>
            <a:xfrm>
              <a:off x="2822275" y="1458925"/>
              <a:ext cx="634500" cy="1269450"/>
            </a:xfrm>
            <a:custGeom>
              <a:avLst/>
              <a:gdLst/>
              <a:ahLst/>
              <a:cxnLst/>
              <a:rect l="l" t="t" r="r" b="b"/>
              <a:pathLst>
                <a:path w="25380" h="50778" extrusionOk="0">
                  <a:moveTo>
                    <a:pt x="19398" y="0"/>
                  </a:moveTo>
                  <a:cubicBezTo>
                    <a:pt x="14200" y="0"/>
                    <a:pt x="7013" y="3380"/>
                    <a:pt x="3805" y="20414"/>
                  </a:cubicBezTo>
                  <a:cubicBezTo>
                    <a:pt x="3805" y="20414"/>
                    <a:pt x="1348" y="28023"/>
                    <a:pt x="576" y="36150"/>
                  </a:cubicBezTo>
                  <a:cubicBezTo>
                    <a:pt x="1" y="42060"/>
                    <a:pt x="4156" y="47324"/>
                    <a:pt x="9827" y="48489"/>
                  </a:cubicBezTo>
                  <a:lnTo>
                    <a:pt x="22572" y="50777"/>
                  </a:lnTo>
                  <a:lnTo>
                    <a:pt x="25380" y="1464"/>
                  </a:lnTo>
                  <a:cubicBezTo>
                    <a:pt x="25380" y="1464"/>
                    <a:pt x="22820" y="0"/>
                    <a:pt x="19398" y="0"/>
                  </a:cubicBezTo>
                  <a:close/>
                </a:path>
              </a:pathLst>
            </a:custGeom>
            <a:solidFill>
              <a:srgbClr val="74D8DD"/>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3" name="Google Shape;1463;p40"/>
            <p:cNvSpPr/>
            <p:nvPr/>
          </p:nvSpPr>
          <p:spPr>
            <a:xfrm>
              <a:off x="3120575" y="1415150"/>
              <a:ext cx="1308650" cy="2025125"/>
            </a:xfrm>
            <a:custGeom>
              <a:avLst/>
              <a:gdLst/>
              <a:ahLst/>
              <a:cxnLst/>
              <a:rect l="l" t="t" r="r" b="b"/>
              <a:pathLst>
                <a:path w="52346" h="81005" extrusionOk="0">
                  <a:moveTo>
                    <a:pt x="17421" y="0"/>
                  </a:moveTo>
                  <a:cubicBezTo>
                    <a:pt x="0" y="21758"/>
                    <a:pt x="2106" y="68264"/>
                    <a:pt x="2106" y="68264"/>
                  </a:cubicBezTo>
                  <a:cubicBezTo>
                    <a:pt x="1516" y="80013"/>
                    <a:pt x="24088" y="80364"/>
                    <a:pt x="24088" y="80364"/>
                  </a:cubicBezTo>
                  <a:cubicBezTo>
                    <a:pt x="27767" y="80803"/>
                    <a:pt x="30907" y="81005"/>
                    <a:pt x="33588" y="81005"/>
                  </a:cubicBezTo>
                  <a:cubicBezTo>
                    <a:pt x="47364" y="81005"/>
                    <a:pt x="49005" y="75685"/>
                    <a:pt x="49299" y="69963"/>
                  </a:cubicBezTo>
                  <a:cubicBezTo>
                    <a:pt x="52345" y="25970"/>
                    <a:pt x="31696" y="2232"/>
                    <a:pt x="31696" y="2232"/>
                  </a:cubicBezTo>
                  <a:cubicBezTo>
                    <a:pt x="31095" y="3748"/>
                    <a:pt x="29812" y="4305"/>
                    <a:pt x="28251" y="4305"/>
                  </a:cubicBezTo>
                  <a:cubicBezTo>
                    <a:pt x="23911" y="4305"/>
                    <a:pt x="17421" y="0"/>
                    <a:pt x="17421" y="0"/>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4" name="Google Shape;1464;p40"/>
            <p:cNvSpPr/>
            <p:nvPr/>
          </p:nvSpPr>
          <p:spPr>
            <a:xfrm>
              <a:off x="3173200" y="1485325"/>
              <a:ext cx="350975" cy="587850"/>
            </a:xfrm>
            <a:custGeom>
              <a:avLst/>
              <a:gdLst/>
              <a:ahLst/>
              <a:cxnLst/>
              <a:rect l="l" t="t" r="r" b="b"/>
              <a:pathLst>
                <a:path w="14039" h="23514" extrusionOk="0">
                  <a:moveTo>
                    <a:pt x="14038" y="1"/>
                  </a:moveTo>
                  <a:lnTo>
                    <a:pt x="14038" y="1"/>
                  </a:lnTo>
                  <a:cubicBezTo>
                    <a:pt x="14038" y="1"/>
                    <a:pt x="8297" y="408"/>
                    <a:pt x="7946" y="759"/>
                  </a:cubicBezTo>
                  <a:cubicBezTo>
                    <a:pt x="7946" y="759"/>
                    <a:pt x="3033" y="6669"/>
                    <a:pt x="1" y="23513"/>
                  </a:cubicBezTo>
                  <a:lnTo>
                    <a:pt x="10402" y="5153"/>
                  </a:lnTo>
                  <a:cubicBezTo>
                    <a:pt x="10402" y="5153"/>
                    <a:pt x="11343" y="3454"/>
                    <a:pt x="14038" y="1"/>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5" name="Google Shape;1465;p40"/>
            <p:cNvSpPr/>
            <p:nvPr/>
          </p:nvSpPr>
          <p:spPr>
            <a:xfrm>
              <a:off x="3173200" y="1485325"/>
              <a:ext cx="350975" cy="587850"/>
            </a:xfrm>
            <a:custGeom>
              <a:avLst/>
              <a:gdLst/>
              <a:ahLst/>
              <a:cxnLst/>
              <a:rect l="l" t="t" r="r" b="b"/>
              <a:pathLst>
                <a:path w="14039" h="23514" extrusionOk="0">
                  <a:moveTo>
                    <a:pt x="14038" y="1"/>
                  </a:moveTo>
                  <a:lnTo>
                    <a:pt x="14038" y="1"/>
                  </a:lnTo>
                  <a:cubicBezTo>
                    <a:pt x="14038" y="1"/>
                    <a:pt x="8297" y="408"/>
                    <a:pt x="7946" y="759"/>
                  </a:cubicBezTo>
                  <a:cubicBezTo>
                    <a:pt x="7946" y="759"/>
                    <a:pt x="3033" y="6669"/>
                    <a:pt x="1" y="23513"/>
                  </a:cubicBezTo>
                  <a:lnTo>
                    <a:pt x="10402" y="5153"/>
                  </a:lnTo>
                  <a:cubicBezTo>
                    <a:pt x="10402" y="5153"/>
                    <a:pt x="11343" y="3454"/>
                    <a:pt x="14038" y="1"/>
                  </a:cubicBezTo>
                  <a:close/>
                </a:path>
              </a:pathLst>
            </a:custGeom>
            <a:solidFill>
              <a:srgbClr val="000000">
                <a:alpha val="980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6" name="Google Shape;1466;p40"/>
            <p:cNvSpPr/>
            <p:nvPr/>
          </p:nvSpPr>
          <p:spPr>
            <a:xfrm>
              <a:off x="2902650" y="1447425"/>
              <a:ext cx="465000" cy="1156725"/>
            </a:xfrm>
            <a:custGeom>
              <a:avLst/>
              <a:gdLst/>
              <a:ahLst/>
              <a:cxnLst/>
              <a:rect l="l" t="t" r="r" b="b"/>
              <a:pathLst>
                <a:path w="18600" h="46269" extrusionOk="0">
                  <a:moveTo>
                    <a:pt x="18010" y="1"/>
                  </a:moveTo>
                  <a:cubicBezTo>
                    <a:pt x="17841" y="1"/>
                    <a:pt x="11174" y="941"/>
                    <a:pt x="7777" y="9294"/>
                  </a:cubicBezTo>
                  <a:cubicBezTo>
                    <a:pt x="4913" y="16144"/>
                    <a:pt x="0" y="32806"/>
                    <a:pt x="941" y="45917"/>
                  </a:cubicBezTo>
                  <a:cubicBezTo>
                    <a:pt x="941" y="46086"/>
                    <a:pt x="1109" y="46268"/>
                    <a:pt x="1348" y="46268"/>
                  </a:cubicBezTo>
                  <a:lnTo>
                    <a:pt x="1516" y="46268"/>
                  </a:lnTo>
                  <a:cubicBezTo>
                    <a:pt x="1699" y="46268"/>
                    <a:pt x="1867" y="46086"/>
                    <a:pt x="1867" y="45917"/>
                  </a:cubicBezTo>
                  <a:cubicBezTo>
                    <a:pt x="758" y="32806"/>
                    <a:pt x="5910" y="16495"/>
                    <a:pt x="8535" y="9715"/>
                  </a:cubicBezTo>
                  <a:cubicBezTo>
                    <a:pt x="11749" y="1699"/>
                    <a:pt x="18010" y="759"/>
                    <a:pt x="18192" y="759"/>
                  </a:cubicBezTo>
                  <a:cubicBezTo>
                    <a:pt x="18361" y="759"/>
                    <a:pt x="18599" y="590"/>
                    <a:pt x="18599" y="408"/>
                  </a:cubicBezTo>
                  <a:cubicBezTo>
                    <a:pt x="18599" y="239"/>
                    <a:pt x="18192" y="1"/>
                    <a:pt x="18010"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7" name="Google Shape;1467;p40"/>
            <p:cNvSpPr/>
            <p:nvPr/>
          </p:nvSpPr>
          <p:spPr>
            <a:xfrm>
              <a:off x="3187600" y="1439475"/>
              <a:ext cx="800150" cy="1475200"/>
            </a:xfrm>
            <a:custGeom>
              <a:avLst/>
              <a:gdLst/>
              <a:ahLst/>
              <a:cxnLst/>
              <a:rect l="l" t="t" r="r" b="b"/>
              <a:pathLst>
                <a:path w="32006" h="59008" extrusionOk="0">
                  <a:moveTo>
                    <a:pt x="12783" y="1"/>
                  </a:moveTo>
                  <a:cubicBezTo>
                    <a:pt x="10066" y="1"/>
                    <a:pt x="6087" y="2289"/>
                    <a:pt x="3748" y="9261"/>
                  </a:cubicBezTo>
                  <a:cubicBezTo>
                    <a:pt x="3748" y="9261"/>
                    <a:pt x="6278" y="3940"/>
                    <a:pt x="10005" y="3940"/>
                  </a:cubicBezTo>
                  <a:cubicBezTo>
                    <a:pt x="10849" y="3940"/>
                    <a:pt x="11753" y="4213"/>
                    <a:pt x="12704" y="4881"/>
                  </a:cubicBezTo>
                  <a:cubicBezTo>
                    <a:pt x="18782" y="8854"/>
                    <a:pt x="24046" y="21192"/>
                    <a:pt x="26741" y="41322"/>
                  </a:cubicBezTo>
                  <a:cubicBezTo>
                    <a:pt x="27499" y="46586"/>
                    <a:pt x="24285" y="51724"/>
                    <a:pt x="19133" y="53254"/>
                  </a:cubicBezTo>
                  <a:cubicBezTo>
                    <a:pt x="17669" y="53644"/>
                    <a:pt x="16143" y="53806"/>
                    <a:pt x="14621" y="53806"/>
                  </a:cubicBezTo>
                  <a:cubicBezTo>
                    <a:pt x="7273" y="53806"/>
                    <a:pt x="0" y="50039"/>
                    <a:pt x="0" y="50039"/>
                  </a:cubicBezTo>
                  <a:lnTo>
                    <a:pt x="0" y="55121"/>
                  </a:lnTo>
                  <a:cubicBezTo>
                    <a:pt x="0" y="55121"/>
                    <a:pt x="3451" y="59007"/>
                    <a:pt x="10274" y="59007"/>
                  </a:cubicBezTo>
                  <a:cubicBezTo>
                    <a:pt x="12775" y="59007"/>
                    <a:pt x="15730" y="58485"/>
                    <a:pt x="19133" y="57058"/>
                  </a:cubicBezTo>
                  <a:cubicBezTo>
                    <a:pt x="32005" y="51555"/>
                    <a:pt x="31654" y="43189"/>
                    <a:pt x="31654" y="43189"/>
                  </a:cubicBezTo>
                  <a:cubicBezTo>
                    <a:pt x="31654" y="43189"/>
                    <a:pt x="30882" y="8685"/>
                    <a:pt x="14389" y="319"/>
                  </a:cubicBezTo>
                  <a:cubicBezTo>
                    <a:pt x="13939" y="116"/>
                    <a:pt x="13393" y="1"/>
                    <a:pt x="12783" y="1"/>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8" name="Google Shape;1468;p40"/>
            <p:cNvSpPr/>
            <p:nvPr/>
          </p:nvSpPr>
          <p:spPr>
            <a:xfrm>
              <a:off x="3490450" y="2448550"/>
              <a:ext cx="222175" cy="195825"/>
            </a:xfrm>
            <a:custGeom>
              <a:avLst/>
              <a:gdLst/>
              <a:ahLst/>
              <a:cxnLst/>
              <a:rect l="l" t="t" r="r" b="b"/>
              <a:pathLst>
                <a:path w="8887" h="7833" extrusionOk="0">
                  <a:moveTo>
                    <a:pt x="4529" y="0"/>
                  </a:moveTo>
                  <a:cubicBezTo>
                    <a:pt x="3980" y="0"/>
                    <a:pt x="3414" y="117"/>
                    <a:pt x="2864" y="369"/>
                  </a:cubicBezTo>
                  <a:cubicBezTo>
                    <a:pt x="941" y="1127"/>
                    <a:pt x="1" y="3584"/>
                    <a:pt x="941" y="5465"/>
                  </a:cubicBezTo>
                  <a:cubicBezTo>
                    <a:pt x="1521" y="6937"/>
                    <a:pt x="3096" y="7833"/>
                    <a:pt x="4665" y="7833"/>
                  </a:cubicBezTo>
                  <a:cubicBezTo>
                    <a:pt x="5146" y="7833"/>
                    <a:pt x="5627" y="7749"/>
                    <a:pt x="6079" y="7571"/>
                  </a:cubicBezTo>
                  <a:cubicBezTo>
                    <a:pt x="7960" y="6630"/>
                    <a:pt x="8886" y="4342"/>
                    <a:pt x="7960" y="2236"/>
                  </a:cubicBezTo>
                  <a:cubicBezTo>
                    <a:pt x="7395" y="870"/>
                    <a:pt x="6026" y="0"/>
                    <a:pt x="4529"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69" name="Google Shape;1469;p40"/>
            <p:cNvSpPr/>
            <p:nvPr/>
          </p:nvSpPr>
          <p:spPr>
            <a:xfrm>
              <a:off x="3562050" y="2159475"/>
              <a:ext cx="473775" cy="473800"/>
            </a:xfrm>
            <a:custGeom>
              <a:avLst/>
              <a:gdLst/>
              <a:ahLst/>
              <a:cxnLst/>
              <a:rect l="l" t="t" r="r" b="b"/>
              <a:pathLst>
                <a:path w="18951" h="18952" extrusionOk="0">
                  <a:moveTo>
                    <a:pt x="18435" y="7927"/>
                  </a:moveTo>
                  <a:lnTo>
                    <a:pt x="18435" y="7927"/>
                  </a:lnTo>
                  <a:cubicBezTo>
                    <a:pt x="18417" y="7943"/>
                    <a:pt x="18400" y="7960"/>
                    <a:pt x="18361" y="7960"/>
                  </a:cubicBezTo>
                  <a:lnTo>
                    <a:pt x="18435" y="7927"/>
                  </a:lnTo>
                  <a:close/>
                  <a:moveTo>
                    <a:pt x="8886" y="1"/>
                  </a:moveTo>
                  <a:cubicBezTo>
                    <a:pt x="9068" y="1292"/>
                    <a:pt x="8535" y="3215"/>
                    <a:pt x="7777" y="5265"/>
                  </a:cubicBezTo>
                  <a:cubicBezTo>
                    <a:pt x="7201" y="6430"/>
                    <a:pt x="6612" y="7370"/>
                    <a:pt x="5854" y="8535"/>
                  </a:cubicBezTo>
                  <a:cubicBezTo>
                    <a:pt x="5798" y="8606"/>
                    <a:pt x="5727" y="8662"/>
                    <a:pt x="5727" y="8718"/>
                  </a:cubicBezTo>
                  <a:cubicBezTo>
                    <a:pt x="4043" y="10065"/>
                    <a:pt x="2106" y="11118"/>
                    <a:pt x="0" y="11932"/>
                  </a:cubicBezTo>
                  <a:lnTo>
                    <a:pt x="3215" y="18951"/>
                  </a:lnTo>
                  <a:cubicBezTo>
                    <a:pt x="6724" y="17379"/>
                    <a:pt x="13925" y="14038"/>
                    <a:pt x="15146" y="12340"/>
                  </a:cubicBezTo>
                  <a:cubicBezTo>
                    <a:pt x="15792" y="12171"/>
                    <a:pt x="16606" y="11989"/>
                    <a:pt x="17603" y="11764"/>
                  </a:cubicBezTo>
                  <a:cubicBezTo>
                    <a:pt x="18010" y="11525"/>
                    <a:pt x="18193" y="11343"/>
                    <a:pt x="18361" y="10992"/>
                  </a:cubicBezTo>
                  <a:cubicBezTo>
                    <a:pt x="18543" y="10585"/>
                    <a:pt x="18543" y="10234"/>
                    <a:pt x="18361" y="9827"/>
                  </a:cubicBezTo>
                  <a:cubicBezTo>
                    <a:pt x="18305" y="9715"/>
                    <a:pt x="18249" y="9588"/>
                    <a:pt x="18136" y="9476"/>
                  </a:cubicBezTo>
                  <a:lnTo>
                    <a:pt x="18193" y="9476"/>
                  </a:lnTo>
                  <a:cubicBezTo>
                    <a:pt x="18543" y="9237"/>
                    <a:pt x="18782" y="9069"/>
                    <a:pt x="18951" y="8718"/>
                  </a:cubicBezTo>
                  <a:cubicBezTo>
                    <a:pt x="18951" y="8311"/>
                    <a:pt x="18951" y="8128"/>
                    <a:pt x="18782" y="7777"/>
                  </a:cubicBezTo>
                  <a:cubicBezTo>
                    <a:pt x="18656" y="7553"/>
                    <a:pt x="18487" y="7426"/>
                    <a:pt x="18361" y="7314"/>
                  </a:cubicBezTo>
                  <a:cubicBezTo>
                    <a:pt x="18712" y="6851"/>
                    <a:pt x="18894" y="6205"/>
                    <a:pt x="18782" y="5672"/>
                  </a:cubicBezTo>
                  <a:cubicBezTo>
                    <a:pt x="18543" y="5265"/>
                    <a:pt x="18193" y="4914"/>
                    <a:pt x="17785" y="4914"/>
                  </a:cubicBezTo>
                  <a:cubicBezTo>
                    <a:pt x="17610" y="4830"/>
                    <a:pt x="17375" y="4787"/>
                    <a:pt x="17140" y="4787"/>
                  </a:cubicBezTo>
                  <a:cubicBezTo>
                    <a:pt x="16905" y="4787"/>
                    <a:pt x="16669" y="4830"/>
                    <a:pt x="16494" y="4914"/>
                  </a:cubicBezTo>
                  <a:lnTo>
                    <a:pt x="16494" y="4745"/>
                  </a:lnTo>
                  <a:cubicBezTo>
                    <a:pt x="16494" y="4156"/>
                    <a:pt x="16087" y="3566"/>
                    <a:pt x="15736" y="3215"/>
                  </a:cubicBezTo>
                  <a:cubicBezTo>
                    <a:pt x="15441" y="3131"/>
                    <a:pt x="15150" y="3089"/>
                    <a:pt x="14866" y="3089"/>
                  </a:cubicBezTo>
                  <a:cubicBezTo>
                    <a:pt x="14581" y="3089"/>
                    <a:pt x="14304" y="3131"/>
                    <a:pt x="14037" y="3215"/>
                  </a:cubicBezTo>
                  <a:cubicBezTo>
                    <a:pt x="12816" y="3861"/>
                    <a:pt x="11581" y="4619"/>
                    <a:pt x="10711" y="5321"/>
                  </a:cubicBezTo>
                  <a:cubicBezTo>
                    <a:pt x="10767" y="4970"/>
                    <a:pt x="10767" y="4745"/>
                    <a:pt x="10767" y="4745"/>
                  </a:cubicBezTo>
                  <a:cubicBezTo>
                    <a:pt x="10767" y="4745"/>
                    <a:pt x="11525" y="2457"/>
                    <a:pt x="10416" y="352"/>
                  </a:cubicBezTo>
                  <a:cubicBezTo>
                    <a:pt x="10065" y="1"/>
                    <a:pt x="9307" y="1"/>
                    <a:pt x="8886" y="1"/>
                  </a:cubicBezTo>
                  <a:close/>
                </a:path>
              </a:pathLst>
            </a:custGeom>
            <a:solidFill>
              <a:srgbClr val="E287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0" name="Google Shape;1470;p40"/>
            <p:cNvSpPr/>
            <p:nvPr/>
          </p:nvSpPr>
          <p:spPr>
            <a:xfrm>
              <a:off x="3016700" y="1523900"/>
              <a:ext cx="748550" cy="1280600"/>
            </a:xfrm>
            <a:custGeom>
              <a:avLst/>
              <a:gdLst/>
              <a:ahLst/>
              <a:cxnLst/>
              <a:rect l="l" t="t" r="r" b="b"/>
              <a:pathLst>
                <a:path w="29942" h="51224" extrusionOk="0">
                  <a:moveTo>
                    <a:pt x="20677" y="1"/>
                  </a:moveTo>
                  <a:cubicBezTo>
                    <a:pt x="18511" y="1"/>
                    <a:pt x="16382" y="1171"/>
                    <a:pt x="14978" y="3202"/>
                  </a:cubicBezTo>
                  <a:cubicBezTo>
                    <a:pt x="0" y="26533"/>
                    <a:pt x="3397" y="43027"/>
                    <a:pt x="3397" y="43027"/>
                  </a:cubicBezTo>
                  <a:cubicBezTo>
                    <a:pt x="4155" y="50635"/>
                    <a:pt x="8310" y="50803"/>
                    <a:pt x="8310" y="50803"/>
                  </a:cubicBezTo>
                  <a:cubicBezTo>
                    <a:pt x="9529" y="51092"/>
                    <a:pt x="10747" y="51223"/>
                    <a:pt x="11954" y="51223"/>
                  </a:cubicBezTo>
                  <a:cubicBezTo>
                    <a:pt x="18853" y="51223"/>
                    <a:pt x="25414" y="46936"/>
                    <a:pt x="29942" y="43209"/>
                  </a:cubicBezTo>
                  <a:cubicBezTo>
                    <a:pt x="29773" y="42451"/>
                    <a:pt x="29591" y="41679"/>
                    <a:pt x="29366" y="40752"/>
                  </a:cubicBezTo>
                  <a:cubicBezTo>
                    <a:pt x="28594" y="38113"/>
                    <a:pt x="28075" y="35432"/>
                    <a:pt x="27668" y="32625"/>
                  </a:cubicBezTo>
                  <a:lnTo>
                    <a:pt x="18951" y="35081"/>
                  </a:lnTo>
                  <a:cubicBezTo>
                    <a:pt x="25969" y="22911"/>
                    <a:pt x="27485" y="16650"/>
                    <a:pt x="28243" y="11569"/>
                  </a:cubicBezTo>
                  <a:cubicBezTo>
                    <a:pt x="28426" y="10979"/>
                    <a:pt x="28426" y="10221"/>
                    <a:pt x="28426" y="9688"/>
                  </a:cubicBezTo>
                  <a:cubicBezTo>
                    <a:pt x="28833" y="4901"/>
                    <a:pt x="26559" y="2262"/>
                    <a:pt x="23864" y="914"/>
                  </a:cubicBezTo>
                  <a:cubicBezTo>
                    <a:pt x="22849" y="293"/>
                    <a:pt x="21758" y="1"/>
                    <a:pt x="20677" y="1"/>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1" name="Google Shape;1471;p40"/>
            <p:cNvSpPr/>
            <p:nvPr/>
          </p:nvSpPr>
          <p:spPr>
            <a:xfrm>
              <a:off x="3543100" y="2057525"/>
              <a:ext cx="165300" cy="328675"/>
            </a:xfrm>
            <a:custGeom>
              <a:avLst/>
              <a:gdLst/>
              <a:ahLst/>
              <a:cxnLst/>
              <a:rect l="l" t="t" r="r" b="b"/>
              <a:pathLst>
                <a:path w="6612" h="13147" extrusionOk="0">
                  <a:moveTo>
                    <a:pt x="4158" y="0"/>
                  </a:moveTo>
                  <a:cubicBezTo>
                    <a:pt x="4054" y="0"/>
                    <a:pt x="3973" y="106"/>
                    <a:pt x="3973" y="106"/>
                  </a:cubicBezTo>
                  <a:cubicBezTo>
                    <a:pt x="3804" y="457"/>
                    <a:pt x="0" y="8234"/>
                    <a:pt x="169" y="12038"/>
                  </a:cubicBezTo>
                  <a:cubicBezTo>
                    <a:pt x="169" y="12389"/>
                    <a:pt x="351" y="12613"/>
                    <a:pt x="520" y="12796"/>
                  </a:cubicBezTo>
                  <a:cubicBezTo>
                    <a:pt x="941" y="12964"/>
                    <a:pt x="1516" y="13147"/>
                    <a:pt x="2050" y="13147"/>
                  </a:cubicBezTo>
                  <a:cubicBezTo>
                    <a:pt x="3804" y="13147"/>
                    <a:pt x="6022" y="12389"/>
                    <a:pt x="6429" y="12389"/>
                  </a:cubicBezTo>
                  <a:cubicBezTo>
                    <a:pt x="6429" y="12389"/>
                    <a:pt x="6612" y="12206"/>
                    <a:pt x="6612" y="12038"/>
                  </a:cubicBezTo>
                  <a:cubicBezTo>
                    <a:pt x="6429" y="11855"/>
                    <a:pt x="6429" y="11855"/>
                    <a:pt x="6261" y="11855"/>
                  </a:cubicBezTo>
                  <a:cubicBezTo>
                    <a:pt x="5388" y="12115"/>
                    <a:pt x="3400" y="12598"/>
                    <a:pt x="2051" y="12598"/>
                  </a:cubicBezTo>
                  <a:cubicBezTo>
                    <a:pt x="1577" y="12598"/>
                    <a:pt x="1181" y="12538"/>
                    <a:pt x="941" y="12389"/>
                  </a:cubicBezTo>
                  <a:cubicBezTo>
                    <a:pt x="758" y="12206"/>
                    <a:pt x="758" y="12206"/>
                    <a:pt x="758" y="12038"/>
                  </a:cubicBezTo>
                  <a:cubicBezTo>
                    <a:pt x="520" y="8402"/>
                    <a:pt x="4324" y="457"/>
                    <a:pt x="4324" y="457"/>
                  </a:cubicBezTo>
                  <a:cubicBezTo>
                    <a:pt x="4562" y="275"/>
                    <a:pt x="4562" y="106"/>
                    <a:pt x="4324" y="106"/>
                  </a:cubicBezTo>
                  <a:cubicBezTo>
                    <a:pt x="4267" y="27"/>
                    <a:pt x="4210" y="0"/>
                    <a:pt x="4158"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2" name="Google Shape;1472;p40"/>
            <p:cNvSpPr/>
            <p:nvPr/>
          </p:nvSpPr>
          <p:spPr>
            <a:xfrm>
              <a:off x="3215675" y="237450"/>
              <a:ext cx="1000175" cy="865200"/>
            </a:xfrm>
            <a:custGeom>
              <a:avLst/>
              <a:gdLst/>
              <a:ahLst/>
              <a:cxnLst/>
              <a:rect l="l" t="t" r="r" b="b"/>
              <a:pathLst>
                <a:path w="40007" h="34608" extrusionOk="0">
                  <a:moveTo>
                    <a:pt x="24420" y="1"/>
                  </a:moveTo>
                  <a:cubicBezTo>
                    <a:pt x="22492" y="1"/>
                    <a:pt x="20490" y="779"/>
                    <a:pt x="19119" y="2315"/>
                  </a:cubicBezTo>
                  <a:cubicBezTo>
                    <a:pt x="18179" y="3298"/>
                    <a:pt x="17421" y="4828"/>
                    <a:pt x="16143" y="5179"/>
                  </a:cubicBezTo>
                  <a:cubicBezTo>
                    <a:pt x="15887" y="5247"/>
                    <a:pt x="15637" y="5276"/>
                    <a:pt x="15389" y="5276"/>
                  </a:cubicBezTo>
                  <a:cubicBezTo>
                    <a:pt x="14158" y="5276"/>
                    <a:pt x="13012" y="4561"/>
                    <a:pt x="11750" y="4421"/>
                  </a:cubicBezTo>
                  <a:cubicBezTo>
                    <a:pt x="11323" y="4313"/>
                    <a:pt x="10893" y="4261"/>
                    <a:pt x="10466" y="4261"/>
                  </a:cubicBezTo>
                  <a:cubicBezTo>
                    <a:pt x="7851" y="4261"/>
                    <a:pt x="5383" y="6207"/>
                    <a:pt x="4731" y="8983"/>
                  </a:cubicBezTo>
                  <a:cubicBezTo>
                    <a:pt x="4141" y="11088"/>
                    <a:pt x="4562" y="13306"/>
                    <a:pt x="3790" y="15412"/>
                  </a:cubicBezTo>
                  <a:cubicBezTo>
                    <a:pt x="3032" y="18276"/>
                    <a:pt x="351" y="20143"/>
                    <a:pt x="169" y="23189"/>
                  </a:cubicBezTo>
                  <a:cubicBezTo>
                    <a:pt x="0" y="23947"/>
                    <a:pt x="0" y="24887"/>
                    <a:pt x="169" y="25645"/>
                  </a:cubicBezTo>
                  <a:cubicBezTo>
                    <a:pt x="1109" y="29856"/>
                    <a:pt x="3973" y="33422"/>
                    <a:pt x="7595" y="34362"/>
                  </a:cubicBezTo>
                  <a:cubicBezTo>
                    <a:pt x="8226" y="34528"/>
                    <a:pt x="8868" y="34608"/>
                    <a:pt x="9505" y="34608"/>
                  </a:cubicBezTo>
                  <a:cubicBezTo>
                    <a:pt x="12706" y="34608"/>
                    <a:pt x="15805" y="32591"/>
                    <a:pt x="17070" y="29267"/>
                  </a:cubicBezTo>
                  <a:cubicBezTo>
                    <a:pt x="17828" y="26993"/>
                    <a:pt x="17659" y="24354"/>
                    <a:pt x="18768" y="22248"/>
                  </a:cubicBezTo>
                  <a:cubicBezTo>
                    <a:pt x="19709" y="20325"/>
                    <a:pt x="21632" y="19034"/>
                    <a:pt x="23681" y="18627"/>
                  </a:cubicBezTo>
                  <a:cubicBezTo>
                    <a:pt x="24807" y="18423"/>
                    <a:pt x="25965" y="18337"/>
                    <a:pt x="27119" y="18337"/>
                  </a:cubicBezTo>
                  <a:cubicBezTo>
                    <a:pt x="27950" y="18337"/>
                    <a:pt x="28779" y="18382"/>
                    <a:pt x="29591" y="18458"/>
                  </a:cubicBezTo>
                  <a:cubicBezTo>
                    <a:pt x="29934" y="18503"/>
                    <a:pt x="30309" y="18536"/>
                    <a:pt x="30690" y="18536"/>
                  </a:cubicBezTo>
                  <a:cubicBezTo>
                    <a:pt x="31723" y="18536"/>
                    <a:pt x="32797" y="18293"/>
                    <a:pt x="33363" y="17388"/>
                  </a:cubicBezTo>
                  <a:lnTo>
                    <a:pt x="33363" y="17388"/>
                  </a:lnTo>
                  <a:cubicBezTo>
                    <a:pt x="33726" y="17418"/>
                    <a:pt x="34081" y="17435"/>
                    <a:pt x="34430" y="17435"/>
                  </a:cubicBezTo>
                  <a:cubicBezTo>
                    <a:pt x="35504" y="17435"/>
                    <a:pt x="36524" y="17268"/>
                    <a:pt x="37550" y="16760"/>
                  </a:cubicBezTo>
                  <a:cubicBezTo>
                    <a:pt x="38884" y="16002"/>
                    <a:pt x="40007" y="14303"/>
                    <a:pt x="39656" y="12548"/>
                  </a:cubicBezTo>
                  <a:cubicBezTo>
                    <a:pt x="39235" y="11439"/>
                    <a:pt x="38477" y="10667"/>
                    <a:pt x="37550" y="10092"/>
                  </a:cubicBezTo>
                  <a:cubicBezTo>
                    <a:pt x="36610" y="9334"/>
                    <a:pt x="35445" y="8800"/>
                    <a:pt x="34322" y="8393"/>
                  </a:cubicBezTo>
                  <a:cubicBezTo>
                    <a:pt x="33746" y="8211"/>
                    <a:pt x="33156" y="8042"/>
                    <a:pt x="32637" y="7635"/>
                  </a:cubicBezTo>
                  <a:cubicBezTo>
                    <a:pt x="31289" y="6877"/>
                    <a:pt x="30882" y="5179"/>
                    <a:pt x="30181" y="3649"/>
                  </a:cubicBezTo>
                  <a:cubicBezTo>
                    <a:pt x="29001" y="1782"/>
                    <a:pt x="27134" y="434"/>
                    <a:pt x="25029" y="27"/>
                  </a:cubicBezTo>
                  <a:cubicBezTo>
                    <a:pt x="24827" y="10"/>
                    <a:pt x="24624" y="1"/>
                    <a:pt x="24420"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3" name="Google Shape;1473;p40"/>
            <p:cNvSpPr/>
            <p:nvPr/>
          </p:nvSpPr>
          <p:spPr>
            <a:xfrm>
              <a:off x="3367625" y="422475"/>
              <a:ext cx="862625" cy="917525"/>
            </a:xfrm>
            <a:custGeom>
              <a:avLst/>
              <a:gdLst/>
              <a:ahLst/>
              <a:cxnLst/>
              <a:rect l="l" t="t" r="r" b="b"/>
              <a:pathLst>
                <a:path w="34505" h="36701" extrusionOk="0">
                  <a:moveTo>
                    <a:pt x="17315" y="1"/>
                  </a:moveTo>
                  <a:cubicBezTo>
                    <a:pt x="16909" y="1"/>
                    <a:pt x="16499" y="18"/>
                    <a:pt x="16087" y="52"/>
                  </a:cubicBezTo>
                  <a:cubicBezTo>
                    <a:pt x="7019" y="641"/>
                    <a:pt x="0" y="9359"/>
                    <a:pt x="758" y="19409"/>
                  </a:cubicBezTo>
                  <a:cubicBezTo>
                    <a:pt x="1492" y="29323"/>
                    <a:pt x="8965" y="36701"/>
                    <a:pt x="17661" y="36701"/>
                  </a:cubicBezTo>
                  <a:cubicBezTo>
                    <a:pt x="17954" y="36701"/>
                    <a:pt x="18248" y="36692"/>
                    <a:pt x="18544" y="36675"/>
                  </a:cubicBezTo>
                  <a:cubicBezTo>
                    <a:pt x="27668" y="35903"/>
                    <a:pt x="34504" y="27369"/>
                    <a:pt x="33929" y="17135"/>
                  </a:cubicBezTo>
                  <a:cubicBezTo>
                    <a:pt x="33191" y="7525"/>
                    <a:pt x="25914" y="1"/>
                    <a:pt x="17315" y="1"/>
                  </a:cubicBezTo>
                  <a:close/>
                </a:path>
              </a:pathLst>
            </a:custGeom>
            <a:solidFill>
              <a:srgbClr val="E287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4" name="Google Shape;1474;p40"/>
            <p:cNvSpPr/>
            <p:nvPr/>
          </p:nvSpPr>
          <p:spPr>
            <a:xfrm>
              <a:off x="3287250" y="831900"/>
              <a:ext cx="198675" cy="198650"/>
            </a:xfrm>
            <a:custGeom>
              <a:avLst/>
              <a:gdLst/>
              <a:ahLst/>
              <a:cxnLst/>
              <a:rect l="l" t="t" r="r" b="b"/>
              <a:pathLst>
                <a:path w="7947" h="7946" extrusionOk="0">
                  <a:moveTo>
                    <a:pt x="3973" y="0"/>
                  </a:moveTo>
                  <a:cubicBezTo>
                    <a:pt x="1699" y="0"/>
                    <a:pt x="1" y="1699"/>
                    <a:pt x="1" y="3973"/>
                  </a:cubicBezTo>
                  <a:cubicBezTo>
                    <a:pt x="1" y="6078"/>
                    <a:pt x="1699" y="7945"/>
                    <a:pt x="3973" y="7945"/>
                  </a:cubicBezTo>
                  <a:cubicBezTo>
                    <a:pt x="6262" y="7945"/>
                    <a:pt x="7946" y="6078"/>
                    <a:pt x="7946" y="3973"/>
                  </a:cubicBezTo>
                  <a:cubicBezTo>
                    <a:pt x="7946" y="1699"/>
                    <a:pt x="6262" y="0"/>
                    <a:pt x="3973" y="0"/>
                  </a:cubicBezTo>
                  <a:close/>
                </a:path>
              </a:pathLst>
            </a:custGeom>
            <a:solidFill>
              <a:srgbClr val="E287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5" name="Google Shape;1475;p40"/>
            <p:cNvSpPr/>
            <p:nvPr/>
          </p:nvSpPr>
          <p:spPr>
            <a:xfrm>
              <a:off x="3329725" y="907700"/>
              <a:ext cx="42125" cy="66000"/>
            </a:xfrm>
            <a:custGeom>
              <a:avLst/>
              <a:gdLst/>
              <a:ahLst/>
              <a:cxnLst/>
              <a:rect l="l" t="t" r="r" b="b"/>
              <a:pathLst>
                <a:path w="1685" h="2640" extrusionOk="0">
                  <a:moveTo>
                    <a:pt x="1685" y="0"/>
                  </a:moveTo>
                  <a:cubicBezTo>
                    <a:pt x="1278" y="0"/>
                    <a:pt x="927" y="183"/>
                    <a:pt x="758" y="351"/>
                  </a:cubicBezTo>
                  <a:cubicBezTo>
                    <a:pt x="351" y="534"/>
                    <a:pt x="169" y="772"/>
                    <a:pt x="169" y="1292"/>
                  </a:cubicBezTo>
                  <a:cubicBezTo>
                    <a:pt x="0" y="1881"/>
                    <a:pt x="351" y="2050"/>
                    <a:pt x="758" y="2288"/>
                  </a:cubicBezTo>
                  <a:lnTo>
                    <a:pt x="1109" y="2639"/>
                  </a:lnTo>
                  <a:lnTo>
                    <a:pt x="1685" y="2639"/>
                  </a:lnTo>
                  <a:lnTo>
                    <a:pt x="927" y="2050"/>
                  </a:lnTo>
                  <a:cubicBezTo>
                    <a:pt x="758" y="1699"/>
                    <a:pt x="758" y="1530"/>
                    <a:pt x="758" y="1292"/>
                  </a:cubicBezTo>
                  <a:cubicBezTo>
                    <a:pt x="758" y="1123"/>
                    <a:pt x="927" y="941"/>
                    <a:pt x="1109" y="772"/>
                  </a:cubicBezTo>
                  <a:cubicBezTo>
                    <a:pt x="1278" y="351"/>
                    <a:pt x="1516" y="183"/>
                    <a:pt x="1685" y="0"/>
                  </a:cubicBezTo>
                  <a:close/>
                </a:path>
              </a:pathLst>
            </a:custGeom>
            <a:solidFill>
              <a:srgbClr val="D96D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6" name="Google Shape;1476;p40"/>
            <p:cNvSpPr/>
            <p:nvPr/>
          </p:nvSpPr>
          <p:spPr>
            <a:xfrm>
              <a:off x="3850150" y="1049825"/>
              <a:ext cx="200425" cy="71625"/>
            </a:xfrm>
            <a:custGeom>
              <a:avLst/>
              <a:gdLst/>
              <a:ahLst/>
              <a:cxnLst/>
              <a:rect l="l" t="t" r="r" b="b"/>
              <a:pathLst>
                <a:path w="8017" h="2865" extrusionOk="0">
                  <a:moveTo>
                    <a:pt x="1" y="0"/>
                  </a:moveTo>
                  <a:cubicBezTo>
                    <a:pt x="239" y="169"/>
                    <a:pt x="408" y="576"/>
                    <a:pt x="590" y="927"/>
                  </a:cubicBezTo>
                  <a:cubicBezTo>
                    <a:pt x="997" y="1334"/>
                    <a:pt x="1166" y="1516"/>
                    <a:pt x="1517" y="1867"/>
                  </a:cubicBezTo>
                  <a:cubicBezTo>
                    <a:pt x="2275" y="2275"/>
                    <a:pt x="3047" y="2625"/>
                    <a:pt x="4029" y="2864"/>
                  </a:cubicBezTo>
                  <a:cubicBezTo>
                    <a:pt x="4970" y="2864"/>
                    <a:pt x="5728" y="2625"/>
                    <a:pt x="6486" y="2106"/>
                  </a:cubicBezTo>
                  <a:cubicBezTo>
                    <a:pt x="7258" y="1516"/>
                    <a:pt x="7609" y="927"/>
                    <a:pt x="8016" y="0"/>
                  </a:cubicBezTo>
                  <a:lnTo>
                    <a:pt x="8016" y="0"/>
                  </a:lnTo>
                  <a:cubicBezTo>
                    <a:pt x="7427" y="576"/>
                    <a:pt x="6669" y="1109"/>
                    <a:pt x="6079" y="1334"/>
                  </a:cubicBezTo>
                  <a:cubicBezTo>
                    <a:pt x="5321" y="1685"/>
                    <a:pt x="4802" y="1867"/>
                    <a:pt x="4029" y="1867"/>
                  </a:cubicBezTo>
                  <a:cubicBezTo>
                    <a:pt x="3454" y="1685"/>
                    <a:pt x="2696" y="1516"/>
                    <a:pt x="1924" y="1109"/>
                  </a:cubicBezTo>
                  <a:lnTo>
                    <a:pt x="997" y="576"/>
                  </a:lnTo>
                  <a:cubicBezTo>
                    <a:pt x="759" y="351"/>
                    <a:pt x="408" y="169"/>
                    <a:pt x="1" y="0"/>
                  </a:cubicBezTo>
                  <a:close/>
                </a:path>
              </a:pathLst>
            </a:custGeom>
            <a:solidFill>
              <a:srgbClr val="D96D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7" name="Google Shape;1477;p40"/>
            <p:cNvSpPr/>
            <p:nvPr/>
          </p:nvSpPr>
          <p:spPr>
            <a:xfrm>
              <a:off x="3940700" y="856200"/>
              <a:ext cx="90925" cy="142050"/>
            </a:xfrm>
            <a:custGeom>
              <a:avLst/>
              <a:gdLst/>
              <a:ahLst/>
              <a:cxnLst/>
              <a:rect l="l" t="t" r="r" b="b"/>
              <a:pathLst>
                <a:path w="3637" h="5682" extrusionOk="0">
                  <a:moveTo>
                    <a:pt x="1236" y="0"/>
                  </a:moveTo>
                  <a:cubicBezTo>
                    <a:pt x="1088" y="0"/>
                    <a:pt x="941" y="46"/>
                    <a:pt x="941" y="137"/>
                  </a:cubicBezTo>
                  <a:cubicBezTo>
                    <a:pt x="758" y="1653"/>
                    <a:pt x="0" y="4517"/>
                    <a:pt x="941" y="5640"/>
                  </a:cubicBezTo>
                  <a:cubicBezTo>
                    <a:pt x="980" y="5668"/>
                    <a:pt x="1064" y="5681"/>
                    <a:pt x="1177" y="5681"/>
                  </a:cubicBezTo>
                  <a:cubicBezTo>
                    <a:pt x="1750" y="5681"/>
                    <a:pt x="3074" y="5332"/>
                    <a:pt x="3215" y="4699"/>
                  </a:cubicBezTo>
                  <a:cubicBezTo>
                    <a:pt x="3636" y="3352"/>
                    <a:pt x="1881" y="1302"/>
                    <a:pt x="1530" y="137"/>
                  </a:cubicBezTo>
                  <a:cubicBezTo>
                    <a:pt x="1530" y="46"/>
                    <a:pt x="1383" y="0"/>
                    <a:pt x="1236" y="0"/>
                  </a:cubicBezTo>
                  <a:close/>
                </a:path>
              </a:pathLst>
            </a:custGeom>
            <a:solidFill>
              <a:srgbClr val="D96D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8" name="Google Shape;1478;p40"/>
            <p:cNvSpPr/>
            <p:nvPr/>
          </p:nvSpPr>
          <p:spPr>
            <a:xfrm>
              <a:off x="4101775" y="817150"/>
              <a:ext cx="48100" cy="66000"/>
            </a:xfrm>
            <a:custGeom>
              <a:avLst/>
              <a:gdLst/>
              <a:ahLst/>
              <a:cxnLst/>
              <a:rect l="l" t="t" r="r" b="b"/>
              <a:pathLst>
                <a:path w="1924" h="2640" extrusionOk="0">
                  <a:moveTo>
                    <a:pt x="983" y="1"/>
                  </a:moveTo>
                  <a:cubicBezTo>
                    <a:pt x="408" y="1"/>
                    <a:pt x="1" y="590"/>
                    <a:pt x="1" y="1348"/>
                  </a:cubicBezTo>
                  <a:cubicBezTo>
                    <a:pt x="1" y="2106"/>
                    <a:pt x="408" y="2640"/>
                    <a:pt x="983" y="2640"/>
                  </a:cubicBezTo>
                  <a:cubicBezTo>
                    <a:pt x="1517" y="2640"/>
                    <a:pt x="1924" y="2106"/>
                    <a:pt x="1924" y="1348"/>
                  </a:cubicBezTo>
                  <a:cubicBezTo>
                    <a:pt x="1924" y="590"/>
                    <a:pt x="1517" y="1"/>
                    <a:pt x="983"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79" name="Google Shape;1479;p40"/>
            <p:cNvSpPr/>
            <p:nvPr/>
          </p:nvSpPr>
          <p:spPr>
            <a:xfrm>
              <a:off x="3742075" y="846275"/>
              <a:ext cx="52650" cy="66000"/>
            </a:xfrm>
            <a:custGeom>
              <a:avLst/>
              <a:gdLst/>
              <a:ahLst/>
              <a:cxnLst/>
              <a:rect l="l" t="t" r="r" b="b"/>
              <a:pathLst>
                <a:path w="2106" h="2640" extrusionOk="0">
                  <a:moveTo>
                    <a:pt x="1109" y="1"/>
                  </a:moveTo>
                  <a:cubicBezTo>
                    <a:pt x="576" y="1"/>
                    <a:pt x="0" y="534"/>
                    <a:pt x="0" y="1292"/>
                  </a:cubicBezTo>
                  <a:cubicBezTo>
                    <a:pt x="0" y="2050"/>
                    <a:pt x="351" y="2640"/>
                    <a:pt x="927" y="2640"/>
                  </a:cubicBezTo>
                  <a:cubicBezTo>
                    <a:pt x="1516" y="2640"/>
                    <a:pt x="2106" y="2050"/>
                    <a:pt x="2106" y="1292"/>
                  </a:cubicBezTo>
                  <a:cubicBezTo>
                    <a:pt x="2106" y="703"/>
                    <a:pt x="1685" y="1"/>
                    <a:pt x="1109"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0" name="Google Shape;1480;p40"/>
            <p:cNvSpPr/>
            <p:nvPr/>
          </p:nvSpPr>
          <p:spPr>
            <a:xfrm>
              <a:off x="3410075" y="712075"/>
              <a:ext cx="890350" cy="333200"/>
            </a:xfrm>
            <a:custGeom>
              <a:avLst/>
              <a:gdLst/>
              <a:ahLst/>
              <a:cxnLst/>
              <a:rect l="l" t="t" r="r" b="b"/>
              <a:pathLst>
                <a:path w="35614" h="13328" extrusionOk="0">
                  <a:moveTo>
                    <a:pt x="30125" y="582"/>
                  </a:moveTo>
                  <a:cubicBezTo>
                    <a:pt x="31290" y="582"/>
                    <a:pt x="32231" y="989"/>
                    <a:pt x="32989" y="1747"/>
                  </a:cubicBezTo>
                  <a:cubicBezTo>
                    <a:pt x="34154" y="2856"/>
                    <a:pt x="34912" y="4386"/>
                    <a:pt x="34912" y="5902"/>
                  </a:cubicBezTo>
                  <a:cubicBezTo>
                    <a:pt x="35094" y="8948"/>
                    <a:pt x="32989" y="11573"/>
                    <a:pt x="30350" y="11812"/>
                  </a:cubicBezTo>
                  <a:cubicBezTo>
                    <a:pt x="29185" y="11812"/>
                    <a:pt x="28076" y="11405"/>
                    <a:pt x="27135" y="10633"/>
                  </a:cubicBezTo>
                  <a:cubicBezTo>
                    <a:pt x="26138" y="9706"/>
                    <a:pt x="25380" y="8176"/>
                    <a:pt x="25380" y="6492"/>
                  </a:cubicBezTo>
                  <a:cubicBezTo>
                    <a:pt x="25212" y="3446"/>
                    <a:pt x="27318" y="807"/>
                    <a:pt x="29943" y="582"/>
                  </a:cubicBezTo>
                  <a:close/>
                  <a:moveTo>
                    <a:pt x="15147" y="1340"/>
                  </a:moveTo>
                  <a:cubicBezTo>
                    <a:pt x="18011" y="1340"/>
                    <a:pt x="20467" y="3614"/>
                    <a:pt x="20650" y="6660"/>
                  </a:cubicBezTo>
                  <a:cubicBezTo>
                    <a:pt x="20874" y="9706"/>
                    <a:pt x="18362" y="12331"/>
                    <a:pt x="15386" y="12570"/>
                  </a:cubicBezTo>
                  <a:cubicBezTo>
                    <a:pt x="15287" y="12575"/>
                    <a:pt x="15188" y="12578"/>
                    <a:pt x="15090" y="12578"/>
                  </a:cubicBezTo>
                  <a:cubicBezTo>
                    <a:pt x="12167" y="12578"/>
                    <a:pt x="9645" y="10183"/>
                    <a:pt x="9645" y="7250"/>
                  </a:cubicBezTo>
                  <a:cubicBezTo>
                    <a:pt x="9476" y="5720"/>
                    <a:pt x="10052" y="4386"/>
                    <a:pt x="10992" y="3263"/>
                  </a:cubicBezTo>
                  <a:cubicBezTo>
                    <a:pt x="11933" y="2098"/>
                    <a:pt x="13449" y="1579"/>
                    <a:pt x="14796" y="1340"/>
                  </a:cubicBezTo>
                  <a:close/>
                  <a:moveTo>
                    <a:pt x="30519" y="0"/>
                  </a:moveTo>
                  <a:cubicBezTo>
                    <a:pt x="30331" y="0"/>
                    <a:pt x="30140" y="16"/>
                    <a:pt x="29943" y="49"/>
                  </a:cubicBezTo>
                  <a:cubicBezTo>
                    <a:pt x="27079" y="49"/>
                    <a:pt x="24735" y="2744"/>
                    <a:pt x="24622" y="5902"/>
                  </a:cubicBezTo>
                  <a:cubicBezTo>
                    <a:pt x="24155" y="5771"/>
                    <a:pt x="23666" y="5699"/>
                    <a:pt x="23174" y="5699"/>
                  </a:cubicBezTo>
                  <a:cubicBezTo>
                    <a:pt x="22558" y="5699"/>
                    <a:pt x="21937" y="5813"/>
                    <a:pt x="21352" y="6071"/>
                  </a:cubicBezTo>
                  <a:cubicBezTo>
                    <a:pt x="20874" y="2912"/>
                    <a:pt x="18193" y="582"/>
                    <a:pt x="14796" y="582"/>
                  </a:cubicBezTo>
                  <a:cubicBezTo>
                    <a:pt x="13098" y="807"/>
                    <a:pt x="11582" y="1579"/>
                    <a:pt x="10403" y="2688"/>
                  </a:cubicBezTo>
                  <a:cubicBezTo>
                    <a:pt x="9883" y="3333"/>
                    <a:pt x="9476" y="4035"/>
                    <a:pt x="9181" y="4737"/>
                  </a:cubicBezTo>
                  <a:lnTo>
                    <a:pt x="1" y="4204"/>
                  </a:lnTo>
                  <a:lnTo>
                    <a:pt x="1" y="4793"/>
                  </a:lnTo>
                  <a:lnTo>
                    <a:pt x="8999" y="5495"/>
                  </a:lnTo>
                  <a:cubicBezTo>
                    <a:pt x="8887" y="6071"/>
                    <a:pt x="8830" y="6660"/>
                    <a:pt x="8887" y="7250"/>
                  </a:cubicBezTo>
                  <a:cubicBezTo>
                    <a:pt x="8887" y="10633"/>
                    <a:pt x="11750" y="13328"/>
                    <a:pt x="15147" y="13328"/>
                  </a:cubicBezTo>
                  <a:lnTo>
                    <a:pt x="15386" y="13328"/>
                  </a:lnTo>
                  <a:cubicBezTo>
                    <a:pt x="18895" y="13160"/>
                    <a:pt x="21464" y="10226"/>
                    <a:pt x="21408" y="6955"/>
                  </a:cubicBezTo>
                  <a:cubicBezTo>
                    <a:pt x="21978" y="6605"/>
                    <a:pt x="22581" y="6445"/>
                    <a:pt x="23181" y="6445"/>
                  </a:cubicBezTo>
                  <a:cubicBezTo>
                    <a:pt x="23689" y="6445"/>
                    <a:pt x="24196" y="6560"/>
                    <a:pt x="24679" y="6773"/>
                  </a:cubicBezTo>
                  <a:cubicBezTo>
                    <a:pt x="24917" y="8597"/>
                    <a:pt x="25675" y="10170"/>
                    <a:pt x="26728" y="11222"/>
                  </a:cubicBezTo>
                  <a:cubicBezTo>
                    <a:pt x="27669" y="11980"/>
                    <a:pt x="28834" y="12570"/>
                    <a:pt x="30125" y="12570"/>
                  </a:cubicBezTo>
                  <a:lnTo>
                    <a:pt x="30350" y="12570"/>
                  </a:lnTo>
                  <a:cubicBezTo>
                    <a:pt x="33396" y="12331"/>
                    <a:pt x="35614" y="9355"/>
                    <a:pt x="35614" y="5902"/>
                  </a:cubicBezTo>
                  <a:cubicBezTo>
                    <a:pt x="35445" y="4204"/>
                    <a:pt x="34687" y="2505"/>
                    <a:pt x="33564" y="1340"/>
                  </a:cubicBezTo>
                  <a:cubicBezTo>
                    <a:pt x="32569" y="537"/>
                    <a:pt x="31616" y="0"/>
                    <a:pt x="30519"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1" name="Google Shape;1481;p40"/>
            <p:cNvSpPr/>
            <p:nvPr/>
          </p:nvSpPr>
          <p:spPr>
            <a:xfrm>
              <a:off x="3315425" y="280375"/>
              <a:ext cx="972025" cy="551550"/>
            </a:xfrm>
            <a:custGeom>
              <a:avLst/>
              <a:gdLst/>
              <a:ahLst/>
              <a:cxnLst/>
              <a:rect l="l" t="t" r="r" b="b"/>
              <a:pathLst>
                <a:path w="38881" h="22062" extrusionOk="0">
                  <a:moveTo>
                    <a:pt x="27491" y="1"/>
                  </a:moveTo>
                  <a:cubicBezTo>
                    <a:pt x="20076" y="1"/>
                    <a:pt x="19699" y="5017"/>
                    <a:pt x="16104" y="5017"/>
                  </a:cubicBezTo>
                  <a:cubicBezTo>
                    <a:pt x="15923" y="5017"/>
                    <a:pt x="15734" y="5004"/>
                    <a:pt x="15536" y="4978"/>
                  </a:cubicBezTo>
                  <a:cubicBezTo>
                    <a:pt x="14626" y="4870"/>
                    <a:pt x="13716" y="4809"/>
                    <a:pt x="12822" y="4809"/>
                  </a:cubicBezTo>
                  <a:cubicBezTo>
                    <a:pt x="5914" y="4809"/>
                    <a:pt x="0" y="8439"/>
                    <a:pt x="2846" y="22061"/>
                  </a:cubicBezTo>
                  <a:cubicBezTo>
                    <a:pt x="2846" y="22061"/>
                    <a:pt x="9107" y="20882"/>
                    <a:pt x="9107" y="15043"/>
                  </a:cubicBezTo>
                  <a:cubicBezTo>
                    <a:pt x="9107" y="9540"/>
                    <a:pt x="14610" y="8192"/>
                    <a:pt x="14610" y="8192"/>
                  </a:cubicBezTo>
                  <a:cubicBezTo>
                    <a:pt x="14610" y="8192"/>
                    <a:pt x="17108" y="13351"/>
                    <a:pt x="21954" y="13351"/>
                  </a:cubicBezTo>
                  <a:cubicBezTo>
                    <a:pt x="23347" y="13351"/>
                    <a:pt x="24933" y="12925"/>
                    <a:pt x="26710" y="11828"/>
                  </a:cubicBezTo>
                  <a:cubicBezTo>
                    <a:pt x="27549" y="11278"/>
                    <a:pt x="28311" y="11056"/>
                    <a:pt x="28995" y="11056"/>
                  </a:cubicBezTo>
                  <a:cubicBezTo>
                    <a:pt x="31890" y="11056"/>
                    <a:pt x="33378" y="15043"/>
                    <a:pt x="33378" y="15043"/>
                  </a:cubicBezTo>
                  <a:cubicBezTo>
                    <a:pt x="38880" y="15043"/>
                    <a:pt x="36017" y="823"/>
                    <a:pt x="28998" y="65"/>
                  </a:cubicBezTo>
                  <a:cubicBezTo>
                    <a:pt x="28465" y="21"/>
                    <a:pt x="27964" y="1"/>
                    <a:pt x="27491"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482" name="Google Shape;1482;p40"/>
          <p:cNvGrpSpPr/>
          <p:nvPr/>
        </p:nvGrpSpPr>
        <p:grpSpPr>
          <a:xfrm>
            <a:off x="1915941" y="968198"/>
            <a:ext cx="499565" cy="373207"/>
            <a:chOff x="371391" y="975898"/>
            <a:chExt cx="499565" cy="373207"/>
          </a:xfrm>
        </p:grpSpPr>
        <p:sp>
          <p:nvSpPr>
            <p:cNvPr id="1483" name="Google Shape;1483;p40"/>
            <p:cNvSpPr/>
            <p:nvPr/>
          </p:nvSpPr>
          <p:spPr>
            <a:xfrm>
              <a:off x="666125" y="1254393"/>
              <a:ext cx="54825" cy="94697"/>
            </a:xfrm>
            <a:custGeom>
              <a:avLst/>
              <a:gdLst/>
              <a:ahLst/>
              <a:cxnLst/>
              <a:rect l="l" t="t" r="r" b="b"/>
              <a:pathLst>
                <a:path w="3626" h="6263" extrusionOk="0">
                  <a:moveTo>
                    <a:pt x="2347" y="1"/>
                  </a:moveTo>
                  <a:cubicBezTo>
                    <a:pt x="2159" y="1"/>
                    <a:pt x="1984" y="222"/>
                    <a:pt x="2147" y="414"/>
                  </a:cubicBezTo>
                  <a:cubicBezTo>
                    <a:pt x="3101" y="1486"/>
                    <a:pt x="3042" y="3371"/>
                    <a:pt x="1659" y="4014"/>
                  </a:cubicBezTo>
                  <a:cubicBezTo>
                    <a:pt x="1622" y="4014"/>
                    <a:pt x="1622" y="4044"/>
                    <a:pt x="1622" y="4044"/>
                  </a:cubicBezTo>
                  <a:cubicBezTo>
                    <a:pt x="1534" y="4044"/>
                    <a:pt x="1437" y="4044"/>
                    <a:pt x="1378" y="4140"/>
                  </a:cubicBezTo>
                  <a:cubicBezTo>
                    <a:pt x="1296" y="4155"/>
                    <a:pt x="1214" y="4163"/>
                    <a:pt x="1133" y="4163"/>
                  </a:cubicBezTo>
                  <a:cubicBezTo>
                    <a:pt x="911" y="4163"/>
                    <a:pt x="698" y="4106"/>
                    <a:pt x="513" y="4014"/>
                  </a:cubicBezTo>
                  <a:cubicBezTo>
                    <a:pt x="468" y="3991"/>
                    <a:pt x="425" y="3981"/>
                    <a:pt x="384" y="3981"/>
                  </a:cubicBezTo>
                  <a:cubicBezTo>
                    <a:pt x="147" y="3981"/>
                    <a:pt x="0" y="4312"/>
                    <a:pt x="240" y="4413"/>
                  </a:cubicBezTo>
                  <a:cubicBezTo>
                    <a:pt x="484" y="4539"/>
                    <a:pt x="765" y="4628"/>
                    <a:pt x="1038" y="4665"/>
                  </a:cubicBezTo>
                  <a:cubicBezTo>
                    <a:pt x="853" y="4909"/>
                    <a:pt x="669" y="5093"/>
                    <a:pt x="365" y="5093"/>
                  </a:cubicBezTo>
                  <a:cubicBezTo>
                    <a:pt x="55" y="5093"/>
                    <a:pt x="25" y="5589"/>
                    <a:pt x="329" y="5589"/>
                  </a:cubicBezTo>
                  <a:cubicBezTo>
                    <a:pt x="346" y="5589"/>
                    <a:pt x="363" y="5590"/>
                    <a:pt x="380" y="5590"/>
                  </a:cubicBezTo>
                  <a:cubicBezTo>
                    <a:pt x="1025" y="5590"/>
                    <a:pt x="1328" y="5051"/>
                    <a:pt x="1659" y="4568"/>
                  </a:cubicBezTo>
                  <a:lnTo>
                    <a:pt x="1659" y="4568"/>
                  </a:lnTo>
                  <a:cubicBezTo>
                    <a:pt x="1903" y="4968"/>
                    <a:pt x="1844" y="5707"/>
                    <a:pt x="1319" y="5774"/>
                  </a:cubicBezTo>
                  <a:cubicBezTo>
                    <a:pt x="1018" y="5831"/>
                    <a:pt x="1099" y="6263"/>
                    <a:pt x="1380" y="6263"/>
                  </a:cubicBezTo>
                  <a:cubicBezTo>
                    <a:pt x="1389" y="6263"/>
                    <a:pt x="1398" y="6262"/>
                    <a:pt x="1408" y="6261"/>
                  </a:cubicBezTo>
                  <a:cubicBezTo>
                    <a:pt x="2273" y="6173"/>
                    <a:pt x="2517" y="4997"/>
                    <a:pt x="2088" y="4354"/>
                  </a:cubicBezTo>
                  <a:cubicBezTo>
                    <a:pt x="3567" y="3460"/>
                    <a:pt x="3626" y="1338"/>
                    <a:pt x="2517" y="74"/>
                  </a:cubicBezTo>
                  <a:cubicBezTo>
                    <a:pt x="2466" y="23"/>
                    <a:pt x="2406" y="1"/>
                    <a:pt x="234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84" name="Google Shape;1484;p40"/>
            <p:cNvGrpSpPr/>
            <p:nvPr/>
          </p:nvGrpSpPr>
          <p:grpSpPr>
            <a:xfrm>
              <a:off x="391183" y="1161314"/>
              <a:ext cx="160756" cy="140616"/>
              <a:chOff x="391183" y="1161314"/>
              <a:chExt cx="160756" cy="140616"/>
            </a:xfrm>
          </p:grpSpPr>
          <p:sp>
            <p:nvSpPr>
              <p:cNvPr id="1485" name="Google Shape;1485;p40"/>
              <p:cNvSpPr/>
              <p:nvPr/>
            </p:nvSpPr>
            <p:spPr>
              <a:xfrm>
                <a:off x="423087" y="1161314"/>
                <a:ext cx="125163" cy="94470"/>
              </a:xfrm>
              <a:custGeom>
                <a:avLst/>
                <a:gdLst/>
                <a:ahLst/>
                <a:cxnLst/>
                <a:rect l="l" t="t" r="r" b="b"/>
                <a:pathLst>
                  <a:path w="8278" h="6248" extrusionOk="0">
                    <a:moveTo>
                      <a:pt x="1650" y="1"/>
                    </a:moveTo>
                    <a:cubicBezTo>
                      <a:pt x="794" y="1"/>
                      <a:pt x="1" y="766"/>
                      <a:pt x="234" y="1639"/>
                    </a:cubicBezTo>
                    <a:cubicBezTo>
                      <a:pt x="1129" y="4537"/>
                      <a:pt x="4544" y="5609"/>
                      <a:pt x="7287" y="6230"/>
                    </a:cubicBezTo>
                    <a:cubicBezTo>
                      <a:pt x="7344" y="6242"/>
                      <a:pt x="7399" y="6248"/>
                      <a:pt x="7450" y="6248"/>
                    </a:cubicBezTo>
                    <a:cubicBezTo>
                      <a:pt x="8042" y="6248"/>
                      <a:pt x="8278" y="5475"/>
                      <a:pt x="7938" y="4965"/>
                    </a:cubicBezTo>
                    <a:lnTo>
                      <a:pt x="7901" y="4965"/>
                    </a:lnTo>
                    <a:cubicBezTo>
                      <a:pt x="6053" y="3332"/>
                      <a:pt x="4485" y="1269"/>
                      <a:pt x="2171" y="101"/>
                    </a:cubicBezTo>
                    <a:cubicBezTo>
                      <a:pt x="2000" y="32"/>
                      <a:pt x="1824" y="1"/>
                      <a:pt x="1650"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6" name="Google Shape;1486;p40"/>
              <p:cNvSpPr/>
              <p:nvPr/>
            </p:nvSpPr>
            <p:spPr>
              <a:xfrm>
                <a:off x="391183" y="1237277"/>
                <a:ext cx="160756" cy="64653"/>
              </a:xfrm>
              <a:custGeom>
                <a:avLst/>
                <a:gdLst/>
                <a:ahLst/>
                <a:cxnLst/>
                <a:rect l="l" t="t" r="r" b="b"/>
                <a:pathLst>
                  <a:path w="10632" h="4276" extrusionOk="0">
                    <a:moveTo>
                      <a:pt x="9427" y="1"/>
                    </a:moveTo>
                    <a:cubicBezTo>
                      <a:pt x="6721" y="311"/>
                      <a:pt x="3912" y="67"/>
                      <a:pt x="1265" y="1080"/>
                    </a:cubicBezTo>
                    <a:cubicBezTo>
                      <a:pt x="186" y="1605"/>
                      <a:pt x="1" y="3239"/>
                      <a:pt x="1051" y="3793"/>
                    </a:cubicBezTo>
                    <a:cubicBezTo>
                      <a:pt x="1772" y="4131"/>
                      <a:pt x="2516" y="4275"/>
                      <a:pt x="3265" y="4275"/>
                    </a:cubicBezTo>
                    <a:cubicBezTo>
                      <a:pt x="5650" y="4275"/>
                      <a:pt x="8085" y="2811"/>
                      <a:pt x="9981" y="1450"/>
                    </a:cubicBezTo>
                    <a:cubicBezTo>
                      <a:pt x="10632" y="991"/>
                      <a:pt x="10166" y="97"/>
                      <a:pt x="9427"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87" name="Google Shape;1487;p40"/>
            <p:cNvSpPr/>
            <p:nvPr/>
          </p:nvSpPr>
          <p:spPr>
            <a:xfrm>
              <a:off x="501635" y="1003099"/>
              <a:ext cx="356696" cy="279357"/>
            </a:xfrm>
            <a:custGeom>
              <a:avLst/>
              <a:gdLst/>
              <a:ahLst/>
              <a:cxnLst/>
              <a:rect l="l" t="t" r="r" b="b"/>
              <a:pathLst>
                <a:path w="23591" h="18476" extrusionOk="0">
                  <a:moveTo>
                    <a:pt x="17466" y="0"/>
                  </a:moveTo>
                  <a:cubicBezTo>
                    <a:pt x="14735" y="0"/>
                    <a:pt x="12204" y="1552"/>
                    <a:pt x="10594" y="3601"/>
                  </a:cubicBezTo>
                  <a:cubicBezTo>
                    <a:pt x="10380" y="3845"/>
                    <a:pt x="10165" y="4126"/>
                    <a:pt x="9980" y="4370"/>
                  </a:cubicBezTo>
                  <a:cubicBezTo>
                    <a:pt x="9640" y="4836"/>
                    <a:pt x="9330" y="5294"/>
                    <a:pt x="9027" y="5789"/>
                  </a:cubicBezTo>
                  <a:cubicBezTo>
                    <a:pt x="8775" y="6129"/>
                    <a:pt x="8502" y="6528"/>
                    <a:pt x="8221" y="6957"/>
                  </a:cubicBezTo>
                  <a:cubicBezTo>
                    <a:pt x="6099" y="10498"/>
                    <a:pt x="2957" y="13152"/>
                    <a:pt x="0" y="15954"/>
                  </a:cubicBezTo>
                  <a:cubicBezTo>
                    <a:pt x="2476" y="18306"/>
                    <a:pt x="6214" y="18474"/>
                    <a:pt x="9671" y="18474"/>
                  </a:cubicBezTo>
                  <a:cubicBezTo>
                    <a:pt x="10247" y="18474"/>
                    <a:pt x="10815" y="18470"/>
                    <a:pt x="11368" y="18470"/>
                  </a:cubicBezTo>
                  <a:cubicBezTo>
                    <a:pt x="11669" y="18470"/>
                    <a:pt x="11966" y="18471"/>
                    <a:pt x="12257" y="18475"/>
                  </a:cubicBezTo>
                  <a:cubicBezTo>
                    <a:pt x="12812" y="18446"/>
                    <a:pt x="13366" y="18357"/>
                    <a:pt x="13921" y="18261"/>
                  </a:cubicBezTo>
                  <a:cubicBezTo>
                    <a:pt x="17743" y="17522"/>
                    <a:pt x="21188" y="15185"/>
                    <a:pt x="22607" y="11238"/>
                  </a:cubicBezTo>
                  <a:cubicBezTo>
                    <a:pt x="22792" y="10713"/>
                    <a:pt x="22977" y="10225"/>
                    <a:pt x="23103" y="9700"/>
                  </a:cubicBezTo>
                  <a:cubicBezTo>
                    <a:pt x="23591" y="7637"/>
                    <a:pt x="23502" y="5449"/>
                    <a:pt x="22637" y="3475"/>
                  </a:cubicBezTo>
                  <a:cubicBezTo>
                    <a:pt x="22422" y="2987"/>
                    <a:pt x="22149" y="2522"/>
                    <a:pt x="21838" y="2093"/>
                  </a:cubicBezTo>
                  <a:cubicBezTo>
                    <a:pt x="21498" y="1627"/>
                    <a:pt x="21099" y="1257"/>
                    <a:pt x="20670" y="984"/>
                  </a:cubicBezTo>
                  <a:cubicBezTo>
                    <a:pt x="20205" y="644"/>
                    <a:pt x="19709" y="400"/>
                    <a:pt x="19192" y="245"/>
                  </a:cubicBezTo>
                  <a:cubicBezTo>
                    <a:pt x="18940" y="178"/>
                    <a:pt x="18667" y="119"/>
                    <a:pt x="18386" y="60"/>
                  </a:cubicBezTo>
                  <a:cubicBezTo>
                    <a:pt x="18077" y="20"/>
                    <a:pt x="17770" y="0"/>
                    <a:pt x="17466"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8" name="Google Shape;1488;p40"/>
            <p:cNvSpPr/>
            <p:nvPr/>
          </p:nvSpPr>
          <p:spPr>
            <a:xfrm>
              <a:off x="572835" y="1118374"/>
              <a:ext cx="279901" cy="164082"/>
            </a:xfrm>
            <a:custGeom>
              <a:avLst/>
              <a:gdLst/>
              <a:ahLst/>
              <a:cxnLst/>
              <a:rect l="l" t="t" r="r" b="b"/>
              <a:pathLst>
                <a:path w="18512" h="10852" extrusionOk="0">
                  <a:moveTo>
                    <a:pt x="15090" y="1"/>
                  </a:moveTo>
                  <a:cubicBezTo>
                    <a:pt x="11622" y="1"/>
                    <a:pt x="8672" y="2352"/>
                    <a:pt x="6839" y="5188"/>
                  </a:cubicBezTo>
                  <a:cubicBezTo>
                    <a:pt x="5700" y="6970"/>
                    <a:pt x="4406" y="8419"/>
                    <a:pt x="2285" y="8914"/>
                  </a:cubicBezTo>
                  <a:cubicBezTo>
                    <a:pt x="1508" y="9099"/>
                    <a:pt x="0" y="9742"/>
                    <a:pt x="1080" y="10607"/>
                  </a:cubicBezTo>
                  <a:cubicBezTo>
                    <a:pt x="1080" y="10637"/>
                    <a:pt x="1109" y="10666"/>
                    <a:pt x="1139" y="10666"/>
                  </a:cubicBezTo>
                  <a:cubicBezTo>
                    <a:pt x="2530" y="10829"/>
                    <a:pt x="3959" y="10846"/>
                    <a:pt x="5335" y="10846"/>
                  </a:cubicBezTo>
                  <a:cubicBezTo>
                    <a:pt x="5718" y="10846"/>
                    <a:pt x="6097" y="10845"/>
                    <a:pt x="6470" y="10845"/>
                  </a:cubicBezTo>
                  <a:cubicBezTo>
                    <a:pt x="6836" y="10845"/>
                    <a:pt x="7196" y="10846"/>
                    <a:pt x="7548" y="10851"/>
                  </a:cubicBezTo>
                  <a:cubicBezTo>
                    <a:pt x="8103" y="10822"/>
                    <a:pt x="8657" y="10733"/>
                    <a:pt x="9212" y="10637"/>
                  </a:cubicBezTo>
                  <a:cubicBezTo>
                    <a:pt x="13034" y="9898"/>
                    <a:pt x="16479" y="7561"/>
                    <a:pt x="17898" y="3614"/>
                  </a:cubicBezTo>
                  <a:cubicBezTo>
                    <a:pt x="18083" y="3089"/>
                    <a:pt x="18268" y="2601"/>
                    <a:pt x="18394" y="2076"/>
                  </a:cubicBezTo>
                  <a:cubicBezTo>
                    <a:pt x="18423" y="1891"/>
                    <a:pt x="18482" y="1706"/>
                    <a:pt x="18512" y="1492"/>
                  </a:cubicBezTo>
                  <a:cubicBezTo>
                    <a:pt x="18054" y="597"/>
                    <a:pt x="17033" y="132"/>
                    <a:pt x="15895" y="43"/>
                  </a:cubicBezTo>
                  <a:cubicBezTo>
                    <a:pt x="15624" y="15"/>
                    <a:pt x="15355" y="1"/>
                    <a:pt x="15090"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89" name="Google Shape;1489;p40"/>
            <p:cNvSpPr/>
            <p:nvPr/>
          </p:nvSpPr>
          <p:spPr>
            <a:xfrm>
              <a:off x="774233" y="1035259"/>
              <a:ext cx="28229" cy="19974"/>
            </a:xfrm>
            <a:custGeom>
              <a:avLst/>
              <a:gdLst/>
              <a:ahLst/>
              <a:cxnLst/>
              <a:rect l="l" t="t" r="r" b="b"/>
              <a:pathLst>
                <a:path w="1867" h="1321" extrusionOk="0">
                  <a:moveTo>
                    <a:pt x="936" y="1"/>
                  </a:moveTo>
                  <a:cubicBezTo>
                    <a:pt x="879" y="1"/>
                    <a:pt x="819" y="8"/>
                    <a:pt x="756" y="25"/>
                  </a:cubicBezTo>
                  <a:cubicBezTo>
                    <a:pt x="0" y="248"/>
                    <a:pt x="218" y="1320"/>
                    <a:pt x="891" y="1320"/>
                  </a:cubicBezTo>
                  <a:cubicBezTo>
                    <a:pt x="955" y="1320"/>
                    <a:pt x="1024" y="1310"/>
                    <a:pt x="1096" y="1289"/>
                  </a:cubicBezTo>
                  <a:cubicBezTo>
                    <a:pt x="1867" y="1091"/>
                    <a:pt x="1612" y="1"/>
                    <a:pt x="936"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0" name="Google Shape;1490;p40"/>
            <p:cNvSpPr/>
            <p:nvPr/>
          </p:nvSpPr>
          <p:spPr>
            <a:xfrm>
              <a:off x="819745" y="1039870"/>
              <a:ext cx="51211" cy="30890"/>
            </a:xfrm>
            <a:custGeom>
              <a:avLst/>
              <a:gdLst/>
              <a:ahLst/>
              <a:cxnLst/>
              <a:rect l="l" t="t" r="r" b="b"/>
              <a:pathLst>
                <a:path w="3387" h="2043" extrusionOk="0">
                  <a:moveTo>
                    <a:pt x="1568" y="1"/>
                  </a:moveTo>
                  <a:cubicBezTo>
                    <a:pt x="1228" y="1"/>
                    <a:pt x="829" y="90"/>
                    <a:pt x="518" y="304"/>
                  </a:cubicBezTo>
                  <a:cubicBezTo>
                    <a:pt x="1" y="703"/>
                    <a:pt x="186" y="1938"/>
                    <a:pt x="770" y="2034"/>
                  </a:cubicBezTo>
                  <a:cubicBezTo>
                    <a:pt x="805" y="2040"/>
                    <a:pt x="842" y="2043"/>
                    <a:pt x="878" y="2043"/>
                  </a:cubicBezTo>
                  <a:cubicBezTo>
                    <a:pt x="1192" y="2043"/>
                    <a:pt x="1541" y="1833"/>
                    <a:pt x="1812" y="1694"/>
                  </a:cubicBezTo>
                  <a:cubicBezTo>
                    <a:pt x="1938" y="1627"/>
                    <a:pt x="2034" y="1568"/>
                    <a:pt x="2123" y="1509"/>
                  </a:cubicBezTo>
                  <a:cubicBezTo>
                    <a:pt x="2152" y="1509"/>
                    <a:pt x="2677" y="1228"/>
                    <a:pt x="2921" y="1073"/>
                  </a:cubicBezTo>
                  <a:cubicBezTo>
                    <a:pt x="3047" y="1014"/>
                    <a:pt x="3232" y="984"/>
                    <a:pt x="3261" y="799"/>
                  </a:cubicBezTo>
                  <a:cubicBezTo>
                    <a:pt x="3387" y="489"/>
                    <a:pt x="3017" y="304"/>
                    <a:pt x="2862" y="245"/>
                  </a:cubicBezTo>
                  <a:cubicBezTo>
                    <a:pt x="2648" y="149"/>
                    <a:pt x="2367" y="119"/>
                    <a:pt x="2152" y="60"/>
                  </a:cubicBezTo>
                  <a:cubicBezTo>
                    <a:pt x="1967" y="30"/>
                    <a:pt x="1753" y="1"/>
                    <a:pt x="1568"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91" name="Google Shape;1491;p40"/>
            <p:cNvGrpSpPr/>
            <p:nvPr/>
          </p:nvGrpSpPr>
          <p:grpSpPr>
            <a:xfrm>
              <a:off x="753580" y="1067827"/>
              <a:ext cx="34383" cy="30784"/>
              <a:chOff x="3323588" y="-610525"/>
              <a:chExt cx="56850" cy="50900"/>
            </a:xfrm>
          </p:grpSpPr>
          <p:sp>
            <p:nvSpPr>
              <p:cNvPr id="1492" name="Google Shape;1492;p40"/>
              <p:cNvSpPr/>
              <p:nvPr/>
            </p:nvSpPr>
            <p:spPr>
              <a:xfrm>
                <a:off x="3341338" y="-610525"/>
                <a:ext cx="23850" cy="49575"/>
              </a:xfrm>
              <a:custGeom>
                <a:avLst/>
                <a:gdLst/>
                <a:ahLst/>
                <a:cxnLst/>
                <a:rect l="l" t="t" r="r" b="b"/>
                <a:pathLst>
                  <a:path w="954" h="1983" extrusionOk="0">
                    <a:moveTo>
                      <a:pt x="555" y="0"/>
                    </a:moveTo>
                    <a:cubicBezTo>
                      <a:pt x="555" y="0"/>
                      <a:pt x="555" y="30"/>
                      <a:pt x="525" y="30"/>
                    </a:cubicBezTo>
                    <a:cubicBezTo>
                      <a:pt x="215" y="333"/>
                      <a:pt x="59" y="887"/>
                      <a:pt x="30" y="1257"/>
                    </a:cubicBezTo>
                    <a:cubicBezTo>
                      <a:pt x="3" y="1426"/>
                      <a:pt x="0" y="1983"/>
                      <a:pt x="231" y="1983"/>
                    </a:cubicBezTo>
                    <a:cubicBezTo>
                      <a:pt x="253" y="1983"/>
                      <a:pt x="277" y="1977"/>
                      <a:pt x="303" y="1967"/>
                    </a:cubicBezTo>
                    <a:cubicBezTo>
                      <a:pt x="584" y="1848"/>
                      <a:pt x="739" y="1323"/>
                      <a:pt x="799" y="1042"/>
                    </a:cubicBezTo>
                    <a:cubicBezTo>
                      <a:pt x="858" y="702"/>
                      <a:pt x="954" y="59"/>
                      <a:pt x="614"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3" name="Google Shape;1493;p40"/>
              <p:cNvSpPr/>
              <p:nvPr/>
            </p:nvSpPr>
            <p:spPr>
              <a:xfrm>
                <a:off x="3323588" y="-599825"/>
                <a:ext cx="15375" cy="40200"/>
              </a:xfrm>
              <a:custGeom>
                <a:avLst/>
                <a:gdLst/>
                <a:ahLst/>
                <a:cxnLst/>
                <a:rect l="l" t="t" r="r" b="b"/>
                <a:pathLst>
                  <a:path w="615" h="1608" extrusionOk="0">
                    <a:moveTo>
                      <a:pt x="429" y="1"/>
                    </a:moveTo>
                    <a:cubicBezTo>
                      <a:pt x="400" y="1"/>
                      <a:pt x="400" y="1"/>
                      <a:pt x="370" y="30"/>
                    </a:cubicBezTo>
                    <a:cubicBezTo>
                      <a:pt x="370" y="30"/>
                      <a:pt x="341" y="30"/>
                      <a:pt x="341" y="60"/>
                    </a:cubicBezTo>
                    <a:cubicBezTo>
                      <a:pt x="89" y="430"/>
                      <a:pt x="30" y="829"/>
                      <a:pt x="30" y="1198"/>
                    </a:cubicBezTo>
                    <a:cubicBezTo>
                      <a:pt x="2" y="1318"/>
                      <a:pt x="0" y="1607"/>
                      <a:pt x="136" y="1607"/>
                    </a:cubicBezTo>
                    <a:cubicBezTo>
                      <a:pt x="142" y="1607"/>
                      <a:pt x="149" y="1606"/>
                      <a:pt x="156" y="1605"/>
                    </a:cubicBezTo>
                    <a:cubicBezTo>
                      <a:pt x="341" y="1539"/>
                      <a:pt x="459" y="1110"/>
                      <a:pt x="496" y="955"/>
                    </a:cubicBezTo>
                    <a:cubicBezTo>
                      <a:pt x="525" y="681"/>
                      <a:pt x="614" y="156"/>
                      <a:pt x="429" y="1"/>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4" name="Google Shape;1494;p40"/>
              <p:cNvSpPr/>
              <p:nvPr/>
            </p:nvSpPr>
            <p:spPr>
              <a:xfrm>
                <a:off x="3362763" y="-609075"/>
                <a:ext cx="17675" cy="37800"/>
              </a:xfrm>
              <a:custGeom>
                <a:avLst/>
                <a:gdLst/>
                <a:ahLst/>
                <a:cxnLst/>
                <a:rect l="l" t="t" r="r" b="b"/>
                <a:pathLst>
                  <a:path w="707" h="1512" extrusionOk="0">
                    <a:moveTo>
                      <a:pt x="480" y="0"/>
                    </a:moveTo>
                    <a:cubicBezTo>
                      <a:pt x="476" y="0"/>
                      <a:pt x="471" y="1"/>
                      <a:pt x="466" y="1"/>
                    </a:cubicBezTo>
                    <a:cubicBezTo>
                      <a:pt x="341" y="1"/>
                      <a:pt x="252" y="245"/>
                      <a:pt x="222" y="430"/>
                    </a:cubicBezTo>
                    <a:cubicBezTo>
                      <a:pt x="97" y="800"/>
                      <a:pt x="1" y="1236"/>
                      <a:pt x="156" y="1450"/>
                    </a:cubicBezTo>
                    <a:cubicBezTo>
                      <a:pt x="183" y="1493"/>
                      <a:pt x="212" y="1511"/>
                      <a:pt x="241" y="1511"/>
                    </a:cubicBezTo>
                    <a:cubicBezTo>
                      <a:pt x="380" y="1511"/>
                      <a:pt x="531" y="1102"/>
                      <a:pt x="555" y="925"/>
                    </a:cubicBezTo>
                    <a:cubicBezTo>
                      <a:pt x="620" y="715"/>
                      <a:pt x="707" y="0"/>
                      <a:pt x="480"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95" name="Google Shape;1495;p40"/>
            <p:cNvSpPr/>
            <p:nvPr/>
          </p:nvSpPr>
          <p:spPr>
            <a:xfrm>
              <a:off x="505309" y="1090749"/>
              <a:ext cx="180321" cy="70626"/>
            </a:xfrm>
            <a:custGeom>
              <a:avLst/>
              <a:gdLst/>
              <a:ahLst/>
              <a:cxnLst/>
              <a:rect l="l" t="t" r="r" b="b"/>
              <a:pathLst>
                <a:path w="11926" h="4671" extrusionOk="0">
                  <a:moveTo>
                    <a:pt x="5003" y="1"/>
                  </a:moveTo>
                  <a:cubicBezTo>
                    <a:pt x="3652" y="1"/>
                    <a:pt x="2343" y="311"/>
                    <a:pt x="1169" y="1101"/>
                  </a:cubicBezTo>
                  <a:cubicBezTo>
                    <a:pt x="1" y="1959"/>
                    <a:pt x="526" y="3933"/>
                    <a:pt x="1945" y="4361"/>
                  </a:cubicBezTo>
                  <a:cubicBezTo>
                    <a:pt x="2976" y="4586"/>
                    <a:pt x="4000" y="4670"/>
                    <a:pt x="5020" y="4670"/>
                  </a:cubicBezTo>
                  <a:cubicBezTo>
                    <a:pt x="6379" y="4670"/>
                    <a:pt x="7731" y="4522"/>
                    <a:pt x="9087" y="4361"/>
                  </a:cubicBezTo>
                  <a:cubicBezTo>
                    <a:pt x="9612" y="3689"/>
                    <a:pt x="10262" y="3038"/>
                    <a:pt x="11001" y="2454"/>
                  </a:cubicBezTo>
                  <a:cubicBezTo>
                    <a:pt x="11275" y="2269"/>
                    <a:pt x="11586" y="2084"/>
                    <a:pt x="11926" y="1929"/>
                  </a:cubicBezTo>
                  <a:cubicBezTo>
                    <a:pt x="9816" y="935"/>
                    <a:pt x="7346" y="1"/>
                    <a:pt x="5003"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6" name="Google Shape;1496;p40"/>
            <p:cNvSpPr/>
            <p:nvPr/>
          </p:nvSpPr>
          <p:spPr>
            <a:xfrm>
              <a:off x="553678" y="975898"/>
              <a:ext cx="149612" cy="155645"/>
            </a:xfrm>
            <a:custGeom>
              <a:avLst/>
              <a:gdLst/>
              <a:ahLst/>
              <a:cxnLst/>
              <a:rect l="l" t="t" r="r" b="b"/>
              <a:pathLst>
                <a:path w="9895" h="10294" extrusionOk="0">
                  <a:moveTo>
                    <a:pt x="2350" y="0"/>
                  </a:moveTo>
                  <a:cubicBezTo>
                    <a:pt x="970" y="0"/>
                    <a:pt x="0" y="1723"/>
                    <a:pt x="654" y="3056"/>
                  </a:cubicBezTo>
                  <a:cubicBezTo>
                    <a:pt x="2376" y="6043"/>
                    <a:pt x="5089" y="8047"/>
                    <a:pt x="7492" y="10294"/>
                  </a:cubicBezTo>
                  <a:cubicBezTo>
                    <a:pt x="7618" y="10235"/>
                    <a:pt x="7706" y="10146"/>
                    <a:pt x="7802" y="10050"/>
                  </a:cubicBezTo>
                  <a:cubicBezTo>
                    <a:pt x="8387" y="9621"/>
                    <a:pt x="9126" y="9281"/>
                    <a:pt x="9895" y="9067"/>
                  </a:cubicBezTo>
                  <a:cubicBezTo>
                    <a:pt x="8690" y="5274"/>
                    <a:pt x="6753" y="994"/>
                    <a:pt x="2716" y="40"/>
                  </a:cubicBezTo>
                  <a:cubicBezTo>
                    <a:pt x="2592" y="13"/>
                    <a:pt x="2469" y="0"/>
                    <a:pt x="2350"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497" name="Google Shape;1497;p40"/>
            <p:cNvSpPr/>
            <p:nvPr/>
          </p:nvSpPr>
          <p:spPr>
            <a:xfrm>
              <a:off x="590238" y="1269543"/>
              <a:ext cx="77172" cy="79561"/>
            </a:xfrm>
            <a:custGeom>
              <a:avLst/>
              <a:gdLst/>
              <a:ahLst/>
              <a:cxnLst/>
              <a:rect l="l" t="t" r="r" b="b"/>
              <a:pathLst>
                <a:path w="5104" h="5262" extrusionOk="0">
                  <a:moveTo>
                    <a:pt x="4441" y="1"/>
                  </a:moveTo>
                  <a:cubicBezTo>
                    <a:pt x="4297" y="1"/>
                    <a:pt x="4156" y="118"/>
                    <a:pt x="4209" y="299"/>
                  </a:cubicBezTo>
                  <a:cubicBezTo>
                    <a:pt x="4546" y="1676"/>
                    <a:pt x="3699" y="3323"/>
                    <a:pt x="2158" y="3323"/>
                  </a:cubicBezTo>
                  <a:cubicBezTo>
                    <a:pt x="2144" y="3323"/>
                    <a:pt x="2131" y="3323"/>
                    <a:pt x="2117" y="3323"/>
                  </a:cubicBezTo>
                  <a:lnTo>
                    <a:pt x="2087" y="3323"/>
                  </a:lnTo>
                  <a:cubicBezTo>
                    <a:pt x="2047" y="3282"/>
                    <a:pt x="1998" y="3255"/>
                    <a:pt x="1939" y="3255"/>
                  </a:cubicBezTo>
                  <a:cubicBezTo>
                    <a:pt x="1900" y="3255"/>
                    <a:pt x="1856" y="3267"/>
                    <a:pt x="1806" y="3293"/>
                  </a:cubicBezTo>
                  <a:cubicBezTo>
                    <a:pt x="1533" y="3226"/>
                    <a:pt x="1281" y="3012"/>
                    <a:pt x="1097" y="2768"/>
                  </a:cubicBezTo>
                  <a:cubicBezTo>
                    <a:pt x="1042" y="2694"/>
                    <a:pt x="967" y="2664"/>
                    <a:pt x="892" y="2664"/>
                  </a:cubicBezTo>
                  <a:cubicBezTo>
                    <a:pt x="713" y="2664"/>
                    <a:pt x="537" y="2840"/>
                    <a:pt x="668" y="3012"/>
                  </a:cubicBezTo>
                  <a:cubicBezTo>
                    <a:pt x="853" y="3256"/>
                    <a:pt x="1067" y="3441"/>
                    <a:pt x="1281" y="3596"/>
                  </a:cubicBezTo>
                  <a:cubicBezTo>
                    <a:pt x="1118" y="3680"/>
                    <a:pt x="942" y="3748"/>
                    <a:pt x="758" y="3748"/>
                  </a:cubicBezTo>
                  <a:cubicBezTo>
                    <a:pt x="668" y="3748"/>
                    <a:pt x="576" y="3731"/>
                    <a:pt x="483" y="3692"/>
                  </a:cubicBezTo>
                  <a:cubicBezTo>
                    <a:pt x="442" y="3669"/>
                    <a:pt x="402" y="3659"/>
                    <a:pt x="364" y="3659"/>
                  </a:cubicBezTo>
                  <a:cubicBezTo>
                    <a:pt x="146" y="3659"/>
                    <a:pt x="0" y="3989"/>
                    <a:pt x="239" y="4121"/>
                  </a:cubicBezTo>
                  <a:cubicBezTo>
                    <a:pt x="412" y="4208"/>
                    <a:pt x="576" y="4244"/>
                    <a:pt x="733" y="4244"/>
                  </a:cubicBezTo>
                  <a:cubicBezTo>
                    <a:pt x="1134" y="4244"/>
                    <a:pt x="1496" y="4012"/>
                    <a:pt x="1873" y="3810"/>
                  </a:cubicBezTo>
                  <a:lnTo>
                    <a:pt x="1873" y="3810"/>
                  </a:lnTo>
                  <a:cubicBezTo>
                    <a:pt x="1925" y="4220"/>
                    <a:pt x="1622" y="4767"/>
                    <a:pt x="1212" y="4767"/>
                  </a:cubicBezTo>
                  <a:cubicBezTo>
                    <a:pt x="1155" y="4767"/>
                    <a:pt x="1097" y="4757"/>
                    <a:pt x="1038" y="4735"/>
                  </a:cubicBezTo>
                  <a:cubicBezTo>
                    <a:pt x="1004" y="4722"/>
                    <a:pt x="973" y="4716"/>
                    <a:pt x="945" y="4716"/>
                  </a:cubicBezTo>
                  <a:cubicBezTo>
                    <a:pt x="707" y="4716"/>
                    <a:pt x="641" y="5114"/>
                    <a:pt x="912" y="5200"/>
                  </a:cubicBezTo>
                  <a:cubicBezTo>
                    <a:pt x="1021" y="5242"/>
                    <a:pt x="1130" y="5262"/>
                    <a:pt x="1235" y="5262"/>
                  </a:cubicBezTo>
                  <a:cubicBezTo>
                    <a:pt x="1904" y="5262"/>
                    <a:pt x="2448" y="4477"/>
                    <a:pt x="2390" y="3781"/>
                  </a:cubicBezTo>
                  <a:cubicBezTo>
                    <a:pt x="4091" y="3663"/>
                    <a:pt x="5104" y="1777"/>
                    <a:pt x="4675" y="181"/>
                  </a:cubicBezTo>
                  <a:cubicBezTo>
                    <a:pt x="4636" y="55"/>
                    <a:pt x="4538" y="1"/>
                    <a:pt x="4441"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498" name="Google Shape;1498;p40"/>
            <p:cNvGrpSpPr/>
            <p:nvPr/>
          </p:nvGrpSpPr>
          <p:grpSpPr>
            <a:xfrm>
              <a:off x="505297" y="975898"/>
              <a:ext cx="197981" cy="185477"/>
              <a:chOff x="352959" y="975898"/>
              <a:chExt cx="197981" cy="185477"/>
            </a:xfrm>
          </p:grpSpPr>
          <p:sp>
            <p:nvSpPr>
              <p:cNvPr id="1499" name="Google Shape;1499;p40"/>
              <p:cNvSpPr/>
              <p:nvPr/>
            </p:nvSpPr>
            <p:spPr>
              <a:xfrm>
                <a:off x="352959" y="1090749"/>
                <a:ext cx="180321" cy="70626"/>
              </a:xfrm>
              <a:custGeom>
                <a:avLst/>
                <a:gdLst/>
                <a:ahLst/>
                <a:cxnLst/>
                <a:rect l="l" t="t" r="r" b="b"/>
                <a:pathLst>
                  <a:path w="11926" h="4671" extrusionOk="0">
                    <a:moveTo>
                      <a:pt x="5003" y="1"/>
                    </a:moveTo>
                    <a:cubicBezTo>
                      <a:pt x="3652" y="1"/>
                      <a:pt x="2343" y="311"/>
                      <a:pt x="1169" y="1101"/>
                    </a:cubicBezTo>
                    <a:cubicBezTo>
                      <a:pt x="1" y="1959"/>
                      <a:pt x="526" y="3933"/>
                      <a:pt x="1945" y="4361"/>
                    </a:cubicBezTo>
                    <a:cubicBezTo>
                      <a:pt x="2976" y="4586"/>
                      <a:pt x="4000" y="4670"/>
                      <a:pt x="5020" y="4670"/>
                    </a:cubicBezTo>
                    <a:cubicBezTo>
                      <a:pt x="6379" y="4670"/>
                      <a:pt x="7731" y="4522"/>
                      <a:pt x="9087" y="4361"/>
                    </a:cubicBezTo>
                    <a:cubicBezTo>
                      <a:pt x="9612" y="3689"/>
                      <a:pt x="10262" y="3038"/>
                      <a:pt x="11001" y="2454"/>
                    </a:cubicBezTo>
                    <a:cubicBezTo>
                      <a:pt x="11275" y="2269"/>
                      <a:pt x="11586" y="2084"/>
                      <a:pt x="11926" y="1929"/>
                    </a:cubicBezTo>
                    <a:cubicBezTo>
                      <a:pt x="9816" y="935"/>
                      <a:pt x="7346" y="1"/>
                      <a:pt x="5003" y="1"/>
                    </a:cubicBezTo>
                    <a:close/>
                  </a:path>
                </a:pathLst>
              </a:custGeom>
              <a:solidFill>
                <a:srgbClr val="000000">
                  <a:alpha val="16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0" name="Google Shape;1500;p40"/>
              <p:cNvSpPr/>
              <p:nvPr/>
            </p:nvSpPr>
            <p:spPr>
              <a:xfrm>
                <a:off x="401328" y="975898"/>
                <a:ext cx="149612" cy="155645"/>
              </a:xfrm>
              <a:custGeom>
                <a:avLst/>
                <a:gdLst/>
                <a:ahLst/>
                <a:cxnLst/>
                <a:rect l="l" t="t" r="r" b="b"/>
                <a:pathLst>
                  <a:path w="9895" h="10294" extrusionOk="0">
                    <a:moveTo>
                      <a:pt x="2350" y="0"/>
                    </a:moveTo>
                    <a:cubicBezTo>
                      <a:pt x="970" y="0"/>
                      <a:pt x="0" y="1723"/>
                      <a:pt x="654" y="3056"/>
                    </a:cubicBezTo>
                    <a:cubicBezTo>
                      <a:pt x="2376" y="6043"/>
                      <a:pt x="5089" y="8047"/>
                      <a:pt x="7492" y="10294"/>
                    </a:cubicBezTo>
                    <a:cubicBezTo>
                      <a:pt x="7618" y="10235"/>
                      <a:pt x="7706" y="10146"/>
                      <a:pt x="7802" y="10050"/>
                    </a:cubicBezTo>
                    <a:cubicBezTo>
                      <a:pt x="8387" y="9621"/>
                      <a:pt x="9126" y="9281"/>
                      <a:pt x="9895" y="9067"/>
                    </a:cubicBezTo>
                    <a:cubicBezTo>
                      <a:pt x="8690" y="5274"/>
                      <a:pt x="6753" y="994"/>
                      <a:pt x="2716" y="40"/>
                    </a:cubicBezTo>
                    <a:cubicBezTo>
                      <a:pt x="2592" y="13"/>
                      <a:pt x="2469" y="0"/>
                      <a:pt x="2350" y="0"/>
                    </a:cubicBezTo>
                    <a:close/>
                  </a:path>
                </a:pathLst>
              </a:custGeom>
              <a:solidFill>
                <a:srgbClr val="000000">
                  <a:alpha val="16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01" name="Google Shape;1501;p40"/>
            <p:cNvSpPr/>
            <p:nvPr/>
          </p:nvSpPr>
          <p:spPr>
            <a:xfrm>
              <a:off x="479726" y="1025824"/>
              <a:ext cx="217531" cy="118359"/>
            </a:xfrm>
            <a:custGeom>
              <a:avLst/>
              <a:gdLst/>
              <a:ahLst/>
              <a:cxnLst/>
              <a:rect l="l" t="t" r="r" b="b"/>
              <a:pathLst>
                <a:path w="14387" h="7828" extrusionOk="0">
                  <a:moveTo>
                    <a:pt x="3888" y="0"/>
                  </a:moveTo>
                  <a:cubicBezTo>
                    <a:pt x="3245" y="0"/>
                    <a:pt x="2594" y="79"/>
                    <a:pt x="1937" y="250"/>
                  </a:cubicBezTo>
                  <a:cubicBezTo>
                    <a:pt x="185" y="775"/>
                    <a:pt x="0" y="3333"/>
                    <a:pt x="1479" y="4404"/>
                  </a:cubicBezTo>
                  <a:cubicBezTo>
                    <a:pt x="4591" y="6319"/>
                    <a:pt x="8103" y="6962"/>
                    <a:pt x="11518" y="7827"/>
                  </a:cubicBezTo>
                  <a:cubicBezTo>
                    <a:pt x="11858" y="7428"/>
                    <a:pt x="12257" y="7088"/>
                    <a:pt x="12693" y="6748"/>
                  </a:cubicBezTo>
                  <a:cubicBezTo>
                    <a:pt x="13181" y="6408"/>
                    <a:pt x="13765" y="6105"/>
                    <a:pt x="14386" y="5883"/>
                  </a:cubicBezTo>
                  <a:cubicBezTo>
                    <a:pt x="11571" y="3049"/>
                    <a:pt x="7889" y="0"/>
                    <a:pt x="3888"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02" name="Google Shape;1502;p40"/>
            <p:cNvGrpSpPr/>
            <p:nvPr/>
          </p:nvGrpSpPr>
          <p:grpSpPr>
            <a:xfrm>
              <a:off x="391183" y="1161314"/>
              <a:ext cx="160756" cy="140616"/>
              <a:chOff x="391183" y="1161314"/>
              <a:chExt cx="160756" cy="140616"/>
            </a:xfrm>
          </p:grpSpPr>
          <p:sp>
            <p:nvSpPr>
              <p:cNvPr id="1503" name="Google Shape;1503;p40"/>
              <p:cNvSpPr/>
              <p:nvPr/>
            </p:nvSpPr>
            <p:spPr>
              <a:xfrm>
                <a:off x="423087" y="1161314"/>
                <a:ext cx="125163" cy="94470"/>
              </a:xfrm>
              <a:custGeom>
                <a:avLst/>
                <a:gdLst/>
                <a:ahLst/>
                <a:cxnLst/>
                <a:rect l="l" t="t" r="r" b="b"/>
                <a:pathLst>
                  <a:path w="8278" h="6248" extrusionOk="0">
                    <a:moveTo>
                      <a:pt x="1650" y="1"/>
                    </a:moveTo>
                    <a:cubicBezTo>
                      <a:pt x="794" y="1"/>
                      <a:pt x="1" y="766"/>
                      <a:pt x="234" y="1639"/>
                    </a:cubicBezTo>
                    <a:cubicBezTo>
                      <a:pt x="1129" y="4537"/>
                      <a:pt x="4544" y="5609"/>
                      <a:pt x="7287" y="6230"/>
                    </a:cubicBezTo>
                    <a:cubicBezTo>
                      <a:pt x="7344" y="6242"/>
                      <a:pt x="7399" y="6248"/>
                      <a:pt x="7450" y="6248"/>
                    </a:cubicBezTo>
                    <a:cubicBezTo>
                      <a:pt x="8042" y="6248"/>
                      <a:pt x="8278" y="5475"/>
                      <a:pt x="7938" y="4965"/>
                    </a:cubicBezTo>
                    <a:lnTo>
                      <a:pt x="7901" y="4965"/>
                    </a:lnTo>
                    <a:cubicBezTo>
                      <a:pt x="6053" y="3332"/>
                      <a:pt x="4485" y="1269"/>
                      <a:pt x="2171" y="101"/>
                    </a:cubicBezTo>
                    <a:cubicBezTo>
                      <a:pt x="2000" y="32"/>
                      <a:pt x="1824" y="1"/>
                      <a:pt x="1650" y="1"/>
                    </a:cubicBezTo>
                    <a:close/>
                  </a:path>
                </a:pathLst>
              </a:custGeom>
              <a:solidFill>
                <a:srgbClr val="000000">
                  <a:alpha val="16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04" name="Google Shape;1504;p40"/>
              <p:cNvSpPr/>
              <p:nvPr/>
            </p:nvSpPr>
            <p:spPr>
              <a:xfrm>
                <a:off x="391183" y="1237277"/>
                <a:ext cx="160756" cy="64653"/>
              </a:xfrm>
              <a:custGeom>
                <a:avLst/>
                <a:gdLst/>
                <a:ahLst/>
                <a:cxnLst/>
                <a:rect l="l" t="t" r="r" b="b"/>
                <a:pathLst>
                  <a:path w="10632" h="4276" extrusionOk="0">
                    <a:moveTo>
                      <a:pt x="9427" y="1"/>
                    </a:moveTo>
                    <a:cubicBezTo>
                      <a:pt x="6721" y="311"/>
                      <a:pt x="3912" y="67"/>
                      <a:pt x="1265" y="1080"/>
                    </a:cubicBezTo>
                    <a:cubicBezTo>
                      <a:pt x="186" y="1605"/>
                      <a:pt x="1" y="3239"/>
                      <a:pt x="1051" y="3793"/>
                    </a:cubicBezTo>
                    <a:cubicBezTo>
                      <a:pt x="1772" y="4131"/>
                      <a:pt x="2516" y="4275"/>
                      <a:pt x="3265" y="4275"/>
                    </a:cubicBezTo>
                    <a:cubicBezTo>
                      <a:pt x="5650" y="4275"/>
                      <a:pt x="8085" y="2811"/>
                      <a:pt x="9981" y="1450"/>
                    </a:cubicBezTo>
                    <a:cubicBezTo>
                      <a:pt x="10632" y="991"/>
                      <a:pt x="10166" y="97"/>
                      <a:pt x="9427" y="1"/>
                    </a:cubicBezTo>
                    <a:close/>
                  </a:path>
                </a:pathLst>
              </a:custGeom>
              <a:solidFill>
                <a:srgbClr val="000000">
                  <a:alpha val="162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05" name="Google Shape;1505;p40"/>
            <p:cNvSpPr/>
            <p:nvPr/>
          </p:nvSpPr>
          <p:spPr>
            <a:xfrm>
              <a:off x="371391" y="1184599"/>
              <a:ext cx="179550" cy="80196"/>
            </a:xfrm>
            <a:custGeom>
              <a:avLst/>
              <a:gdLst/>
              <a:ahLst/>
              <a:cxnLst/>
              <a:rect l="l" t="t" r="r" b="b"/>
              <a:pathLst>
                <a:path w="11875" h="5304" extrusionOk="0">
                  <a:moveTo>
                    <a:pt x="2315" y="1"/>
                  </a:moveTo>
                  <a:cubicBezTo>
                    <a:pt x="999" y="1"/>
                    <a:pt x="0" y="1538"/>
                    <a:pt x="726" y="2627"/>
                  </a:cubicBezTo>
                  <a:cubicBezTo>
                    <a:pt x="2310" y="4753"/>
                    <a:pt x="5014" y="5303"/>
                    <a:pt x="7688" y="5303"/>
                  </a:cubicBezTo>
                  <a:cubicBezTo>
                    <a:pt x="8809" y="5303"/>
                    <a:pt x="9924" y="5207"/>
                    <a:pt x="10950" y="5089"/>
                  </a:cubicBezTo>
                  <a:cubicBezTo>
                    <a:pt x="11845" y="4934"/>
                    <a:pt x="11874" y="3795"/>
                    <a:pt x="11172" y="3329"/>
                  </a:cubicBezTo>
                  <a:cubicBezTo>
                    <a:pt x="8274" y="2161"/>
                    <a:pt x="5590" y="409"/>
                    <a:pt x="2389" y="3"/>
                  </a:cubicBezTo>
                  <a:cubicBezTo>
                    <a:pt x="2364" y="1"/>
                    <a:pt x="2340" y="1"/>
                    <a:pt x="2315"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64"/>
        <p:cNvGrpSpPr/>
        <p:nvPr/>
      </p:nvGrpSpPr>
      <p:grpSpPr>
        <a:xfrm>
          <a:off x="0" y="0"/>
          <a:ext cx="0" cy="0"/>
          <a:chOff x="0" y="0"/>
          <a:chExt cx="0" cy="0"/>
        </a:xfrm>
      </p:grpSpPr>
      <p:grpSp>
        <p:nvGrpSpPr>
          <p:cNvPr id="3565" name="Google Shape;3565;p59"/>
          <p:cNvGrpSpPr/>
          <p:nvPr/>
        </p:nvGrpSpPr>
        <p:grpSpPr>
          <a:xfrm>
            <a:off x="1176575" y="1100900"/>
            <a:ext cx="1542300" cy="2454725"/>
            <a:chOff x="1176575" y="1100900"/>
            <a:chExt cx="1542300" cy="2454725"/>
          </a:xfrm>
        </p:grpSpPr>
        <p:grpSp>
          <p:nvGrpSpPr>
            <p:cNvPr id="3566" name="Google Shape;3566;p59"/>
            <p:cNvGrpSpPr/>
            <p:nvPr/>
          </p:nvGrpSpPr>
          <p:grpSpPr>
            <a:xfrm>
              <a:off x="1426650" y="2672725"/>
              <a:ext cx="1075425" cy="882900"/>
              <a:chOff x="1376875" y="2672725"/>
              <a:chExt cx="1075425" cy="882900"/>
            </a:xfrm>
          </p:grpSpPr>
          <p:sp>
            <p:nvSpPr>
              <p:cNvPr id="3567" name="Google Shape;3567;p59"/>
              <p:cNvSpPr/>
              <p:nvPr/>
            </p:nvSpPr>
            <p:spPr>
              <a:xfrm>
                <a:off x="1376875" y="2672725"/>
                <a:ext cx="127800" cy="882900"/>
              </a:xfrm>
              <a:prstGeom prst="rect">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8" name="Google Shape;3568;p59"/>
              <p:cNvSpPr/>
              <p:nvPr/>
            </p:nvSpPr>
            <p:spPr>
              <a:xfrm>
                <a:off x="2324500" y="2672725"/>
                <a:ext cx="127800" cy="882900"/>
              </a:xfrm>
              <a:prstGeom prst="rect">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69" name="Google Shape;3569;p59"/>
            <p:cNvSpPr/>
            <p:nvPr/>
          </p:nvSpPr>
          <p:spPr>
            <a:xfrm>
              <a:off x="1176575" y="1100900"/>
              <a:ext cx="1542300" cy="1613100"/>
            </a:xfrm>
            <a:prstGeom prst="roundRect">
              <a:avLst>
                <a:gd name="adj" fmla="val 12212"/>
              </a:avLst>
            </a:pr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59"/>
            <p:cNvSpPr/>
            <p:nvPr/>
          </p:nvSpPr>
          <p:spPr>
            <a:xfrm>
              <a:off x="1267195" y="1208820"/>
              <a:ext cx="1361059" cy="1397261"/>
            </a:xfrm>
            <a:custGeom>
              <a:avLst/>
              <a:gdLst/>
              <a:ahLst/>
              <a:cxnLst/>
              <a:rect l="l" t="t" r="r" b="b"/>
              <a:pathLst>
                <a:path w="10502" h="10539" extrusionOk="0">
                  <a:moveTo>
                    <a:pt x="9568" y="159"/>
                  </a:moveTo>
                  <a:cubicBezTo>
                    <a:pt x="9764" y="159"/>
                    <a:pt x="9997" y="234"/>
                    <a:pt x="10119" y="392"/>
                  </a:cubicBezTo>
                  <a:cubicBezTo>
                    <a:pt x="10268" y="551"/>
                    <a:pt x="10352" y="738"/>
                    <a:pt x="10352" y="934"/>
                  </a:cubicBezTo>
                  <a:lnTo>
                    <a:pt x="10352" y="9568"/>
                  </a:lnTo>
                  <a:cubicBezTo>
                    <a:pt x="10352" y="9801"/>
                    <a:pt x="10268" y="9997"/>
                    <a:pt x="10119" y="10156"/>
                  </a:cubicBezTo>
                  <a:cubicBezTo>
                    <a:pt x="9997" y="10268"/>
                    <a:pt x="9764" y="10389"/>
                    <a:pt x="9568" y="10389"/>
                  </a:cubicBezTo>
                  <a:lnTo>
                    <a:pt x="934" y="10389"/>
                  </a:lnTo>
                  <a:cubicBezTo>
                    <a:pt x="701" y="10389"/>
                    <a:pt x="514" y="10268"/>
                    <a:pt x="355" y="10156"/>
                  </a:cubicBezTo>
                  <a:cubicBezTo>
                    <a:pt x="234" y="9997"/>
                    <a:pt x="159" y="9801"/>
                    <a:pt x="159" y="9568"/>
                  </a:cubicBezTo>
                  <a:lnTo>
                    <a:pt x="159" y="934"/>
                  </a:lnTo>
                  <a:cubicBezTo>
                    <a:pt x="159" y="738"/>
                    <a:pt x="234" y="551"/>
                    <a:pt x="355" y="392"/>
                  </a:cubicBezTo>
                  <a:cubicBezTo>
                    <a:pt x="514" y="234"/>
                    <a:pt x="701" y="159"/>
                    <a:pt x="934" y="159"/>
                  </a:cubicBezTo>
                  <a:close/>
                  <a:moveTo>
                    <a:pt x="934" y="0"/>
                  </a:moveTo>
                  <a:cubicBezTo>
                    <a:pt x="393" y="0"/>
                    <a:pt x="1" y="430"/>
                    <a:pt x="1" y="934"/>
                  </a:cubicBezTo>
                  <a:lnTo>
                    <a:pt x="1" y="9568"/>
                  </a:lnTo>
                  <a:cubicBezTo>
                    <a:pt x="1" y="10118"/>
                    <a:pt x="393" y="10538"/>
                    <a:pt x="934" y="10538"/>
                  </a:cubicBezTo>
                  <a:lnTo>
                    <a:pt x="9568" y="10538"/>
                  </a:lnTo>
                  <a:cubicBezTo>
                    <a:pt x="10081" y="10538"/>
                    <a:pt x="10501" y="10118"/>
                    <a:pt x="10501" y="9568"/>
                  </a:cubicBezTo>
                  <a:lnTo>
                    <a:pt x="10501" y="934"/>
                  </a:lnTo>
                  <a:cubicBezTo>
                    <a:pt x="10501" y="430"/>
                    <a:pt x="10081" y="0"/>
                    <a:pt x="9568" y="0"/>
                  </a:cubicBezTo>
                  <a:close/>
                </a:path>
              </a:pathLst>
            </a:custGeom>
            <a:solidFill>
              <a:srgbClr val="5A2543"/>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71" name="Google Shape;3571;p59"/>
          <p:cNvGrpSpPr/>
          <p:nvPr/>
        </p:nvGrpSpPr>
        <p:grpSpPr>
          <a:xfrm>
            <a:off x="917675" y="2812575"/>
            <a:ext cx="2060100" cy="475800"/>
            <a:chOff x="766513" y="2812575"/>
            <a:chExt cx="2060100" cy="475800"/>
          </a:xfrm>
        </p:grpSpPr>
        <p:sp>
          <p:nvSpPr>
            <p:cNvPr id="3572" name="Google Shape;3572;p59"/>
            <p:cNvSpPr/>
            <p:nvPr/>
          </p:nvSpPr>
          <p:spPr>
            <a:xfrm>
              <a:off x="766513" y="2812575"/>
              <a:ext cx="2060100" cy="475800"/>
            </a:xfrm>
            <a:prstGeom prst="roundRect">
              <a:avLst>
                <a:gd name="adj" fmla="val 12212"/>
              </a:avLst>
            </a:pr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73" name="Google Shape;3573;p59"/>
            <p:cNvGrpSpPr/>
            <p:nvPr/>
          </p:nvGrpSpPr>
          <p:grpSpPr>
            <a:xfrm>
              <a:off x="813325" y="2860175"/>
              <a:ext cx="1968100" cy="380650"/>
              <a:chOff x="1015800" y="2860175"/>
              <a:chExt cx="1968100" cy="380650"/>
            </a:xfrm>
          </p:grpSpPr>
          <p:sp>
            <p:nvSpPr>
              <p:cNvPr id="3574" name="Google Shape;3574;p59"/>
              <p:cNvSpPr/>
              <p:nvPr/>
            </p:nvSpPr>
            <p:spPr>
              <a:xfrm>
                <a:off x="1015800" y="2860175"/>
                <a:ext cx="48600" cy="48600"/>
              </a:xfrm>
              <a:prstGeom prst="ellipse">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3575;p59"/>
              <p:cNvSpPr/>
              <p:nvPr/>
            </p:nvSpPr>
            <p:spPr>
              <a:xfrm>
                <a:off x="1015800" y="3192225"/>
                <a:ext cx="48600" cy="48600"/>
              </a:xfrm>
              <a:prstGeom prst="ellipse">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6" name="Google Shape;3576;p59"/>
              <p:cNvSpPr/>
              <p:nvPr/>
            </p:nvSpPr>
            <p:spPr>
              <a:xfrm>
                <a:off x="2935300" y="2860175"/>
                <a:ext cx="48600" cy="48600"/>
              </a:xfrm>
              <a:prstGeom prst="ellipse">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7" name="Google Shape;3577;p59"/>
              <p:cNvSpPr/>
              <p:nvPr/>
            </p:nvSpPr>
            <p:spPr>
              <a:xfrm>
                <a:off x="2935300" y="3192225"/>
                <a:ext cx="48600" cy="48600"/>
              </a:xfrm>
              <a:prstGeom prst="ellipse">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578" name="Google Shape;3578;p59"/>
          <p:cNvGrpSpPr/>
          <p:nvPr/>
        </p:nvGrpSpPr>
        <p:grpSpPr>
          <a:xfrm>
            <a:off x="3800857" y="1100900"/>
            <a:ext cx="1542300" cy="2454725"/>
            <a:chOff x="3800857" y="1100900"/>
            <a:chExt cx="1542300" cy="2454725"/>
          </a:xfrm>
        </p:grpSpPr>
        <p:grpSp>
          <p:nvGrpSpPr>
            <p:cNvPr id="3579" name="Google Shape;3579;p59"/>
            <p:cNvGrpSpPr/>
            <p:nvPr/>
          </p:nvGrpSpPr>
          <p:grpSpPr>
            <a:xfrm>
              <a:off x="4034295" y="2672725"/>
              <a:ext cx="1075425" cy="882900"/>
              <a:chOff x="1376875" y="2672725"/>
              <a:chExt cx="1075425" cy="882900"/>
            </a:xfrm>
          </p:grpSpPr>
          <p:sp>
            <p:nvSpPr>
              <p:cNvPr id="3580" name="Google Shape;3580;p59"/>
              <p:cNvSpPr/>
              <p:nvPr/>
            </p:nvSpPr>
            <p:spPr>
              <a:xfrm>
                <a:off x="1376875" y="2672725"/>
                <a:ext cx="127800" cy="882900"/>
              </a:xfrm>
              <a:prstGeom prst="rect">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1" name="Google Shape;3581;p59"/>
              <p:cNvSpPr/>
              <p:nvPr/>
            </p:nvSpPr>
            <p:spPr>
              <a:xfrm>
                <a:off x="2324500" y="2672725"/>
                <a:ext cx="127800" cy="882900"/>
              </a:xfrm>
              <a:prstGeom prst="rect">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82" name="Google Shape;3582;p59"/>
            <p:cNvSpPr/>
            <p:nvPr/>
          </p:nvSpPr>
          <p:spPr>
            <a:xfrm>
              <a:off x="3800857" y="1100900"/>
              <a:ext cx="1542300" cy="1613100"/>
            </a:xfrm>
            <a:prstGeom prst="roundRect">
              <a:avLst>
                <a:gd name="adj" fmla="val 12212"/>
              </a:avLst>
            </a:pr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3" name="Google Shape;3583;p59"/>
            <p:cNvSpPr/>
            <p:nvPr/>
          </p:nvSpPr>
          <p:spPr>
            <a:xfrm>
              <a:off x="3891477" y="1208820"/>
              <a:ext cx="1361059" cy="1397261"/>
            </a:xfrm>
            <a:custGeom>
              <a:avLst/>
              <a:gdLst/>
              <a:ahLst/>
              <a:cxnLst/>
              <a:rect l="l" t="t" r="r" b="b"/>
              <a:pathLst>
                <a:path w="10502" h="10539" extrusionOk="0">
                  <a:moveTo>
                    <a:pt x="9568" y="159"/>
                  </a:moveTo>
                  <a:cubicBezTo>
                    <a:pt x="9764" y="159"/>
                    <a:pt x="9997" y="234"/>
                    <a:pt x="10119" y="392"/>
                  </a:cubicBezTo>
                  <a:cubicBezTo>
                    <a:pt x="10268" y="551"/>
                    <a:pt x="10352" y="738"/>
                    <a:pt x="10352" y="934"/>
                  </a:cubicBezTo>
                  <a:lnTo>
                    <a:pt x="10352" y="9568"/>
                  </a:lnTo>
                  <a:cubicBezTo>
                    <a:pt x="10352" y="9801"/>
                    <a:pt x="10268" y="9997"/>
                    <a:pt x="10119" y="10156"/>
                  </a:cubicBezTo>
                  <a:cubicBezTo>
                    <a:pt x="9997" y="10268"/>
                    <a:pt x="9764" y="10389"/>
                    <a:pt x="9568" y="10389"/>
                  </a:cubicBezTo>
                  <a:lnTo>
                    <a:pt x="934" y="10389"/>
                  </a:lnTo>
                  <a:cubicBezTo>
                    <a:pt x="701" y="10389"/>
                    <a:pt x="514" y="10268"/>
                    <a:pt x="355" y="10156"/>
                  </a:cubicBezTo>
                  <a:cubicBezTo>
                    <a:pt x="234" y="9997"/>
                    <a:pt x="159" y="9801"/>
                    <a:pt x="159" y="9568"/>
                  </a:cubicBezTo>
                  <a:lnTo>
                    <a:pt x="159" y="934"/>
                  </a:lnTo>
                  <a:cubicBezTo>
                    <a:pt x="159" y="738"/>
                    <a:pt x="234" y="551"/>
                    <a:pt x="355" y="392"/>
                  </a:cubicBezTo>
                  <a:cubicBezTo>
                    <a:pt x="514" y="234"/>
                    <a:pt x="701" y="159"/>
                    <a:pt x="934" y="159"/>
                  </a:cubicBezTo>
                  <a:close/>
                  <a:moveTo>
                    <a:pt x="934" y="0"/>
                  </a:moveTo>
                  <a:cubicBezTo>
                    <a:pt x="393" y="0"/>
                    <a:pt x="1" y="430"/>
                    <a:pt x="1" y="934"/>
                  </a:cubicBezTo>
                  <a:lnTo>
                    <a:pt x="1" y="9568"/>
                  </a:lnTo>
                  <a:cubicBezTo>
                    <a:pt x="1" y="10118"/>
                    <a:pt x="393" y="10538"/>
                    <a:pt x="934" y="10538"/>
                  </a:cubicBezTo>
                  <a:lnTo>
                    <a:pt x="9568" y="10538"/>
                  </a:lnTo>
                  <a:cubicBezTo>
                    <a:pt x="10081" y="10538"/>
                    <a:pt x="10501" y="10118"/>
                    <a:pt x="10501" y="9568"/>
                  </a:cubicBezTo>
                  <a:lnTo>
                    <a:pt x="10501" y="934"/>
                  </a:lnTo>
                  <a:cubicBezTo>
                    <a:pt x="10501" y="430"/>
                    <a:pt x="10081" y="0"/>
                    <a:pt x="9568" y="0"/>
                  </a:cubicBezTo>
                  <a:close/>
                </a:path>
              </a:pathLst>
            </a:custGeom>
            <a:solidFill>
              <a:srgbClr val="5A2543"/>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4" name="Google Shape;3584;p59"/>
          <p:cNvGrpSpPr/>
          <p:nvPr/>
        </p:nvGrpSpPr>
        <p:grpSpPr>
          <a:xfrm>
            <a:off x="3541957" y="2812575"/>
            <a:ext cx="2060100" cy="475800"/>
            <a:chOff x="766513" y="2812575"/>
            <a:chExt cx="2060100" cy="475800"/>
          </a:xfrm>
        </p:grpSpPr>
        <p:sp>
          <p:nvSpPr>
            <p:cNvPr id="3585" name="Google Shape;3585;p59"/>
            <p:cNvSpPr/>
            <p:nvPr/>
          </p:nvSpPr>
          <p:spPr>
            <a:xfrm>
              <a:off x="766513" y="2812575"/>
              <a:ext cx="2060100" cy="475800"/>
            </a:xfrm>
            <a:prstGeom prst="roundRect">
              <a:avLst>
                <a:gd name="adj" fmla="val 12212"/>
              </a:avLst>
            </a:pr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86" name="Google Shape;3586;p59"/>
            <p:cNvGrpSpPr/>
            <p:nvPr/>
          </p:nvGrpSpPr>
          <p:grpSpPr>
            <a:xfrm>
              <a:off x="813325" y="2860175"/>
              <a:ext cx="1968100" cy="380650"/>
              <a:chOff x="1015800" y="2860175"/>
              <a:chExt cx="1968100" cy="380650"/>
            </a:xfrm>
          </p:grpSpPr>
          <p:sp>
            <p:nvSpPr>
              <p:cNvPr id="3587" name="Google Shape;3587;p59"/>
              <p:cNvSpPr/>
              <p:nvPr/>
            </p:nvSpPr>
            <p:spPr>
              <a:xfrm>
                <a:off x="1015800" y="2860175"/>
                <a:ext cx="48600" cy="48600"/>
              </a:xfrm>
              <a:prstGeom prst="ellipse">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8" name="Google Shape;3588;p59"/>
              <p:cNvSpPr/>
              <p:nvPr/>
            </p:nvSpPr>
            <p:spPr>
              <a:xfrm>
                <a:off x="1015800" y="3192225"/>
                <a:ext cx="48600" cy="48600"/>
              </a:xfrm>
              <a:prstGeom prst="ellipse">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9" name="Google Shape;3589;p59"/>
              <p:cNvSpPr/>
              <p:nvPr/>
            </p:nvSpPr>
            <p:spPr>
              <a:xfrm>
                <a:off x="2935300" y="2860175"/>
                <a:ext cx="48600" cy="48600"/>
              </a:xfrm>
              <a:prstGeom prst="ellipse">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0" name="Google Shape;3590;p59"/>
              <p:cNvSpPr/>
              <p:nvPr/>
            </p:nvSpPr>
            <p:spPr>
              <a:xfrm>
                <a:off x="2935300" y="3192225"/>
                <a:ext cx="48600" cy="48600"/>
              </a:xfrm>
              <a:prstGeom prst="ellipse">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591" name="Google Shape;3591;p59"/>
          <p:cNvGrpSpPr/>
          <p:nvPr/>
        </p:nvGrpSpPr>
        <p:grpSpPr>
          <a:xfrm>
            <a:off x="6431895" y="1100900"/>
            <a:ext cx="1542300" cy="2454725"/>
            <a:chOff x="6431895" y="1100900"/>
            <a:chExt cx="1542300" cy="2454725"/>
          </a:xfrm>
        </p:grpSpPr>
        <p:grpSp>
          <p:nvGrpSpPr>
            <p:cNvPr id="3592" name="Google Shape;3592;p59"/>
            <p:cNvGrpSpPr/>
            <p:nvPr/>
          </p:nvGrpSpPr>
          <p:grpSpPr>
            <a:xfrm>
              <a:off x="6665333" y="2672725"/>
              <a:ext cx="1075425" cy="882900"/>
              <a:chOff x="1376875" y="2672725"/>
              <a:chExt cx="1075425" cy="882900"/>
            </a:xfrm>
          </p:grpSpPr>
          <p:sp>
            <p:nvSpPr>
              <p:cNvPr id="3593" name="Google Shape;3593;p59"/>
              <p:cNvSpPr/>
              <p:nvPr/>
            </p:nvSpPr>
            <p:spPr>
              <a:xfrm>
                <a:off x="1376875" y="2672725"/>
                <a:ext cx="127800" cy="882900"/>
              </a:xfrm>
              <a:prstGeom prst="rect">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4" name="Google Shape;3594;p59"/>
              <p:cNvSpPr/>
              <p:nvPr/>
            </p:nvSpPr>
            <p:spPr>
              <a:xfrm>
                <a:off x="2324500" y="2672725"/>
                <a:ext cx="127800" cy="882900"/>
              </a:xfrm>
              <a:prstGeom prst="rect">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95" name="Google Shape;3595;p59"/>
            <p:cNvSpPr/>
            <p:nvPr/>
          </p:nvSpPr>
          <p:spPr>
            <a:xfrm>
              <a:off x="6431895" y="1100900"/>
              <a:ext cx="1542300" cy="1613100"/>
            </a:xfrm>
            <a:prstGeom prst="roundRect">
              <a:avLst>
                <a:gd name="adj" fmla="val 12212"/>
              </a:avLst>
            </a:pr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6" name="Google Shape;3596;p59"/>
            <p:cNvSpPr/>
            <p:nvPr/>
          </p:nvSpPr>
          <p:spPr>
            <a:xfrm>
              <a:off x="6522516" y="1208820"/>
              <a:ext cx="1361059" cy="1397261"/>
            </a:xfrm>
            <a:custGeom>
              <a:avLst/>
              <a:gdLst/>
              <a:ahLst/>
              <a:cxnLst/>
              <a:rect l="l" t="t" r="r" b="b"/>
              <a:pathLst>
                <a:path w="10502" h="10539" extrusionOk="0">
                  <a:moveTo>
                    <a:pt x="9568" y="159"/>
                  </a:moveTo>
                  <a:cubicBezTo>
                    <a:pt x="9764" y="159"/>
                    <a:pt x="9997" y="234"/>
                    <a:pt x="10119" y="392"/>
                  </a:cubicBezTo>
                  <a:cubicBezTo>
                    <a:pt x="10268" y="551"/>
                    <a:pt x="10352" y="738"/>
                    <a:pt x="10352" y="934"/>
                  </a:cubicBezTo>
                  <a:lnTo>
                    <a:pt x="10352" y="9568"/>
                  </a:lnTo>
                  <a:cubicBezTo>
                    <a:pt x="10352" y="9801"/>
                    <a:pt x="10268" y="9997"/>
                    <a:pt x="10119" y="10156"/>
                  </a:cubicBezTo>
                  <a:cubicBezTo>
                    <a:pt x="9997" y="10268"/>
                    <a:pt x="9764" y="10389"/>
                    <a:pt x="9568" y="10389"/>
                  </a:cubicBezTo>
                  <a:lnTo>
                    <a:pt x="934" y="10389"/>
                  </a:lnTo>
                  <a:cubicBezTo>
                    <a:pt x="701" y="10389"/>
                    <a:pt x="514" y="10268"/>
                    <a:pt x="355" y="10156"/>
                  </a:cubicBezTo>
                  <a:cubicBezTo>
                    <a:pt x="234" y="9997"/>
                    <a:pt x="159" y="9801"/>
                    <a:pt x="159" y="9568"/>
                  </a:cubicBezTo>
                  <a:lnTo>
                    <a:pt x="159" y="934"/>
                  </a:lnTo>
                  <a:cubicBezTo>
                    <a:pt x="159" y="738"/>
                    <a:pt x="234" y="551"/>
                    <a:pt x="355" y="392"/>
                  </a:cubicBezTo>
                  <a:cubicBezTo>
                    <a:pt x="514" y="234"/>
                    <a:pt x="701" y="159"/>
                    <a:pt x="934" y="159"/>
                  </a:cubicBezTo>
                  <a:close/>
                  <a:moveTo>
                    <a:pt x="934" y="0"/>
                  </a:moveTo>
                  <a:cubicBezTo>
                    <a:pt x="393" y="0"/>
                    <a:pt x="1" y="430"/>
                    <a:pt x="1" y="934"/>
                  </a:cubicBezTo>
                  <a:lnTo>
                    <a:pt x="1" y="9568"/>
                  </a:lnTo>
                  <a:cubicBezTo>
                    <a:pt x="1" y="10118"/>
                    <a:pt x="393" y="10538"/>
                    <a:pt x="934" y="10538"/>
                  </a:cubicBezTo>
                  <a:lnTo>
                    <a:pt x="9568" y="10538"/>
                  </a:lnTo>
                  <a:cubicBezTo>
                    <a:pt x="10081" y="10538"/>
                    <a:pt x="10501" y="10118"/>
                    <a:pt x="10501" y="9568"/>
                  </a:cubicBezTo>
                  <a:lnTo>
                    <a:pt x="10501" y="934"/>
                  </a:lnTo>
                  <a:cubicBezTo>
                    <a:pt x="10501" y="430"/>
                    <a:pt x="10081" y="0"/>
                    <a:pt x="9568" y="0"/>
                  </a:cubicBezTo>
                  <a:close/>
                </a:path>
              </a:pathLst>
            </a:custGeom>
            <a:solidFill>
              <a:srgbClr val="5A2543"/>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97" name="Google Shape;3597;p59"/>
          <p:cNvGrpSpPr/>
          <p:nvPr/>
        </p:nvGrpSpPr>
        <p:grpSpPr>
          <a:xfrm>
            <a:off x="6172995" y="2812575"/>
            <a:ext cx="2060100" cy="475800"/>
            <a:chOff x="766513" y="2812575"/>
            <a:chExt cx="2060100" cy="475800"/>
          </a:xfrm>
        </p:grpSpPr>
        <p:sp>
          <p:nvSpPr>
            <p:cNvPr id="3598" name="Google Shape;3598;p59"/>
            <p:cNvSpPr/>
            <p:nvPr/>
          </p:nvSpPr>
          <p:spPr>
            <a:xfrm>
              <a:off x="766513" y="2812575"/>
              <a:ext cx="2060100" cy="475800"/>
            </a:xfrm>
            <a:prstGeom prst="roundRect">
              <a:avLst>
                <a:gd name="adj" fmla="val 12212"/>
              </a:avLst>
            </a:pr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99" name="Google Shape;3599;p59"/>
            <p:cNvGrpSpPr/>
            <p:nvPr/>
          </p:nvGrpSpPr>
          <p:grpSpPr>
            <a:xfrm>
              <a:off x="813325" y="2860175"/>
              <a:ext cx="1968100" cy="380650"/>
              <a:chOff x="1015800" y="2860175"/>
              <a:chExt cx="1968100" cy="380650"/>
            </a:xfrm>
          </p:grpSpPr>
          <p:sp>
            <p:nvSpPr>
              <p:cNvPr id="3600" name="Google Shape;3600;p59"/>
              <p:cNvSpPr/>
              <p:nvPr/>
            </p:nvSpPr>
            <p:spPr>
              <a:xfrm>
                <a:off x="1015800" y="2860175"/>
                <a:ext cx="48600" cy="48600"/>
              </a:xfrm>
              <a:prstGeom prst="ellipse">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1" name="Google Shape;3601;p59"/>
              <p:cNvSpPr/>
              <p:nvPr/>
            </p:nvSpPr>
            <p:spPr>
              <a:xfrm>
                <a:off x="1015800" y="3192225"/>
                <a:ext cx="48600" cy="48600"/>
              </a:xfrm>
              <a:prstGeom prst="ellipse">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2" name="Google Shape;3602;p59"/>
              <p:cNvSpPr/>
              <p:nvPr/>
            </p:nvSpPr>
            <p:spPr>
              <a:xfrm>
                <a:off x="2935300" y="2860175"/>
                <a:ext cx="48600" cy="48600"/>
              </a:xfrm>
              <a:prstGeom prst="ellipse">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3" name="Google Shape;3603;p59"/>
              <p:cNvSpPr/>
              <p:nvPr/>
            </p:nvSpPr>
            <p:spPr>
              <a:xfrm>
                <a:off x="2935300" y="3192225"/>
                <a:ext cx="48600" cy="48600"/>
              </a:xfrm>
              <a:prstGeom prst="ellipse">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604" name="Google Shape;3604;p59"/>
          <p:cNvSpPr txBox="1">
            <a:spLocks noGrp="1"/>
          </p:cNvSpPr>
          <p:nvPr>
            <p:ph type="title"/>
          </p:nvPr>
        </p:nvSpPr>
        <p:spPr>
          <a:xfrm>
            <a:off x="2000050" y="541925"/>
            <a:ext cx="5095200" cy="4758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dirty="0"/>
              <a:t>Membros do grupo</a:t>
            </a:r>
            <a:endParaRPr dirty="0"/>
          </a:p>
        </p:txBody>
      </p:sp>
      <p:sp>
        <p:nvSpPr>
          <p:cNvPr id="3605" name="Google Shape;3605;p59"/>
          <p:cNvSpPr txBox="1">
            <a:spLocks noGrp="1"/>
          </p:cNvSpPr>
          <p:nvPr>
            <p:ph type="title" idx="3"/>
          </p:nvPr>
        </p:nvSpPr>
        <p:spPr>
          <a:xfrm>
            <a:off x="3565351" y="2873775"/>
            <a:ext cx="2036694" cy="353400"/>
          </a:xfrm>
          <a:prstGeom prst="rect">
            <a:avLst/>
          </a:prstGeom>
        </p:spPr>
        <p:txBody>
          <a:bodyPr spcFirstLastPara="1" wrap="square" lIns="14400" tIns="14400" rIns="14400" bIns="14400" anchor="t" anchorCtr="0">
            <a:noAutofit/>
          </a:bodyPr>
          <a:lstStyle/>
          <a:p>
            <a:pPr marL="0" lvl="0" indent="0" algn="ctr" rtl="0">
              <a:spcBef>
                <a:spcPts val="0"/>
              </a:spcBef>
              <a:spcAft>
                <a:spcPts val="0"/>
              </a:spcAft>
              <a:buNone/>
            </a:pPr>
            <a:r>
              <a:rPr lang="en" sz="1900" dirty="0"/>
              <a:t>Cezar Henrique</a:t>
            </a:r>
            <a:endParaRPr sz="1900" dirty="0"/>
          </a:p>
        </p:txBody>
      </p:sp>
      <p:sp>
        <p:nvSpPr>
          <p:cNvPr id="3606" name="Google Shape;3606;p59"/>
          <p:cNvSpPr txBox="1">
            <a:spLocks noGrp="1"/>
          </p:cNvSpPr>
          <p:nvPr>
            <p:ph type="subTitle" idx="1"/>
          </p:nvPr>
        </p:nvSpPr>
        <p:spPr>
          <a:xfrm>
            <a:off x="3383107" y="3814788"/>
            <a:ext cx="2377800" cy="475800"/>
          </a:xfrm>
          <a:prstGeom prst="rect">
            <a:avLst/>
          </a:prstGeom>
        </p:spPr>
        <p:txBody>
          <a:bodyPr spcFirstLastPara="1" wrap="square" lIns="14400" tIns="14400" rIns="14400" bIns="14400" anchor="t" anchorCtr="0">
            <a:noAutofit/>
          </a:bodyPr>
          <a:lstStyle/>
          <a:p>
            <a:pPr marL="0" lvl="0" indent="0" algn="ctr" rtl="0">
              <a:spcBef>
                <a:spcPts val="0"/>
              </a:spcBef>
              <a:spcAft>
                <a:spcPts val="0"/>
              </a:spcAft>
              <a:buNone/>
            </a:pPr>
            <a:r>
              <a:rPr lang="pt-BR" dirty="0"/>
              <a:t>Pessoa Colaboradora II</a:t>
            </a:r>
            <a:endParaRPr dirty="0"/>
          </a:p>
        </p:txBody>
      </p:sp>
      <p:pic>
        <p:nvPicPr>
          <p:cNvPr id="3607" name="Google Shape;3607;p59"/>
          <p:cNvPicPr preferRelativeResize="0"/>
          <p:nvPr/>
        </p:nvPicPr>
        <p:blipFill>
          <a:blip r:embed="rId3"/>
          <a:srcRect l="1568" r="1568"/>
          <a:stretch/>
        </p:blipFill>
        <p:spPr>
          <a:xfrm>
            <a:off x="6596295" y="1281050"/>
            <a:ext cx="1213500" cy="1252800"/>
          </a:xfrm>
          <a:prstGeom prst="roundRect">
            <a:avLst>
              <a:gd name="adj" fmla="val 7791"/>
            </a:avLst>
          </a:prstGeom>
          <a:noFill/>
          <a:ln>
            <a:noFill/>
          </a:ln>
        </p:spPr>
      </p:pic>
      <p:pic>
        <p:nvPicPr>
          <p:cNvPr id="3608" name="Google Shape;3608;p59"/>
          <p:cNvPicPr preferRelativeResize="0"/>
          <p:nvPr/>
        </p:nvPicPr>
        <p:blipFill rotWithShape="1">
          <a:blip r:embed="rId4"/>
          <a:srcRect l="2007" t="12717" r="-2007" b="2563"/>
          <a:stretch/>
        </p:blipFill>
        <p:spPr>
          <a:xfrm>
            <a:off x="3965257" y="1281050"/>
            <a:ext cx="1213500" cy="1252800"/>
          </a:xfrm>
          <a:prstGeom prst="roundRect">
            <a:avLst>
              <a:gd name="adj" fmla="val 7791"/>
            </a:avLst>
          </a:prstGeom>
          <a:noFill/>
          <a:ln>
            <a:noFill/>
          </a:ln>
        </p:spPr>
      </p:pic>
      <p:pic>
        <p:nvPicPr>
          <p:cNvPr id="3609" name="Google Shape;3609;p59"/>
          <p:cNvPicPr preferRelativeResize="0"/>
          <p:nvPr/>
        </p:nvPicPr>
        <p:blipFill>
          <a:blip r:embed="rId5"/>
          <a:srcRect l="1341" r="1341"/>
          <a:stretch/>
        </p:blipFill>
        <p:spPr>
          <a:xfrm>
            <a:off x="1340975" y="1281050"/>
            <a:ext cx="1213500" cy="1252800"/>
          </a:xfrm>
          <a:prstGeom prst="roundRect">
            <a:avLst>
              <a:gd name="adj" fmla="val 7791"/>
            </a:avLst>
          </a:prstGeom>
          <a:noFill/>
          <a:ln>
            <a:noFill/>
          </a:ln>
        </p:spPr>
      </p:pic>
      <p:sp>
        <p:nvSpPr>
          <p:cNvPr id="3610" name="Google Shape;3610;p59"/>
          <p:cNvSpPr txBox="1">
            <a:spLocks noGrp="1"/>
          </p:cNvSpPr>
          <p:nvPr>
            <p:ph type="subTitle" idx="4"/>
          </p:nvPr>
        </p:nvSpPr>
        <p:spPr>
          <a:xfrm>
            <a:off x="774550" y="3814788"/>
            <a:ext cx="2379600" cy="475800"/>
          </a:xfrm>
          <a:prstGeom prst="rect">
            <a:avLst/>
          </a:prstGeom>
        </p:spPr>
        <p:txBody>
          <a:bodyPr spcFirstLastPara="1" wrap="square" lIns="14400" tIns="14400" rIns="14400" bIns="14400" anchor="t" anchorCtr="0">
            <a:noAutofit/>
          </a:bodyPr>
          <a:lstStyle/>
          <a:p>
            <a:pPr marL="0" lvl="0" indent="0" algn="ctr" rtl="0">
              <a:spcBef>
                <a:spcPts val="0"/>
              </a:spcBef>
              <a:spcAft>
                <a:spcPts val="0"/>
              </a:spcAft>
              <a:buNone/>
            </a:pPr>
            <a:r>
              <a:rPr lang="en-US" dirty="0"/>
              <a:t>Pessoa </a:t>
            </a:r>
            <a:r>
              <a:rPr lang="en-US" dirty="0" err="1"/>
              <a:t>Colaboradora</a:t>
            </a:r>
            <a:r>
              <a:rPr lang="en-US" dirty="0"/>
              <a:t> III</a:t>
            </a:r>
          </a:p>
        </p:txBody>
      </p:sp>
      <p:sp>
        <p:nvSpPr>
          <p:cNvPr id="3611" name="Google Shape;3611;p59"/>
          <p:cNvSpPr txBox="1">
            <a:spLocks noGrp="1"/>
          </p:cNvSpPr>
          <p:nvPr>
            <p:ph type="title" idx="2"/>
          </p:nvPr>
        </p:nvSpPr>
        <p:spPr>
          <a:xfrm>
            <a:off x="988775" y="2880425"/>
            <a:ext cx="1917900" cy="353400"/>
          </a:xfrm>
          <a:prstGeom prst="rect">
            <a:avLst/>
          </a:prstGeom>
        </p:spPr>
        <p:txBody>
          <a:bodyPr spcFirstLastPara="1" wrap="square" lIns="14400" tIns="14400" rIns="14400" bIns="14400" anchor="t" anchorCtr="0">
            <a:noAutofit/>
          </a:bodyPr>
          <a:lstStyle/>
          <a:p>
            <a:pPr marL="0" lvl="0" indent="0" algn="ctr" rtl="0">
              <a:spcBef>
                <a:spcPts val="0"/>
              </a:spcBef>
              <a:spcAft>
                <a:spcPts val="0"/>
              </a:spcAft>
              <a:buNone/>
            </a:pPr>
            <a:r>
              <a:rPr lang="en" dirty="0"/>
              <a:t>Arthur Santos</a:t>
            </a:r>
            <a:endParaRPr dirty="0"/>
          </a:p>
        </p:txBody>
      </p:sp>
      <p:sp>
        <p:nvSpPr>
          <p:cNvPr id="3612" name="Google Shape;3612;p59"/>
          <p:cNvSpPr/>
          <p:nvPr/>
        </p:nvSpPr>
        <p:spPr>
          <a:xfrm rot="-393101">
            <a:off x="456165" y="230969"/>
            <a:ext cx="1419111" cy="687039"/>
          </a:xfrm>
          <a:prstGeom prst="rect">
            <a:avLst/>
          </a:prstGeom>
        </p:spPr>
        <p:txBody>
          <a:bodyPr>
            <a:prstTxWarp prst="textPlain">
              <a:avLst/>
            </a:prstTxWarp>
          </a:bodyPr>
          <a:lstStyle/>
          <a:p>
            <a:pPr lvl="0" algn="ctr"/>
            <a:endParaRPr b="0" i="0" dirty="0">
              <a:ln>
                <a:noFill/>
              </a:ln>
              <a:solidFill>
                <a:schemeClr val="accent4"/>
              </a:solidFill>
              <a:latin typeface="Nanum Pen Script"/>
            </a:endParaRPr>
          </a:p>
        </p:txBody>
      </p:sp>
      <p:sp>
        <p:nvSpPr>
          <p:cNvPr id="3613" name="Google Shape;3613;p59"/>
          <p:cNvSpPr/>
          <p:nvPr/>
        </p:nvSpPr>
        <p:spPr>
          <a:xfrm flipH="1">
            <a:off x="421604" y="3202228"/>
            <a:ext cx="652150" cy="353400"/>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959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4" name="Google Shape;3614;p59"/>
          <p:cNvSpPr/>
          <p:nvPr/>
        </p:nvSpPr>
        <p:spPr>
          <a:xfrm flipH="1">
            <a:off x="3012240" y="3268588"/>
            <a:ext cx="529705" cy="287040"/>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959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5" name="Google Shape;3615;p59"/>
          <p:cNvSpPr/>
          <p:nvPr/>
        </p:nvSpPr>
        <p:spPr>
          <a:xfrm flipH="1">
            <a:off x="5807614" y="3202228"/>
            <a:ext cx="652150" cy="353400"/>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959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6" name="Google Shape;3616;p59"/>
          <p:cNvSpPr/>
          <p:nvPr/>
        </p:nvSpPr>
        <p:spPr>
          <a:xfrm flipH="1">
            <a:off x="8299540" y="3268588"/>
            <a:ext cx="529705" cy="287040"/>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959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7" name="Google Shape;3617;p59"/>
          <p:cNvSpPr/>
          <p:nvPr/>
        </p:nvSpPr>
        <p:spPr>
          <a:xfrm>
            <a:off x="6362700" y="-57150"/>
            <a:ext cx="2838450" cy="1019175"/>
          </a:xfrm>
          <a:custGeom>
            <a:avLst/>
            <a:gdLst/>
            <a:ahLst/>
            <a:cxnLst/>
            <a:rect l="l" t="t" r="r" b="b"/>
            <a:pathLst>
              <a:path w="113538" h="40767" extrusionOk="0">
                <a:moveTo>
                  <a:pt x="0" y="0"/>
                </a:moveTo>
                <a:cubicBezTo>
                  <a:pt x="4970" y="3728"/>
                  <a:pt x="7978" y="9532"/>
                  <a:pt x="12192" y="14097"/>
                </a:cubicBezTo>
                <a:cubicBezTo>
                  <a:pt x="17316" y="19648"/>
                  <a:pt x="24946" y="23071"/>
                  <a:pt x="32385" y="24384"/>
                </a:cubicBezTo>
                <a:cubicBezTo>
                  <a:pt x="45532" y="26704"/>
                  <a:pt x="59725" y="18257"/>
                  <a:pt x="72390" y="22479"/>
                </a:cubicBezTo>
                <a:cubicBezTo>
                  <a:pt x="86629" y="27225"/>
                  <a:pt x="98528" y="40767"/>
                  <a:pt x="113538" y="40767"/>
                </a:cubicBezTo>
              </a:path>
            </a:pathLst>
          </a:custGeom>
          <a:noFill/>
          <a:ln w="19050" cap="flat" cmpd="sng">
            <a:solidFill>
              <a:schemeClr val="dk2"/>
            </a:solidFill>
            <a:prstDash val="dash"/>
            <a:round/>
            <a:headEnd type="none" w="med" len="med"/>
            <a:tailEnd type="none" w="med" len="med"/>
          </a:ln>
        </p:spPr>
        <p:txBody>
          <a:bodyPr/>
          <a:lstStyle/>
          <a:p>
            <a:endParaRPr lang="pt-BR"/>
          </a:p>
        </p:txBody>
      </p:sp>
      <p:sp>
        <p:nvSpPr>
          <p:cNvPr id="3618" name="Google Shape;3618;p59"/>
          <p:cNvSpPr txBox="1">
            <a:spLocks noGrp="1"/>
          </p:cNvSpPr>
          <p:nvPr>
            <p:ph type="title" idx="5"/>
          </p:nvPr>
        </p:nvSpPr>
        <p:spPr>
          <a:xfrm>
            <a:off x="6172983" y="2873775"/>
            <a:ext cx="2053342" cy="353400"/>
          </a:xfrm>
          <a:prstGeom prst="rect">
            <a:avLst/>
          </a:prstGeom>
        </p:spPr>
        <p:txBody>
          <a:bodyPr spcFirstLastPara="1" wrap="square" lIns="14400" tIns="14400" rIns="14400" bIns="14400" anchor="t" anchorCtr="0">
            <a:noAutofit/>
          </a:bodyPr>
          <a:lstStyle/>
          <a:p>
            <a:pPr marL="0" lvl="0" indent="0" algn="ctr" rtl="0">
              <a:spcBef>
                <a:spcPts val="0"/>
              </a:spcBef>
              <a:spcAft>
                <a:spcPts val="0"/>
              </a:spcAft>
              <a:buNone/>
            </a:pPr>
            <a:r>
              <a:rPr lang="en" dirty="0"/>
              <a:t>Gabriel Jordão</a:t>
            </a:r>
            <a:endParaRPr dirty="0"/>
          </a:p>
        </p:txBody>
      </p:sp>
      <p:sp>
        <p:nvSpPr>
          <p:cNvPr id="3619" name="Google Shape;3619;p59"/>
          <p:cNvSpPr txBox="1">
            <a:spLocks noGrp="1"/>
          </p:cNvSpPr>
          <p:nvPr>
            <p:ph type="subTitle" idx="6"/>
          </p:nvPr>
        </p:nvSpPr>
        <p:spPr>
          <a:xfrm>
            <a:off x="5989845" y="3814788"/>
            <a:ext cx="2377800" cy="475800"/>
          </a:xfrm>
          <a:prstGeom prst="rect">
            <a:avLst/>
          </a:prstGeom>
        </p:spPr>
        <p:txBody>
          <a:bodyPr spcFirstLastPara="1" wrap="square" lIns="14400" tIns="14400" rIns="14400" bIns="14400" anchor="t" anchorCtr="0">
            <a:noAutofit/>
          </a:bodyPr>
          <a:lstStyle/>
          <a:p>
            <a:pPr marL="0" lvl="0" indent="0" algn="ctr" rtl="0">
              <a:spcBef>
                <a:spcPts val="0"/>
              </a:spcBef>
              <a:spcAft>
                <a:spcPts val="0"/>
              </a:spcAft>
              <a:buNone/>
            </a:pPr>
            <a:r>
              <a:rPr lang="pt-BR" dirty="0"/>
              <a:t>Pessoa Gestora de Conhecimento</a:t>
            </a:r>
            <a:endParaRPr dirty="0"/>
          </a:p>
        </p:txBody>
      </p:sp>
      <p:grpSp>
        <p:nvGrpSpPr>
          <p:cNvPr id="3620" name="Google Shape;3620;p59"/>
          <p:cNvGrpSpPr/>
          <p:nvPr/>
        </p:nvGrpSpPr>
        <p:grpSpPr>
          <a:xfrm>
            <a:off x="7314284" y="666375"/>
            <a:ext cx="575251" cy="475810"/>
            <a:chOff x="7314284" y="666375"/>
            <a:chExt cx="575251" cy="475810"/>
          </a:xfrm>
        </p:grpSpPr>
        <p:grpSp>
          <p:nvGrpSpPr>
            <p:cNvPr id="3621" name="Google Shape;3621;p59"/>
            <p:cNvGrpSpPr/>
            <p:nvPr/>
          </p:nvGrpSpPr>
          <p:grpSpPr>
            <a:xfrm flipH="1">
              <a:off x="7718848" y="688003"/>
              <a:ext cx="170687" cy="169991"/>
              <a:chOff x="1597300" y="694800"/>
              <a:chExt cx="239125" cy="238150"/>
            </a:xfrm>
          </p:grpSpPr>
          <p:sp>
            <p:nvSpPr>
              <p:cNvPr id="3622" name="Google Shape;3622;p59"/>
              <p:cNvSpPr/>
              <p:nvPr/>
            </p:nvSpPr>
            <p:spPr>
              <a:xfrm flipH="1">
                <a:off x="1719225" y="694800"/>
                <a:ext cx="117200" cy="230500"/>
              </a:xfrm>
              <a:custGeom>
                <a:avLst/>
                <a:gdLst/>
                <a:ahLst/>
                <a:cxnLst/>
                <a:rect l="l" t="t" r="r" b="b"/>
                <a:pathLst>
                  <a:path w="4688" h="9220" extrusionOk="0">
                    <a:moveTo>
                      <a:pt x="2030" y="0"/>
                    </a:moveTo>
                    <a:cubicBezTo>
                      <a:pt x="1431" y="0"/>
                      <a:pt x="806" y="388"/>
                      <a:pt x="621" y="1030"/>
                    </a:cubicBezTo>
                    <a:cubicBezTo>
                      <a:pt x="0" y="3558"/>
                      <a:pt x="591" y="6049"/>
                      <a:pt x="680" y="8548"/>
                    </a:cubicBezTo>
                    <a:cubicBezTo>
                      <a:pt x="777" y="8948"/>
                      <a:pt x="1148" y="9220"/>
                      <a:pt x="1504" y="9220"/>
                    </a:cubicBezTo>
                    <a:cubicBezTo>
                      <a:pt x="1720" y="9220"/>
                      <a:pt x="1930" y="9120"/>
                      <a:pt x="2070" y="8888"/>
                    </a:cubicBezTo>
                    <a:cubicBezTo>
                      <a:pt x="3327" y="6389"/>
                      <a:pt x="4687" y="3033"/>
                      <a:pt x="3024" y="505"/>
                    </a:cubicBezTo>
                    <a:cubicBezTo>
                      <a:pt x="2782" y="157"/>
                      <a:pt x="2411" y="0"/>
                      <a:pt x="2030"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3" name="Google Shape;3623;p59"/>
              <p:cNvSpPr/>
              <p:nvPr/>
            </p:nvSpPr>
            <p:spPr>
              <a:xfrm flipH="1">
                <a:off x="1597300" y="754900"/>
                <a:ext cx="221175" cy="178050"/>
              </a:xfrm>
              <a:custGeom>
                <a:avLst/>
                <a:gdLst/>
                <a:ahLst/>
                <a:cxnLst/>
                <a:rect l="l" t="t" r="r" b="b"/>
                <a:pathLst>
                  <a:path w="8847" h="7122" extrusionOk="0">
                    <a:moveTo>
                      <a:pt x="7058" y="0"/>
                    </a:moveTo>
                    <a:cubicBezTo>
                      <a:pt x="6847" y="0"/>
                      <a:pt x="6633" y="42"/>
                      <a:pt x="6431" y="134"/>
                    </a:cubicBezTo>
                    <a:cubicBezTo>
                      <a:pt x="3939" y="1524"/>
                      <a:pt x="2335" y="3830"/>
                      <a:pt x="391" y="5745"/>
                    </a:cubicBezTo>
                    <a:cubicBezTo>
                      <a:pt x="0" y="6304"/>
                      <a:pt x="297" y="7122"/>
                      <a:pt x="935" y="7122"/>
                    </a:cubicBezTo>
                    <a:cubicBezTo>
                      <a:pt x="997" y="7122"/>
                      <a:pt x="1062" y="7114"/>
                      <a:pt x="1130" y="7098"/>
                    </a:cubicBezTo>
                    <a:cubicBezTo>
                      <a:pt x="4124" y="6299"/>
                      <a:pt x="7821" y="4910"/>
                      <a:pt x="8649" y="1708"/>
                    </a:cubicBezTo>
                    <a:cubicBezTo>
                      <a:pt x="8847" y="784"/>
                      <a:pt x="7972" y="0"/>
                      <a:pt x="7058"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24" name="Google Shape;3624;p59"/>
            <p:cNvGrpSpPr/>
            <p:nvPr/>
          </p:nvGrpSpPr>
          <p:grpSpPr>
            <a:xfrm flipH="1">
              <a:off x="7718848" y="688003"/>
              <a:ext cx="170687" cy="169991"/>
              <a:chOff x="1597300" y="694800"/>
              <a:chExt cx="239125" cy="238150"/>
            </a:xfrm>
          </p:grpSpPr>
          <p:sp>
            <p:nvSpPr>
              <p:cNvPr id="3625" name="Google Shape;3625;p59"/>
              <p:cNvSpPr/>
              <p:nvPr/>
            </p:nvSpPr>
            <p:spPr>
              <a:xfrm flipH="1">
                <a:off x="1719225" y="694800"/>
                <a:ext cx="117200" cy="230500"/>
              </a:xfrm>
              <a:custGeom>
                <a:avLst/>
                <a:gdLst/>
                <a:ahLst/>
                <a:cxnLst/>
                <a:rect l="l" t="t" r="r" b="b"/>
                <a:pathLst>
                  <a:path w="4688" h="9220" extrusionOk="0">
                    <a:moveTo>
                      <a:pt x="2030" y="0"/>
                    </a:moveTo>
                    <a:cubicBezTo>
                      <a:pt x="1431" y="0"/>
                      <a:pt x="806" y="388"/>
                      <a:pt x="621" y="1030"/>
                    </a:cubicBezTo>
                    <a:cubicBezTo>
                      <a:pt x="0" y="3558"/>
                      <a:pt x="591" y="6049"/>
                      <a:pt x="680" y="8548"/>
                    </a:cubicBezTo>
                    <a:cubicBezTo>
                      <a:pt x="777" y="8948"/>
                      <a:pt x="1148" y="9220"/>
                      <a:pt x="1504" y="9220"/>
                    </a:cubicBezTo>
                    <a:cubicBezTo>
                      <a:pt x="1720" y="9220"/>
                      <a:pt x="1930" y="9120"/>
                      <a:pt x="2070" y="8888"/>
                    </a:cubicBezTo>
                    <a:cubicBezTo>
                      <a:pt x="3327" y="6389"/>
                      <a:pt x="4687" y="3033"/>
                      <a:pt x="3024" y="505"/>
                    </a:cubicBezTo>
                    <a:cubicBezTo>
                      <a:pt x="2782" y="157"/>
                      <a:pt x="2411" y="0"/>
                      <a:pt x="2030" y="0"/>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6" name="Google Shape;3626;p59"/>
              <p:cNvSpPr/>
              <p:nvPr/>
            </p:nvSpPr>
            <p:spPr>
              <a:xfrm flipH="1">
                <a:off x="1597300" y="754900"/>
                <a:ext cx="221175" cy="178050"/>
              </a:xfrm>
              <a:custGeom>
                <a:avLst/>
                <a:gdLst/>
                <a:ahLst/>
                <a:cxnLst/>
                <a:rect l="l" t="t" r="r" b="b"/>
                <a:pathLst>
                  <a:path w="8847" h="7122" extrusionOk="0">
                    <a:moveTo>
                      <a:pt x="7058" y="0"/>
                    </a:moveTo>
                    <a:cubicBezTo>
                      <a:pt x="6847" y="0"/>
                      <a:pt x="6633" y="42"/>
                      <a:pt x="6431" y="134"/>
                    </a:cubicBezTo>
                    <a:cubicBezTo>
                      <a:pt x="3939" y="1524"/>
                      <a:pt x="2335" y="3830"/>
                      <a:pt x="391" y="5745"/>
                    </a:cubicBezTo>
                    <a:cubicBezTo>
                      <a:pt x="0" y="6304"/>
                      <a:pt x="297" y="7122"/>
                      <a:pt x="935" y="7122"/>
                    </a:cubicBezTo>
                    <a:cubicBezTo>
                      <a:pt x="997" y="7122"/>
                      <a:pt x="1062" y="7114"/>
                      <a:pt x="1130" y="7098"/>
                    </a:cubicBezTo>
                    <a:cubicBezTo>
                      <a:pt x="4124" y="6299"/>
                      <a:pt x="7821" y="4910"/>
                      <a:pt x="8649" y="1708"/>
                    </a:cubicBezTo>
                    <a:cubicBezTo>
                      <a:pt x="8847" y="784"/>
                      <a:pt x="7972" y="0"/>
                      <a:pt x="7058" y="0"/>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27" name="Google Shape;3627;p59"/>
            <p:cNvSpPr/>
            <p:nvPr/>
          </p:nvSpPr>
          <p:spPr>
            <a:xfrm>
              <a:off x="7730322" y="666375"/>
              <a:ext cx="126004" cy="191709"/>
            </a:xfrm>
            <a:custGeom>
              <a:avLst/>
              <a:gdLst/>
              <a:ahLst/>
              <a:cxnLst/>
              <a:rect l="l" t="t" r="r" b="b"/>
              <a:pathLst>
                <a:path w="7061" h="10743" extrusionOk="0">
                  <a:moveTo>
                    <a:pt x="4600" y="0"/>
                  </a:moveTo>
                  <a:cubicBezTo>
                    <a:pt x="4049" y="0"/>
                    <a:pt x="3483" y="230"/>
                    <a:pt x="3120" y="704"/>
                  </a:cubicBezTo>
                  <a:cubicBezTo>
                    <a:pt x="1360" y="3410"/>
                    <a:pt x="991" y="6618"/>
                    <a:pt x="67" y="9575"/>
                  </a:cubicBezTo>
                  <a:cubicBezTo>
                    <a:pt x="1" y="10192"/>
                    <a:pt x="480" y="10743"/>
                    <a:pt x="1007" y="10743"/>
                  </a:cubicBezTo>
                  <a:cubicBezTo>
                    <a:pt x="1187" y="10743"/>
                    <a:pt x="1374" y="10678"/>
                    <a:pt x="1545" y="10529"/>
                  </a:cubicBezTo>
                  <a:cubicBezTo>
                    <a:pt x="4103" y="8126"/>
                    <a:pt x="7060" y="4770"/>
                    <a:pt x="6195" y="1103"/>
                  </a:cubicBezTo>
                  <a:cubicBezTo>
                    <a:pt x="5988" y="377"/>
                    <a:pt x="5305" y="0"/>
                    <a:pt x="4600"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8" name="Google Shape;3628;p59"/>
            <p:cNvSpPr/>
            <p:nvPr/>
          </p:nvSpPr>
          <p:spPr>
            <a:xfrm>
              <a:off x="7491931" y="1009570"/>
              <a:ext cx="45005" cy="132606"/>
            </a:xfrm>
            <a:custGeom>
              <a:avLst/>
              <a:gdLst/>
              <a:ahLst/>
              <a:cxnLst/>
              <a:rect l="l" t="t" r="r" b="b"/>
              <a:pathLst>
                <a:path w="2522" h="7431" extrusionOk="0">
                  <a:moveTo>
                    <a:pt x="2215" y="0"/>
                  </a:moveTo>
                  <a:cubicBezTo>
                    <a:pt x="2091" y="0"/>
                    <a:pt x="1967" y="76"/>
                    <a:pt x="1967" y="228"/>
                  </a:cubicBezTo>
                  <a:cubicBezTo>
                    <a:pt x="1967" y="1921"/>
                    <a:pt x="1937" y="3621"/>
                    <a:pt x="1937" y="5314"/>
                  </a:cubicBezTo>
                  <a:cubicBezTo>
                    <a:pt x="1412" y="5188"/>
                    <a:pt x="828" y="5159"/>
                    <a:pt x="303" y="5063"/>
                  </a:cubicBezTo>
                  <a:cubicBezTo>
                    <a:pt x="295" y="5062"/>
                    <a:pt x="286" y="5061"/>
                    <a:pt x="278" y="5061"/>
                  </a:cubicBezTo>
                  <a:cubicBezTo>
                    <a:pt x="1" y="5061"/>
                    <a:pt x="9" y="5529"/>
                    <a:pt x="303" y="5558"/>
                  </a:cubicBezTo>
                  <a:cubicBezTo>
                    <a:pt x="673" y="5617"/>
                    <a:pt x="1072" y="5654"/>
                    <a:pt x="1479" y="5713"/>
                  </a:cubicBezTo>
                  <a:cubicBezTo>
                    <a:pt x="1412" y="5743"/>
                    <a:pt x="1383" y="5772"/>
                    <a:pt x="1324" y="5802"/>
                  </a:cubicBezTo>
                  <a:cubicBezTo>
                    <a:pt x="1013" y="5927"/>
                    <a:pt x="740" y="6053"/>
                    <a:pt x="429" y="6171"/>
                  </a:cubicBezTo>
                  <a:cubicBezTo>
                    <a:pt x="190" y="6304"/>
                    <a:pt x="337" y="6641"/>
                    <a:pt x="555" y="6641"/>
                  </a:cubicBezTo>
                  <a:cubicBezTo>
                    <a:pt x="593" y="6641"/>
                    <a:pt x="633" y="6630"/>
                    <a:pt x="673" y="6608"/>
                  </a:cubicBezTo>
                  <a:cubicBezTo>
                    <a:pt x="954" y="6482"/>
                    <a:pt x="1228" y="6356"/>
                    <a:pt x="1508" y="6238"/>
                  </a:cubicBezTo>
                  <a:cubicBezTo>
                    <a:pt x="1693" y="6171"/>
                    <a:pt x="1849" y="6053"/>
                    <a:pt x="2033" y="5987"/>
                  </a:cubicBezTo>
                  <a:lnTo>
                    <a:pt x="2033" y="5987"/>
                  </a:lnTo>
                  <a:cubicBezTo>
                    <a:pt x="1996" y="6356"/>
                    <a:pt x="1967" y="6763"/>
                    <a:pt x="1878" y="7132"/>
                  </a:cubicBezTo>
                  <a:cubicBezTo>
                    <a:pt x="1839" y="7313"/>
                    <a:pt x="1988" y="7431"/>
                    <a:pt x="2127" y="7431"/>
                  </a:cubicBezTo>
                  <a:cubicBezTo>
                    <a:pt x="2222" y="7431"/>
                    <a:pt x="2313" y="7376"/>
                    <a:pt x="2336" y="7251"/>
                  </a:cubicBezTo>
                  <a:cubicBezTo>
                    <a:pt x="2462" y="6763"/>
                    <a:pt x="2521" y="6208"/>
                    <a:pt x="2521" y="5684"/>
                  </a:cubicBezTo>
                  <a:cubicBezTo>
                    <a:pt x="2521" y="5558"/>
                    <a:pt x="2492" y="5499"/>
                    <a:pt x="2433" y="5469"/>
                  </a:cubicBezTo>
                  <a:cubicBezTo>
                    <a:pt x="2433" y="3710"/>
                    <a:pt x="2462" y="1987"/>
                    <a:pt x="2462" y="228"/>
                  </a:cubicBezTo>
                  <a:cubicBezTo>
                    <a:pt x="2462" y="76"/>
                    <a:pt x="2338" y="0"/>
                    <a:pt x="2215"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9" name="Google Shape;3629;p59"/>
            <p:cNvSpPr/>
            <p:nvPr/>
          </p:nvSpPr>
          <p:spPr>
            <a:xfrm>
              <a:off x="7314284" y="809135"/>
              <a:ext cx="459580" cy="267265"/>
            </a:xfrm>
            <a:custGeom>
              <a:avLst/>
              <a:gdLst/>
              <a:ahLst/>
              <a:cxnLst/>
              <a:rect l="l" t="t" r="r" b="b"/>
              <a:pathLst>
                <a:path w="25754" h="14977" extrusionOk="0">
                  <a:moveTo>
                    <a:pt x="25480" y="1"/>
                  </a:moveTo>
                  <a:lnTo>
                    <a:pt x="25480" y="1"/>
                  </a:lnTo>
                  <a:cubicBezTo>
                    <a:pt x="22580" y="335"/>
                    <a:pt x="19679" y="811"/>
                    <a:pt x="16757" y="811"/>
                  </a:cubicBezTo>
                  <a:cubicBezTo>
                    <a:pt x="15612" y="811"/>
                    <a:pt x="14464" y="738"/>
                    <a:pt x="13312" y="555"/>
                  </a:cubicBezTo>
                  <a:cubicBezTo>
                    <a:pt x="12816" y="496"/>
                    <a:pt x="12321" y="466"/>
                    <a:pt x="11892" y="437"/>
                  </a:cubicBezTo>
                  <a:cubicBezTo>
                    <a:pt x="11321" y="304"/>
                    <a:pt x="10729" y="240"/>
                    <a:pt x="10129" y="240"/>
                  </a:cubicBezTo>
                  <a:cubicBezTo>
                    <a:pt x="5296" y="240"/>
                    <a:pt x="1" y="4370"/>
                    <a:pt x="1698" y="9552"/>
                  </a:cubicBezTo>
                  <a:cubicBezTo>
                    <a:pt x="2067" y="10476"/>
                    <a:pt x="2622" y="11275"/>
                    <a:pt x="3331" y="11984"/>
                  </a:cubicBezTo>
                  <a:cubicBezTo>
                    <a:pt x="4071" y="12694"/>
                    <a:pt x="4928" y="13278"/>
                    <a:pt x="5889" y="13744"/>
                  </a:cubicBezTo>
                  <a:cubicBezTo>
                    <a:pt x="6377" y="13988"/>
                    <a:pt x="6873" y="14173"/>
                    <a:pt x="7397" y="14358"/>
                  </a:cubicBezTo>
                  <a:cubicBezTo>
                    <a:pt x="8573" y="14781"/>
                    <a:pt x="9754" y="14976"/>
                    <a:pt x="10913" y="14976"/>
                  </a:cubicBezTo>
                  <a:cubicBezTo>
                    <a:pt x="13638" y="14976"/>
                    <a:pt x="16236" y="13897"/>
                    <a:pt x="18331" y="12169"/>
                  </a:cubicBezTo>
                  <a:cubicBezTo>
                    <a:pt x="18760" y="11829"/>
                    <a:pt x="19196" y="11430"/>
                    <a:pt x="19566" y="11031"/>
                  </a:cubicBezTo>
                  <a:cubicBezTo>
                    <a:pt x="22117" y="7889"/>
                    <a:pt x="25754" y="4281"/>
                    <a:pt x="25480"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0" name="Google Shape;3630;p59"/>
            <p:cNvSpPr/>
            <p:nvPr/>
          </p:nvSpPr>
          <p:spPr>
            <a:xfrm>
              <a:off x="7444570" y="900448"/>
              <a:ext cx="289946" cy="175970"/>
            </a:xfrm>
            <a:custGeom>
              <a:avLst/>
              <a:gdLst/>
              <a:ahLst/>
              <a:cxnLst/>
              <a:rect l="l" t="t" r="r" b="b"/>
              <a:pathLst>
                <a:path w="16248" h="9861" extrusionOk="0">
                  <a:moveTo>
                    <a:pt x="15623" y="0"/>
                  </a:moveTo>
                  <a:cubicBezTo>
                    <a:pt x="15151" y="0"/>
                    <a:pt x="14522" y="352"/>
                    <a:pt x="14172" y="613"/>
                  </a:cubicBezTo>
                  <a:cubicBezTo>
                    <a:pt x="12905" y="1566"/>
                    <a:pt x="11546" y="1867"/>
                    <a:pt x="10103" y="1867"/>
                  </a:cubicBezTo>
                  <a:cubicBezTo>
                    <a:pt x="9542" y="1867"/>
                    <a:pt x="8969" y="1822"/>
                    <a:pt x="8384" y="1752"/>
                  </a:cubicBezTo>
                  <a:cubicBezTo>
                    <a:pt x="7835" y="1685"/>
                    <a:pt x="7280" y="1651"/>
                    <a:pt x="6725" y="1651"/>
                  </a:cubicBezTo>
                  <a:cubicBezTo>
                    <a:pt x="5746" y="1651"/>
                    <a:pt x="4766" y="1756"/>
                    <a:pt x="3822" y="1973"/>
                  </a:cubicBezTo>
                  <a:cubicBezTo>
                    <a:pt x="2063" y="2617"/>
                    <a:pt x="555" y="3822"/>
                    <a:pt x="252" y="5818"/>
                  </a:cubicBezTo>
                  <a:cubicBezTo>
                    <a:pt x="0" y="7481"/>
                    <a:pt x="836" y="8841"/>
                    <a:pt x="2033" y="9736"/>
                  </a:cubicBezTo>
                  <a:cubicBezTo>
                    <a:pt x="2568" y="9820"/>
                    <a:pt x="3099" y="9860"/>
                    <a:pt x="3626" y="9860"/>
                  </a:cubicBezTo>
                  <a:cubicBezTo>
                    <a:pt x="6350" y="9860"/>
                    <a:pt x="8937" y="8781"/>
                    <a:pt x="11030" y="7052"/>
                  </a:cubicBezTo>
                  <a:cubicBezTo>
                    <a:pt x="11459" y="6712"/>
                    <a:pt x="11895" y="6313"/>
                    <a:pt x="12265" y="5914"/>
                  </a:cubicBezTo>
                  <a:cubicBezTo>
                    <a:pt x="13522" y="4376"/>
                    <a:pt x="15067" y="2713"/>
                    <a:pt x="16235" y="894"/>
                  </a:cubicBezTo>
                  <a:lnTo>
                    <a:pt x="16235" y="798"/>
                  </a:lnTo>
                  <a:cubicBezTo>
                    <a:pt x="16248" y="202"/>
                    <a:pt x="15980" y="0"/>
                    <a:pt x="15623"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1" name="Google Shape;3631;p59"/>
            <p:cNvSpPr/>
            <p:nvPr/>
          </p:nvSpPr>
          <p:spPr>
            <a:xfrm>
              <a:off x="7376492" y="989352"/>
              <a:ext cx="23627" cy="22681"/>
            </a:xfrm>
            <a:custGeom>
              <a:avLst/>
              <a:gdLst/>
              <a:ahLst/>
              <a:cxnLst/>
              <a:rect l="l" t="t" r="r" b="b"/>
              <a:pathLst>
                <a:path w="1324" h="1271" extrusionOk="0">
                  <a:moveTo>
                    <a:pt x="662" y="0"/>
                  </a:moveTo>
                  <a:cubicBezTo>
                    <a:pt x="331" y="0"/>
                    <a:pt x="1" y="207"/>
                    <a:pt x="1" y="621"/>
                  </a:cubicBezTo>
                  <a:cubicBezTo>
                    <a:pt x="1" y="1054"/>
                    <a:pt x="331" y="1270"/>
                    <a:pt x="662" y="1270"/>
                  </a:cubicBezTo>
                  <a:cubicBezTo>
                    <a:pt x="993" y="1270"/>
                    <a:pt x="1324" y="1054"/>
                    <a:pt x="1324" y="621"/>
                  </a:cubicBezTo>
                  <a:cubicBezTo>
                    <a:pt x="1324" y="207"/>
                    <a:pt x="993" y="0"/>
                    <a:pt x="662"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2" name="Google Shape;3632;p59"/>
            <p:cNvSpPr/>
            <p:nvPr/>
          </p:nvSpPr>
          <p:spPr>
            <a:xfrm rot="232785">
              <a:off x="7391802" y="1023115"/>
              <a:ext cx="35763" cy="55929"/>
            </a:xfrm>
            <a:custGeom>
              <a:avLst/>
              <a:gdLst/>
              <a:ahLst/>
              <a:cxnLst/>
              <a:rect l="l" t="t" r="r" b="b"/>
              <a:pathLst>
                <a:path w="2004" h="3134" extrusionOk="0">
                  <a:moveTo>
                    <a:pt x="1175" y="1"/>
                  </a:moveTo>
                  <a:cubicBezTo>
                    <a:pt x="751" y="1"/>
                    <a:pt x="269" y="206"/>
                    <a:pt x="126" y="548"/>
                  </a:cubicBezTo>
                  <a:cubicBezTo>
                    <a:pt x="0" y="918"/>
                    <a:pt x="0" y="1317"/>
                    <a:pt x="96" y="1627"/>
                  </a:cubicBezTo>
                  <a:cubicBezTo>
                    <a:pt x="126" y="1842"/>
                    <a:pt x="215" y="1997"/>
                    <a:pt x="311" y="2182"/>
                  </a:cubicBezTo>
                  <a:cubicBezTo>
                    <a:pt x="436" y="2396"/>
                    <a:pt x="525" y="2640"/>
                    <a:pt x="651" y="2825"/>
                  </a:cubicBezTo>
                  <a:cubicBezTo>
                    <a:pt x="743" y="2923"/>
                    <a:pt x="934" y="3134"/>
                    <a:pt x="1144" y="3134"/>
                  </a:cubicBezTo>
                  <a:cubicBezTo>
                    <a:pt x="1203" y="3134"/>
                    <a:pt x="1263" y="3117"/>
                    <a:pt x="1324" y="3076"/>
                  </a:cubicBezTo>
                  <a:cubicBezTo>
                    <a:pt x="1479" y="2980"/>
                    <a:pt x="1479" y="2795"/>
                    <a:pt x="1508" y="2677"/>
                  </a:cubicBezTo>
                  <a:cubicBezTo>
                    <a:pt x="1575" y="2396"/>
                    <a:pt x="1693" y="1812"/>
                    <a:pt x="1693" y="1812"/>
                  </a:cubicBezTo>
                  <a:cubicBezTo>
                    <a:pt x="1730" y="1686"/>
                    <a:pt x="1760" y="1568"/>
                    <a:pt x="1789" y="1442"/>
                  </a:cubicBezTo>
                  <a:cubicBezTo>
                    <a:pt x="1878" y="1102"/>
                    <a:pt x="2004" y="644"/>
                    <a:pt x="1848" y="334"/>
                  </a:cubicBezTo>
                  <a:cubicBezTo>
                    <a:pt x="1747" y="104"/>
                    <a:pt x="1476" y="1"/>
                    <a:pt x="1175"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3" name="Google Shape;3633;p59"/>
            <p:cNvSpPr/>
            <p:nvPr/>
          </p:nvSpPr>
          <p:spPr>
            <a:xfrm>
              <a:off x="7408809" y="959015"/>
              <a:ext cx="33299" cy="20700"/>
            </a:xfrm>
            <a:custGeom>
              <a:avLst/>
              <a:gdLst/>
              <a:ahLst/>
              <a:cxnLst/>
              <a:rect l="l" t="t" r="r" b="b"/>
              <a:pathLst>
                <a:path w="1866" h="1160" extrusionOk="0">
                  <a:moveTo>
                    <a:pt x="1600" y="0"/>
                  </a:moveTo>
                  <a:cubicBezTo>
                    <a:pt x="1417" y="0"/>
                    <a:pt x="1182" y="71"/>
                    <a:pt x="1080" y="103"/>
                  </a:cubicBezTo>
                  <a:cubicBezTo>
                    <a:pt x="740" y="259"/>
                    <a:pt x="252" y="540"/>
                    <a:pt x="38" y="909"/>
                  </a:cubicBezTo>
                  <a:lnTo>
                    <a:pt x="38" y="968"/>
                  </a:lnTo>
                  <a:cubicBezTo>
                    <a:pt x="1" y="968"/>
                    <a:pt x="1" y="998"/>
                    <a:pt x="38" y="998"/>
                  </a:cubicBezTo>
                  <a:cubicBezTo>
                    <a:pt x="89" y="1116"/>
                    <a:pt x="194" y="1159"/>
                    <a:pt x="321" y="1159"/>
                  </a:cubicBezTo>
                  <a:cubicBezTo>
                    <a:pt x="561" y="1159"/>
                    <a:pt x="882" y="1006"/>
                    <a:pt x="1080" y="909"/>
                  </a:cubicBezTo>
                  <a:cubicBezTo>
                    <a:pt x="1332" y="784"/>
                    <a:pt x="1790" y="503"/>
                    <a:pt x="1849" y="200"/>
                  </a:cubicBezTo>
                  <a:cubicBezTo>
                    <a:pt x="1866" y="47"/>
                    <a:pt x="1750" y="0"/>
                    <a:pt x="1600"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4" name="Google Shape;3634;p59"/>
            <p:cNvSpPr/>
            <p:nvPr/>
          </p:nvSpPr>
          <p:spPr>
            <a:xfrm>
              <a:off x="7412771" y="945596"/>
              <a:ext cx="26018" cy="14651"/>
            </a:xfrm>
            <a:custGeom>
              <a:avLst/>
              <a:gdLst/>
              <a:ahLst/>
              <a:cxnLst/>
              <a:rect l="l" t="t" r="r" b="b"/>
              <a:pathLst>
                <a:path w="1458" h="821" extrusionOk="0">
                  <a:moveTo>
                    <a:pt x="1335" y="0"/>
                  </a:moveTo>
                  <a:cubicBezTo>
                    <a:pt x="1236" y="0"/>
                    <a:pt x="1099" y="40"/>
                    <a:pt x="1043" y="57"/>
                  </a:cubicBezTo>
                  <a:cubicBezTo>
                    <a:pt x="673" y="183"/>
                    <a:pt x="304" y="368"/>
                    <a:pt x="30" y="671"/>
                  </a:cubicBezTo>
                  <a:cubicBezTo>
                    <a:pt x="1" y="700"/>
                    <a:pt x="1" y="700"/>
                    <a:pt x="1" y="737"/>
                  </a:cubicBezTo>
                  <a:lnTo>
                    <a:pt x="1" y="767"/>
                  </a:lnTo>
                  <a:cubicBezTo>
                    <a:pt x="46" y="805"/>
                    <a:pt x="109" y="820"/>
                    <a:pt x="182" y="820"/>
                  </a:cubicBezTo>
                  <a:cubicBezTo>
                    <a:pt x="409" y="820"/>
                    <a:pt x="735" y="671"/>
                    <a:pt x="925" y="582"/>
                  </a:cubicBezTo>
                  <a:cubicBezTo>
                    <a:pt x="1043" y="515"/>
                    <a:pt x="1442" y="301"/>
                    <a:pt x="1442" y="87"/>
                  </a:cubicBezTo>
                  <a:cubicBezTo>
                    <a:pt x="1458" y="21"/>
                    <a:pt x="1407" y="0"/>
                    <a:pt x="1335"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5" name="Google Shape;3635;p59"/>
            <p:cNvSpPr/>
            <p:nvPr/>
          </p:nvSpPr>
          <p:spPr>
            <a:xfrm>
              <a:off x="7412771" y="976450"/>
              <a:ext cx="29052" cy="14276"/>
            </a:xfrm>
            <a:custGeom>
              <a:avLst/>
              <a:gdLst/>
              <a:ahLst/>
              <a:cxnLst/>
              <a:rect l="l" t="t" r="r" b="b"/>
              <a:pathLst>
                <a:path w="1628" h="800" extrusionOk="0">
                  <a:moveTo>
                    <a:pt x="1256" y="0"/>
                  </a:moveTo>
                  <a:cubicBezTo>
                    <a:pt x="1014" y="0"/>
                    <a:pt x="686" y="181"/>
                    <a:pt x="400" y="361"/>
                  </a:cubicBezTo>
                  <a:cubicBezTo>
                    <a:pt x="245" y="420"/>
                    <a:pt x="1" y="575"/>
                    <a:pt x="30" y="701"/>
                  </a:cubicBezTo>
                  <a:cubicBezTo>
                    <a:pt x="47" y="772"/>
                    <a:pt x="117" y="799"/>
                    <a:pt x="212" y="799"/>
                  </a:cubicBezTo>
                  <a:cubicBezTo>
                    <a:pt x="444" y="799"/>
                    <a:pt x="832" y="635"/>
                    <a:pt x="984" y="546"/>
                  </a:cubicBezTo>
                  <a:cubicBezTo>
                    <a:pt x="1169" y="450"/>
                    <a:pt x="1627" y="117"/>
                    <a:pt x="1383" y="21"/>
                  </a:cubicBezTo>
                  <a:cubicBezTo>
                    <a:pt x="1344" y="7"/>
                    <a:pt x="1302" y="0"/>
                    <a:pt x="1256"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36" name="Google Shape;3636;p59"/>
            <p:cNvGrpSpPr/>
            <p:nvPr/>
          </p:nvGrpSpPr>
          <p:grpSpPr>
            <a:xfrm flipH="1">
              <a:off x="7561552" y="885584"/>
              <a:ext cx="177075" cy="144085"/>
              <a:chOff x="1808700" y="965100"/>
              <a:chExt cx="262450" cy="208275"/>
            </a:xfrm>
          </p:grpSpPr>
          <p:sp>
            <p:nvSpPr>
              <p:cNvPr id="3637" name="Google Shape;3637;p59"/>
              <p:cNvSpPr/>
              <p:nvPr/>
            </p:nvSpPr>
            <p:spPr>
              <a:xfrm flipH="1">
                <a:off x="1808700" y="965100"/>
                <a:ext cx="262450" cy="105075"/>
              </a:xfrm>
              <a:custGeom>
                <a:avLst/>
                <a:gdLst/>
                <a:ahLst/>
                <a:cxnLst/>
                <a:rect l="l" t="t" r="r" b="b"/>
                <a:pathLst>
                  <a:path w="10498" h="4203" extrusionOk="0">
                    <a:moveTo>
                      <a:pt x="5545" y="1"/>
                    </a:moveTo>
                    <a:cubicBezTo>
                      <a:pt x="4604" y="1"/>
                      <a:pt x="3667" y="67"/>
                      <a:pt x="2735" y="139"/>
                    </a:cubicBezTo>
                    <a:cubicBezTo>
                      <a:pt x="2307" y="723"/>
                      <a:pt x="1811" y="1248"/>
                      <a:pt x="1294" y="1617"/>
                    </a:cubicBezTo>
                    <a:cubicBezTo>
                      <a:pt x="858" y="1921"/>
                      <a:pt x="429" y="2172"/>
                      <a:pt x="0" y="2386"/>
                    </a:cubicBezTo>
                    <a:cubicBezTo>
                      <a:pt x="1897" y="3327"/>
                      <a:pt x="4096" y="4203"/>
                      <a:pt x="6190" y="4203"/>
                    </a:cubicBezTo>
                    <a:cubicBezTo>
                      <a:pt x="7321" y="4203"/>
                      <a:pt x="8420" y="3948"/>
                      <a:pt x="9426" y="3310"/>
                    </a:cubicBezTo>
                    <a:cubicBezTo>
                      <a:pt x="10498" y="2571"/>
                      <a:pt x="10069" y="782"/>
                      <a:pt x="8805" y="353"/>
                    </a:cubicBezTo>
                    <a:cubicBezTo>
                      <a:pt x="7717" y="88"/>
                      <a:pt x="6629" y="1"/>
                      <a:pt x="5545"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8" name="Google Shape;3638;p59"/>
              <p:cNvSpPr/>
              <p:nvPr/>
            </p:nvSpPr>
            <p:spPr>
              <a:xfrm flipH="1">
                <a:off x="1832700" y="980025"/>
                <a:ext cx="236975" cy="193350"/>
              </a:xfrm>
              <a:custGeom>
                <a:avLst/>
                <a:gdLst/>
                <a:ahLst/>
                <a:cxnLst/>
                <a:rect l="l" t="t" r="r" b="b"/>
                <a:pathLst>
                  <a:path w="9479" h="7734" extrusionOk="0">
                    <a:moveTo>
                      <a:pt x="2307" y="0"/>
                    </a:moveTo>
                    <a:cubicBezTo>
                      <a:pt x="2004" y="399"/>
                      <a:pt x="1634" y="739"/>
                      <a:pt x="1235" y="1020"/>
                    </a:cubicBezTo>
                    <a:cubicBezTo>
                      <a:pt x="828" y="1294"/>
                      <a:pt x="399" y="1545"/>
                      <a:pt x="0" y="1760"/>
                    </a:cubicBezTo>
                    <a:cubicBezTo>
                      <a:pt x="1634" y="4650"/>
                      <a:pt x="3911" y="7548"/>
                      <a:pt x="7297" y="7733"/>
                    </a:cubicBezTo>
                    <a:cubicBezTo>
                      <a:pt x="7308" y="7733"/>
                      <a:pt x="7319" y="7733"/>
                      <a:pt x="7331" y="7733"/>
                    </a:cubicBezTo>
                    <a:cubicBezTo>
                      <a:pt x="8728" y="7733"/>
                      <a:pt x="9479" y="5905"/>
                      <a:pt x="8657" y="4746"/>
                    </a:cubicBezTo>
                    <a:cubicBezTo>
                      <a:pt x="6898" y="2684"/>
                      <a:pt x="4562" y="1390"/>
                      <a:pt x="2307"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39" name="Google Shape;3639;p59"/>
            <p:cNvSpPr/>
            <p:nvPr/>
          </p:nvSpPr>
          <p:spPr>
            <a:xfrm>
              <a:off x="7549588" y="1009561"/>
              <a:ext cx="45130" cy="132624"/>
            </a:xfrm>
            <a:custGeom>
              <a:avLst/>
              <a:gdLst/>
              <a:ahLst/>
              <a:cxnLst/>
              <a:rect l="l" t="t" r="r" b="b"/>
              <a:pathLst>
                <a:path w="2529" h="7432" extrusionOk="0">
                  <a:moveTo>
                    <a:pt x="2218" y="1"/>
                  </a:moveTo>
                  <a:cubicBezTo>
                    <a:pt x="2096" y="1"/>
                    <a:pt x="1974" y="77"/>
                    <a:pt x="1974" y="228"/>
                  </a:cubicBezTo>
                  <a:cubicBezTo>
                    <a:pt x="1974" y="1921"/>
                    <a:pt x="1944" y="3621"/>
                    <a:pt x="1944" y="5314"/>
                  </a:cubicBezTo>
                  <a:cubicBezTo>
                    <a:pt x="1390" y="5189"/>
                    <a:pt x="835" y="5159"/>
                    <a:pt x="311" y="5063"/>
                  </a:cubicBezTo>
                  <a:cubicBezTo>
                    <a:pt x="302" y="5062"/>
                    <a:pt x="293" y="5062"/>
                    <a:pt x="284" y="5062"/>
                  </a:cubicBezTo>
                  <a:cubicBezTo>
                    <a:pt x="0" y="5062"/>
                    <a:pt x="9" y="5530"/>
                    <a:pt x="311" y="5558"/>
                  </a:cubicBezTo>
                  <a:cubicBezTo>
                    <a:pt x="680" y="5618"/>
                    <a:pt x="1079" y="5654"/>
                    <a:pt x="1479" y="5714"/>
                  </a:cubicBezTo>
                  <a:cubicBezTo>
                    <a:pt x="1419" y="5743"/>
                    <a:pt x="1353" y="5773"/>
                    <a:pt x="1323" y="5802"/>
                  </a:cubicBezTo>
                  <a:cubicBezTo>
                    <a:pt x="1020" y="5928"/>
                    <a:pt x="710" y="6054"/>
                    <a:pt x="429" y="6172"/>
                  </a:cubicBezTo>
                  <a:cubicBezTo>
                    <a:pt x="196" y="6304"/>
                    <a:pt x="339" y="6641"/>
                    <a:pt x="560" y="6641"/>
                  </a:cubicBezTo>
                  <a:cubicBezTo>
                    <a:pt x="598" y="6641"/>
                    <a:pt x="639" y="6631"/>
                    <a:pt x="680" y="6608"/>
                  </a:cubicBezTo>
                  <a:cubicBezTo>
                    <a:pt x="954" y="6482"/>
                    <a:pt x="1235" y="6357"/>
                    <a:pt x="1508" y="6239"/>
                  </a:cubicBezTo>
                  <a:cubicBezTo>
                    <a:pt x="1663" y="6172"/>
                    <a:pt x="1848" y="6054"/>
                    <a:pt x="2033" y="5987"/>
                  </a:cubicBezTo>
                  <a:lnTo>
                    <a:pt x="2033" y="5987"/>
                  </a:lnTo>
                  <a:cubicBezTo>
                    <a:pt x="2003" y="6357"/>
                    <a:pt x="1944" y="6763"/>
                    <a:pt x="1878" y="7133"/>
                  </a:cubicBezTo>
                  <a:cubicBezTo>
                    <a:pt x="1843" y="7314"/>
                    <a:pt x="1991" y="7431"/>
                    <a:pt x="2131" y="7431"/>
                  </a:cubicBezTo>
                  <a:cubicBezTo>
                    <a:pt x="2226" y="7431"/>
                    <a:pt x="2317" y="7377"/>
                    <a:pt x="2344" y="7251"/>
                  </a:cubicBezTo>
                  <a:cubicBezTo>
                    <a:pt x="2462" y="6763"/>
                    <a:pt x="2528" y="6209"/>
                    <a:pt x="2528" y="5684"/>
                  </a:cubicBezTo>
                  <a:cubicBezTo>
                    <a:pt x="2528" y="5558"/>
                    <a:pt x="2499" y="5499"/>
                    <a:pt x="2403" y="5470"/>
                  </a:cubicBezTo>
                  <a:cubicBezTo>
                    <a:pt x="2432" y="3710"/>
                    <a:pt x="2462" y="1988"/>
                    <a:pt x="2462" y="228"/>
                  </a:cubicBezTo>
                  <a:cubicBezTo>
                    <a:pt x="2462" y="77"/>
                    <a:pt x="2340" y="1"/>
                    <a:pt x="2218"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40" name="Google Shape;3640;p59"/>
            <p:cNvGrpSpPr/>
            <p:nvPr/>
          </p:nvGrpSpPr>
          <p:grpSpPr>
            <a:xfrm flipH="1">
              <a:off x="7561577" y="885584"/>
              <a:ext cx="177075" cy="144085"/>
              <a:chOff x="1808700" y="965100"/>
              <a:chExt cx="262450" cy="208275"/>
            </a:xfrm>
          </p:grpSpPr>
          <p:sp>
            <p:nvSpPr>
              <p:cNvPr id="3641" name="Google Shape;3641;p59"/>
              <p:cNvSpPr/>
              <p:nvPr/>
            </p:nvSpPr>
            <p:spPr>
              <a:xfrm flipH="1">
                <a:off x="1808700" y="965100"/>
                <a:ext cx="262450" cy="105075"/>
              </a:xfrm>
              <a:custGeom>
                <a:avLst/>
                <a:gdLst/>
                <a:ahLst/>
                <a:cxnLst/>
                <a:rect l="l" t="t" r="r" b="b"/>
                <a:pathLst>
                  <a:path w="10498" h="4203" extrusionOk="0">
                    <a:moveTo>
                      <a:pt x="5545" y="1"/>
                    </a:moveTo>
                    <a:cubicBezTo>
                      <a:pt x="4604" y="1"/>
                      <a:pt x="3667" y="67"/>
                      <a:pt x="2735" y="139"/>
                    </a:cubicBezTo>
                    <a:cubicBezTo>
                      <a:pt x="2307" y="723"/>
                      <a:pt x="1811" y="1248"/>
                      <a:pt x="1294" y="1617"/>
                    </a:cubicBezTo>
                    <a:cubicBezTo>
                      <a:pt x="858" y="1921"/>
                      <a:pt x="429" y="2172"/>
                      <a:pt x="0" y="2386"/>
                    </a:cubicBezTo>
                    <a:cubicBezTo>
                      <a:pt x="1897" y="3327"/>
                      <a:pt x="4096" y="4203"/>
                      <a:pt x="6190" y="4203"/>
                    </a:cubicBezTo>
                    <a:cubicBezTo>
                      <a:pt x="7321" y="4203"/>
                      <a:pt x="8420" y="3948"/>
                      <a:pt x="9426" y="3310"/>
                    </a:cubicBezTo>
                    <a:cubicBezTo>
                      <a:pt x="10498" y="2571"/>
                      <a:pt x="10069" y="782"/>
                      <a:pt x="8805" y="353"/>
                    </a:cubicBezTo>
                    <a:cubicBezTo>
                      <a:pt x="7717" y="88"/>
                      <a:pt x="6629" y="1"/>
                      <a:pt x="5545" y="1"/>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2" name="Google Shape;3642;p59"/>
              <p:cNvSpPr/>
              <p:nvPr/>
            </p:nvSpPr>
            <p:spPr>
              <a:xfrm flipH="1">
                <a:off x="1832700" y="980025"/>
                <a:ext cx="236975" cy="193350"/>
              </a:xfrm>
              <a:custGeom>
                <a:avLst/>
                <a:gdLst/>
                <a:ahLst/>
                <a:cxnLst/>
                <a:rect l="l" t="t" r="r" b="b"/>
                <a:pathLst>
                  <a:path w="9479" h="7734" extrusionOk="0">
                    <a:moveTo>
                      <a:pt x="2307" y="0"/>
                    </a:moveTo>
                    <a:cubicBezTo>
                      <a:pt x="2004" y="399"/>
                      <a:pt x="1634" y="739"/>
                      <a:pt x="1235" y="1020"/>
                    </a:cubicBezTo>
                    <a:cubicBezTo>
                      <a:pt x="828" y="1294"/>
                      <a:pt x="399" y="1545"/>
                      <a:pt x="0" y="1760"/>
                    </a:cubicBezTo>
                    <a:cubicBezTo>
                      <a:pt x="1634" y="4650"/>
                      <a:pt x="3911" y="7548"/>
                      <a:pt x="7297" y="7733"/>
                    </a:cubicBezTo>
                    <a:cubicBezTo>
                      <a:pt x="7308" y="7733"/>
                      <a:pt x="7319" y="7733"/>
                      <a:pt x="7331" y="7733"/>
                    </a:cubicBezTo>
                    <a:cubicBezTo>
                      <a:pt x="8728" y="7733"/>
                      <a:pt x="9479" y="5905"/>
                      <a:pt x="8657" y="4746"/>
                    </a:cubicBezTo>
                    <a:cubicBezTo>
                      <a:pt x="6898" y="2684"/>
                      <a:pt x="4562" y="1390"/>
                      <a:pt x="2307"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43" name="Google Shape;3643;p59"/>
            <p:cNvSpPr/>
            <p:nvPr/>
          </p:nvSpPr>
          <p:spPr>
            <a:xfrm>
              <a:off x="7555120" y="885529"/>
              <a:ext cx="204504" cy="115814"/>
            </a:xfrm>
            <a:custGeom>
              <a:avLst/>
              <a:gdLst/>
              <a:ahLst/>
              <a:cxnLst/>
              <a:rect l="l" t="t" r="r" b="b"/>
              <a:pathLst>
                <a:path w="11460" h="6490" extrusionOk="0">
                  <a:moveTo>
                    <a:pt x="2433" y="0"/>
                  </a:moveTo>
                  <a:cubicBezTo>
                    <a:pt x="2034" y="525"/>
                    <a:pt x="1568" y="1020"/>
                    <a:pt x="1080" y="1360"/>
                  </a:cubicBezTo>
                  <a:cubicBezTo>
                    <a:pt x="710" y="1604"/>
                    <a:pt x="341" y="1819"/>
                    <a:pt x="1" y="2033"/>
                  </a:cubicBezTo>
                  <a:cubicBezTo>
                    <a:pt x="2297" y="4442"/>
                    <a:pt x="4688" y="6489"/>
                    <a:pt x="7863" y="6489"/>
                  </a:cubicBezTo>
                  <a:cubicBezTo>
                    <a:pt x="8429" y="6489"/>
                    <a:pt x="9021" y="6424"/>
                    <a:pt x="9641" y="6284"/>
                  </a:cubicBezTo>
                  <a:cubicBezTo>
                    <a:pt x="11208" y="5855"/>
                    <a:pt x="11459" y="3608"/>
                    <a:pt x="10166" y="2588"/>
                  </a:cubicBezTo>
                  <a:cubicBezTo>
                    <a:pt x="7482" y="806"/>
                    <a:pt x="5360" y="806"/>
                    <a:pt x="2433"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4188334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564"/>
        <p:cNvGrpSpPr/>
        <p:nvPr/>
      </p:nvGrpSpPr>
      <p:grpSpPr>
        <a:xfrm>
          <a:off x="0" y="0"/>
          <a:ext cx="0" cy="0"/>
          <a:chOff x="0" y="0"/>
          <a:chExt cx="0" cy="0"/>
        </a:xfrm>
      </p:grpSpPr>
      <p:grpSp>
        <p:nvGrpSpPr>
          <p:cNvPr id="3565" name="Google Shape;3565;p59"/>
          <p:cNvGrpSpPr/>
          <p:nvPr/>
        </p:nvGrpSpPr>
        <p:grpSpPr>
          <a:xfrm>
            <a:off x="1176575" y="1100900"/>
            <a:ext cx="1542300" cy="2454725"/>
            <a:chOff x="1176575" y="1100900"/>
            <a:chExt cx="1542300" cy="2454725"/>
          </a:xfrm>
        </p:grpSpPr>
        <p:grpSp>
          <p:nvGrpSpPr>
            <p:cNvPr id="3566" name="Google Shape;3566;p59"/>
            <p:cNvGrpSpPr/>
            <p:nvPr/>
          </p:nvGrpSpPr>
          <p:grpSpPr>
            <a:xfrm>
              <a:off x="1426650" y="2672725"/>
              <a:ext cx="1075425" cy="882900"/>
              <a:chOff x="1376875" y="2672725"/>
              <a:chExt cx="1075425" cy="882900"/>
            </a:xfrm>
          </p:grpSpPr>
          <p:sp>
            <p:nvSpPr>
              <p:cNvPr id="3567" name="Google Shape;3567;p59"/>
              <p:cNvSpPr/>
              <p:nvPr/>
            </p:nvSpPr>
            <p:spPr>
              <a:xfrm>
                <a:off x="1376875" y="2672725"/>
                <a:ext cx="127800" cy="882900"/>
              </a:xfrm>
              <a:prstGeom prst="rect">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8" name="Google Shape;3568;p59"/>
              <p:cNvSpPr/>
              <p:nvPr/>
            </p:nvSpPr>
            <p:spPr>
              <a:xfrm>
                <a:off x="2324500" y="2672725"/>
                <a:ext cx="127800" cy="882900"/>
              </a:xfrm>
              <a:prstGeom prst="rect">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69" name="Google Shape;3569;p59"/>
            <p:cNvSpPr/>
            <p:nvPr/>
          </p:nvSpPr>
          <p:spPr>
            <a:xfrm>
              <a:off x="1176575" y="1100900"/>
              <a:ext cx="1542300" cy="1613100"/>
            </a:xfrm>
            <a:prstGeom prst="roundRect">
              <a:avLst>
                <a:gd name="adj" fmla="val 12212"/>
              </a:avLst>
            </a:pr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0" name="Google Shape;3570;p59"/>
            <p:cNvSpPr/>
            <p:nvPr/>
          </p:nvSpPr>
          <p:spPr>
            <a:xfrm>
              <a:off x="1267195" y="1208820"/>
              <a:ext cx="1361059" cy="1397261"/>
            </a:xfrm>
            <a:custGeom>
              <a:avLst/>
              <a:gdLst/>
              <a:ahLst/>
              <a:cxnLst/>
              <a:rect l="l" t="t" r="r" b="b"/>
              <a:pathLst>
                <a:path w="10502" h="10539" extrusionOk="0">
                  <a:moveTo>
                    <a:pt x="9568" y="159"/>
                  </a:moveTo>
                  <a:cubicBezTo>
                    <a:pt x="9764" y="159"/>
                    <a:pt x="9997" y="234"/>
                    <a:pt x="10119" y="392"/>
                  </a:cubicBezTo>
                  <a:cubicBezTo>
                    <a:pt x="10268" y="551"/>
                    <a:pt x="10352" y="738"/>
                    <a:pt x="10352" y="934"/>
                  </a:cubicBezTo>
                  <a:lnTo>
                    <a:pt x="10352" y="9568"/>
                  </a:lnTo>
                  <a:cubicBezTo>
                    <a:pt x="10352" y="9801"/>
                    <a:pt x="10268" y="9997"/>
                    <a:pt x="10119" y="10156"/>
                  </a:cubicBezTo>
                  <a:cubicBezTo>
                    <a:pt x="9997" y="10268"/>
                    <a:pt x="9764" y="10389"/>
                    <a:pt x="9568" y="10389"/>
                  </a:cubicBezTo>
                  <a:lnTo>
                    <a:pt x="934" y="10389"/>
                  </a:lnTo>
                  <a:cubicBezTo>
                    <a:pt x="701" y="10389"/>
                    <a:pt x="514" y="10268"/>
                    <a:pt x="355" y="10156"/>
                  </a:cubicBezTo>
                  <a:cubicBezTo>
                    <a:pt x="234" y="9997"/>
                    <a:pt x="159" y="9801"/>
                    <a:pt x="159" y="9568"/>
                  </a:cubicBezTo>
                  <a:lnTo>
                    <a:pt x="159" y="934"/>
                  </a:lnTo>
                  <a:cubicBezTo>
                    <a:pt x="159" y="738"/>
                    <a:pt x="234" y="551"/>
                    <a:pt x="355" y="392"/>
                  </a:cubicBezTo>
                  <a:cubicBezTo>
                    <a:pt x="514" y="234"/>
                    <a:pt x="701" y="159"/>
                    <a:pt x="934" y="159"/>
                  </a:cubicBezTo>
                  <a:close/>
                  <a:moveTo>
                    <a:pt x="934" y="0"/>
                  </a:moveTo>
                  <a:cubicBezTo>
                    <a:pt x="393" y="0"/>
                    <a:pt x="1" y="430"/>
                    <a:pt x="1" y="934"/>
                  </a:cubicBezTo>
                  <a:lnTo>
                    <a:pt x="1" y="9568"/>
                  </a:lnTo>
                  <a:cubicBezTo>
                    <a:pt x="1" y="10118"/>
                    <a:pt x="393" y="10538"/>
                    <a:pt x="934" y="10538"/>
                  </a:cubicBezTo>
                  <a:lnTo>
                    <a:pt x="9568" y="10538"/>
                  </a:lnTo>
                  <a:cubicBezTo>
                    <a:pt x="10081" y="10538"/>
                    <a:pt x="10501" y="10118"/>
                    <a:pt x="10501" y="9568"/>
                  </a:cubicBezTo>
                  <a:lnTo>
                    <a:pt x="10501" y="934"/>
                  </a:lnTo>
                  <a:cubicBezTo>
                    <a:pt x="10501" y="430"/>
                    <a:pt x="10081" y="0"/>
                    <a:pt x="9568" y="0"/>
                  </a:cubicBezTo>
                  <a:close/>
                </a:path>
              </a:pathLst>
            </a:custGeom>
            <a:solidFill>
              <a:srgbClr val="5A2543"/>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71" name="Google Shape;3571;p59"/>
          <p:cNvGrpSpPr/>
          <p:nvPr/>
        </p:nvGrpSpPr>
        <p:grpSpPr>
          <a:xfrm>
            <a:off x="917675" y="2812575"/>
            <a:ext cx="2060100" cy="475800"/>
            <a:chOff x="766513" y="2812575"/>
            <a:chExt cx="2060100" cy="475800"/>
          </a:xfrm>
        </p:grpSpPr>
        <p:sp>
          <p:nvSpPr>
            <p:cNvPr id="3572" name="Google Shape;3572;p59"/>
            <p:cNvSpPr/>
            <p:nvPr/>
          </p:nvSpPr>
          <p:spPr>
            <a:xfrm>
              <a:off x="766513" y="2812575"/>
              <a:ext cx="2060100" cy="475800"/>
            </a:xfrm>
            <a:prstGeom prst="roundRect">
              <a:avLst>
                <a:gd name="adj" fmla="val 12212"/>
              </a:avLst>
            </a:pr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73" name="Google Shape;3573;p59"/>
            <p:cNvGrpSpPr/>
            <p:nvPr/>
          </p:nvGrpSpPr>
          <p:grpSpPr>
            <a:xfrm>
              <a:off x="813325" y="2860175"/>
              <a:ext cx="1968100" cy="380650"/>
              <a:chOff x="1015800" y="2860175"/>
              <a:chExt cx="1968100" cy="380650"/>
            </a:xfrm>
          </p:grpSpPr>
          <p:sp>
            <p:nvSpPr>
              <p:cNvPr id="3574" name="Google Shape;3574;p59"/>
              <p:cNvSpPr/>
              <p:nvPr/>
            </p:nvSpPr>
            <p:spPr>
              <a:xfrm>
                <a:off x="1015800" y="2860175"/>
                <a:ext cx="48600" cy="48600"/>
              </a:xfrm>
              <a:prstGeom prst="ellipse">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5" name="Google Shape;3575;p59"/>
              <p:cNvSpPr/>
              <p:nvPr/>
            </p:nvSpPr>
            <p:spPr>
              <a:xfrm>
                <a:off x="1015800" y="3192225"/>
                <a:ext cx="48600" cy="48600"/>
              </a:xfrm>
              <a:prstGeom prst="ellipse">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6" name="Google Shape;3576;p59"/>
              <p:cNvSpPr/>
              <p:nvPr/>
            </p:nvSpPr>
            <p:spPr>
              <a:xfrm>
                <a:off x="2935300" y="2860175"/>
                <a:ext cx="48600" cy="48600"/>
              </a:xfrm>
              <a:prstGeom prst="ellipse">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77" name="Google Shape;3577;p59"/>
              <p:cNvSpPr/>
              <p:nvPr/>
            </p:nvSpPr>
            <p:spPr>
              <a:xfrm>
                <a:off x="2935300" y="3192225"/>
                <a:ext cx="48600" cy="48600"/>
              </a:xfrm>
              <a:prstGeom prst="ellipse">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578" name="Google Shape;3578;p59"/>
          <p:cNvGrpSpPr/>
          <p:nvPr/>
        </p:nvGrpSpPr>
        <p:grpSpPr>
          <a:xfrm>
            <a:off x="3800857" y="1100900"/>
            <a:ext cx="1542300" cy="2454725"/>
            <a:chOff x="3800857" y="1100900"/>
            <a:chExt cx="1542300" cy="2454725"/>
          </a:xfrm>
        </p:grpSpPr>
        <p:grpSp>
          <p:nvGrpSpPr>
            <p:cNvPr id="3579" name="Google Shape;3579;p59"/>
            <p:cNvGrpSpPr/>
            <p:nvPr/>
          </p:nvGrpSpPr>
          <p:grpSpPr>
            <a:xfrm>
              <a:off x="4034295" y="2672725"/>
              <a:ext cx="1075425" cy="882900"/>
              <a:chOff x="1376875" y="2672725"/>
              <a:chExt cx="1075425" cy="882900"/>
            </a:xfrm>
          </p:grpSpPr>
          <p:sp>
            <p:nvSpPr>
              <p:cNvPr id="3580" name="Google Shape;3580;p59"/>
              <p:cNvSpPr/>
              <p:nvPr/>
            </p:nvSpPr>
            <p:spPr>
              <a:xfrm>
                <a:off x="1376875" y="2672725"/>
                <a:ext cx="127800" cy="882900"/>
              </a:xfrm>
              <a:prstGeom prst="rect">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1" name="Google Shape;3581;p59"/>
              <p:cNvSpPr/>
              <p:nvPr/>
            </p:nvSpPr>
            <p:spPr>
              <a:xfrm>
                <a:off x="2324500" y="2672725"/>
                <a:ext cx="127800" cy="882900"/>
              </a:xfrm>
              <a:prstGeom prst="rect">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82" name="Google Shape;3582;p59"/>
            <p:cNvSpPr/>
            <p:nvPr/>
          </p:nvSpPr>
          <p:spPr>
            <a:xfrm>
              <a:off x="3800857" y="1100900"/>
              <a:ext cx="1542300" cy="1613100"/>
            </a:xfrm>
            <a:prstGeom prst="roundRect">
              <a:avLst>
                <a:gd name="adj" fmla="val 12212"/>
              </a:avLst>
            </a:pr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3" name="Google Shape;3583;p59"/>
            <p:cNvSpPr/>
            <p:nvPr/>
          </p:nvSpPr>
          <p:spPr>
            <a:xfrm>
              <a:off x="3891477" y="1208820"/>
              <a:ext cx="1361059" cy="1397261"/>
            </a:xfrm>
            <a:custGeom>
              <a:avLst/>
              <a:gdLst/>
              <a:ahLst/>
              <a:cxnLst/>
              <a:rect l="l" t="t" r="r" b="b"/>
              <a:pathLst>
                <a:path w="10502" h="10539" extrusionOk="0">
                  <a:moveTo>
                    <a:pt x="9568" y="159"/>
                  </a:moveTo>
                  <a:cubicBezTo>
                    <a:pt x="9764" y="159"/>
                    <a:pt x="9997" y="234"/>
                    <a:pt x="10119" y="392"/>
                  </a:cubicBezTo>
                  <a:cubicBezTo>
                    <a:pt x="10268" y="551"/>
                    <a:pt x="10352" y="738"/>
                    <a:pt x="10352" y="934"/>
                  </a:cubicBezTo>
                  <a:lnTo>
                    <a:pt x="10352" y="9568"/>
                  </a:lnTo>
                  <a:cubicBezTo>
                    <a:pt x="10352" y="9801"/>
                    <a:pt x="10268" y="9997"/>
                    <a:pt x="10119" y="10156"/>
                  </a:cubicBezTo>
                  <a:cubicBezTo>
                    <a:pt x="9997" y="10268"/>
                    <a:pt x="9764" y="10389"/>
                    <a:pt x="9568" y="10389"/>
                  </a:cubicBezTo>
                  <a:lnTo>
                    <a:pt x="934" y="10389"/>
                  </a:lnTo>
                  <a:cubicBezTo>
                    <a:pt x="701" y="10389"/>
                    <a:pt x="514" y="10268"/>
                    <a:pt x="355" y="10156"/>
                  </a:cubicBezTo>
                  <a:cubicBezTo>
                    <a:pt x="234" y="9997"/>
                    <a:pt x="159" y="9801"/>
                    <a:pt x="159" y="9568"/>
                  </a:cubicBezTo>
                  <a:lnTo>
                    <a:pt x="159" y="934"/>
                  </a:lnTo>
                  <a:cubicBezTo>
                    <a:pt x="159" y="738"/>
                    <a:pt x="234" y="551"/>
                    <a:pt x="355" y="392"/>
                  </a:cubicBezTo>
                  <a:cubicBezTo>
                    <a:pt x="514" y="234"/>
                    <a:pt x="701" y="159"/>
                    <a:pt x="934" y="159"/>
                  </a:cubicBezTo>
                  <a:close/>
                  <a:moveTo>
                    <a:pt x="934" y="0"/>
                  </a:moveTo>
                  <a:cubicBezTo>
                    <a:pt x="393" y="0"/>
                    <a:pt x="1" y="430"/>
                    <a:pt x="1" y="934"/>
                  </a:cubicBezTo>
                  <a:lnTo>
                    <a:pt x="1" y="9568"/>
                  </a:lnTo>
                  <a:cubicBezTo>
                    <a:pt x="1" y="10118"/>
                    <a:pt x="393" y="10538"/>
                    <a:pt x="934" y="10538"/>
                  </a:cubicBezTo>
                  <a:lnTo>
                    <a:pt x="9568" y="10538"/>
                  </a:lnTo>
                  <a:cubicBezTo>
                    <a:pt x="10081" y="10538"/>
                    <a:pt x="10501" y="10118"/>
                    <a:pt x="10501" y="9568"/>
                  </a:cubicBezTo>
                  <a:lnTo>
                    <a:pt x="10501" y="934"/>
                  </a:lnTo>
                  <a:cubicBezTo>
                    <a:pt x="10501" y="430"/>
                    <a:pt x="10081" y="0"/>
                    <a:pt x="9568" y="0"/>
                  </a:cubicBezTo>
                  <a:close/>
                </a:path>
              </a:pathLst>
            </a:custGeom>
            <a:solidFill>
              <a:srgbClr val="5A2543"/>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84" name="Google Shape;3584;p59"/>
          <p:cNvGrpSpPr/>
          <p:nvPr/>
        </p:nvGrpSpPr>
        <p:grpSpPr>
          <a:xfrm>
            <a:off x="3541957" y="2812575"/>
            <a:ext cx="2060100" cy="475800"/>
            <a:chOff x="766513" y="2812575"/>
            <a:chExt cx="2060100" cy="475800"/>
          </a:xfrm>
        </p:grpSpPr>
        <p:sp>
          <p:nvSpPr>
            <p:cNvPr id="3585" name="Google Shape;3585;p59"/>
            <p:cNvSpPr/>
            <p:nvPr/>
          </p:nvSpPr>
          <p:spPr>
            <a:xfrm>
              <a:off x="766513" y="2812575"/>
              <a:ext cx="2060100" cy="475800"/>
            </a:xfrm>
            <a:prstGeom prst="roundRect">
              <a:avLst>
                <a:gd name="adj" fmla="val 12212"/>
              </a:avLst>
            </a:pr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86" name="Google Shape;3586;p59"/>
            <p:cNvGrpSpPr/>
            <p:nvPr/>
          </p:nvGrpSpPr>
          <p:grpSpPr>
            <a:xfrm>
              <a:off x="813325" y="2860175"/>
              <a:ext cx="1968100" cy="380650"/>
              <a:chOff x="1015800" y="2860175"/>
              <a:chExt cx="1968100" cy="380650"/>
            </a:xfrm>
          </p:grpSpPr>
          <p:sp>
            <p:nvSpPr>
              <p:cNvPr id="3587" name="Google Shape;3587;p59"/>
              <p:cNvSpPr/>
              <p:nvPr/>
            </p:nvSpPr>
            <p:spPr>
              <a:xfrm>
                <a:off x="1015800" y="2860175"/>
                <a:ext cx="48600" cy="48600"/>
              </a:xfrm>
              <a:prstGeom prst="ellipse">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8" name="Google Shape;3588;p59"/>
              <p:cNvSpPr/>
              <p:nvPr/>
            </p:nvSpPr>
            <p:spPr>
              <a:xfrm>
                <a:off x="1015800" y="3192225"/>
                <a:ext cx="48600" cy="48600"/>
              </a:xfrm>
              <a:prstGeom prst="ellipse">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89" name="Google Shape;3589;p59"/>
              <p:cNvSpPr/>
              <p:nvPr/>
            </p:nvSpPr>
            <p:spPr>
              <a:xfrm>
                <a:off x="2935300" y="2860175"/>
                <a:ext cx="48600" cy="48600"/>
              </a:xfrm>
              <a:prstGeom prst="ellipse">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0" name="Google Shape;3590;p59"/>
              <p:cNvSpPr/>
              <p:nvPr/>
            </p:nvSpPr>
            <p:spPr>
              <a:xfrm>
                <a:off x="2935300" y="3192225"/>
                <a:ext cx="48600" cy="48600"/>
              </a:xfrm>
              <a:prstGeom prst="ellipse">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591" name="Google Shape;3591;p59"/>
          <p:cNvGrpSpPr/>
          <p:nvPr/>
        </p:nvGrpSpPr>
        <p:grpSpPr>
          <a:xfrm>
            <a:off x="6431895" y="1100900"/>
            <a:ext cx="1542300" cy="2454725"/>
            <a:chOff x="6431895" y="1100900"/>
            <a:chExt cx="1542300" cy="2454725"/>
          </a:xfrm>
        </p:grpSpPr>
        <p:grpSp>
          <p:nvGrpSpPr>
            <p:cNvPr id="3592" name="Google Shape;3592;p59"/>
            <p:cNvGrpSpPr/>
            <p:nvPr/>
          </p:nvGrpSpPr>
          <p:grpSpPr>
            <a:xfrm>
              <a:off x="6665333" y="2672725"/>
              <a:ext cx="1075425" cy="882900"/>
              <a:chOff x="1376875" y="2672725"/>
              <a:chExt cx="1075425" cy="882900"/>
            </a:xfrm>
          </p:grpSpPr>
          <p:sp>
            <p:nvSpPr>
              <p:cNvPr id="3593" name="Google Shape;3593;p59"/>
              <p:cNvSpPr/>
              <p:nvPr/>
            </p:nvSpPr>
            <p:spPr>
              <a:xfrm>
                <a:off x="1376875" y="2672725"/>
                <a:ext cx="127800" cy="882900"/>
              </a:xfrm>
              <a:prstGeom prst="rect">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4" name="Google Shape;3594;p59"/>
              <p:cNvSpPr/>
              <p:nvPr/>
            </p:nvSpPr>
            <p:spPr>
              <a:xfrm>
                <a:off x="2324500" y="2672725"/>
                <a:ext cx="127800" cy="882900"/>
              </a:xfrm>
              <a:prstGeom prst="rect">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95" name="Google Shape;3595;p59"/>
            <p:cNvSpPr/>
            <p:nvPr/>
          </p:nvSpPr>
          <p:spPr>
            <a:xfrm>
              <a:off x="6431895" y="1100900"/>
              <a:ext cx="1542300" cy="1613100"/>
            </a:xfrm>
            <a:prstGeom prst="roundRect">
              <a:avLst>
                <a:gd name="adj" fmla="val 12212"/>
              </a:avLst>
            </a:pr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96" name="Google Shape;3596;p59"/>
            <p:cNvSpPr/>
            <p:nvPr/>
          </p:nvSpPr>
          <p:spPr>
            <a:xfrm>
              <a:off x="6522516" y="1208820"/>
              <a:ext cx="1361059" cy="1397261"/>
            </a:xfrm>
            <a:custGeom>
              <a:avLst/>
              <a:gdLst/>
              <a:ahLst/>
              <a:cxnLst/>
              <a:rect l="l" t="t" r="r" b="b"/>
              <a:pathLst>
                <a:path w="10502" h="10539" extrusionOk="0">
                  <a:moveTo>
                    <a:pt x="9568" y="159"/>
                  </a:moveTo>
                  <a:cubicBezTo>
                    <a:pt x="9764" y="159"/>
                    <a:pt x="9997" y="234"/>
                    <a:pt x="10119" y="392"/>
                  </a:cubicBezTo>
                  <a:cubicBezTo>
                    <a:pt x="10268" y="551"/>
                    <a:pt x="10352" y="738"/>
                    <a:pt x="10352" y="934"/>
                  </a:cubicBezTo>
                  <a:lnTo>
                    <a:pt x="10352" y="9568"/>
                  </a:lnTo>
                  <a:cubicBezTo>
                    <a:pt x="10352" y="9801"/>
                    <a:pt x="10268" y="9997"/>
                    <a:pt x="10119" y="10156"/>
                  </a:cubicBezTo>
                  <a:cubicBezTo>
                    <a:pt x="9997" y="10268"/>
                    <a:pt x="9764" y="10389"/>
                    <a:pt x="9568" y="10389"/>
                  </a:cubicBezTo>
                  <a:lnTo>
                    <a:pt x="934" y="10389"/>
                  </a:lnTo>
                  <a:cubicBezTo>
                    <a:pt x="701" y="10389"/>
                    <a:pt x="514" y="10268"/>
                    <a:pt x="355" y="10156"/>
                  </a:cubicBezTo>
                  <a:cubicBezTo>
                    <a:pt x="234" y="9997"/>
                    <a:pt x="159" y="9801"/>
                    <a:pt x="159" y="9568"/>
                  </a:cubicBezTo>
                  <a:lnTo>
                    <a:pt x="159" y="934"/>
                  </a:lnTo>
                  <a:cubicBezTo>
                    <a:pt x="159" y="738"/>
                    <a:pt x="234" y="551"/>
                    <a:pt x="355" y="392"/>
                  </a:cubicBezTo>
                  <a:cubicBezTo>
                    <a:pt x="514" y="234"/>
                    <a:pt x="701" y="159"/>
                    <a:pt x="934" y="159"/>
                  </a:cubicBezTo>
                  <a:close/>
                  <a:moveTo>
                    <a:pt x="934" y="0"/>
                  </a:moveTo>
                  <a:cubicBezTo>
                    <a:pt x="393" y="0"/>
                    <a:pt x="1" y="430"/>
                    <a:pt x="1" y="934"/>
                  </a:cubicBezTo>
                  <a:lnTo>
                    <a:pt x="1" y="9568"/>
                  </a:lnTo>
                  <a:cubicBezTo>
                    <a:pt x="1" y="10118"/>
                    <a:pt x="393" y="10538"/>
                    <a:pt x="934" y="10538"/>
                  </a:cubicBezTo>
                  <a:lnTo>
                    <a:pt x="9568" y="10538"/>
                  </a:lnTo>
                  <a:cubicBezTo>
                    <a:pt x="10081" y="10538"/>
                    <a:pt x="10501" y="10118"/>
                    <a:pt x="10501" y="9568"/>
                  </a:cubicBezTo>
                  <a:lnTo>
                    <a:pt x="10501" y="934"/>
                  </a:lnTo>
                  <a:cubicBezTo>
                    <a:pt x="10501" y="430"/>
                    <a:pt x="10081" y="0"/>
                    <a:pt x="9568" y="0"/>
                  </a:cubicBezTo>
                  <a:close/>
                </a:path>
              </a:pathLst>
            </a:custGeom>
            <a:solidFill>
              <a:srgbClr val="5A2543"/>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597" name="Google Shape;3597;p59"/>
          <p:cNvGrpSpPr/>
          <p:nvPr/>
        </p:nvGrpSpPr>
        <p:grpSpPr>
          <a:xfrm>
            <a:off x="6172995" y="2812575"/>
            <a:ext cx="2060100" cy="475800"/>
            <a:chOff x="766513" y="2812575"/>
            <a:chExt cx="2060100" cy="475800"/>
          </a:xfrm>
        </p:grpSpPr>
        <p:sp>
          <p:nvSpPr>
            <p:cNvPr id="3598" name="Google Shape;3598;p59"/>
            <p:cNvSpPr/>
            <p:nvPr/>
          </p:nvSpPr>
          <p:spPr>
            <a:xfrm>
              <a:off x="766513" y="2812575"/>
              <a:ext cx="2060100" cy="475800"/>
            </a:xfrm>
            <a:prstGeom prst="roundRect">
              <a:avLst>
                <a:gd name="adj" fmla="val 12212"/>
              </a:avLst>
            </a:pr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99" name="Google Shape;3599;p59"/>
            <p:cNvGrpSpPr/>
            <p:nvPr/>
          </p:nvGrpSpPr>
          <p:grpSpPr>
            <a:xfrm>
              <a:off x="813325" y="2860175"/>
              <a:ext cx="1968100" cy="380650"/>
              <a:chOff x="1015800" y="2860175"/>
              <a:chExt cx="1968100" cy="380650"/>
            </a:xfrm>
          </p:grpSpPr>
          <p:sp>
            <p:nvSpPr>
              <p:cNvPr id="3600" name="Google Shape;3600;p59"/>
              <p:cNvSpPr/>
              <p:nvPr/>
            </p:nvSpPr>
            <p:spPr>
              <a:xfrm>
                <a:off x="1015800" y="2860175"/>
                <a:ext cx="48600" cy="48600"/>
              </a:xfrm>
              <a:prstGeom prst="ellipse">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1" name="Google Shape;3601;p59"/>
              <p:cNvSpPr/>
              <p:nvPr/>
            </p:nvSpPr>
            <p:spPr>
              <a:xfrm>
                <a:off x="1015800" y="3192225"/>
                <a:ext cx="48600" cy="48600"/>
              </a:xfrm>
              <a:prstGeom prst="ellipse">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2" name="Google Shape;3602;p59"/>
              <p:cNvSpPr/>
              <p:nvPr/>
            </p:nvSpPr>
            <p:spPr>
              <a:xfrm>
                <a:off x="2935300" y="2860175"/>
                <a:ext cx="48600" cy="48600"/>
              </a:xfrm>
              <a:prstGeom prst="ellipse">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03" name="Google Shape;3603;p59"/>
              <p:cNvSpPr/>
              <p:nvPr/>
            </p:nvSpPr>
            <p:spPr>
              <a:xfrm>
                <a:off x="2935300" y="3192225"/>
                <a:ext cx="48600" cy="48600"/>
              </a:xfrm>
              <a:prstGeom prst="ellipse">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604" name="Google Shape;3604;p59"/>
          <p:cNvSpPr txBox="1">
            <a:spLocks noGrp="1"/>
          </p:cNvSpPr>
          <p:nvPr>
            <p:ph type="title"/>
          </p:nvPr>
        </p:nvSpPr>
        <p:spPr>
          <a:xfrm>
            <a:off x="2000050" y="541925"/>
            <a:ext cx="5095200" cy="4758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dirty="0"/>
              <a:t>Membros do grupo</a:t>
            </a:r>
            <a:endParaRPr dirty="0"/>
          </a:p>
        </p:txBody>
      </p:sp>
      <p:sp>
        <p:nvSpPr>
          <p:cNvPr id="3605" name="Google Shape;3605;p59"/>
          <p:cNvSpPr txBox="1">
            <a:spLocks noGrp="1"/>
          </p:cNvSpPr>
          <p:nvPr>
            <p:ph type="title" idx="3"/>
          </p:nvPr>
        </p:nvSpPr>
        <p:spPr>
          <a:xfrm>
            <a:off x="3613057" y="2873775"/>
            <a:ext cx="1917900" cy="353400"/>
          </a:xfrm>
          <a:prstGeom prst="rect">
            <a:avLst/>
          </a:prstGeom>
        </p:spPr>
        <p:txBody>
          <a:bodyPr spcFirstLastPara="1" wrap="square" lIns="14400" tIns="14400" rIns="14400" bIns="14400" anchor="t" anchorCtr="0">
            <a:noAutofit/>
          </a:bodyPr>
          <a:lstStyle/>
          <a:p>
            <a:pPr marL="0" lvl="0" indent="0" algn="ctr" rtl="0">
              <a:spcBef>
                <a:spcPts val="0"/>
              </a:spcBef>
              <a:spcAft>
                <a:spcPts val="0"/>
              </a:spcAft>
              <a:buNone/>
            </a:pPr>
            <a:r>
              <a:rPr lang="en" dirty="0"/>
              <a:t>Priscila Cruz</a:t>
            </a:r>
            <a:endParaRPr dirty="0"/>
          </a:p>
        </p:txBody>
      </p:sp>
      <p:sp>
        <p:nvSpPr>
          <p:cNvPr id="3606" name="Google Shape;3606;p59"/>
          <p:cNvSpPr txBox="1">
            <a:spLocks noGrp="1"/>
          </p:cNvSpPr>
          <p:nvPr>
            <p:ph type="subTitle" idx="1"/>
          </p:nvPr>
        </p:nvSpPr>
        <p:spPr>
          <a:xfrm>
            <a:off x="3383107" y="3814788"/>
            <a:ext cx="2377800" cy="475800"/>
          </a:xfrm>
          <a:prstGeom prst="rect">
            <a:avLst/>
          </a:prstGeom>
        </p:spPr>
        <p:txBody>
          <a:bodyPr spcFirstLastPara="1" wrap="square" lIns="14400" tIns="14400" rIns="14400" bIns="14400" anchor="t" anchorCtr="0">
            <a:noAutofit/>
          </a:bodyPr>
          <a:lstStyle/>
          <a:p>
            <a:pPr marL="0" lvl="0" indent="0" algn="ctr" rtl="0">
              <a:spcBef>
                <a:spcPts val="0"/>
              </a:spcBef>
              <a:spcAft>
                <a:spcPts val="0"/>
              </a:spcAft>
              <a:buNone/>
            </a:pPr>
            <a:r>
              <a:rPr lang="pt-BR" dirty="0"/>
              <a:t>Pessoa Gestora de Gente e Engajamento</a:t>
            </a:r>
            <a:endParaRPr dirty="0"/>
          </a:p>
        </p:txBody>
      </p:sp>
      <p:pic>
        <p:nvPicPr>
          <p:cNvPr id="3607" name="Google Shape;3607;p59"/>
          <p:cNvPicPr preferRelativeResize="0"/>
          <p:nvPr/>
        </p:nvPicPr>
        <p:blipFill>
          <a:blip r:embed="rId3"/>
          <a:srcRect l="2334" r="2334"/>
          <a:stretch/>
        </p:blipFill>
        <p:spPr>
          <a:xfrm>
            <a:off x="6596295" y="1281050"/>
            <a:ext cx="1213500" cy="1252800"/>
          </a:xfrm>
          <a:prstGeom prst="roundRect">
            <a:avLst>
              <a:gd name="adj" fmla="val 7791"/>
            </a:avLst>
          </a:prstGeom>
          <a:noFill/>
          <a:ln>
            <a:noFill/>
          </a:ln>
        </p:spPr>
      </p:pic>
      <p:pic>
        <p:nvPicPr>
          <p:cNvPr id="3608" name="Google Shape;3608;p59"/>
          <p:cNvPicPr preferRelativeResize="0"/>
          <p:nvPr/>
        </p:nvPicPr>
        <p:blipFill>
          <a:blip r:embed="rId4"/>
          <a:srcRect l="1658" r="1658"/>
          <a:stretch/>
        </p:blipFill>
        <p:spPr>
          <a:xfrm>
            <a:off x="3965257" y="1281050"/>
            <a:ext cx="1213500" cy="1252800"/>
          </a:xfrm>
          <a:prstGeom prst="roundRect">
            <a:avLst>
              <a:gd name="adj" fmla="val 7791"/>
            </a:avLst>
          </a:prstGeom>
          <a:noFill/>
          <a:ln>
            <a:noFill/>
          </a:ln>
        </p:spPr>
      </p:pic>
      <p:pic>
        <p:nvPicPr>
          <p:cNvPr id="3609" name="Google Shape;3609;p59"/>
          <p:cNvPicPr preferRelativeResize="0"/>
          <p:nvPr/>
        </p:nvPicPr>
        <p:blipFill rotWithShape="1">
          <a:blip r:embed="rId5"/>
          <a:srcRect l="-661" t="-8102" r="661" b="17603"/>
          <a:stretch/>
        </p:blipFill>
        <p:spPr>
          <a:xfrm>
            <a:off x="1340975" y="1100900"/>
            <a:ext cx="1213500" cy="1432950"/>
          </a:xfrm>
          <a:prstGeom prst="roundRect">
            <a:avLst>
              <a:gd name="adj" fmla="val 7791"/>
            </a:avLst>
          </a:prstGeom>
          <a:noFill/>
          <a:ln>
            <a:noFill/>
          </a:ln>
        </p:spPr>
      </p:pic>
      <p:sp>
        <p:nvSpPr>
          <p:cNvPr id="3610" name="Google Shape;3610;p59"/>
          <p:cNvSpPr txBox="1">
            <a:spLocks noGrp="1"/>
          </p:cNvSpPr>
          <p:nvPr>
            <p:ph type="subTitle" idx="4"/>
          </p:nvPr>
        </p:nvSpPr>
        <p:spPr>
          <a:xfrm>
            <a:off x="774550" y="3814788"/>
            <a:ext cx="2379600" cy="475800"/>
          </a:xfrm>
          <a:prstGeom prst="rect">
            <a:avLst/>
          </a:prstGeom>
        </p:spPr>
        <p:txBody>
          <a:bodyPr spcFirstLastPara="1" wrap="square" lIns="14400" tIns="14400" rIns="14400" bIns="14400" anchor="t" anchorCtr="0">
            <a:noAutofit/>
          </a:bodyPr>
          <a:lstStyle/>
          <a:p>
            <a:pPr marL="0" lvl="0" indent="0" algn="ctr" rtl="0">
              <a:spcBef>
                <a:spcPts val="0"/>
              </a:spcBef>
              <a:spcAft>
                <a:spcPts val="0"/>
              </a:spcAft>
              <a:buNone/>
            </a:pPr>
            <a:r>
              <a:rPr lang="pt-BR" dirty="0"/>
              <a:t>Pessoa Colaboradora I</a:t>
            </a:r>
            <a:endParaRPr dirty="0"/>
          </a:p>
        </p:txBody>
      </p:sp>
      <p:sp>
        <p:nvSpPr>
          <p:cNvPr id="3611" name="Google Shape;3611;p59"/>
          <p:cNvSpPr txBox="1">
            <a:spLocks noGrp="1"/>
          </p:cNvSpPr>
          <p:nvPr>
            <p:ph type="title" idx="2"/>
          </p:nvPr>
        </p:nvSpPr>
        <p:spPr>
          <a:xfrm>
            <a:off x="910905" y="2880425"/>
            <a:ext cx="2060100" cy="353400"/>
          </a:xfrm>
          <a:prstGeom prst="rect">
            <a:avLst/>
          </a:prstGeom>
        </p:spPr>
        <p:txBody>
          <a:bodyPr spcFirstLastPara="1" wrap="square" lIns="14400" tIns="14400" rIns="14400" bIns="14400" anchor="t" anchorCtr="0">
            <a:noAutofit/>
          </a:bodyPr>
          <a:lstStyle/>
          <a:p>
            <a:pPr marL="0" lvl="0" indent="0" algn="ctr" rtl="0">
              <a:spcBef>
                <a:spcPts val="0"/>
              </a:spcBef>
              <a:spcAft>
                <a:spcPts val="0"/>
              </a:spcAft>
              <a:buNone/>
            </a:pPr>
            <a:r>
              <a:rPr lang="en" sz="1900" dirty="0"/>
              <a:t>Isabela Athayde</a:t>
            </a:r>
            <a:endParaRPr sz="1900" dirty="0"/>
          </a:p>
        </p:txBody>
      </p:sp>
      <p:sp>
        <p:nvSpPr>
          <p:cNvPr id="3612" name="Google Shape;3612;p59"/>
          <p:cNvSpPr/>
          <p:nvPr/>
        </p:nvSpPr>
        <p:spPr>
          <a:xfrm rot="-393101">
            <a:off x="432745" y="400795"/>
            <a:ext cx="1419111" cy="276611"/>
          </a:xfrm>
          <a:prstGeom prst="rect">
            <a:avLst/>
          </a:prstGeom>
        </p:spPr>
        <p:txBody>
          <a:bodyPr>
            <a:prstTxWarp prst="textPlain">
              <a:avLst/>
            </a:prstTxWarp>
          </a:bodyPr>
          <a:lstStyle/>
          <a:p>
            <a:pPr lvl="0" algn="ctr"/>
            <a:endParaRPr b="0" i="0" dirty="0">
              <a:ln>
                <a:noFill/>
              </a:ln>
              <a:solidFill>
                <a:schemeClr val="accent4"/>
              </a:solidFill>
              <a:latin typeface="Nanum Pen Script"/>
            </a:endParaRPr>
          </a:p>
        </p:txBody>
      </p:sp>
      <p:sp>
        <p:nvSpPr>
          <p:cNvPr id="3613" name="Google Shape;3613;p59"/>
          <p:cNvSpPr/>
          <p:nvPr/>
        </p:nvSpPr>
        <p:spPr>
          <a:xfrm flipH="1">
            <a:off x="421604" y="3202228"/>
            <a:ext cx="652150" cy="353400"/>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959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4" name="Google Shape;3614;p59"/>
          <p:cNvSpPr/>
          <p:nvPr/>
        </p:nvSpPr>
        <p:spPr>
          <a:xfrm flipH="1">
            <a:off x="3012240" y="3268588"/>
            <a:ext cx="529705" cy="287040"/>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959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5" name="Google Shape;3615;p59"/>
          <p:cNvSpPr/>
          <p:nvPr/>
        </p:nvSpPr>
        <p:spPr>
          <a:xfrm flipH="1">
            <a:off x="5807614" y="3202228"/>
            <a:ext cx="652150" cy="353400"/>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959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6" name="Google Shape;3616;p59"/>
          <p:cNvSpPr/>
          <p:nvPr/>
        </p:nvSpPr>
        <p:spPr>
          <a:xfrm flipH="1">
            <a:off x="8299540" y="3268588"/>
            <a:ext cx="529705" cy="287040"/>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959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17" name="Google Shape;3617;p59"/>
          <p:cNvSpPr/>
          <p:nvPr/>
        </p:nvSpPr>
        <p:spPr>
          <a:xfrm>
            <a:off x="6362700" y="-57150"/>
            <a:ext cx="2838450" cy="1019175"/>
          </a:xfrm>
          <a:custGeom>
            <a:avLst/>
            <a:gdLst/>
            <a:ahLst/>
            <a:cxnLst/>
            <a:rect l="l" t="t" r="r" b="b"/>
            <a:pathLst>
              <a:path w="113538" h="40767" extrusionOk="0">
                <a:moveTo>
                  <a:pt x="0" y="0"/>
                </a:moveTo>
                <a:cubicBezTo>
                  <a:pt x="4970" y="3728"/>
                  <a:pt x="7978" y="9532"/>
                  <a:pt x="12192" y="14097"/>
                </a:cubicBezTo>
                <a:cubicBezTo>
                  <a:pt x="17316" y="19648"/>
                  <a:pt x="24946" y="23071"/>
                  <a:pt x="32385" y="24384"/>
                </a:cubicBezTo>
                <a:cubicBezTo>
                  <a:pt x="45532" y="26704"/>
                  <a:pt x="59725" y="18257"/>
                  <a:pt x="72390" y="22479"/>
                </a:cubicBezTo>
                <a:cubicBezTo>
                  <a:pt x="86629" y="27225"/>
                  <a:pt x="98528" y="40767"/>
                  <a:pt x="113538" y="40767"/>
                </a:cubicBezTo>
              </a:path>
            </a:pathLst>
          </a:custGeom>
          <a:noFill/>
          <a:ln w="19050" cap="flat" cmpd="sng">
            <a:solidFill>
              <a:schemeClr val="dk2"/>
            </a:solidFill>
            <a:prstDash val="dash"/>
            <a:round/>
            <a:headEnd type="none" w="med" len="med"/>
            <a:tailEnd type="none" w="med" len="med"/>
          </a:ln>
        </p:spPr>
        <p:txBody>
          <a:bodyPr/>
          <a:lstStyle/>
          <a:p>
            <a:endParaRPr lang="pt-BR"/>
          </a:p>
        </p:txBody>
      </p:sp>
      <p:sp>
        <p:nvSpPr>
          <p:cNvPr id="3618" name="Google Shape;3618;p59"/>
          <p:cNvSpPr txBox="1">
            <a:spLocks noGrp="1"/>
          </p:cNvSpPr>
          <p:nvPr>
            <p:ph type="title" idx="5"/>
          </p:nvPr>
        </p:nvSpPr>
        <p:spPr>
          <a:xfrm>
            <a:off x="6172995" y="2873775"/>
            <a:ext cx="2053330" cy="353400"/>
          </a:xfrm>
          <a:prstGeom prst="rect">
            <a:avLst/>
          </a:prstGeom>
        </p:spPr>
        <p:txBody>
          <a:bodyPr spcFirstLastPara="1" wrap="square" lIns="14400" tIns="14400" rIns="14400" bIns="14400" anchor="t" anchorCtr="0">
            <a:noAutofit/>
          </a:bodyPr>
          <a:lstStyle/>
          <a:p>
            <a:pPr marL="0" lvl="0" indent="0" algn="ctr" rtl="0">
              <a:spcBef>
                <a:spcPts val="0"/>
              </a:spcBef>
              <a:spcAft>
                <a:spcPts val="0"/>
              </a:spcAft>
              <a:buNone/>
            </a:pPr>
            <a:r>
              <a:rPr lang="en" dirty="0"/>
              <a:t>Samuel Galvão</a:t>
            </a:r>
            <a:endParaRPr dirty="0"/>
          </a:p>
        </p:txBody>
      </p:sp>
      <p:sp>
        <p:nvSpPr>
          <p:cNvPr id="3619" name="Google Shape;3619;p59"/>
          <p:cNvSpPr txBox="1">
            <a:spLocks noGrp="1"/>
          </p:cNvSpPr>
          <p:nvPr>
            <p:ph type="subTitle" idx="6"/>
          </p:nvPr>
        </p:nvSpPr>
        <p:spPr>
          <a:xfrm>
            <a:off x="5989845" y="3814788"/>
            <a:ext cx="2377800" cy="475800"/>
          </a:xfrm>
          <a:prstGeom prst="rect">
            <a:avLst/>
          </a:prstGeom>
        </p:spPr>
        <p:txBody>
          <a:bodyPr spcFirstLastPara="1" wrap="square" lIns="14400" tIns="14400" rIns="14400" bIns="14400" anchor="t" anchorCtr="0">
            <a:noAutofit/>
          </a:bodyPr>
          <a:lstStyle/>
          <a:p>
            <a:pPr marL="0" lvl="0" indent="0" algn="ctr" rtl="0">
              <a:spcBef>
                <a:spcPts val="0"/>
              </a:spcBef>
              <a:spcAft>
                <a:spcPts val="0"/>
              </a:spcAft>
              <a:buNone/>
            </a:pPr>
            <a:r>
              <a:rPr lang="pt-BR" dirty="0"/>
              <a:t>Pessoa </a:t>
            </a:r>
            <a:r>
              <a:rPr lang="pt-BR" dirty="0" err="1"/>
              <a:t>Co-facilitadora</a:t>
            </a:r>
            <a:endParaRPr dirty="0"/>
          </a:p>
        </p:txBody>
      </p:sp>
      <p:grpSp>
        <p:nvGrpSpPr>
          <p:cNvPr id="3620" name="Google Shape;3620;p59"/>
          <p:cNvGrpSpPr/>
          <p:nvPr/>
        </p:nvGrpSpPr>
        <p:grpSpPr>
          <a:xfrm>
            <a:off x="7314284" y="666375"/>
            <a:ext cx="575251" cy="475810"/>
            <a:chOff x="7314284" y="666375"/>
            <a:chExt cx="575251" cy="475810"/>
          </a:xfrm>
        </p:grpSpPr>
        <p:grpSp>
          <p:nvGrpSpPr>
            <p:cNvPr id="3621" name="Google Shape;3621;p59"/>
            <p:cNvGrpSpPr/>
            <p:nvPr/>
          </p:nvGrpSpPr>
          <p:grpSpPr>
            <a:xfrm flipH="1">
              <a:off x="7718848" y="688003"/>
              <a:ext cx="170687" cy="169991"/>
              <a:chOff x="1597300" y="694800"/>
              <a:chExt cx="239125" cy="238150"/>
            </a:xfrm>
          </p:grpSpPr>
          <p:sp>
            <p:nvSpPr>
              <p:cNvPr id="3622" name="Google Shape;3622;p59"/>
              <p:cNvSpPr/>
              <p:nvPr/>
            </p:nvSpPr>
            <p:spPr>
              <a:xfrm flipH="1">
                <a:off x="1719225" y="694800"/>
                <a:ext cx="117200" cy="230500"/>
              </a:xfrm>
              <a:custGeom>
                <a:avLst/>
                <a:gdLst/>
                <a:ahLst/>
                <a:cxnLst/>
                <a:rect l="l" t="t" r="r" b="b"/>
                <a:pathLst>
                  <a:path w="4688" h="9220" extrusionOk="0">
                    <a:moveTo>
                      <a:pt x="2030" y="0"/>
                    </a:moveTo>
                    <a:cubicBezTo>
                      <a:pt x="1431" y="0"/>
                      <a:pt x="806" y="388"/>
                      <a:pt x="621" y="1030"/>
                    </a:cubicBezTo>
                    <a:cubicBezTo>
                      <a:pt x="0" y="3558"/>
                      <a:pt x="591" y="6049"/>
                      <a:pt x="680" y="8548"/>
                    </a:cubicBezTo>
                    <a:cubicBezTo>
                      <a:pt x="777" y="8948"/>
                      <a:pt x="1148" y="9220"/>
                      <a:pt x="1504" y="9220"/>
                    </a:cubicBezTo>
                    <a:cubicBezTo>
                      <a:pt x="1720" y="9220"/>
                      <a:pt x="1930" y="9120"/>
                      <a:pt x="2070" y="8888"/>
                    </a:cubicBezTo>
                    <a:cubicBezTo>
                      <a:pt x="3327" y="6389"/>
                      <a:pt x="4687" y="3033"/>
                      <a:pt x="3024" y="505"/>
                    </a:cubicBezTo>
                    <a:cubicBezTo>
                      <a:pt x="2782" y="157"/>
                      <a:pt x="2411" y="0"/>
                      <a:pt x="2030"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3" name="Google Shape;3623;p59"/>
              <p:cNvSpPr/>
              <p:nvPr/>
            </p:nvSpPr>
            <p:spPr>
              <a:xfrm flipH="1">
                <a:off x="1597300" y="754900"/>
                <a:ext cx="221175" cy="178050"/>
              </a:xfrm>
              <a:custGeom>
                <a:avLst/>
                <a:gdLst/>
                <a:ahLst/>
                <a:cxnLst/>
                <a:rect l="l" t="t" r="r" b="b"/>
                <a:pathLst>
                  <a:path w="8847" h="7122" extrusionOk="0">
                    <a:moveTo>
                      <a:pt x="7058" y="0"/>
                    </a:moveTo>
                    <a:cubicBezTo>
                      <a:pt x="6847" y="0"/>
                      <a:pt x="6633" y="42"/>
                      <a:pt x="6431" y="134"/>
                    </a:cubicBezTo>
                    <a:cubicBezTo>
                      <a:pt x="3939" y="1524"/>
                      <a:pt x="2335" y="3830"/>
                      <a:pt x="391" y="5745"/>
                    </a:cubicBezTo>
                    <a:cubicBezTo>
                      <a:pt x="0" y="6304"/>
                      <a:pt x="297" y="7122"/>
                      <a:pt x="935" y="7122"/>
                    </a:cubicBezTo>
                    <a:cubicBezTo>
                      <a:pt x="997" y="7122"/>
                      <a:pt x="1062" y="7114"/>
                      <a:pt x="1130" y="7098"/>
                    </a:cubicBezTo>
                    <a:cubicBezTo>
                      <a:pt x="4124" y="6299"/>
                      <a:pt x="7821" y="4910"/>
                      <a:pt x="8649" y="1708"/>
                    </a:cubicBezTo>
                    <a:cubicBezTo>
                      <a:pt x="8847" y="784"/>
                      <a:pt x="7972" y="0"/>
                      <a:pt x="7058"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624" name="Google Shape;3624;p59"/>
            <p:cNvGrpSpPr/>
            <p:nvPr/>
          </p:nvGrpSpPr>
          <p:grpSpPr>
            <a:xfrm flipH="1">
              <a:off x="7718848" y="688003"/>
              <a:ext cx="170687" cy="169991"/>
              <a:chOff x="1597300" y="694800"/>
              <a:chExt cx="239125" cy="238150"/>
            </a:xfrm>
          </p:grpSpPr>
          <p:sp>
            <p:nvSpPr>
              <p:cNvPr id="3625" name="Google Shape;3625;p59"/>
              <p:cNvSpPr/>
              <p:nvPr/>
            </p:nvSpPr>
            <p:spPr>
              <a:xfrm flipH="1">
                <a:off x="1719225" y="694800"/>
                <a:ext cx="117200" cy="230500"/>
              </a:xfrm>
              <a:custGeom>
                <a:avLst/>
                <a:gdLst/>
                <a:ahLst/>
                <a:cxnLst/>
                <a:rect l="l" t="t" r="r" b="b"/>
                <a:pathLst>
                  <a:path w="4688" h="9220" extrusionOk="0">
                    <a:moveTo>
                      <a:pt x="2030" y="0"/>
                    </a:moveTo>
                    <a:cubicBezTo>
                      <a:pt x="1431" y="0"/>
                      <a:pt x="806" y="388"/>
                      <a:pt x="621" y="1030"/>
                    </a:cubicBezTo>
                    <a:cubicBezTo>
                      <a:pt x="0" y="3558"/>
                      <a:pt x="591" y="6049"/>
                      <a:pt x="680" y="8548"/>
                    </a:cubicBezTo>
                    <a:cubicBezTo>
                      <a:pt x="777" y="8948"/>
                      <a:pt x="1148" y="9220"/>
                      <a:pt x="1504" y="9220"/>
                    </a:cubicBezTo>
                    <a:cubicBezTo>
                      <a:pt x="1720" y="9220"/>
                      <a:pt x="1930" y="9120"/>
                      <a:pt x="2070" y="8888"/>
                    </a:cubicBezTo>
                    <a:cubicBezTo>
                      <a:pt x="3327" y="6389"/>
                      <a:pt x="4687" y="3033"/>
                      <a:pt x="3024" y="505"/>
                    </a:cubicBezTo>
                    <a:cubicBezTo>
                      <a:pt x="2782" y="157"/>
                      <a:pt x="2411" y="0"/>
                      <a:pt x="2030" y="0"/>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6" name="Google Shape;3626;p59"/>
              <p:cNvSpPr/>
              <p:nvPr/>
            </p:nvSpPr>
            <p:spPr>
              <a:xfrm flipH="1">
                <a:off x="1597300" y="754900"/>
                <a:ext cx="221175" cy="178050"/>
              </a:xfrm>
              <a:custGeom>
                <a:avLst/>
                <a:gdLst/>
                <a:ahLst/>
                <a:cxnLst/>
                <a:rect l="l" t="t" r="r" b="b"/>
                <a:pathLst>
                  <a:path w="8847" h="7122" extrusionOk="0">
                    <a:moveTo>
                      <a:pt x="7058" y="0"/>
                    </a:moveTo>
                    <a:cubicBezTo>
                      <a:pt x="6847" y="0"/>
                      <a:pt x="6633" y="42"/>
                      <a:pt x="6431" y="134"/>
                    </a:cubicBezTo>
                    <a:cubicBezTo>
                      <a:pt x="3939" y="1524"/>
                      <a:pt x="2335" y="3830"/>
                      <a:pt x="391" y="5745"/>
                    </a:cubicBezTo>
                    <a:cubicBezTo>
                      <a:pt x="0" y="6304"/>
                      <a:pt x="297" y="7122"/>
                      <a:pt x="935" y="7122"/>
                    </a:cubicBezTo>
                    <a:cubicBezTo>
                      <a:pt x="997" y="7122"/>
                      <a:pt x="1062" y="7114"/>
                      <a:pt x="1130" y="7098"/>
                    </a:cubicBezTo>
                    <a:cubicBezTo>
                      <a:pt x="4124" y="6299"/>
                      <a:pt x="7821" y="4910"/>
                      <a:pt x="8649" y="1708"/>
                    </a:cubicBezTo>
                    <a:cubicBezTo>
                      <a:pt x="8847" y="784"/>
                      <a:pt x="7972" y="0"/>
                      <a:pt x="7058" y="0"/>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27" name="Google Shape;3627;p59"/>
            <p:cNvSpPr/>
            <p:nvPr/>
          </p:nvSpPr>
          <p:spPr>
            <a:xfrm>
              <a:off x="7730322" y="666375"/>
              <a:ext cx="126004" cy="191709"/>
            </a:xfrm>
            <a:custGeom>
              <a:avLst/>
              <a:gdLst/>
              <a:ahLst/>
              <a:cxnLst/>
              <a:rect l="l" t="t" r="r" b="b"/>
              <a:pathLst>
                <a:path w="7061" h="10743" extrusionOk="0">
                  <a:moveTo>
                    <a:pt x="4600" y="0"/>
                  </a:moveTo>
                  <a:cubicBezTo>
                    <a:pt x="4049" y="0"/>
                    <a:pt x="3483" y="230"/>
                    <a:pt x="3120" y="704"/>
                  </a:cubicBezTo>
                  <a:cubicBezTo>
                    <a:pt x="1360" y="3410"/>
                    <a:pt x="991" y="6618"/>
                    <a:pt x="67" y="9575"/>
                  </a:cubicBezTo>
                  <a:cubicBezTo>
                    <a:pt x="1" y="10192"/>
                    <a:pt x="480" y="10743"/>
                    <a:pt x="1007" y="10743"/>
                  </a:cubicBezTo>
                  <a:cubicBezTo>
                    <a:pt x="1187" y="10743"/>
                    <a:pt x="1374" y="10678"/>
                    <a:pt x="1545" y="10529"/>
                  </a:cubicBezTo>
                  <a:cubicBezTo>
                    <a:pt x="4103" y="8126"/>
                    <a:pt x="7060" y="4770"/>
                    <a:pt x="6195" y="1103"/>
                  </a:cubicBezTo>
                  <a:cubicBezTo>
                    <a:pt x="5988" y="377"/>
                    <a:pt x="5305" y="0"/>
                    <a:pt x="4600"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8" name="Google Shape;3628;p59"/>
            <p:cNvSpPr/>
            <p:nvPr/>
          </p:nvSpPr>
          <p:spPr>
            <a:xfrm>
              <a:off x="7491931" y="1009570"/>
              <a:ext cx="45005" cy="132606"/>
            </a:xfrm>
            <a:custGeom>
              <a:avLst/>
              <a:gdLst/>
              <a:ahLst/>
              <a:cxnLst/>
              <a:rect l="l" t="t" r="r" b="b"/>
              <a:pathLst>
                <a:path w="2522" h="7431" extrusionOk="0">
                  <a:moveTo>
                    <a:pt x="2215" y="0"/>
                  </a:moveTo>
                  <a:cubicBezTo>
                    <a:pt x="2091" y="0"/>
                    <a:pt x="1967" y="76"/>
                    <a:pt x="1967" y="228"/>
                  </a:cubicBezTo>
                  <a:cubicBezTo>
                    <a:pt x="1967" y="1921"/>
                    <a:pt x="1937" y="3621"/>
                    <a:pt x="1937" y="5314"/>
                  </a:cubicBezTo>
                  <a:cubicBezTo>
                    <a:pt x="1412" y="5188"/>
                    <a:pt x="828" y="5159"/>
                    <a:pt x="303" y="5063"/>
                  </a:cubicBezTo>
                  <a:cubicBezTo>
                    <a:pt x="295" y="5062"/>
                    <a:pt x="286" y="5061"/>
                    <a:pt x="278" y="5061"/>
                  </a:cubicBezTo>
                  <a:cubicBezTo>
                    <a:pt x="1" y="5061"/>
                    <a:pt x="9" y="5529"/>
                    <a:pt x="303" y="5558"/>
                  </a:cubicBezTo>
                  <a:cubicBezTo>
                    <a:pt x="673" y="5617"/>
                    <a:pt x="1072" y="5654"/>
                    <a:pt x="1479" y="5713"/>
                  </a:cubicBezTo>
                  <a:cubicBezTo>
                    <a:pt x="1412" y="5743"/>
                    <a:pt x="1383" y="5772"/>
                    <a:pt x="1324" y="5802"/>
                  </a:cubicBezTo>
                  <a:cubicBezTo>
                    <a:pt x="1013" y="5927"/>
                    <a:pt x="740" y="6053"/>
                    <a:pt x="429" y="6171"/>
                  </a:cubicBezTo>
                  <a:cubicBezTo>
                    <a:pt x="190" y="6304"/>
                    <a:pt x="337" y="6641"/>
                    <a:pt x="555" y="6641"/>
                  </a:cubicBezTo>
                  <a:cubicBezTo>
                    <a:pt x="593" y="6641"/>
                    <a:pt x="633" y="6630"/>
                    <a:pt x="673" y="6608"/>
                  </a:cubicBezTo>
                  <a:cubicBezTo>
                    <a:pt x="954" y="6482"/>
                    <a:pt x="1228" y="6356"/>
                    <a:pt x="1508" y="6238"/>
                  </a:cubicBezTo>
                  <a:cubicBezTo>
                    <a:pt x="1693" y="6171"/>
                    <a:pt x="1849" y="6053"/>
                    <a:pt x="2033" y="5987"/>
                  </a:cubicBezTo>
                  <a:lnTo>
                    <a:pt x="2033" y="5987"/>
                  </a:lnTo>
                  <a:cubicBezTo>
                    <a:pt x="1996" y="6356"/>
                    <a:pt x="1967" y="6763"/>
                    <a:pt x="1878" y="7132"/>
                  </a:cubicBezTo>
                  <a:cubicBezTo>
                    <a:pt x="1839" y="7313"/>
                    <a:pt x="1988" y="7431"/>
                    <a:pt x="2127" y="7431"/>
                  </a:cubicBezTo>
                  <a:cubicBezTo>
                    <a:pt x="2222" y="7431"/>
                    <a:pt x="2313" y="7376"/>
                    <a:pt x="2336" y="7251"/>
                  </a:cubicBezTo>
                  <a:cubicBezTo>
                    <a:pt x="2462" y="6763"/>
                    <a:pt x="2521" y="6208"/>
                    <a:pt x="2521" y="5684"/>
                  </a:cubicBezTo>
                  <a:cubicBezTo>
                    <a:pt x="2521" y="5558"/>
                    <a:pt x="2492" y="5499"/>
                    <a:pt x="2433" y="5469"/>
                  </a:cubicBezTo>
                  <a:cubicBezTo>
                    <a:pt x="2433" y="3710"/>
                    <a:pt x="2462" y="1987"/>
                    <a:pt x="2462" y="228"/>
                  </a:cubicBezTo>
                  <a:cubicBezTo>
                    <a:pt x="2462" y="76"/>
                    <a:pt x="2338" y="0"/>
                    <a:pt x="2215"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29" name="Google Shape;3629;p59"/>
            <p:cNvSpPr/>
            <p:nvPr/>
          </p:nvSpPr>
          <p:spPr>
            <a:xfrm>
              <a:off x="7314284" y="809135"/>
              <a:ext cx="459580" cy="267265"/>
            </a:xfrm>
            <a:custGeom>
              <a:avLst/>
              <a:gdLst/>
              <a:ahLst/>
              <a:cxnLst/>
              <a:rect l="l" t="t" r="r" b="b"/>
              <a:pathLst>
                <a:path w="25754" h="14977" extrusionOk="0">
                  <a:moveTo>
                    <a:pt x="25480" y="1"/>
                  </a:moveTo>
                  <a:lnTo>
                    <a:pt x="25480" y="1"/>
                  </a:lnTo>
                  <a:cubicBezTo>
                    <a:pt x="22580" y="335"/>
                    <a:pt x="19679" y="811"/>
                    <a:pt x="16757" y="811"/>
                  </a:cubicBezTo>
                  <a:cubicBezTo>
                    <a:pt x="15612" y="811"/>
                    <a:pt x="14464" y="738"/>
                    <a:pt x="13312" y="555"/>
                  </a:cubicBezTo>
                  <a:cubicBezTo>
                    <a:pt x="12816" y="496"/>
                    <a:pt x="12321" y="466"/>
                    <a:pt x="11892" y="437"/>
                  </a:cubicBezTo>
                  <a:cubicBezTo>
                    <a:pt x="11321" y="304"/>
                    <a:pt x="10729" y="240"/>
                    <a:pt x="10129" y="240"/>
                  </a:cubicBezTo>
                  <a:cubicBezTo>
                    <a:pt x="5296" y="240"/>
                    <a:pt x="1" y="4370"/>
                    <a:pt x="1698" y="9552"/>
                  </a:cubicBezTo>
                  <a:cubicBezTo>
                    <a:pt x="2067" y="10476"/>
                    <a:pt x="2622" y="11275"/>
                    <a:pt x="3331" y="11984"/>
                  </a:cubicBezTo>
                  <a:cubicBezTo>
                    <a:pt x="4071" y="12694"/>
                    <a:pt x="4928" y="13278"/>
                    <a:pt x="5889" y="13744"/>
                  </a:cubicBezTo>
                  <a:cubicBezTo>
                    <a:pt x="6377" y="13988"/>
                    <a:pt x="6873" y="14173"/>
                    <a:pt x="7397" y="14358"/>
                  </a:cubicBezTo>
                  <a:cubicBezTo>
                    <a:pt x="8573" y="14781"/>
                    <a:pt x="9754" y="14976"/>
                    <a:pt x="10913" y="14976"/>
                  </a:cubicBezTo>
                  <a:cubicBezTo>
                    <a:pt x="13638" y="14976"/>
                    <a:pt x="16236" y="13897"/>
                    <a:pt x="18331" y="12169"/>
                  </a:cubicBezTo>
                  <a:cubicBezTo>
                    <a:pt x="18760" y="11829"/>
                    <a:pt x="19196" y="11430"/>
                    <a:pt x="19566" y="11031"/>
                  </a:cubicBezTo>
                  <a:cubicBezTo>
                    <a:pt x="22117" y="7889"/>
                    <a:pt x="25754" y="4281"/>
                    <a:pt x="25480"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0" name="Google Shape;3630;p59"/>
            <p:cNvSpPr/>
            <p:nvPr/>
          </p:nvSpPr>
          <p:spPr>
            <a:xfrm>
              <a:off x="7444570" y="900448"/>
              <a:ext cx="289946" cy="175970"/>
            </a:xfrm>
            <a:custGeom>
              <a:avLst/>
              <a:gdLst/>
              <a:ahLst/>
              <a:cxnLst/>
              <a:rect l="l" t="t" r="r" b="b"/>
              <a:pathLst>
                <a:path w="16248" h="9861" extrusionOk="0">
                  <a:moveTo>
                    <a:pt x="15623" y="0"/>
                  </a:moveTo>
                  <a:cubicBezTo>
                    <a:pt x="15151" y="0"/>
                    <a:pt x="14522" y="352"/>
                    <a:pt x="14172" y="613"/>
                  </a:cubicBezTo>
                  <a:cubicBezTo>
                    <a:pt x="12905" y="1566"/>
                    <a:pt x="11546" y="1867"/>
                    <a:pt x="10103" y="1867"/>
                  </a:cubicBezTo>
                  <a:cubicBezTo>
                    <a:pt x="9542" y="1867"/>
                    <a:pt x="8969" y="1822"/>
                    <a:pt x="8384" y="1752"/>
                  </a:cubicBezTo>
                  <a:cubicBezTo>
                    <a:pt x="7835" y="1685"/>
                    <a:pt x="7280" y="1651"/>
                    <a:pt x="6725" y="1651"/>
                  </a:cubicBezTo>
                  <a:cubicBezTo>
                    <a:pt x="5746" y="1651"/>
                    <a:pt x="4766" y="1756"/>
                    <a:pt x="3822" y="1973"/>
                  </a:cubicBezTo>
                  <a:cubicBezTo>
                    <a:pt x="2063" y="2617"/>
                    <a:pt x="555" y="3822"/>
                    <a:pt x="252" y="5818"/>
                  </a:cubicBezTo>
                  <a:cubicBezTo>
                    <a:pt x="0" y="7481"/>
                    <a:pt x="836" y="8841"/>
                    <a:pt x="2033" y="9736"/>
                  </a:cubicBezTo>
                  <a:cubicBezTo>
                    <a:pt x="2568" y="9820"/>
                    <a:pt x="3099" y="9860"/>
                    <a:pt x="3626" y="9860"/>
                  </a:cubicBezTo>
                  <a:cubicBezTo>
                    <a:pt x="6350" y="9860"/>
                    <a:pt x="8937" y="8781"/>
                    <a:pt x="11030" y="7052"/>
                  </a:cubicBezTo>
                  <a:cubicBezTo>
                    <a:pt x="11459" y="6712"/>
                    <a:pt x="11895" y="6313"/>
                    <a:pt x="12265" y="5914"/>
                  </a:cubicBezTo>
                  <a:cubicBezTo>
                    <a:pt x="13522" y="4376"/>
                    <a:pt x="15067" y="2713"/>
                    <a:pt x="16235" y="894"/>
                  </a:cubicBezTo>
                  <a:lnTo>
                    <a:pt x="16235" y="798"/>
                  </a:lnTo>
                  <a:cubicBezTo>
                    <a:pt x="16248" y="202"/>
                    <a:pt x="15980" y="0"/>
                    <a:pt x="15623"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1" name="Google Shape;3631;p59"/>
            <p:cNvSpPr/>
            <p:nvPr/>
          </p:nvSpPr>
          <p:spPr>
            <a:xfrm>
              <a:off x="7376492" y="989352"/>
              <a:ext cx="23627" cy="22681"/>
            </a:xfrm>
            <a:custGeom>
              <a:avLst/>
              <a:gdLst/>
              <a:ahLst/>
              <a:cxnLst/>
              <a:rect l="l" t="t" r="r" b="b"/>
              <a:pathLst>
                <a:path w="1324" h="1271" extrusionOk="0">
                  <a:moveTo>
                    <a:pt x="662" y="0"/>
                  </a:moveTo>
                  <a:cubicBezTo>
                    <a:pt x="331" y="0"/>
                    <a:pt x="1" y="207"/>
                    <a:pt x="1" y="621"/>
                  </a:cubicBezTo>
                  <a:cubicBezTo>
                    <a:pt x="1" y="1054"/>
                    <a:pt x="331" y="1270"/>
                    <a:pt x="662" y="1270"/>
                  </a:cubicBezTo>
                  <a:cubicBezTo>
                    <a:pt x="993" y="1270"/>
                    <a:pt x="1324" y="1054"/>
                    <a:pt x="1324" y="621"/>
                  </a:cubicBezTo>
                  <a:cubicBezTo>
                    <a:pt x="1324" y="207"/>
                    <a:pt x="993" y="0"/>
                    <a:pt x="662"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2" name="Google Shape;3632;p59"/>
            <p:cNvSpPr/>
            <p:nvPr/>
          </p:nvSpPr>
          <p:spPr>
            <a:xfrm rot="232785">
              <a:off x="7391802" y="1023115"/>
              <a:ext cx="35763" cy="55929"/>
            </a:xfrm>
            <a:custGeom>
              <a:avLst/>
              <a:gdLst/>
              <a:ahLst/>
              <a:cxnLst/>
              <a:rect l="l" t="t" r="r" b="b"/>
              <a:pathLst>
                <a:path w="2004" h="3134" extrusionOk="0">
                  <a:moveTo>
                    <a:pt x="1175" y="1"/>
                  </a:moveTo>
                  <a:cubicBezTo>
                    <a:pt x="751" y="1"/>
                    <a:pt x="269" y="206"/>
                    <a:pt x="126" y="548"/>
                  </a:cubicBezTo>
                  <a:cubicBezTo>
                    <a:pt x="0" y="918"/>
                    <a:pt x="0" y="1317"/>
                    <a:pt x="96" y="1627"/>
                  </a:cubicBezTo>
                  <a:cubicBezTo>
                    <a:pt x="126" y="1842"/>
                    <a:pt x="215" y="1997"/>
                    <a:pt x="311" y="2182"/>
                  </a:cubicBezTo>
                  <a:cubicBezTo>
                    <a:pt x="436" y="2396"/>
                    <a:pt x="525" y="2640"/>
                    <a:pt x="651" y="2825"/>
                  </a:cubicBezTo>
                  <a:cubicBezTo>
                    <a:pt x="743" y="2923"/>
                    <a:pt x="934" y="3134"/>
                    <a:pt x="1144" y="3134"/>
                  </a:cubicBezTo>
                  <a:cubicBezTo>
                    <a:pt x="1203" y="3134"/>
                    <a:pt x="1263" y="3117"/>
                    <a:pt x="1324" y="3076"/>
                  </a:cubicBezTo>
                  <a:cubicBezTo>
                    <a:pt x="1479" y="2980"/>
                    <a:pt x="1479" y="2795"/>
                    <a:pt x="1508" y="2677"/>
                  </a:cubicBezTo>
                  <a:cubicBezTo>
                    <a:pt x="1575" y="2396"/>
                    <a:pt x="1693" y="1812"/>
                    <a:pt x="1693" y="1812"/>
                  </a:cubicBezTo>
                  <a:cubicBezTo>
                    <a:pt x="1730" y="1686"/>
                    <a:pt x="1760" y="1568"/>
                    <a:pt x="1789" y="1442"/>
                  </a:cubicBezTo>
                  <a:cubicBezTo>
                    <a:pt x="1878" y="1102"/>
                    <a:pt x="2004" y="644"/>
                    <a:pt x="1848" y="334"/>
                  </a:cubicBezTo>
                  <a:cubicBezTo>
                    <a:pt x="1747" y="104"/>
                    <a:pt x="1476" y="1"/>
                    <a:pt x="1175"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3" name="Google Shape;3633;p59"/>
            <p:cNvSpPr/>
            <p:nvPr/>
          </p:nvSpPr>
          <p:spPr>
            <a:xfrm>
              <a:off x="7408809" y="959015"/>
              <a:ext cx="33299" cy="20700"/>
            </a:xfrm>
            <a:custGeom>
              <a:avLst/>
              <a:gdLst/>
              <a:ahLst/>
              <a:cxnLst/>
              <a:rect l="l" t="t" r="r" b="b"/>
              <a:pathLst>
                <a:path w="1866" h="1160" extrusionOk="0">
                  <a:moveTo>
                    <a:pt x="1600" y="0"/>
                  </a:moveTo>
                  <a:cubicBezTo>
                    <a:pt x="1417" y="0"/>
                    <a:pt x="1182" y="71"/>
                    <a:pt x="1080" y="103"/>
                  </a:cubicBezTo>
                  <a:cubicBezTo>
                    <a:pt x="740" y="259"/>
                    <a:pt x="252" y="540"/>
                    <a:pt x="38" y="909"/>
                  </a:cubicBezTo>
                  <a:lnTo>
                    <a:pt x="38" y="968"/>
                  </a:lnTo>
                  <a:cubicBezTo>
                    <a:pt x="1" y="968"/>
                    <a:pt x="1" y="998"/>
                    <a:pt x="38" y="998"/>
                  </a:cubicBezTo>
                  <a:cubicBezTo>
                    <a:pt x="89" y="1116"/>
                    <a:pt x="194" y="1159"/>
                    <a:pt x="321" y="1159"/>
                  </a:cubicBezTo>
                  <a:cubicBezTo>
                    <a:pt x="561" y="1159"/>
                    <a:pt x="882" y="1006"/>
                    <a:pt x="1080" y="909"/>
                  </a:cubicBezTo>
                  <a:cubicBezTo>
                    <a:pt x="1332" y="784"/>
                    <a:pt x="1790" y="503"/>
                    <a:pt x="1849" y="200"/>
                  </a:cubicBezTo>
                  <a:cubicBezTo>
                    <a:pt x="1866" y="47"/>
                    <a:pt x="1750" y="0"/>
                    <a:pt x="1600"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4" name="Google Shape;3634;p59"/>
            <p:cNvSpPr/>
            <p:nvPr/>
          </p:nvSpPr>
          <p:spPr>
            <a:xfrm>
              <a:off x="7412771" y="945596"/>
              <a:ext cx="26018" cy="14651"/>
            </a:xfrm>
            <a:custGeom>
              <a:avLst/>
              <a:gdLst/>
              <a:ahLst/>
              <a:cxnLst/>
              <a:rect l="l" t="t" r="r" b="b"/>
              <a:pathLst>
                <a:path w="1458" h="821" extrusionOk="0">
                  <a:moveTo>
                    <a:pt x="1335" y="0"/>
                  </a:moveTo>
                  <a:cubicBezTo>
                    <a:pt x="1236" y="0"/>
                    <a:pt x="1099" y="40"/>
                    <a:pt x="1043" y="57"/>
                  </a:cubicBezTo>
                  <a:cubicBezTo>
                    <a:pt x="673" y="183"/>
                    <a:pt x="304" y="368"/>
                    <a:pt x="30" y="671"/>
                  </a:cubicBezTo>
                  <a:cubicBezTo>
                    <a:pt x="1" y="700"/>
                    <a:pt x="1" y="700"/>
                    <a:pt x="1" y="737"/>
                  </a:cubicBezTo>
                  <a:lnTo>
                    <a:pt x="1" y="767"/>
                  </a:lnTo>
                  <a:cubicBezTo>
                    <a:pt x="46" y="805"/>
                    <a:pt x="109" y="820"/>
                    <a:pt x="182" y="820"/>
                  </a:cubicBezTo>
                  <a:cubicBezTo>
                    <a:pt x="409" y="820"/>
                    <a:pt x="735" y="671"/>
                    <a:pt x="925" y="582"/>
                  </a:cubicBezTo>
                  <a:cubicBezTo>
                    <a:pt x="1043" y="515"/>
                    <a:pt x="1442" y="301"/>
                    <a:pt x="1442" y="87"/>
                  </a:cubicBezTo>
                  <a:cubicBezTo>
                    <a:pt x="1458" y="21"/>
                    <a:pt x="1407" y="0"/>
                    <a:pt x="1335"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5" name="Google Shape;3635;p59"/>
            <p:cNvSpPr/>
            <p:nvPr/>
          </p:nvSpPr>
          <p:spPr>
            <a:xfrm>
              <a:off x="7412771" y="976450"/>
              <a:ext cx="29052" cy="14276"/>
            </a:xfrm>
            <a:custGeom>
              <a:avLst/>
              <a:gdLst/>
              <a:ahLst/>
              <a:cxnLst/>
              <a:rect l="l" t="t" r="r" b="b"/>
              <a:pathLst>
                <a:path w="1628" h="800" extrusionOk="0">
                  <a:moveTo>
                    <a:pt x="1256" y="0"/>
                  </a:moveTo>
                  <a:cubicBezTo>
                    <a:pt x="1014" y="0"/>
                    <a:pt x="686" y="181"/>
                    <a:pt x="400" y="361"/>
                  </a:cubicBezTo>
                  <a:cubicBezTo>
                    <a:pt x="245" y="420"/>
                    <a:pt x="1" y="575"/>
                    <a:pt x="30" y="701"/>
                  </a:cubicBezTo>
                  <a:cubicBezTo>
                    <a:pt x="47" y="772"/>
                    <a:pt x="117" y="799"/>
                    <a:pt x="212" y="799"/>
                  </a:cubicBezTo>
                  <a:cubicBezTo>
                    <a:pt x="444" y="799"/>
                    <a:pt x="832" y="635"/>
                    <a:pt x="984" y="546"/>
                  </a:cubicBezTo>
                  <a:cubicBezTo>
                    <a:pt x="1169" y="450"/>
                    <a:pt x="1627" y="117"/>
                    <a:pt x="1383" y="21"/>
                  </a:cubicBezTo>
                  <a:cubicBezTo>
                    <a:pt x="1344" y="7"/>
                    <a:pt x="1302" y="0"/>
                    <a:pt x="1256"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36" name="Google Shape;3636;p59"/>
            <p:cNvGrpSpPr/>
            <p:nvPr/>
          </p:nvGrpSpPr>
          <p:grpSpPr>
            <a:xfrm flipH="1">
              <a:off x="7561552" y="885584"/>
              <a:ext cx="177075" cy="144085"/>
              <a:chOff x="1808700" y="965100"/>
              <a:chExt cx="262450" cy="208275"/>
            </a:xfrm>
          </p:grpSpPr>
          <p:sp>
            <p:nvSpPr>
              <p:cNvPr id="3637" name="Google Shape;3637;p59"/>
              <p:cNvSpPr/>
              <p:nvPr/>
            </p:nvSpPr>
            <p:spPr>
              <a:xfrm flipH="1">
                <a:off x="1808700" y="965100"/>
                <a:ext cx="262450" cy="105075"/>
              </a:xfrm>
              <a:custGeom>
                <a:avLst/>
                <a:gdLst/>
                <a:ahLst/>
                <a:cxnLst/>
                <a:rect l="l" t="t" r="r" b="b"/>
                <a:pathLst>
                  <a:path w="10498" h="4203" extrusionOk="0">
                    <a:moveTo>
                      <a:pt x="5545" y="1"/>
                    </a:moveTo>
                    <a:cubicBezTo>
                      <a:pt x="4604" y="1"/>
                      <a:pt x="3667" y="67"/>
                      <a:pt x="2735" y="139"/>
                    </a:cubicBezTo>
                    <a:cubicBezTo>
                      <a:pt x="2307" y="723"/>
                      <a:pt x="1811" y="1248"/>
                      <a:pt x="1294" y="1617"/>
                    </a:cubicBezTo>
                    <a:cubicBezTo>
                      <a:pt x="858" y="1921"/>
                      <a:pt x="429" y="2172"/>
                      <a:pt x="0" y="2386"/>
                    </a:cubicBezTo>
                    <a:cubicBezTo>
                      <a:pt x="1897" y="3327"/>
                      <a:pt x="4096" y="4203"/>
                      <a:pt x="6190" y="4203"/>
                    </a:cubicBezTo>
                    <a:cubicBezTo>
                      <a:pt x="7321" y="4203"/>
                      <a:pt x="8420" y="3948"/>
                      <a:pt x="9426" y="3310"/>
                    </a:cubicBezTo>
                    <a:cubicBezTo>
                      <a:pt x="10498" y="2571"/>
                      <a:pt x="10069" y="782"/>
                      <a:pt x="8805" y="353"/>
                    </a:cubicBezTo>
                    <a:cubicBezTo>
                      <a:pt x="7717" y="88"/>
                      <a:pt x="6629" y="1"/>
                      <a:pt x="5545"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38" name="Google Shape;3638;p59"/>
              <p:cNvSpPr/>
              <p:nvPr/>
            </p:nvSpPr>
            <p:spPr>
              <a:xfrm flipH="1">
                <a:off x="1832700" y="980025"/>
                <a:ext cx="236975" cy="193350"/>
              </a:xfrm>
              <a:custGeom>
                <a:avLst/>
                <a:gdLst/>
                <a:ahLst/>
                <a:cxnLst/>
                <a:rect l="l" t="t" r="r" b="b"/>
                <a:pathLst>
                  <a:path w="9479" h="7734" extrusionOk="0">
                    <a:moveTo>
                      <a:pt x="2307" y="0"/>
                    </a:moveTo>
                    <a:cubicBezTo>
                      <a:pt x="2004" y="399"/>
                      <a:pt x="1634" y="739"/>
                      <a:pt x="1235" y="1020"/>
                    </a:cubicBezTo>
                    <a:cubicBezTo>
                      <a:pt x="828" y="1294"/>
                      <a:pt x="399" y="1545"/>
                      <a:pt x="0" y="1760"/>
                    </a:cubicBezTo>
                    <a:cubicBezTo>
                      <a:pt x="1634" y="4650"/>
                      <a:pt x="3911" y="7548"/>
                      <a:pt x="7297" y="7733"/>
                    </a:cubicBezTo>
                    <a:cubicBezTo>
                      <a:pt x="7308" y="7733"/>
                      <a:pt x="7319" y="7733"/>
                      <a:pt x="7331" y="7733"/>
                    </a:cubicBezTo>
                    <a:cubicBezTo>
                      <a:pt x="8728" y="7733"/>
                      <a:pt x="9479" y="5905"/>
                      <a:pt x="8657" y="4746"/>
                    </a:cubicBezTo>
                    <a:cubicBezTo>
                      <a:pt x="6898" y="2684"/>
                      <a:pt x="4562" y="1390"/>
                      <a:pt x="2307"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39" name="Google Shape;3639;p59"/>
            <p:cNvSpPr/>
            <p:nvPr/>
          </p:nvSpPr>
          <p:spPr>
            <a:xfrm>
              <a:off x="7549588" y="1009561"/>
              <a:ext cx="45130" cy="132624"/>
            </a:xfrm>
            <a:custGeom>
              <a:avLst/>
              <a:gdLst/>
              <a:ahLst/>
              <a:cxnLst/>
              <a:rect l="l" t="t" r="r" b="b"/>
              <a:pathLst>
                <a:path w="2529" h="7432" extrusionOk="0">
                  <a:moveTo>
                    <a:pt x="2218" y="1"/>
                  </a:moveTo>
                  <a:cubicBezTo>
                    <a:pt x="2096" y="1"/>
                    <a:pt x="1974" y="77"/>
                    <a:pt x="1974" y="228"/>
                  </a:cubicBezTo>
                  <a:cubicBezTo>
                    <a:pt x="1974" y="1921"/>
                    <a:pt x="1944" y="3621"/>
                    <a:pt x="1944" y="5314"/>
                  </a:cubicBezTo>
                  <a:cubicBezTo>
                    <a:pt x="1390" y="5189"/>
                    <a:pt x="835" y="5159"/>
                    <a:pt x="311" y="5063"/>
                  </a:cubicBezTo>
                  <a:cubicBezTo>
                    <a:pt x="302" y="5062"/>
                    <a:pt x="293" y="5062"/>
                    <a:pt x="284" y="5062"/>
                  </a:cubicBezTo>
                  <a:cubicBezTo>
                    <a:pt x="0" y="5062"/>
                    <a:pt x="9" y="5530"/>
                    <a:pt x="311" y="5558"/>
                  </a:cubicBezTo>
                  <a:cubicBezTo>
                    <a:pt x="680" y="5618"/>
                    <a:pt x="1079" y="5654"/>
                    <a:pt x="1479" y="5714"/>
                  </a:cubicBezTo>
                  <a:cubicBezTo>
                    <a:pt x="1419" y="5743"/>
                    <a:pt x="1353" y="5773"/>
                    <a:pt x="1323" y="5802"/>
                  </a:cubicBezTo>
                  <a:cubicBezTo>
                    <a:pt x="1020" y="5928"/>
                    <a:pt x="710" y="6054"/>
                    <a:pt x="429" y="6172"/>
                  </a:cubicBezTo>
                  <a:cubicBezTo>
                    <a:pt x="196" y="6304"/>
                    <a:pt x="339" y="6641"/>
                    <a:pt x="560" y="6641"/>
                  </a:cubicBezTo>
                  <a:cubicBezTo>
                    <a:pt x="598" y="6641"/>
                    <a:pt x="639" y="6631"/>
                    <a:pt x="680" y="6608"/>
                  </a:cubicBezTo>
                  <a:cubicBezTo>
                    <a:pt x="954" y="6482"/>
                    <a:pt x="1235" y="6357"/>
                    <a:pt x="1508" y="6239"/>
                  </a:cubicBezTo>
                  <a:cubicBezTo>
                    <a:pt x="1663" y="6172"/>
                    <a:pt x="1848" y="6054"/>
                    <a:pt x="2033" y="5987"/>
                  </a:cubicBezTo>
                  <a:lnTo>
                    <a:pt x="2033" y="5987"/>
                  </a:lnTo>
                  <a:cubicBezTo>
                    <a:pt x="2003" y="6357"/>
                    <a:pt x="1944" y="6763"/>
                    <a:pt x="1878" y="7133"/>
                  </a:cubicBezTo>
                  <a:cubicBezTo>
                    <a:pt x="1843" y="7314"/>
                    <a:pt x="1991" y="7431"/>
                    <a:pt x="2131" y="7431"/>
                  </a:cubicBezTo>
                  <a:cubicBezTo>
                    <a:pt x="2226" y="7431"/>
                    <a:pt x="2317" y="7377"/>
                    <a:pt x="2344" y="7251"/>
                  </a:cubicBezTo>
                  <a:cubicBezTo>
                    <a:pt x="2462" y="6763"/>
                    <a:pt x="2528" y="6209"/>
                    <a:pt x="2528" y="5684"/>
                  </a:cubicBezTo>
                  <a:cubicBezTo>
                    <a:pt x="2528" y="5558"/>
                    <a:pt x="2499" y="5499"/>
                    <a:pt x="2403" y="5470"/>
                  </a:cubicBezTo>
                  <a:cubicBezTo>
                    <a:pt x="2432" y="3710"/>
                    <a:pt x="2462" y="1988"/>
                    <a:pt x="2462" y="228"/>
                  </a:cubicBezTo>
                  <a:cubicBezTo>
                    <a:pt x="2462" y="77"/>
                    <a:pt x="2340" y="1"/>
                    <a:pt x="2218"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40" name="Google Shape;3640;p59"/>
            <p:cNvGrpSpPr/>
            <p:nvPr/>
          </p:nvGrpSpPr>
          <p:grpSpPr>
            <a:xfrm flipH="1">
              <a:off x="7561577" y="885584"/>
              <a:ext cx="177075" cy="144085"/>
              <a:chOff x="1808700" y="965100"/>
              <a:chExt cx="262450" cy="208275"/>
            </a:xfrm>
          </p:grpSpPr>
          <p:sp>
            <p:nvSpPr>
              <p:cNvPr id="3641" name="Google Shape;3641;p59"/>
              <p:cNvSpPr/>
              <p:nvPr/>
            </p:nvSpPr>
            <p:spPr>
              <a:xfrm flipH="1">
                <a:off x="1808700" y="965100"/>
                <a:ext cx="262450" cy="105075"/>
              </a:xfrm>
              <a:custGeom>
                <a:avLst/>
                <a:gdLst/>
                <a:ahLst/>
                <a:cxnLst/>
                <a:rect l="l" t="t" r="r" b="b"/>
                <a:pathLst>
                  <a:path w="10498" h="4203" extrusionOk="0">
                    <a:moveTo>
                      <a:pt x="5545" y="1"/>
                    </a:moveTo>
                    <a:cubicBezTo>
                      <a:pt x="4604" y="1"/>
                      <a:pt x="3667" y="67"/>
                      <a:pt x="2735" y="139"/>
                    </a:cubicBezTo>
                    <a:cubicBezTo>
                      <a:pt x="2307" y="723"/>
                      <a:pt x="1811" y="1248"/>
                      <a:pt x="1294" y="1617"/>
                    </a:cubicBezTo>
                    <a:cubicBezTo>
                      <a:pt x="858" y="1921"/>
                      <a:pt x="429" y="2172"/>
                      <a:pt x="0" y="2386"/>
                    </a:cubicBezTo>
                    <a:cubicBezTo>
                      <a:pt x="1897" y="3327"/>
                      <a:pt x="4096" y="4203"/>
                      <a:pt x="6190" y="4203"/>
                    </a:cubicBezTo>
                    <a:cubicBezTo>
                      <a:pt x="7321" y="4203"/>
                      <a:pt x="8420" y="3948"/>
                      <a:pt x="9426" y="3310"/>
                    </a:cubicBezTo>
                    <a:cubicBezTo>
                      <a:pt x="10498" y="2571"/>
                      <a:pt x="10069" y="782"/>
                      <a:pt x="8805" y="353"/>
                    </a:cubicBezTo>
                    <a:cubicBezTo>
                      <a:pt x="7717" y="88"/>
                      <a:pt x="6629" y="1"/>
                      <a:pt x="5545" y="1"/>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42" name="Google Shape;3642;p59"/>
              <p:cNvSpPr/>
              <p:nvPr/>
            </p:nvSpPr>
            <p:spPr>
              <a:xfrm flipH="1">
                <a:off x="1832700" y="980025"/>
                <a:ext cx="236975" cy="193350"/>
              </a:xfrm>
              <a:custGeom>
                <a:avLst/>
                <a:gdLst/>
                <a:ahLst/>
                <a:cxnLst/>
                <a:rect l="l" t="t" r="r" b="b"/>
                <a:pathLst>
                  <a:path w="9479" h="7734" extrusionOk="0">
                    <a:moveTo>
                      <a:pt x="2307" y="0"/>
                    </a:moveTo>
                    <a:cubicBezTo>
                      <a:pt x="2004" y="399"/>
                      <a:pt x="1634" y="739"/>
                      <a:pt x="1235" y="1020"/>
                    </a:cubicBezTo>
                    <a:cubicBezTo>
                      <a:pt x="828" y="1294"/>
                      <a:pt x="399" y="1545"/>
                      <a:pt x="0" y="1760"/>
                    </a:cubicBezTo>
                    <a:cubicBezTo>
                      <a:pt x="1634" y="4650"/>
                      <a:pt x="3911" y="7548"/>
                      <a:pt x="7297" y="7733"/>
                    </a:cubicBezTo>
                    <a:cubicBezTo>
                      <a:pt x="7308" y="7733"/>
                      <a:pt x="7319" y="7733"/>
                      <a:pt x="7331" y="7733"/>
                    </a:cubicBezTo>
                    <a:cubicBezTo>
                      <a:pt x="8728" y="7733"/>
                      <a:pt x="9479" y="5905"/>
                      <a:pt x="8657" y="4746"/>
                    </a:cubicBezTo>
                    <a:cubicBezTo>
                      <a:pt x="6898" y="2684"/>
                      <a:pt x="4562" y="1390"/>
                      <a:pt x="2307"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643" name="Google Shape;3643;p59"/>
            <p:cNvSpPr/>
            <p:nvPr/>
          </p:nvSpPr>
          <p:spPr>
            <a:xfrm>
              <a:off x="7555120" y="885529"/>
              <a:ext cx="204504" cy="115814"/>
            </a:xfrm>
            <a:custGeom>
              <a:avLst/>
              <a:gdLst/>
              <a:ahLst/>
              <a:cxnLst/>
              <a:rect l="l" t="t" r="r" b="b"/>
              <a:pathLst>
                <a:path w="11460" h="6490" extrusionOk="0">
                  <a:moveTo>
                    <a:pt x="2433" y="0"/>
                  </a:moveTo>
                  <a:cubicBezTo>
                    <a:pt x="2034" y="525"/>
                    <a:pt x="1568" y="1020"/>
                    <a:pt x="1080" y="1360"/>
                  </a:cubicBezTo>
                  <a:cubicBezTo>
                    <a:pt x="710" y="1604"/>
                    <a:pt x="341" y="1819"/>
                    <a:pt x="1" y="2033"/>
                  </a:cubicBezTo>
                  <a:cubicBezTo>
                    <a:pt x="2297" y="4442"/>
                    <a:pt x="4688" y="6489"/>
                    <a:pt x="7863" y="6489"/>
                  </a:cubicBezTo>
                  <a:cubicBezTo>
                    <a:pt x="8429" y="6489"/>
                    <a:pt x="9021" y="6424"/>
                    <a:pt x="9641" y="6284"/>
                  </a:cubicBezTo>
                  <a:cubicBezTo>
                    <a:pt x="11208" y="5855"/>
                    <a:pt x="11459" y="3608"/>
                    <a:pt x="10166" y="2588"/>
                  </a:cubicBezTo>
                  <a:cubicBezTo>
                    <a:pt x="7482" y="806"/>
                    <a:pt x="5360" y="806"/>
                    <a:pt x="2433"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Balão de Pensamento: Nuvem 1">
            <a:extLst>
              <a:ext uri="{FF2B5EF4-FFF2-40B4-BE49-F238E27FC236}">
                <a16:creationId xmlns:a16="http://schemas.microsoft.com/office/drawing/2014/main" id="{ECE94A05-3448-77DB-37EE-DC1DBE06DC96}"/>
              </a:ext>
            </a:extLst>
          </p:cNvPr>
          <p:cNvSpPr/>
          <p:nvPr/>
        </p:nvSpPr>
        <p:spPr>
          <a:xfrm>
            <a:off x="6940684" y="57688"/>
            <a:ext cx="1831283" cy="612648"/>
          </a:xfrm>
          <a:prstGeom prst="cloudCallou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r>
              <a:rPr lang="pt-BR" dirty="0">
                <a:solidFill>
                  <a:schemeClr val="accent5">
                    <a:lumMod val="10000"/>
                  </a:schemeClr>
                </a:solidFill>
              </a:rPr>
              <a:t>Olha que menino lindo</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1509"/>
        <p:cNvGrpSpPr/>
        <p:nvPr/>
      </p:nvGrpSpPr>
      <p:grpSpPr>
        <a:xfrm>
          <a:off x="0" y="0"/>
          <a:ext cx="0" cy="0"/>
          <a:chOff x="0" y="0"/>
          <a:chExt cx="0" cy="0"/>
        </a:xfrm>
      </p:grpSpPr>
      <p:grpSp>
        <p:nvGrpSpPr>
          <p:cNvPr id="1510" name="Google Shape;1510;p41"/>
          <p:cNvGrpSpPr/>
          <p:nvPr/>
        </p:nvGrpSpPr>
        <p:grpSpPr>
          <a:xfrm>
            <a:off x="182463" y="3103582"/>
            <a:ext cx="849488" cy="1572657"/>
            <a:chOff x="7797029" y="2174230"/>
            <a:chExt cx="1161931" cy="2151084"/>
          </a:xfrm>
        </p:grpSpPr>
        <p:sp>
          <p:nvSpPr>
            <p:cNvPr id="1511" name="Google Shape;1511;p41"/>
            <p:cNvSpPr/>
            <p:nvPr/>
          </p:nvSpPr>
          <p:spPr>
            <a:xfrm>
              <a:off x="7797029" y="2174230"/>
              <a:ext cx="1161931" cy="1382760"/>
            </a:xfrm>
            <a:custGeom>
              <a:avLst/>
              <a:gdLst/>
              <a:ahLst/>
              <a:cxnLst/>
              <a:rect l="l" t="t" r="r" b="b"/>
              <a:pathLst>
                <a:path w="21273" h="25316" extrusionOk="0">
                  <a:moveTo>
                    <a:pt x="11920" y="0"/>
                  </a:moveTo>
                  <a:cubicBezTo>
                    <a:pt x="9767" y="0"/>
                    <a:pt x="7648" y="927"/>
                    <a:pt x="6217" y="2390"/>
                  </a:cubicBezTo>
                  <a:cubicBezTo>
                    <a:pt x="4630" y="4024"/>
                    <a:pt x="3883" y="6245"/>
                    <a:pt x="3883" y="8383"/>
                  </a:cubicBezTo>
                  <a:cubicBezTo>
                    <a:pt x="3846" y="9045"/>
                    <a:pt x="3930" y="9745"/>
                    <a:pt x="3650" y="10361"/>
                  </a:cubicBezTo>
                  <a:cubicBezTo>
                    <a:pt x="3417" y="10828"/>
                    <a:pt x="3034" y="11220"/>
                    <a:pt x="2679" y="11650"/>
                  </a:cubicBezTo>
                  <a:cubicBezTo>
                    <a:pt x="1046" y="13516"/>
                    <a:pt x="0" y="15850"/>
                    <a:pt x="75" y="18183"/>
                  </a:cubicBezTo>
                  <a:cubicBezTo>
                    <a:pt x="150" y="20554"/>
                    <a:pt x="1438" y="22888"/>
                    <a:pt x="3613" y="24213"/>
                  </a:cubicBezTo>
                  <a:cubicBezTo>
                    <a:pt x="4824" y="24931"/>
                    <a:pt x="6299" y="25315"/>
                    <a:pt x="7769" y="25315"/>
                  </a:cubicBezTo>
                  <a:cubicBezTo>
                    <a:pt x="8994" y="25315"/>
                    <a:pt x="10215" y="25048"/>
                    <a:pt x="11276" y="24484"/>
                  </a:cubicBezTo>
                  <a:cubicBezTo>
                    <a:pt x="12090" y="24825"/>
                    <a:pt x="13002" y="24989"/>
                    <a:pt x="13926" y="24989"/>
                  </a:cubicBezTo>
                  <a:cubicBezTo>
                    <a:pt x="15830" y="24989"/>
                    <a:pt x="17782" y="24291"/>
                    <a:pt x="19014" y="23009"/>
                  </a:cubicBezTo>
                  <a:cubicBezTo>
                    <a:pt x="20843" y="21142"/>
                    <a:pt x="21273" y="18417"/>
                    <a:pt x="20498" y="16083"/>
                  </a:cubicBezTo>
                  <a:cubicBezTo>
                    <a:pt x="20143" y="14954"/>
                    <a:pt x="19518" y="13908"/>
                    <a:pt x="18864" y="12891"/>
                  </a:cubicBezTo>
                  <a:cubicBezTo>
                    <a:pt x="18743" y="12742"/>
                    <a:pt x="18668" y="12546"/>
                    <a:pt x="18631" y="12350"/>
                  </a:cubicBezTo>
                  <a:cubicBezTo>
                    <a:pt x="18631" y="12191"/>
                    <a:pt x="18743" y="11995"/>
                    <a:pt x="18780" y="11808"/>
                  </a:cubicBezTo>
                  <a:cubicBezTo>
                    <a:pt x="20843" y="3090"/>
                    <a:pt x="16718" y="561"/>
                    <a:pt x="12835" y="57"/>
                  </a:cubicBezTo>
                  <a:cubicBezTo>
                    <a:pt x="12530" y="19"/>
                    <a:pt x="12225" y="0"/>
                    <a:pt x="11920"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12" name="Google Shape;1512;p41"/>
            <p:cNvGrpSpPr/>
            <p:nvPr/>
          </p:nvGrpSpPr>
          <p:grpSpPr>
            <a:xfrm>
              <a:off x="8149576" y="2521523"/>
              <a:ext cx="429318" cy="1803790"/>
              <a:chOff x="6097050" y="1346450"/>
              <a:chExt cx="196500" cy="825600"/>
            </a:xfrm>
          </p:grpSpPr>
          <p:sp>
            <p:nvSpPr>
              <p:cNvPr id="1513" name="Google Shape;1513;p41"/>
              <p:cNvSpPr/>
              <p:nvPr/>
            </p:nvSpPr>
            <p:spPr>
              <a:xfrm>
                <a:off x="6203225" y="1432075"/>
                <a:ext cx="20325" cy="739975"/>
              </a:xfrm>
              <a:custGeom>
                <a:avLst/>
                <a:gdLst/>
                <a:ahLst/>
                <a:cxnLst/>
                <a:rect l="l" t="t" r="r" b="b"/>
                <a:pathLst>
                  <a:path w="813" h="29599" extrusionOk="0">
                    <a:moveTo>
                      <a:pt x="420" y="1"/>
                    </a:moveTo>
                    <a:cubicBezTo>
                      <a:pt x="187" y="1"/>
                      <a:pt x="0" y="197"/>
                      <a:pt x="0" y="430"/>
                    </a:cubicBezTo>
                    <a:lnTo>
                      <a:pt x="0" y="29207"/>
                    </a:lnTo>
                    <a:cubicBezTo>
                      <a:pt x="0" y="29440"/>
                      <a:pt x="187" y="29599"/>
                      <a:pt x="420" y="29599"/>
                    </a:cubicBezTo>
                    <a:cubicBezTo>
                      <a:pt x="616" y="29599"/>
                      <a:pt x="812" y="29440"/>
                      <a:pt x="812" y="29207"/>
                    </a:cubicBezTo>
                    <a:lnTo>
                      <a:pt x="812" y="430"/>
                    </a:lnTo>
                    <a:cubicBezTo>
                      <a:pt x="812" y="197"/>
                      <a:pt x="616" y="1"/>
                      <a:pt x="42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4" name="Google Shape;1514;p41"/>
              <p:cNvSpPr/>
              <p:nvPr/>
            </p:nvSpPr>
            <p:spPr>
              <a:xfrm>
                <a:off x="6097050" y="1389375"/>
                <a:ext cx="124625" cy="276800"/>
              </a:xfrm>
              <a:custGeom>
                <a:avLst/>
                <a:gdLst/>
                <a:ahLst/>
                <a:cxnLst/>
                <a:rect l="l" t="t" r="r" b="b"/>
                <a:pathLst>
                  <a:path w="4985" h="11072" extrusionOk="0">
                    <a:moveTo>
                      <a:pt x="430" y="1"/>
                    </a:moveTo>
                    <a:cubicBezTo>
                      <a:pt x="234" y="1"/>
                      <a:pt x="84" y="113"/>
                      <a:pt x="84" y="309"/>
                    </a:cubicBezTo>
                    <a:cubicBezTo>
                      <a:pt x="47" y="971"/>
                      <a:pt x="0" y="1587"/>
                      <a:pt x="0" y="2250"/>
                    </a:cubicBezTo>
                    <a:cubicBezTo>
                      <a:pt x="0" y="3809"/>
                      <a:pt x="159" y="5405"/>
                      <a:pt x="747" y="6917"/>
                    </a:cubicBezTo>
                    <a:cubicBezTo>
                      <a:pt x="1447" y="8672"/>
                      <a:pt x="2763" y="10147"/>
                      <a:pt x="4396" y="11043"/>
                    </a:cubicBezTo>
                    <a:cubicBezTo>
                      <a:pt x="4449" y="11063"/>
                      <a:pt x="4501" y="11072"/>
                      <a:pt x="4550" y="11072"/>
                    </a:cubicBezTo>
                    <a:cubicBezTo>
                      <a:pt x="4688" y="11072"/>
                      <a:pt x="4808" y="11001"/>
                      <a:pt x="4863" y="10884"/>
                    </a:cubicBezTo>
                    <a:cubicBezTo>
                      <a:pt x="4985" y="10735"/>
                      <a:pt x="4901" y="10539"/>
                      <a:pt x="4751" y="10417"/>
                    </a:cubicBezTo>
                    <a:cubicBezTo>
                      <a:pt x="3230" y="9605"/>
                      <a:pt x="2026" y="8243"/>
                      <a:pt x="1363" y="6646"/>
                    </a:cubicBezTo>
                    <a:cubicBezTo>
                      <a:pt x="822" y="5284"/>
                      <a:pt x="700" y="3772"/>
                      <a:pt x="700" y="2250"/>
                    </a:cubicBezTo>
                    <a:cubicBezTo>
                      <a:pt x="700" y="1634"/>
                      <a:pt x="700" y="971"/>
                      <a:pt x="747" y="346"/>
                    </a:cubicBezTo>
                    <a:cubicBezTo>
                      <a:pt x="747" y="150"/>
                      <a:pt x="588" y="1"/>
                      <a:pt x="43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15" name="Google Shape;1515;p41"/>
              <p:cNvSpPr/>
              <p:nvPr/>
            </p:nvSpPr>
            <p:spPr>
              <a:xfrm>
                <a:off x="6207875" y="1346450"/>
                <a:ext cx="85675" cy="205950"/>
              </a:xfrm>
              <a:custGeom>
                <a:avLst/>
                <a:gdLst/>
                <a:ahLst/>
                <a:cxnLst/>
                <a:rect l="l" t="t" r="r" b="b"/>
                <a:pathLst>
                  <a:path w="3427" h="8238" extrusionOk="0">
                    <a:moveTo>
                      <a:pt x="2997" y="0"/>
                    </a:moveTo>
                    <a:cubicBezTo>
                      <a:pt x="2801" y="0"/>
                      <a:pt x="2652" y="159"/>
                      <a:pt x="2689" y="355"/>
                    </a:cubicBezTo>
                    <a:cubicBezTo>
                      <a:pt x="2726" y="1055"/>
                      <a:pt x="2764" y="1718"/>
                      <a:pt x="2764" y="2371"/>
                    </a:cubicBezTo>
                    <a:cubicBezTo>
                      <a:pt x="2764" y="3118"/>
                      <a:pt x="2726" y="3818"/>
                      <a:pt x="2530" y="4518"/>
                    </a:cubicBezTo>
                    <a:cubicBezTo>
                      <a:pt x="2381" y="5171"/>
                      <a:pt x="2101" y="5797"/>
                      <a:pt x="1718" y="6338"/>
                    </a:cubicBezTo>
                    <a:cubicBezTo>
                      <a:pt x="1326" y="6889"/>
                      <a:pt x="822" y="7318"/>
                      <a:pt x="234" y="7589"/>
                    </a:cubicBezTo>
                    <a:cubicBezTo>
                      <a:pt x="85" y="7663"/>
                      <a:pt x="1" y="7859"/>
                      <a:pt x="85" y="8018"/>
                    </a:cubicBezTo>
                    <a:cubicBezTo>
                      <a:pt x="112" y="8156"/>
                      <a:pt x="246" y="8237"/>
                      <a:pt x="378" y="8237"/>
                    </a:cubicBezTo>
                    <a:cubicBezTo>
                      <a:pt x="425" y="8237"/>
                      <a:pt x="472" y="8227"/>
                      <a:pt x="514" y="8205"/>
                    </a:cubicBezTo>
                    <a:cubicBezTo>
                      <a:pt x="1214" y="7897"/>
                      <a:pt x="1830" y="7355"/>
                      <a:pt x="2260" y="6730"/>
                    </a:cubicBezTo>
                    <a:cubicBezTo>
                      <a:pt x="2726" y="6151"/>
                      <a:pt x="3034" y="5405"/>
                      <a:pt x="3193" y="4667"/>
                    </a:cubicBezTo>
                    <a:cubicBezTo>
                      <a:pt x="3389" y="3930"/>
                      <a:pt x="3426" y="3155"/>
                      <a:pt x="3426" y="2371"/>
                    </a:cubicBezTo>
                    <a:cubicBezTo>
                      <a:pt x="3426" y="1671"/>
                      <a:pt x="3389" y="971"/>
                      <a:pt x="3352" y="318"/>
                    </a:cubicBezTo>
                    <a:cubicBezTo>
                      <a:pt x="3352" y="122"/>
                      <a:pt x="3156" y="0"/>
                      <a:pt x="2997"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516" name="Google Shape;1516;p41"/>
          <p:cNvSpPr txBox="1">
            <a:spLocks noGrp="1"/>
          </p:cNvSpPr>
          <p:nvPr>
            <p:ph type="title"/>
          </p:nvPr>
        </p:nvSpPr>
        <p:spPr>
          <a:xfrm>
            <a:off x="720000" y="129618"/>
            <a:ext cx="7704000" cy="4686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dirty="0"/>
              <a:t>Sobre o nosso projeto:</a:t>
            </a:r>
            <a:endParaRPr dirty="0"/>
          </a:p>
        </p:txBody>
      </p:sp>
      <p:sp>
        <p:nvSpPr>
          <p:cNvPr id="1517" name="Google Shape;1517;p41"/>
          <p:cNvSpPr txBox="1">
            <a:spLocks noGrp="1"/>
          </p:cNvSpPr>
          <p:nvPr>
            <p:ph type="body" idx="1"/>
          </p:nvPr>
        </p:nvSpPr>
        <p:spPr>
          <a:xfrm>
            <a:off x="761511" y="691908"/>
            <a:ext cx="7704000" cy="3984329"/>
          </a:xfrm>
          <a:prstGeom prst="rect">
            <a:avLst/>
          </a:prstGeom>
        </p:spPr>
        <p:txBody>
          <a:bodyPr spcFirstLastPara="1" wrap="square" lIns="14400" tIns="14400" rIns="14400" bIns="14400" anchor="t" anchorCtr="0">
            <a:noAutofit/>
          </a:bodyPr>
          <a:lstStyle/>
          <a:p>
            <a:pPr marL="0" lvl="0" indent="0" algn="l" rtl="0">
              <a:spcBef>
                <a:spcPts val="0"/>
              </a:spcBef>
              <a:spcAft>
                <a:spcPts val="0"/>
              </a:spcAft>
              <a:buNone/>
            </a:pPr>
            <a:r>
              <a:rPr lang="pt-BR" sz="1200" dirty="0">
                <a:solidFill>
                  <a:schemeClr val="accent1"/>
                </a:solidFill>
              </a:rPr>
              <a:t>É um prazer recebê-los na apresentação do nosso projeto de Sistema de Gerenciamento Escolar, criado com a linguagem SQL. Com o intuito de atender às necessidades complexas de uma instituição educacional, este banco de dados foi cuidadosamente projetado para fornecer uma plataforma estável na qual seja possível administrar alunos matriculados em turmas e cursos específicos junto com os respectivos módulos e disciplinas oferecidos pelos facilitadores</a:t>
            </a:r>
            <a:r>
              <a:rPr lang="en" sz="1200" dirty="0">
                <a:solidFill>
                  <a:schemeClr val="accent1"/>
                </a:solidFill>
              </a:rPr>
              <a:t>: </a:t>
            </a:r>
            <a:endParaRPr lang="en" sz="1200" dirty="0"/>
          </a:p>
          <a:p>
            <a:pPr marL="0" lvl="0" indent="0" algn="l" rtl="0">
              <a:spcBef>
                <a:spcPts val="0"/>
              </a:spcBef>
              <a:spcAft>
                <a:spcPts val="0"/>
              </a:spcAft>
              <a:buNone/>
            </a:pPr>
            <a:endParaRPr lang="pt-BR" sz="1200" b="0" i="0" dirty="0">
              <a:solidFill>
                <a:srgbClr val="374151"/>
              </a:solidFill>
              <a:effectLst/>
              <a:latin typeface="Söhne"/>
            </a:endParaRPr>
          </a:p>
          <a:p>
            <a:pPr marL="139700" indent="0" algn="l">
              <a:buNone/>
            </a:pPr>
            <a:r>
              <a:rPr lang="pt-BR" sz="1200" b="1" i="0" dirty="0">
                <a:solidFill>
                  <a:srgbClr val="374151"/>
                </a:solidFill>
                <a:effectLst/>
                <a:latin typeface="Söhne"/>
              </a:rPr>
              <a:t>1. Tabelas Principais:</a:t>
            </a:r>
          </a:p>
          <a:p>
            <a:pPr marL="139700" indent="0" algn="l">
              <a:buNone/>
            </a:pPr>
            <a:r>
              <a:rPr lang="pt-BR" sz="1200" b="1" i="0" dirty="0">
                <a:solidFill>
                  <a:srgbClr val="374151"/>
                </a:solidFill>
                <a:effectLst/>
                <a:latin typeface="Söhne"/>
              </a:rPr>
              <a:t>   - Aluno;</a:t>
            </a:r>
          </a:p>
          <a:p>
            <a:pPr marL="139700" indent="0" algn="l">
              <a:buNone/>
            </a:pPr>
            <a:r>
              <a:rPr lang="pt-BR" sz="1200" b="1" i="0" dirty="0">
                <a:solidFill>
                  <a:srgbClr val="374151"/>
                </a:solidFill>
                <a:effectLst/>
                <a:latin typeface="Söhne"/>
              </a:rPr>
              <a:t>   - Turma;</a:t>
            </a:r>
          </a:p>
          <a:p>
            <a:pPr marL="139700" indent="0" algn="l">
              <a:buNone/>
            </a:pPr>
            <a:r>
              <a:rPr lang="pt-BR" sz="1200" b="1" i="0" dirty="0">
                <a:solidFill>
                  <a:srgbClr val="374151"/>
                </a:solidFill>
                <a:effectLst/>
                <a:latin typeface="Söhne"/>
              </a:rPr>
              <a:t>   - Curso;</a:t>
            </a:r>
          </a:p>
          <a:p>
            <a:pPr marL="139700" indent="0" algn="l">
              <a:buNone/>
            </a:pPr>
            <a:r>
              <a:rPr lang="pt-BR" sz="1200" b="1" i="0" dirty="0">
                <a:solidFill>
                  <a:srgbClr val="374151"/>
                </a:solidFill>
                <a:effectLst/>
                <a:latin typeface="Söhne"/>
              </a:rPr>
              <a:t>   - Módulo;</a:t>
            </a:r>
          </a:p>
          <a:p>
            <a:pPr marL="139700" indent="0" algn="l">
              <a:buNone/>
            </a:pPr>
            <a:r>
              <a:rPr lang="pt-BR" sz="1200" b="1" i="0" dirty="0">
                <a:solidFill>
                  <a:srgbClr val="374151"/>
                </a:solidFill>
                <a:effectLst/>
                <a:latin typeface="Söhne"/>
              </a:rPr>
              <a:t>   - Disciplina;</a:t>
            </a:r>
          </a:p>
          <a:p>
            <a:pPr marL="139700" indent="0" algn="l">
              <a:buNone/>
            </a:pPr>
            <a:r>
              <a:rPr lang="pt-BR" sz="1200" b="1" i="0" dirty="0">
                <a:solidFill>
                  <a:srgbClr val="374151"/>
                </a:solidFill>
                <a:effectLst/>
                <a:latin typeface="Söhne"/>
              </a:rPr>
              <a:t>   - Facilitador.</a:t>
            </a:r>
          </a:p>
          <a:p>
            <a:pPr marL="139700" indent="0" algn="l">
              <a:buNone/>
            </a:pPr>
            <a:endParaRPr lang="pt-BR" sz="1200" b="1" i="0" dirty="0">
              <a:solidFill>
                <a:srgbClr val="374151"/>
              </a:solidFill>
              <a:effectLst/>
              <a:latin typeface="Söhne"/>
            </a:endParaRPr>
          </a:p>
          <a:p>
            <a:pPr marL="139700" indent="0" algn="l">
              <a:buNone/>
            </a:pPr>
            <a:r>
              <a:rPr lang="pt-BR" sz="1200" b="1" i="0" dirty="0">
                <a:solidFill>
                  <a:srgbClr val="374151"/>
                </a:solidFill>
                <a:effectLst/>
                <a:latin typeface="Söhne"/>
              </a:rPr>
              <a:t>2. Relacionamentos:</a:t>
            </a:r>
          </a:p>
          <a:p>
            <a:pPr marL="139700" indent="0" algn="l">
              <a:buNone/>
            </a:pPr>
            <a:r>
              <a:rPr lang="pt-BR" sz="1200" b="1" i="0" dirty="0">
                <a:solidFill>
                  <a:srgbClr val="374151"/>
                </a:solidFill>
                <a:effectLst/>
                <a:latin typeface="Söhne"/>
              </a:rPr>
              <a:t>   - Estabelecemos chaves estrangeiras para garantir integridade referencial.</a:t>
            </a:r>
          </a:p>
          <a:p>
            <a:pPr marL="139700" indent="0" algn="l">
              <a:buNone/>
            </a:pPr>
            <a:r>
              <a:rPr lang="pt-BR" sz="1200" b="1" i="0" dirty="0">
                <a:solidFill>
                  <a:srgbClr val="374151"/>
                </a:solidFill>
                <a:effectLst/>
                <a:latin typeface="Söhne"/>
              </a:rPr>
              <a:t>   - Relacionamentos entre tabelas garantem uma estrutura organizada e fácil de manusear.</a:t>
            </a:r>
          </a:p>
          <a:p>
            <a:pPr marL="139700" indent="0" algn="l">
              <a:buNone/>
            </a:pPr>
            <a:endParaRPr lang="pt-BR" sz="1200" b="1" i="0" dirty="0">
              <a:solidFill>
                <a:srgbClr val="374151"/>
              </a:solidFill>
              <a:effectLst/>
              <a:latin typeface="Söhne"/>
            </a:endParaRPr>
          </a:p>
          <a:p>
            <a:pPr marL="139700" indent="0" algn="l">
              <a:buNone/>
            </a:pPr>
            <a:r>
              <a:rPr lang="pt-BR" sz="1200" b="1" i="0" dirty="0">
                <a:solidFill>
                  <a:srgbClr val="374151"/>
                </a:solidFill>
                <a:effectLst/>
                <a:latin typeface="Söhne"/>
              </a:rPr>
              <a:t>3. Melhorias na Estrutura:</a:t>
            </a:r>
          </a:p>
          <a:p>
            <a:pPr marL="139700" indent="0" algn="l">
              <a:buNone/>
            </a:pPr>
            <a:r>
              <a:rPr lang="pt-BR" sz="1200" b="1" i="0" dirty="0">
                <a:solidFill>
                  <a:srgbClr val="374151"/>
                </a:solidFill>
                <a:effectLst/>
                <a:latin typeface="Söhne"/>
              </a:rPr>
              <a:t>   - Adicionamos colunas adicionais nas tabelas para expandir as capacidades do sistema.</a:t>
            </a:r>
          </a:p>
          <a:p>
            <a:pPr marL="139700" indent="0" algn="l">
              <a:buNone/>
            </a:pPr>
            <a:r>
              <a:rPr lang="pt-BR" sz="1200" b="1" i="0" dirty="0">
                <a:solidFill>
                  <a:srgbClr val="374151"/>
                </a:solidFill>
                <a:effectLst/>
                <a:latin typeface="Söhne"/>
              </a:rPr>
              <a:t>   - Utilizamos chaves primárias e secundárias para garantir unicidade e consistência nos dados.</a:t>
            </a:r>
          </a:p>
          <a:p>
            <a:pPr marL="139700" indent="0" algn="l">
              <a:buNone/>
            </a:pPr>
            <a:endParaRPr lang="pt-BR" b="1" i="0" dirty="0">
              <a:solidFill>
                <a:srgbClr val="374151"/>
              </a:solidFill>
              <a:effectLst/>
              <a:latin typeface="Söhne"/>
            </a:endParaRPr>
          </a:p>
        </p:txBody>
      </p:sp>
      <p:sp>
        <p:nvSpPr>
          <p:cNvPr id="1518" name="Google Shape;1518;p41"/>
          <p:cNvSpPr/>
          <p:nvPr/>
        </p:nvSpPr>
        <p:spPr>
          <a:xfrm rot="-393102">
            <a:off x="7615135" y="4366165"/>
            <a:ext cx="1147830" cy="373496"/>
          </a:xfrm>
          <a:prstGeom prst="rect">
            <a:avLst/>
          </a:prstGeom>
        </p:spPr>
        <p:txBody>
          <a:bodyPr>
            <a:prstTxWarp prst="textPlain">
              <a:avLst/>
            </a:prstTxWarp>
          </a:bodyPr>
          <a:lstStyle/>
          <a:p>
            <a:pPr lvl="0" algn="ctr"/>
            <a:r>
              <a:rPr b="0" i="0">
                <a:ln>
                  <a:noFill/>
                </a:ln>
                <a:solidFill>
                  <a:schemeClr val="lt2"/>
                </a:solidFill>
                <a:latin typeface="Nanum Pen Script"/>
              </a:rPr>
              <a:t>Start!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1522"/>
        <p:cNvGrpSpPr/>
        <p:nvPr/>
      </p:nvGrpSpPr>
      <p:grpSpPr>
        <a:xfrm>
          <a:off x="0" y="0"/>
          <a:ext cx="0" cy="0"/>
          <a:chOff x="0" y="0"/>
          <a:chExt cx="0" cy="0"/>
        </a:xfrm>
      </p:grpSpPr>
      <p:sp>
        <p:nvSpPr>
          <p:cNvPr id="1523" name="Google Shape;1523;p42"/>
          <p:cNvSpPr/>
          <p:nvPr/>
        </p:nvSpPr>
        <p:spPr>
          <a:xfrm>
            <a:off x="7087938" y="1751438"/>
            <a:ext cx="725100" cy="696300"/>
          </a:xfrm>
          <a:prstGeom prst="roundRect">
            <a:avLst>
              <a:gd name="adj" fmla="val 16667"/>
            </a:avLst>
          </a:pr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4" name="Google Shape;1524;p42"/>
          <p:cNvSpPr/>
          <p:nvPr/>
        </p:nvSpPr>
        <p:spPr>
          <a:xfrm>
            <a:off x="7134285" y="1802728"/>
            <a:ext cx="632404" cy="593715"/>
          </a:xfrm>
          <a:custGeom>
            <a:avLst/>
            <a:gdLst/>
            <a:ahLst/>
            <a:cxnLst/>
            <a:rect l="l" t="t" r="r" b="b"/>
            <a:pathLst>
              <a:path w="10502" h="10539" extrusionOk="0">
                <a:moveTo>
                  <a:pt x="9568" y="159"/>
                </a:moveTo>
                <a:cubicBezTo>
                  <a:pt x="9764" y="159"/>
                  <a:pt x="9997" y="234"/>
                  <a:pt x="10119" y="392"/>
                </a:cubicBezTo>
                <a:cubicBezTo>
                  <a:pt x="10268" y="551"/>
                  <a:pt x="10352" y="738"/>
                  <a:pt x="10352" y="934"/>
                </a:cubicBezTo>
                <a:lnTo>
                  <a:pt x="10352" y="9568"/>
                </a:lnTo>
                <a:cubicBezTo>
                  <a:pt x="10352" y="9801"/>
                  <a:pt x="10268" y="9997"/>
                  <a:pt x="10119" y="10156"/>
                </a:cubicBezTo>
                <a:cubicBezTo>
                  <a:pt x="9997" y="10268"/>
                  <a:pt x="9764" y="10389"/>
                  <a:pt x="9568" y="10389"/>
                </a:cubicBezTo>
                <a:lnTo>
                  <a:pt x="934" y="10389"/>
                </a:lnTo>
                <a:cubicBezTo>
                  <a:pt x="701" y="10389"/>
                  <a:pt x="514" y="10268"/>
                  <a:pt x="355" y="10156"/>
                </a:cubicBezTo>
                <a:cubicBezTo>
                  <a:pt x="234" y="9997"/>
                  <a:pt x="159" y="9801"/>
                  <a:pt x="159" y="9568"/>
                </a:cubicBezTo>
                <a:lnTo>
                  <a:pt x="159" y="934"/>
                </a:lnTo>
                <a:cubicBezTo>
                  <a:pt x="159" y="738"/>
                  <a:pt x="234" y="551"/>
                  <a:pt x="355" y="392"/>
                </a:cubicBezTo>
                <a:cubicBezTo>
                  <a:pt x="514" y="234"/>
                  <a:pt x="701" y="159"/>
                  <a:pt x="934" y="159"/>
                </a:cubicBezTo>
                <a:close/>
                <a:moveTo>
                  <a:pt x="934" y="0"/>
                </a:moveTo>
                <a:cubicBezTo>
                  <a:pt x="393" y="0"/>
                  <a:pt x="1" y="430"/>
                  <a:pt x="1" y="934"/>
                </a:cubicBezTo>
                <a:lnTo>
                  <a:pt x="1" y="9568"/>
                </a:lnTo>
                <a:cubicBezTo>
                  <a:pt x="1" y="10118"/>
                  <a:pt x="393" y="10538"/>
                  <a:pt x="934" y="10538"/>
                </a:cubicBezTo>
                <a:lnTo>
                  <a:pt x="9568" y="10538"/>
                </a:lnTo>
                <a:cubicBezTo>
                  <a:pt x="10081" y="10538"/>
                  <a:pt x="10501" y="10118"/>
                  <a:pt x="10501" y="9568"/>
                </a:cubicBezTo>
                <a:lnTo>
                  <a:pt x="10501" y="934"/>
                </a:lnTo>
                <a:cubicBezTo>
                  <a:pt x="10501" y="430"/>
                  <a:pt x="10081" y="0"/>
                  <a:pt x="9568"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5" name="Google Shape;1525;p42"/>
          <p:cNvSpPr/>
          <p:nvPr/>
        </p:nvSpPr>
        <p:spPr>
          <a:xfrm>
            <a:off x="5179075" y="1436663"/>
            <a:ext cx="725100" cy="696300"/>
          </a:xfrm>
          <a:prstGeom prst="roundRect">
            <a:avLst>
              <a:gd name="adj" fmla="val 16667"/>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6" name="Google Shape;1526;p42"/>
          <p:cNvSpPr/>
          <p:nvPr/>
        </p:nvSpPr>
        <p:spPr>
          <a:xfrm>
            <a:off x="5225423" y="1487953"/>
            <a:ext cx="632404" cy="593715"/>
          </a:xfrm>
          <a:custGeom>
            <a:avLst/>
            <a:gdLst/>
            <a:ahLst/>
            <a:cxnLst/>
            <a:rect l="l" t="t" r="r" b="b"/>
            <a:pathLst>
              <a:path w="10502" h="10539" extrusionOk="0">
                <a:moveTo>
                  <a:pt x="9568" y="159"/>
                </a:moveTo>
                <a:cubicBezTo>
                  <a:pt x="9764" y="159"/>
                  <a:pt x="9997" y="234"/>
                  <a:pt x="10119" y="392"/>
                </a:cubicBezTo>
                <a:cubicBezTo>
                  <a:pt x="10268" y="551"/>
                  <a:pt x="10352" y="738"/>
                  <a:pt x="10352" y="934"/>
                </a:cubicBezTo>
                <a:lnTo>
                  <a:pt x="10352" y="9568"/>
                </a:lnTo>
                <a:cubicBezTo>
                  <a:pt x="10352" y="9801"/>
                  <a:pt x="10268" y="9997"/>
                  <a:pt x="10119" y="10156"/>
                </a:cubicBezTo>
                <a:cubicBezTo>
                  <a:pt x="9997" y="10268"/>
                  <a:pt x="9764" y="10389"/>
                  <a:pt x="9568" y="10389"/>
                </a:cubicBezTo>
                <a:lnTo>
                  <a:pt x="934" y="10389"/>
                </a:lnTo>
                <a:cubicBezTo>
                  <a:pt x="701" y="10389"/>
                  <a:pt x="514" y="10268"/>
                  <a:pt x="355" y="10156"/>
                </a:cubicBezTo>
                <a:cubicBezTo>
                  <a:pt x="234" y="9997"/>
                  <a:pt x="159" y="9801"/>
                  <a:pt x="159" y="9568"/>
                </a:cubicBezTo>
                <a:lnTo>
                  <a:pt x="159" y="934"/>
                </a:lnTo>
                <a:cubicBezTo>
                  <a:pt x="159" y="738"/>
                  <a:pt x="234" y="551"/>
                  <a:pt x="355" y="392"/>
                </a:cubicBezTo>
                <a:cubicBezTo>
                  <a:pt x="514" y="234"/>
                  <a:pt x="701" y="159"/>
                  <a:pt x="934" y="159"/>
                </a:cubicBezTo>
                <a:close/>
                <a:moveTo>
                  <a:pt x="934" y="0"/>
                </a:moveTo>
                <a:cubicBezTo>
                  <a:pt x="393" y="0"/>
                  <a:pt x="1" y="430"/>
                  <a:pt x="1" y="934"/>
                </a:cubicBezTo>
                <a:lnTo>
                  <a:pt x="1" y="9568"/>
                </a:lnTo>
                <a:cubicBezTo>
                  <a:pt x="1" y="10118"/>
                  <a:pt x="393" y="10538"/>
                  <a:pt x="934" y="10538"/>
                </a:cubicBezTo>
                <a:lnTo>
                  <a:pt x="9568" y="10538"/>
                </a:lnTo>
                <a:cubicBezTo>
                  <a:pt x="10081" y="10538"/>
                  <a:pt x="10501" y="10118"/>
                  <a:pt x="10501" y="9568"/>
                </a:cubicBezTo>
                <a:lnTo>
                  <a:pt x="10501" y="934"/>
                </a:lnTo>
                <a:cubicBezTo>
                  <a:pt x="10501" y="430"/>
                  <a:pt x="10081" y="0"/>
                  <a:pt x="9568"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7" name="Google Shape;1527;p42"/>
          <p:cNvSpPr/>
          <p:nvPr/>
        </p:nvSpPr>
        <p:spPr>
          <a:xfrm>
            <a:off x="3260550" y="1751438"/>
            <a:ext cx="725100" cy="696300"/>
          </a:xfrm>
          <a:prstGeom prst="roundRect">
            <a:avLst>
              <a:gd name="adj" fmla="val 16667"/>
            </a:avLst>
          </a:pr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8" name="Google Shape;1528;p42"/>
          <p:cNvSpPr/>
          <p:nvPr/>
        </p:nvSpPr>
        <p:spPr>
          <a:xfrm>
            <a:off x="3306898" y="1802728"/>
            <a:ext cx="632404" cy="593715"/>
          </a:xfrm>
          <a:custGeom>
            <a:avLst/>
            <a:gdLst/>
            <a:ahLst/>
            <a:cxnLst/>
            <a:rect l="l" t="t" r="r" b="b"/>
            <a:pathLst>
              <a:path w="10502" h="10539" extrusionOk="0">
                <a:moveTo>
                  <a:pt x="9568" y="159"/>
                </a:moveTo>
                <a:cubicBezTo>
                  <a:pt x="9764" y="159"/>
                  <a:pt x="9997" y="234"/>
                  <a:pt x="10119" y="392"/>
                </a:cubicBezTo>
                <a:cubicBezTo>
                  <a:pt x="10268" y="551"/>
                  <a:pt x="10352" y="738"/>
                  <a:pt x="10352" y="934"/>
                </a:cubicBezTo>
                <a:lnTo>
                  <a:pt x="10352" y="9568"/>
                </a:lnTo>
                <a:cubicBezTo>
                  <a:pt x="10352" y="9801"/>
                  <a:pt x="10268" y="9997"/>
                  <a:pt x="10119" y="10156"/>
                </a:cubicBezTo>
                <a:cubicBezTo>
                  <a:pt x="9997" y="10268"/>
                  <a:pt x="9764" y="10389"/>
                  <a:pt x="9568" y="10389"/>
                </a:cubicBezTo>
                <a:lnTo>
                  <a:pt x="934" y="10389"/>
                </a:lnTo>
                <a:cubicBezTo>
                  <a:pt x="701" y="10389"/>
                  <a:pt x="514" y="10268"/>
                  <a:pt x="355" y="10156"/>
                </a:cubicBezTo>
                <a:cubicBezTo>
                  <a:pt x="234" y="9997"/>
                  <a:pt x="159" y="9801"/>
                  <a:pt x="159" y="9568"/>
                </a:cubicBezTo>
                <a:lnTo>
                  <a:pt x="159" y="934"/>
                </a:lnTo>
                <a:cubicBezTo>
                  <a:pt x="159" y="738"/>
                  <a:pt x="234" y="551"/>
                  <a:pt x="355" y="392"/>
                </a:cubicBezTo>
                <a:cubicBezTo>
                  <a:pt x="514" y="234"/>
                  <a:pt x="701" y="159"/>
                  <a:pt x="934" y="159"/>
                </a:cubicBezTo>
                <a:close/>
                <a:moveTo>
                  <a:pt x="934" y="0"/>
                </a:moveTo>
                <a:cubicBezTo>
                  <a:pt x="393" y="0"/>
                  <a:pt x="1" y="430"/>
                  <a:pt x="1" y="934"/>
                </a:cubicBezTo>
                <a:lnTo>
                  <a:pt x="1" y="9568"/>
                </a:lnTo>
                <a:cubicBezTo>
                  <a:pt x="1" y="10118"/>
                  <a:pt x="393" y="10538"/>
                  <a:pt x="934" y="10538"/>
                </a:cubicBezTo>
                <a:lnTo>
                  <a:pt x="9568" y="10538"/>
                </a:lnTo>
                <a:cubicBezTo>
                  <a:pt x="10081" y="10538"/>
                  <a:pt x="10501" y="10118"/>
                  <a:pt x="10501" y="9568"/>
                </a:cubicBezTo>
                <a:lnTo>
                  <a:pt x="10501" y="934"/>
                </a:lnTo>
                <a:cubicBezTo>
                  <a:pt x="10501" y="430"/>
                  <a:pt x="10081" y="0"/>
                  <a:pt x="9568"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29" name="Google Shape;1529;p42"/>
          <p:cNvSpPr/>
          <p:nvPr/>
        </p:nvSpPr>
        <p:spPr>
          <a:xfrm>
            <a:off x="1330963" y="1436663"/>
            <a:ext cx="725100" cy="696300"/>
          </a:xfrm>
          <a:prstGeom prst="roundRect">
            <a:avLst>
              <a:gd name="adj" fmla="val 16667"/>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30" name="Google Shape;1530;p42"/>
          <p:cNvSpPr txBox="1">
            <a:spLocks noGrp="1"/>
          </p:cNvSpPr>
          <p:nvPr>
            <p:ph type="title"/>
          </p:nvPr>
        </p:nvSpPr>
        <p:spPr>
          <a:xfrm>
            <a:off x="720000" y="539100"/>
            <a:ext cx="7704000" cy="4785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dirty="0"/>
              <a:t>Tabela de conteúdos</a:t>
            </a:r>
            <a:endParaRPr dirty="0"/>
          </a:p>
        </p:txBody>
      </p:sp>
      <p:sp>
        <p:nvSpPr>
          <p:cNvPr id="1531" name="Google Shape;1531;p42"/>
          <p:cNvSpPr txBox="1">
            <a:spLocks noGrp="1"/>
          </p:cNvSpPr>
          <p:nvPr>
            <p:ph type="subTitle" idx="6"/>
          </p:nvPr>
        </p:nvSpPr>
        <p:spPr>
          <a:xfrm>
            <a:off x="6525738" y="3010538"/>
            <a:ext cx="1849500" cy="696300"/>
          </a:xfrm>
          <a:prstGeom prst="rect">
            <a:avLst/>
          </a:prstGeom>
        </p:spPr>
        <p:txBody>
          <a:bodyPr spcFirstLastPara="1" wrap="square" lIns="14400" tIns="14400" rIns="14400" bIns="14400" anchor="t" anchorCtr="0">
            <a:noAutofit/>
          </a:bodyPr>
          <a:lstStyle/>
          <a:p>
            <a:pPr marL="0" lvl="0" indent="0" algn="ctr" rtl="0">
              <a:spcBef>
                <a:spcPts val="0"/>
              </a:spcBef>
              <a:spcAft>
                <a:spcPts val="0"/>
              </a:spcAft>
              <a:buNone/>
            </a:pPr>
            <a:r>
              <a:rPr lang="en" dirty="0"/>
              <a:t>Exemplos de consultas.</a:t>
            </a:r>
            <a:endParaRPr dirty="0">
              <a:solidFill>
                <a:srgbClr val="666666"/>
              </a:solidFill>
            </a:endParaRPr>
          </a:p>
        </p:txBody>
      </p:sp>
      <p:sp>
        <p:nvSpPr>
          <p:cNvPr id="1532" name="Google Shape;1532;p42"/>
          <p:cNvSpPr txBox="1">
            <a:spLocks noGrp="1"/>
          </p:cNvSpPr>
          <p:nvPr>
            <p:ph type="title" idx="2"/>
          </p:nvPr>
        </p:nvSpPr>
        <p:spPr>
          <a:xfrm>
            <a:off x="888313" y="2205713"/>
            <a:ext cx="1610400" cy="4476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dirty="0"/>
              <a:t>Section</a:t>
            </a:r>
            <a:endParaRPr dirty="0"/>
          </a:p>
        </p:txBody>
      </p:sp>
      <p:sp>
        <p:nvSpPr>
          <p:cNvPr id="1533" name="Google Shape;1533;p42"/>
          <p:cNvSpPr txBox="1">
            <a:spLocks noGrp="1"/>
          </p:cNvSpPr>
          <p:nvPr>
            <p:ph type="subTitle" idx="1"/>
          </p:nvPr>
        </p:nvSpPr>
        <p:spPr>
          <a:xfrm>
            <a:off x="768763" y="2694563"/>
            <a:ext cx="1849500" cy="696300"/>
          </a:xfrm>
          <a:prstGeom prst="rect">
            <a:avLst/>
          </a:prstGeom>
        </p:spPr>
        <p:txBody>
          <a:bodyPr spcFirstLastPara="1" wrap="square" lIns="14400" tIns="14400" rIns="14400" bIns="14400" anchor="t" anchorCtr="0">
            <a:noAutofit/>
          </a:bodyPr>
          <a:lstStyle/>
          <a:p>
            <a:pPr marL="0" lvl="0" indent="0" algn="ctr" rtl="0">
              <a:spcBef>
                <a:spcPts val="0"/>
              </a:spcBef>
              <a:spcAft>
                <a:spcPts val="0"/>
              </a:spcAft>
              <a:buNone/>
            </a:pPr>
            <a:r>
              <a:rPr lang="en" dirty="0"/>
              <a:t>Database e criação de tabelas.</a:t>
            </a:r>
            <a:endParaRPr dirty="0"/>
          </a:p>
        </p:txBody>
      </p:sp>
      <p:sp>
        <p:nvSpPr>
          <p:cNvPr id="1534" name="Google Shape;1534;p42"/>
          <p:cNvSpPr txBox="1">
            <a:spLocks noGrp="1"/>
          </p:cNvSpPr>
          <p:nvPr>
            <p:ph type="title" idx="3"/>
          </p:nvPr>
        </p:nvSpPr>
        <p:spPr>
          <a:xfrm>
            <a:off x="2817900" y="2520488"/>
            <a:ext cx="1610400" cy="4476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a:t>Section</a:t>
            </a:r>
            <a:endParaRPr/>
          </a:p>
        </p:txBody>
      </p:sp>
      <p:sp>
        <p:nvSpPr>
          <p:cNvPr id="1535" name="Google Shape;1535;p42"/>
          <p:cNvSpPr txBox="1">
            <a:spLocks noGrp="1"/>
          </p:cNvSpPr>
          <p:nvPr>
            <p:ph type="subTitle" idx="4"/>
          </p:nvPr>
        </p:nvSpPr>
        <p:spPr>
          <a:xfrm>
            <a:off x="2661000" y="3010538"/>
            <a:ext cx="1924200" cy="696300"/>
          </a:xfrm>
          <a:prstGeom prst="rect">
            <a:avLst/>
          </a:prstGeom>
        </p:spPr>
        <p:txBody>
          <a:bodyPr spcFirstLastPara="1" wrap="square" lIns="14400" tIns="14400" rIns="14400" bIns="14400" anchor="t" anchorCtr="0">
            <a:noAutofit/>
          </a:bodyPr>
          <a:lstStyle/>
          <a:p>
            <a:pPr marL="0" lvl="0" indent="0" algn="ctr" rtl="0">
              <a:spcBef>
                <a:spcPts val="0"/>
              </a:spcBef>
              <a:spcAft>
                <a:spcPts val="0"/>
              </a:spcAft>
              <a:buNone/>
            </a:pPr>
            <a:r>
              <a:rPr lang="en" dirty="0"/>
              <a:t>Trigger(gatilho).</a:t>
            </a:r>
            <a:endParaRPr dirty="0"/>
          </a:p>
        </p:txBody>
      </p:sp>
      <p:sp>
        <p:nvSpPr>
          <p:cNvPr id="1536" name="Google Shape;1536;p42"/>
          <p:cNvSpPr txBox="1">
            <a:spLocks noGrp="1"/>
          </p:cNvSpPr>
          <p:nvPr>
            <p:ph type="title" idx="5"/>
          </p:nvPr>
        </p:nvSpPr>
        <p:spPr>
          <a:xfrm>
            <a:off x="6645288" y="2520488"/>
            <a:ext cx="1610400" cy="4476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a:t>Section</a:t>
            </a:r>
            <a:endParaRPr/>
          </a:p>
        </p:txBody>
      </p:sp>
      <p:sp>
        <p:nvSpPr>
          <p:cNvPr id="1537" name="Google Shape;1537;p42"/>
          <p:cNvSpPr txBox="1">
            <a:spLocks noGrp="1"/>
          </p:cNvSpPr>
          <p:nvPr>
            <p:ph type="title" idx="7"/>
          </p:nvPr>
        </p:nvSpPr>
        <p:spPr>
          <a:xfrm>
            <a:off x="4736425" y="2205713"/>
            <a:ext cx="1610400" cy="4476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a:t>Section</a:t>
            </a:r>
            <a:endParaRPr/>
          </a:p>
        </p:txBody>
      </p:sp>
      <p:sp>
        <p:nvSpPr>
          <p:cNvPr id="1538" name="Google Shape;1538;p42"/>
          <p:cNvSpPr txBox="1">
            <a:spLocks noGrp="1"/>
          </p:cNvSpPr>
          <p:nvPr>
            <p:ph type="subTitle" idx="8"/>
          </p:nvPr>
        </p:nvSpPr>
        <p:spPr>
          <a:xfrm>
            <a:off x="4630713" y="2694563"/>
            <a:ext cx="1849500" cy="696300"/>
          </a:xfrm>
          <a:prstGeom prst="rect">
            <a:avLst/>
          </a:prstGeom>
        </p:spPr>
        <p:txBody>
          <a:bodyPr spcFirstLastPara="1" wrap="square" lIns="14400" tIns="14400" rIns="14400" bIns="14400" anchor="t" anchorCtr="0">
            <a:noAutofit/>
          </a:bodyPr>
          <a:lstStyle/>
          <a:p>
            <a:pPr marL="0" lvl="0" indent="0" algn="ctr" rtl="0">
              <a:spcBef>
                <a:spcPts val="0"/>
              </a:spcBef>
              <a:spcAft>
                <a:spcPts val="0"/>
              </a:spcAft>
              <a:buNone/>
            </a:pPr>
            <a:r>
              <a:rPr lang="en" dirty="0"/>
              <a:t>Insert(Inserção dos dados)</a:t>
            </a:r>
            <a:endParaRPr dirty="0"/>
          </a:p>
        </p:txBody>
      </p:sp>
      <p:sp>
        <p:nvSpPr>
          <p:cNvPr id="1539" name="Google Shape;1539;p42"/>
          <p:cNvSpPr txBox="1">
            <a:spLocks noGrp="1"/>
          </p:cNvSpPr>
          <p:nvPr>
            <p:ph type="title" idx="9"/>
          </p:nvPr>
        </p:nvSpPr>
        <p:spPr>
          <a:xfrm>
            <a:off x="1418863" y="1561013"/>
            <a:ext cx="549300" cy="4476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a:t>01</a:t>
            </a:r>
            <a:endParaRPr/>
          </a:p>
        </p:txBody>
      </p:sp>
      <p:sp>
        <p:nvSpPr>
          <p:cNvPr id="1540" name="Google Shape;1540;p42"/>
          <p:cNvSpPr txBox="1">
            <a:spLocks noGrp="1"/>
          </p:cNvSpPr>
          <p:nvPr>
            <p:ph type="title" idx="13"/>
          </p:nvPr>
        </p:nvSpPr>
        <p:spPr>
          <a:xfrm>
            <a:off x="7175838" y="1868938"/>
            <a:ext cx="549300" cy="4476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a:t>04</a:t>
            </a:r>
            <a:endParaRPr/>
          </a:p>
        </p:txBody>
      </p:sp>
      <p:sp>
        <p:nvSpPr>
          <p:cNvPr id="1541" name="Google Shape;1541;p42"/>
          <p:cNvSpPr txBox="1">
            <a:spLocks noGrp="1"/>
          </p:cNvSpPr>
          <p:nvPr>
            <p:ph type="title" idx="14"/>
          </p:nvPr>
        </p:nvSpPr>
        <p:spPr>
          <a:xfrm>
            <a:off x="3348450" y="1875788"/>
            <a:ext cx="549300" cy="4476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a:t>02</a:t>
            </a:r>
            <a:endParaRPr/>
          </a:p>
        </p:txBody>
      </p:sp>
      <p:sp>
        <p:nvSpPr>
          <p:cNvPr id="1542" name="Google Shape;1542;p42"/>
          <p:cNvSpPr txBox="1">
            <a:spLocks noGrp="1"/>
          </p:cNvSpPr>
          <p:nvPr>
            <p:ph type="title" idx="15"/>
          </p:nvPr>
        </p:nvSpPr>
        <p:spPr>
          <a:xfrm>
            <a:off x="5266975" y="1554163"/>
            <a:ext cx="549300" cy="4476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a:t>03</a:t>
            </a:r>
            <a:endParaRPr/>
          </a:p>
        </p:txBody>
      </p:sp>
      <p:sp>
        <p:nvSpPr>
          <p:cNvPr id="1543" name="Google Shape;1543;p42"/>
          <p:cNvSpPr/>
          <p:nvPr/>
        </p:nvSpPr>
        <p:spPr>
          <a:xfrm>
            <a:off x="-86025" y="-31075"/>
            <a:ext cx="2618316" cy="1419567"/>
          </a:xfrm>
          <a:custGeom>
            <a:avLst/>
            <a:gdLst/>
            <a:ahLst/>
            <a:cxnLst/>
            <a:rect l="l" t="t" r="r" b="b"/>
            <a:pathLst>
              <a:path w="102009" h="55306" extrusionOk="0">
                <a:moveTo>
                  <a:pt x="0" y="55306"/>
                </a:moveTo>
                <a:cubicBezTo>
                  <a:pt x="15834" y="49368"/>
                  <a:pt x="32105" y="41146"/>
                  <a:pt x="42770" y="28022"/>
                </a:cubicBezTo>
                <a:cubicBezTo>
                  <a:pt x="46618" y="23287"/>
                  <a:pt x="50978" y="17017"/>
                  <a:pt x="49653" y="11061"/>
                </a:cubicBezTo>
                <a:cubicBezTo>
                  <a:pt x="48986" y="8063"/>
                  <a:pt x="43083" y="7838"/>
                  <a:pt x="40558" y="9586"/>
                </a:cubicBezTo>
                <a:cubicBezTo>
                  <a:pt x="35563" y="13044"/>
                  <a:pt x="34142" y="22378"/>
                  <a:pt x="37362" y="27530"/>
                </a:cubicBezTo>
                <a:cubicBezTo>
                  <a:pt x="39679" y="31236"/>
                  <a:pt x="44403" y="33218"/>
                  <a:pt x="48669" y="34167"/>
                </a:cubicBezTo>
                <a:cubicBezTo>
                  <a:pt x="69280" y="38751"/>
                  <a:pt x="102009" y="21115"/>
                  <a:pt x="102009" y="0"/>
                </a:cubicBezTo>
              </a:path>
            </a:pathLst>
          </a:custGeom>
          <a:noFill/>
          <a:ln w="19050" cap="flat" cmpd="sng">
            <a:solidFill>
              <a:schemeClr val="dk2"/>
            </a:solidFill>
            <a:prstDash val="dash"/>
            <a:round/>
            <a:headEnd type="none" w="med" len="med"/>
            <a:tailEnd type="none" w="med" len="med"/>
          </a:ln>
        </p:spPr>
        <p:txBody>
          <a:bodyPr/>
          <a:lstStyle/>
          <a:p>
            <a:endParaRPr lang="pt-BR"/>
          </a:p>
        </p:txBody>
      </p:sp>
      <p:sp>
        <p:nvSpPr>
          <p:cNvPr id="1544" name="Google Shape;1544;p42"/>
          <p:cNvSpPr/>
          <p:nvPr/>
        </p:nvSpPr>
        <p:spPr>
          <a:xfrm>
            <a:off x="1377249" y="1487962"/>
            <a:ext cx="632535" cy="593820"/>
          </a:xfrm>
          <a:custGeom>
            <a:avLst/>
            <a:gdLst/>
            <a:ahLst/>
            <a:cxnLst/>
            <a:rect l="l" t="t" r="r" b="b"/>
            <a:pathLst>
              <a:path w="10502" h="10539" extrusionOk="0">
                <a:moveTo>
                  <a:pt x="9568" y="159"/>
                </a:moveTo>
                <a:cubicBezTo>
                  <a:pt x="9764" y="159"/>
                  <a:pt x="9997" y="234"/>
                  <a:pt x="10119" y="392"/>
                </a:cubicBezTo>
                <a:cubicBezTo>
                  <a:pt x="10268" y="551"/>
                  <a:pt x="10352" y="738"/>
                  <a:pt x="10352" y="934"/>
                </a:cubicBezTo>
                <a:lnTo>
                  <a:pt x="10352" y="9568"/>
                </a:lnTo>
                <a:cubicBezTo>
                  <a:pt x="10352" y="9801"/>
                  <a:pt x="10268" y="9997"/>
                  <a:pt x="10119" y="10156"/>
                </a:cubicBezTo>
                <a:cubicBezTo>
                  <a:pt x="9997" y="10268"/>
                  <a:pt x="9764" y="10389"/>
                  <a:pt x="9568" y="10389"/>
                </a:cubicBezTo>
                <a:lnTo>
                  <a:pt x="934" y="10389"/>
                </a:lnTo>
                <a:cubicBezTo>
                  <a:pt x="701" y="10389"/>
                  <a:pt x="514" y="10268"/>
                  <a:pt x="355" y="10156"/>
                </a:cubicBezTo>
                <a:cubicBezTo>
                  <a:pt x="234" y="9997"/>
                  <a:pt x="159" y="9801"/>
                  <a:pt x="159" y="9568"/>
                </a:cubicBezTo>
                <a:lnTo>
                  <a:pt x="159" y="934"/>
                </a:lnTo>
                <a:cubicBezTo>
                  <a:pt x="159" y="738"/>
                  <a:pt x="234" y="551"/>
                  <a:pt x="355" y="392"/>
                </a:cubicBezTo>
                <a:cubicBezTo>
                  <a:pt x="514" y="234"/>
                  <a:pt x="701" y="159"/>
                  <a:pt x="934" y="159"/>
                </a:cubicBezTo>
                <a:close/>
                <a:moveTo>
                  <a:pt x="934" y="0"/>
                </a:moveTo>
                <a:cubicBezTo>
                  <a:pt x="393" y="0"/>
                  <a:pt x="1" y="430"/>
                  <a:pt x="1" y="934"/>
                </a:cubicBezTo>
                <a:lnTo>
                  <a:pt x="1" y="9568"/>
                </a:lnTo>
                <a:cubicBezTo>
                  <a:pt x="1" y="10118"/>
                  <a:pt x="393" y="10538"/>
                  <a:pt x="934" y="10538"/>
                </a:cubicBezTo>
                <a:lnTo>
                  <a:pt x="9568" y="10538"/>
                </a:lnTo>
                <a:cubicBezTo>
                  <a:pt x="10081" y="10538"/>
                  <a:pt x="10501" y="10118"/>
                  <a:pt x="10501" y="9568"/>
                </a:cubicBezTo>
                <a:lnTo>
                  <a:pt x="10501" y="934"/>
                </a:lnTo>
                <a:cubicBezTo>
                  <a:pt x="10501" y="430"/>
                  <a:pt x="10081" y="0"/>
                  <a:pt x="9568"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5" name="Google Shape;1545;p42"/>
          <p:cNvSpPr/>
          <p:nvPr/>
        </p:nvSpPr>
        <p:spPr>
          <a:xfrm rot="-393109">
            <a:off x="6547691" y="930093"/>
            <a:ext cx="2243721" cy="293459"/>
          </a:xfrm>
          <a:prstGeom prst="rect">
            <a:avLst/>
          </a:prstGeom>
        </p:spPr>
        <p:txBody>
          <a:bodyPr>
            <a:prstTxWarp prst="textPlain">
              <a:avLst/>
            </a:prstTxWarp>
          </a:bodyPr>
          <a:lstStyle/>
          <a:p>
            <a:pPr lvl="0" algn="ctr"/>
            <a:r>
              <a:rPr lang="pt-BR" b="0" i="0" dirty="0" err="1">
                <a:ln>
                  <a:noFill/>
                </a:ln>
                <a:solidFill>
                  <a:schemeClr val="dk2"/>
                </a:solidFill>
                <a:latin typeface="Nanum Pen Script"/>
              </a:rPr>
              <a:t>Let’s</a:t>
            </a:r>
            <a:r>
              <a:rPr lang="pt-BR" b="0" i="0" dirty="0">
                <a:ln>
                  <a:noFill/>
                </a:ln>
                <a:solidFill>
                  <a:schemeClr val="dk2"/>
                </a:solidFill>
                <a:latin typeface="Nanum Pen Script"/>
              </a:rPr>
              <a:t> go </a:t>
            </a:r>
            <a:r>
              <a:rPr lang="pt-BR" b="0" i="0" dirty="0" err="1">
                <a:ln>
                  <a:noFill/>
                </a:ln>
                <a:solidFill>
                  <a:schemeClr val="dk2"/>
                </a:solidFill>
                <a:latin typeface="Nanum Pen Script"/>
              </a:rPr>
              <a:t>to</a:t>
            </a:r>
            <a:r>
              <a:rPr lang="pt-BR" b="0" i="0" dirty="0">
                <a:ln>
                  <a:noFill/>
                </a:ln>
                <a:solidFill>
                  <a:schemeClr val="dk2"/>
                </a:solidFill>
                <a:latin typeface="Nanum Pen Script"/>
              </a:rPr>
              <a:t> </a:t>
            </a:r>
            <a:r>
              <a:rPr lang="pt-BR" b="0" i="0" dirty="0" err="1">
                <a:ln>
                  <a:noFill/>
                </a:ln>
                <a:solidFill>
                  <a:schemeClr val="dk2"/>
                </a:solidFill>
                <a:latin typeface="Nanum Pen Script"/>
              </a:rPr>
              <a:t>the</a:t>
            </a:r>
            <a:r>
              <a:rPr lang="pt-BR" b="0" i="0" dirty="0">
                <a:ln>
                  <a:noFill/>
                </a:ln>
                <a:solidFill>
                  <a:schemeClr val="dk2"/>
                </a:solidFill>
                <a:latin typeface="Nanum Pen Script"/>
              </a:rPr>
              <a:t> </a:t>
            </a:r>
            <a:r>
              <a:rPr lang="pt-BR" b="0" i="0" dirty="0" err="1">
                <a:ln>
                  <a:noFill/>
                </a:ln>
                <a:solidFill>
                  <a:schemeClr val="dk2"/>
                </a:solidFill>
                <a:latin typeface="Nanum Pen Script"/>
              </a:rPr>
              <a:t>presentation</a:t>
            </a:r>
            <a:endParaRPr b="0" i="0" dirty="0">
              <a:ln>
                <a:noFill/>
              </a:ln>
              <a:solidFill>
                <a:schemeClr val="dk2"/>
              </a:solidFill>
              <a:latin typeface="Nanum Pen Script"/>
            </a:endParaRPr>
          </a:p>
        </p:txBody>
      </p:sp>
      <p:grpSp>
        <p:nvGrpSpPr>
          <p:cNvPr id="1546" name="Google Shape;1546;p42"/>
          <p:cNvGrpSpPr/>
          <p:nvPr/>
        </p:nvGrpSpPr>
        <p:grpSpPr>
          <a:xfrm>
            <a:off x="895237" y="4069382"/>
            <a:ext cx="7942180" cy="520911"/>
            <a:chOff x="895237" y="4083657"/>
            <a:chExt cx="7942180" cy="520911"/>
          </a:xfrm>
        </p:grpSpPr>
        <p:grpSp>
          <p:nvGrpSpPr>
            <p:cNvPr id="1547" name="Google Shape;1547;p42"/>
            <p:cNvGrpSpPr/>
            <p:nvPr/>
          </p:nvGrpSpPr>
          <p:grpSpPr>
            <a:xfrm>
              <a:off x="895237" y="4249037"/>
              <a:ext cx="655814" cy="355354"/>
              <a:chOff x="2301112" y="2967762"/>
              <a:chExt cx="655814" cy="355354"/>
            </a:xfrm>
          </p:grpSpPr>
          <p:sp>
            <p:nvSpPr>
              <p:cNvPr id="1548" name="Google Shape;1548;p42"/>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49" name="Google Shape;1549;p42"/>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0" name="Google Shape;1550;p42"/>
            <p:cNvGrpSpPr/>
            <p:nvPr/>
          </p:nvGrpSpPr>
          <p:grpSpPr>
            <a:xfrm>
              <a:off x="4521724" y="4083657"/>
              <a:ext cx="961030" cy="520771"/>
              <a:chOff x="2301112" y="2967762"/>
              <a:chExt cx="655814" cy="355354"/>
            </a:xfrm>
          </p:grpSpPr>
          <p:sp>
            <p:nvSpPr>
              <p:cNvPr id="1551" name="Google Shape;1551;p42"/>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2" name="Google Shape;1552;p42"/>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53" name="Google Shape;1553;p42"/>
            <p:cNvGrpSpPr/>
            <p:nvPr/>
          </p:nvGrpSpPr>
          <p:grpSpPr>
            <a:xfrm>
              <a:off x="8011288" y="4156893"/>
              <a:ext cx="826129" cy="447675"/>
              <a:chOff x="2301112" y="2967762"/>
              <a:chExt cx="655814" cy="355354"/>
            </a:xfrm>
          </p:grpSpPr>
          <p:sp>
            <p:nvSpPr>
              <p:cNvPr id="1554" name="Google Shape;1554;p42"/>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55" name="Google Shape;1555;p42"/>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4242"/>
        <p:cNvGrpSpPr/>
        <p:nvPr/>
      </p:nvGrpSpPr>
      <p:grpSpPr>
        <a:xfrm>
          <a:off x="0" y="0"/>
          <a:ext cx="0" cy="0"/>
          <a:chOff x="0" y="0"/>
          <a:chExt cx="0" cy="0"/>
        </a:xfrm>
      </p:grpSpPr>
      <p:grpSp>
        <p:nvGrpSpPr>
          <p:cNvPr id="4243" name="Google Shape;4243;p61"/>
          <p:cNvGrpSpPr/>
          <p:nvPr/>
        </p:nvGrpSpPr>
        <p:grpSpPr>
          <a:xfrm>
            <a:off x="0" y="1085231"/>
            <a:ext cx="7563170" cy="3148042"/>
            <a:chOff x="0" y="1085219"/>
            <a:chExt cx="7785043" cy="3148042"/>
          </a:xfrm>
        </p:grpSpPr>
        <p:sp>
          <p:nvSpPr>
            <p:cNvPr id="4244" name="Google Shape;4244;p61"/>
            <p:cNvSpPr/>
            <p:nvPr/>
          </p:nvSpPr>
          <p:spPr>
            <a:xfrm>
              <a:off x="844675" y="1085219"/>
              <a:ext cx="6940368" cy="3148042"/>
            </a:xfrm>
            <a:custGeom>
              <a:avLst/>
              <a:gdLst/>
              <a:ahLst/>
              <a:cxnLst/>
              <a:rect l="l" t="t" r="r" b="b"/>
              <a:pathLst>
                <a:path w="212195" h="86556" extrusionOk="0">
                  <a:moveTo>
                    <a:pt x="112318" y="0"/>
                  </a:moveTo>
                  <a:cubicBezTo>
                    <a:pt x="99764" y="0"/>
                    <a:pt x="89513" y="10251"/>
                    <a:pt x="89513" y="22876"/>
                  </a:cubicBezTo>
                  <a:lnTo>
                    <a:pt x="89513" y="28378"/>
                  </a:lnTo>
                  <a:cubicBezTo>
                    <a:pt x="89513" y="32828"/>
                    <a:pt x="85845" y="36496"/>
                    <a:pt x="81395" y="36496"/>
                  </a:cubicBezTo>
                  <a:lnTo>
                    <a:pt x="69965" y="36496"/>
                  </a:lnTo>
                  <a:cubicBezTo>
                    <a:pt x="60908" y="36496"/>
                    <a:pt x="53558" y="43847"/>
                    <a:pt x="53558" y="52846"/>
                  </a:cubicBezTo>
                  <a:cubicBezTo>
                    <a:pt x="53558" y="61377"/>
                    <a:pt x="46691" y="68244"/>
                    <a:pt x="38160" y="68244"/>
                  </a:cubicBezTo>
                  <a:lnTo>
                    <a:pt x="1" y="68244"/>
                  </a:lnTo>
                  <a:lnTo>
                    <a:pt x="1" y="76547"/>
                  </a:lnTo>
                  <a:lnTo>
                    <a:pt x="38160" y="76547"/>
                  </a:lnTo>
                  <a:cubicBezTo>
                    <a:pt x="51240" y="76547"/>
                    <a:pt x="61846" y="65940"/>
                    <a:pt x="61846" y="52846"/>
                  </a:cubicBezTo>
                  <a:cubicBezTo>
                    <a:pt x="61846" y="48396"/>
                    <a:pt x="65458" y="44785"/>
                    <a:pt x="69965" y="44785"/>
                  </a:cubicBezTo>
                  <a:lnTo>
                    <a:pt x="81395" y="44785"/>
                  </a:lnTo>
                  <a:cubicBezTo>
                    <a:pt x="90409" y="44785"/>
                    <a:pt x="97802" y="37449"/>
                    <a:pt x="97802" y="28378"/>
                  </a:cubicBezTo>
                  <a:lnTo>
                    <a:pt x="97802" y="22876"/>
                  </a:lnTo>
                  <a:cubicBezTo>
                    <a:pt x="97802" y="14872"/>
                    <a:pt x="104328" y="8303"/>
                    <a:pt x="112318" y="8303"/>
                  </a:cubicBezTo>
                  <a:cubicBezTo>
                    <a:pt x="120379" y="8303"/>
                    <a:pt x="126891" y="14872"/>
                    <a:pt x="126891" y="22876"/>
                  </a:cubicBezTo>
                  <a:lnTo>
                    <a:pt x="126891" y="64689"/>
                  </a:lnTo>
                  <a:cubicBezTo>
                    <a:pt x="126891" y="76774"/>
                    <a:pt x="136729" y="86556"/>
                    <a:pt x="148757" y="86556"/>
                  </a:cubicBezTo>
                  <a:cubicBezTo>
                    <a:pt x="160842" y="86556"/>
                    <a:pt x="170666" y="76774"/>
                    <a:pt x="170666" y="64689"/>
                  </a:cubicBezTo>
                  <a:lnTo>
                    <a:pt x="170666" y="45681"/>
                  </a:lnTo>
                  <a:cubicBezTo>
                    <a:pt x="170666" y="41231"/>
                    <a:pt x="174292" y="37562"/>
                    <a:pt x="178727" y="37562"/>
                  </a:cubicBezTo>
                  <a:lnTo>
                    <a:pt x="212195" y="37562"/>
                  </a:lnTo>
                  <a:lnTo>
                    <a:pt x="212195" y="29274"/>
                  </a:lnTo>
                  <a:lnTo>
                    <a:pt x="178727" y="29274"/>
                  </a:lnTo>
                  <a:cubicBezTo>
                    <a:pt x="169728" y="29274"/>
                    <a:pt x="162377" y="36610"/>
                    <a:pt x="162377" y="45681"/>
                  </a:cubicBezTo>
                  <a:lnTo>
                    <a:pt x="162377" y="64689"/>
                  </a:lnTo>
                  <a:cubicBezTo>
                    <a:pt x="162377" y="72153"/>
                    <a:pt x="156278" y="78253"/>
                    <a:pt x="148757" y="78253"/>
                  </a:cubicBezTo>
                  <a:cubicBezTo>
                    <a:pt x="141293" y="78253"/>
                    <a:pt x="135194" y="72153"/>
                    <a:pt x="135194" y="64689"/>
                  </a:cubicBezTo>
                  <a:lnTo>
                    <a:pt x="135194" y="22876"/>
                  </a:lnTo>
                  <a:cubicBezTo>
                    <a:pt x="135194" y="10251"/>
                    <a:pt x="124943" y="0"/>
                    <a:pt x="112318" y="0"/>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5" name="Google Shape;4245;p61"/>
            <p:cNvSpPr/>
            <p:nvPr/>
          </p:nvSpPr>
          <p:spPr>
            <a:xfrm>
              <a:off x="0" y="3567700"/>
              <a:ext cx="850500" cy="301800"/>
            </a:xfrm>
            <a:prstGeom prst="rect">
              <a:avLst/>
            </a:pr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46" name="Google Shape;4246;p61"/>
          <p:cNvGrpSpPr/>
          <p:nvPr/>
        </p:nvGrpSpPr>
        <p:grpSpPr>
          <a:xfrm>
            <a:off x="6931953" y="1230994"/>
            <a:ext cx="1871877" cy="1368529"/>
            <a:chOff x="6931953" y="1230994"/>
            <a:chExt cx="1871877" cy="1368529"/>
          </a:xfrm>
        </p:grpSpPr>
        <p:grpSp>
          <p:nvGrpSpPr>
            <p:cNvPr id="4247" name="Google Shape;4247;p61"/>
            <p:cNvGrpSpPr/>
            <p:nvPr/>
          </p:nvGrpSpPr>
          <p:grpSpPr>
            <a:xfrm>
              <a:off x="7825877" y="1230994"/>
              <a:ext cx="290513" cy="418586"/>
              <a:chOff x="765150" y="3585975"/>
              <a:chExt cx="437850" cy="630875"/>
            </a:xfrm>
          </p:grpSpPr>
          <p:sp>
            <p:nvSpPr>
              <p:cNvPr id="4248" name="Google Shape;4248;p61"/>
              <p:cNvSpPr/>
              <p:nvPr/>
            </p:nvSpPr>
            <p:spPr>
              <a:xfrm>
                <a:off x="810075" y="3715975"/>
                <a:ext cx="392925" cy="286400"/>
              </a:xfrm>
              <a:custGeom>
                <a:avLst/>
                <a:gdLst/>
                <a:ahLst/>
                <a:cxnLst/>
                <a:rect l="l" t="t" r="r" b="b"/>
                <a:pathLst>
                  <a:path w="15717" h="11456" extrusionOk="0">
                    <a:moveTo>
                      <a:pt x="899" y="0"/>
                    </a:moveTo>
                    <a:cubicBezTo>
                      <a:pt x="446" y="0"/>
                      <a:pt x="101" y="365"/>
                      <a:pt x="101" y="750"/>
                    </a:cubicBezTo>
                    <a:lnTo>
                      <a:pt x="0" y="10671"/>
                    </a:lnTo>
                    <a:cubicBezTo>
                      <a:pt x="0" y="11089"/>
                      <a:pt x="433" y="11456"/>
                      <a:pt x="883" y="11456"/>
                    </a:cubicBezTo>
                    <a:cubicBezTo>
                      <a:pt x="977" y="11456"/>
                      <a:pt x="1072" y="11440"/>
                      <a:pt x="1164" y="11405"/>
                    </a:cubicBezTo>
                    <a:lnTo>
                      <a:pt x="15084" y="4976"/>
                    </a:lnTo>
                    <a:cubicBezTo>
                      <a:pt x="15716" y="4647"/>
                      <a:pt x="15615" y="3711"/>
                      <a:pt x="14881" y="3585"/>
                    </a:cubicBezTo>
                    <a:lnTo>
                      <a:pt x="1063" y="16"/>
                    </a:lnTo>
                    <a:cubicBezTo>
                      <a:pt x="1007" y="5"/>
                      <a:pt x="952" y="0"/>
                      <a:pt x="899"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49" name="Google Shape;4249;p61"/>
              <p:cNvSpPr/>
              <p:nvPr/>
            </p:nvSpPr>
            <p:spPr>
              <a:xfrm>
                <a:off x="810075" y="3629050"/>
                <a:ext cx="2550" cy="587800"/>
              </a:xfrm>
              <a:custGeom>
                <a:avLst/>
                <a:gdLst/>
                <a:ahLst/>
                <a:cxnLst/>
                <a:rect l="l" t="t" r="r" b="b"/>
                <a:pathLst>
                  <a:path w="102" h="23512" fill="none" extrusionOk="0">
                    <a:moveTo>
                      <a:pt x="101" y="1"/>
                    </a:moveTo>
                    <a:lnTo>
                      <a:pt x="0" y="23511"/>
                    </a:lnTo>
                  </a:path>
                </a:pathLst>
              </a:custGeom>
              <a:solidFill>
                <a:srgbClr val="5A2543"/>
              </a:solidFill>
              <a:ln w="31625" cap="flat" cmpd="sng">
                <a:solidFill>
                  <a:schemeClr val="accent1"/>
                </a:solidFill>
                <a:prstDash val="solid"/>
                <a:miter lim="2530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0" name="Google Shape;4250;p61"/>
              <p:cNvSpPr/>
              <p:nvPr/>
            </p:nvSpPr>
            <p:spPr>
              <a:xfrm>
                <a:off x="765150" y="3585975"/>
                <a:ext cx="94925" cy="84025"/>
              </a:xfrm>
              <a:custGeom>
                <a:avLst/>
                <a:gdLst/>
                <a:ahLst/>
                <a:cxnLst/>
                <a:rect l="l" t="t" r="r" b="b"/>
                <a:pathLst>
                  <a:path w="3797" h="3361" extrusionOk="0">
                    <a:moveTo>
                      <a:pt x="1888" y="0"/>
                    </a:moveTo>
                    <a:cubicBezTo>
                      <a:pt x="1108" y="0"/>
                      <a:pt x="399" y="489"/>
                      <a:pt x="228" y="1192"/>
                    </a:cubicBezTo>
                    <a:cubicBezTo>
                      <a:pt x="0" y="2154"/>
                      <a:pt x="532" y="3090"/>
                      <a:pt x="1494" y="3318"/>
                    </a:cubicBezTo>
                    <a:cubicBezTo>
                      <a:pt x="1627" y="3347"/>
                      <a:pt x="1759" y="3361"/>
                      <a:pt x="1888" y="3361"/>
                    </a:cubicBezTo>
                    <a:cubicBezTo>
                      <a:pt x="2664" y="3361"/>
                      <a:pt x="3334" y="2856"/>
                      <a:pt x="3594" y="2053"/>
                    </a:cubicBezTo>
                    <a:cubicBezTo>
                      <a:pt x="3797" y="1192"/>
                      <a:pt x="3290" y="256"/>
                      <a:pt x="2329" y="53"/>
                    </a:cubicBezTo>
                    <a:cubicBezTo>
                      <a:pt x="2181" y="18"/>
                      <a:pt x="2033" y="0"/>
                      <a:pt x="1888"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51" name="Google Shape;4251;p61"/>
            <p:cNvGrpSpPr/>
            <p:nvPr/>
          </p:nvGrpSpPr>
          <p:grpSpPr>
            <a:xfrm>
              <a:off x="6931953" y="1602859"/>
              <a:ext cx="1871877" cy="996664"/>
              <a:chOff x="1533987" y="-1852557"/>
              <a:chExt cx="2889146" cy="1538299"/>
            </a:xfrm>
          </p:grpSpPr>
          <p:sp>
            <p:nvSpPr>
              <p:cNvPr id="4252" name="Google Shape;4252;p61"/>
              <p:cNvSpPr/>
              <p:nvPr/>
            </p:nvSpPr>
            <p:spPr>
              <a:xfrm>
                <a:off x="2966546" y="-1663767"/>
                <a:ext cx="1456587" cy="305671"/>
              </a:xfrm>
              <a:custGeom>
                <a:avLst/>
                <a:gdLst/>
                <a:ahLst/>
                <a:cxnLst/>
                <a:rect l="l" t="t" r="r" b="b"/>
                <a:pathLst>
                  <a:path w="30607" h="6423" extrusionOk="0">
                    <a:moveTo>
                      <a:pt x="0" y="0"/>
                    </a:moveTo>
                    <a:lnTo>
                      <a:pt x="0" y="6422"/>
                    </a:lnTo>
                    <a:lnTo>
                      <a:pt x="30606" y="6422"/>
                    </a:lnTo>
                    <a:lnTo>
                      <a:pt x="21543" y="0"/>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3" name="Google Shape;4253;p61"/>
              <p:cNvSpPr/>
              <p:nvPr/>
            </p:nvSpPr>
            <p:spPr>
              <a:xfrm>
                <a:off x="2966546" y="-1399912"/>
                <a:ext cx="1456587" cy="40927"/>
              </a:xfrm>
              <a:custGeom>
                <a:avLst/>
                <a:gdLst/>
                <a:ahLst/>
                <a:cxnLst/>
                <a:rect l="l" t="t" r="r" b="b"/>
                <a:pathLst>
                  <a:path w="30607" h="860" extrusionOk="0">
                    <a:moveTo>
                      <a:pt x="0" y="0"/>
                    </a:moveTo>
                    <a:lnTo>
                      <a:pt x="0" y="859"/>
                    </a:lnTo>
                    <a:lnTo>
                      <a:pt x="30606" y="859"/>
                    </a:lnTo>
                    <a:lnTo>
                      <a:pt x="29365" y="0"/>
                    </a:ln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4" name="Google Shape;4254;p61"/>
              <p:cNvSpPr/>
              <p:nvPr/>
            </p:nvSpPr>
            <p:spPr>
              <a:xfrm>
                <a:off x="1533992" y="-1663767"/>
                <a:ext cx="1456587" cy="305671"/>
              </a:xfrm>
              <a:custGeom>
                <a:avLst/>
                <a:gdLst/>
                <a:ahLst/>
                <a:cxnLst/>
                <a:rect l="l" t="t" r="r" b="b"/>
                <a:pathLst>
                  <a:path w="30607" h="6423" extrusionOk="0">
                    <a:moveTo>
                      <a:pt x="9101" y="0"/>
                    </a:moveTo>
                    <a:lnTo>
                      <a:pt x="0" y="6422"/>
                    </a:lnTo>
                    <a:lnTo>
                      <a:pt x="30606" y="6422"/>
                    </a:lnTo>
                    <a:lnTo>
                      <a:pt x="30606" y="0"/>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5" name="Google Shape;4255;p61"/>
              <p:cNvSpPr/>
              <p:nvPr/>
            </p:nvSpPr>
            <p:spPr>
              <a:xfrm>
                <a:off x="1533992" y="-1399912"/>
                <a:ext cx="1456587" cy="40927"/>
              </a:xfrm>
              <a:custGeom>
                <a:avLst/>
                <a:gdLst/>
                <a:ahLst/>
                <a:cxnLst/>
                <a:rect l="l" t="t" r="r" b="b"/>
                <a:pathLst>
                  <a:path w="30607" h="860" extrusionOk="0">
                    <a:moveTo>
                      <a:pt x="1242" y="0"/>
                    </a:moveTo>
                    <a:lnTo>
                      <a:pt x="0" y="859"/>
                    </a:lnTo>
                    <a:lnTo>
                      <a:pt x="30606" y="859"/>
                    </a:lnTo>
                    <a:lnTo>
                      <a:pt x="30606" y="0"/>
                    </a:ln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6" name="Google Shape;4256;p61"/>
              <p:cNvSpPr/>
              <p:nvPr/>
            </p:nvSpPr>
            <p:spPr>
              <a:xfrm>
                <a:off x="1576632" y="-1289757"/>
                <a:ext cx="2779875" cy="768055"/>
              </a:xfrm>
              <a:custGeom>
                <a:avLst/>
                <a:gdLst/>
                <a:ahLst/>
                <a:cxnLst/>
                <a:rect l="l" t="t" r="r" b="b"/>
                <a:pathLst>
                  <a:path w="58413" h="16139" extrusionOk="0">
                    <a:moveTo>
                      <a:pt x="0" y="0"/>
                    </a:moveTo>
                    <a:lnTo>
                      <a:pt x="0" y="16139"/>
                    </a:lnTo>
                    <a:lnTo>
                      <a:pt x="58412" y="16139"/>
                    </a:lnTo>
                    <a:lnTo>
                      <a:pt x="58412" y="0"/>
                    </a:ln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7" name="Google Shape;4257;p61"/>
              <p:cNvSpPr/>
              <p:nvPr/>
            </p:nvSpPr>
            <p:spPr>
              <a:xfrm>
                <a:off x="1548650" y="-521750"/>
                <a:ext cx="1134974" cy="170610"/>
              </a:xfrm>
              <a:custGeom>
                <a:avLst/>
                <a:gdLst/>
                <a:ahLst/>
                <a:cxnLst/>
                <a:rect l="l" t="t" r="r" b="b"/>
                <a:pathLst>
                  <a:path w="23849" h="3585" extrusionOk="0">
                    <a:moveTo>
                      <a:pt x="0" y="1"/>
                    </a:moveTo>
                    <a:lnTo>
                      <a:pt x="0" y="3585"/>
                    </a:lnTo>
                    <a:lnTo>
                      <a:pt x="23849" y="3585"/>
                    </a:lnTo>
                    <a:lnTo>
                      <a:pt x="23849" y="1"/>
                    </a:lnTo>
                    <a:close/>
                  </a:path>
                </a:pathLst>
              </a:custGeom>
              <a:solidFill>
                <a:srgbClr val="FDF0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8" name="Google Shape;4258;p61"/>
              <p:cNvSpPr/>
              <p:nvPr/>
            </p:nvSpPr>
            <p:spPr>
              <a:xfrm>
                <a:off x="3261033" y="-521750"/>
                <a:ext cx="1134546" cy="170610"/>
              </a:xfrm>
              <a:custGeom>
                <a:avLst/>
                <a:gdLst/>
                <a:ahLst/>
                <a:cxnLst/>
                <a:rect l="l" t="t" r="r" b="b"/>
                <a:pathLst>
                  <a:path w="23840" h="3585" extrusionOk="0">
                    <a:moveTo>
                      <a:pt x="1" y="1"/>
                    </a:moveTo>
                    <a:lnTo>
                      <a:pt x="1" y="3585"/>
                    </a:lnTo>
                    <a:lnTo>
                      <a:pt x="23840" y="3585"/>
                    </a:lnTo>
                    <a:lnTo>
                      <a:pt x="23840" y="1"/>
                    </a:lnTo>
                    <a:close/>
                  </a:path>
                </a:pathLst>
              </a:custGeom>
              <a:solidFill>
                <a:srgbClr val="FDF0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59" name="Google Shape;4259;p61"/>
              <p:cNvSpPr/>
              <p:nvPr/>
            </p:nvSpPr>
            <p:spPr>
              <a:xfrm>
                <a:off x="1533987" y="-1358153"/>
                <a:ext cx="2889141" cy="68400"/>
              </a:xfrm>
              <a:custGeom>
                <a:avLst/>
                <a:gdLst/>
                <a:ahLst/>
                <a:cxnLst/>
                <a:rect l="l" t="t" r="r" b="b"/>
                <a:pathLst>
                  <a:path w="60709" h="1009" extrusionOk="0">
                    <a:moveTo>
                      <a:pt x="0" y="0"/>
                    </a:moveTo>
                    <a:lnTo>
                      <a:pt x="0" y="1008"/>
                    </a:lnTo>
                    <a:lnTo>
                      <a:pt x="60708" y="1008"/>
                    </a:lnTo>
                    <a:lnTo>
                      <a:pt x="6070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0" name="Google Shape;4260;p61"/>
              <p:cNvSpPr/>
              <p:nvPr/>
            </p:nvSpPr>
            <p:spPr>
              <a:xfrm>
                <a:off x="2594725" y="-1837471"/>
                <a:ext cx="749447" cy="1353079"/>
              </a:xfrm>
              <a:custGeom>
                <a:avLst/>
                <a:gdLst/>
                <a:ahLst/>
                <a:cxnLst/>
                <a:rect l="l" t="t" r="r" b="b"/>
                <a:pathLst>
                  <a:path w="15748" h="28432" extrusionOk="0">
                    <a:moveTo>
                      <a:pt x="7701" y="1"/>
                    </a:moveTo>
                    <a:lnTo>
                      <a:pt x="1" y="6917"/>
                    </a:lnTo>
                    <a:lnTo>
                      <a:pt x="1" y="28432"/>
                    </a:lnTo>
                    <a:lnTo>
                      <a:pt x="15747" y="28432"/>
                    </a:lnTo>
                    <a:lnTo>
                      <a:pt x="15747" y="6917"/>
                    </a:lnTo>
                    <a:lnTo>
                      <a:pt x="7701" y="1"/>
                    </a:ln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61" name="Google Shape;4261;p61"/>
              <p:cNvGrpSpPr/>
              <p:nvPr/>
            </p:nvGrpSpPr>
            <p:grpSpPr>
              <a:xfrm>
                <a:off x="2761338" y="-823328"/>
                <a:ext cx="77762" cy="338936"/>
                <a:chOff x="-1760275" y="2602822"/>
                <a:chExt cx="77762" cy="338936"/>
              </a:xfrm>
            </p:grpSpPr>
            <p:sp>
              <p:nvSpPr>
                <p:cNvPr id="4262" name="Google Shape;4262;p61"/>
                <p:cNvSpPr/>
                <p:nvPr/>
              </p:nvSpPr>
              <p:spPr>
                <a:xfrm>
                  <a:off x="-1742095" y="2626808"/>
                  <a:ext cx="42688" cy="314951"/>
                </a:xfrm>
                <a:custGeom>
                  <a:avLst/>
                  <a:gdLst/>
                  <a:ahLst/>
                  <a:cxnLst/>
                  <a:rect l="l" t="t" r="r" b="b"/>
                  <a:pathLst>
                    <a:path w="897" h="6618" extrusionOk="0">
                      <a:moveTo>
                        <a:pt x="1" y="0"/>
                      </a:moveTo>
                      <a:lnTo>
                        <a:pt x="1" y="6618"/>
                      </a:lnTo>
                      <a:lnTo>
                        <a:pt x="897" y="6618"/>
                      </a:lnTo>
                      <a:lnTo>
                        <a:pt x="89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3" name="Google Shape;4263;p61"/>
                <p:cNvSpPr/>
                <p:nvPr/>
              </p:nvSpPr>
              <p:spPr>
                <a:xfrm>
                  <a:off x="-1760275" y="2602822"/>
                  <a:ext cx="77762" cy="18703"/>
                </a:xfrm>
                <a:custGeom>
                  <a:avLst/>
                  <a:gdLst/>
                  <a:ahLst/>
                  <a:cxnLst/>
                  <a:rect l="l" t="t" r="r" b="b"/>
                  <a:pathLst>
                    <a:path w="1634" h="393" extrusionOk="0">
                      <a:moveTo>
                        <a:pt x="0" y="0"/>
                      </a:moveTo>
                      <a:lnTo>
                        <a:pt x="0" y="392"/>
                      </a:lnTo>
                      <a:lnTo>
                        <a:pt x="1634" y="392"/>
                      </a:lnTo>
                      <a:lnTo>
                        <a:pt x="16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4" name="Google Shape;4264;p61"/>
                <p:cNvSpPr/>
                <p:nvPr/>
              </p:nvSpPr>
              <p:spPr>
                <a:xfrm>
                  <a:off x="-1751423" y="2621477"/>
                  <a:ext cx="63152" cy="14705"/>
                </a:xfrm>
                <a:custGeom>
                  <a:avLst/>
                  <a:gdLst/>
                  <a:ahLst/>
                  <a:cxnLst/>
                  <a:rect l="l" t="t" r="r" b="b"/>
                  <a:pathLst>
                    <a:path w="1327" h="309" extrusionOk="0">
                      <a:moveTo>
                        <a:pt x="1" y="0"/>
                      </a:moveTo>
                      <a:lnTo>
                        <a:pt x="1" y="308"/>
                      </a:lnTo>
                      <a:lnTo>
                        <a:pt x="1326" y="308"/>
                      </a:lnTo>
                      <a:lnTo>
                        <a:pt x="132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5" name="Google Shape;4265;p61"/>
                <p:cNvSpPr/>
                <p:nvPr/>
              </p:nvSpPr>
              <p:spPr>
                <a:xfrm>
                  <a:off x="-1760275" y="2923055"/>
                  <a:ext cx="77762" cy="18703"/>
                </a:xfrm>
                <a:custGeom>
                  <a:avLst/>
                  <a:gdLst/>
                  <a:ahLst/>
                  <a:cxnLst/>
                  <a:rect l="l" t="t" r="r" b="b"/>
                  <a:pathLst>
                    <a:path w="1634" h="393" extrusionOk="0">
                      <a:moveTo>
                        <a:pt x="0" y="1"/>
                      </a:moveTo>
                      <a:lnTo>
                        <a:pt x="0" y="393"/>
                      </a:lnTo>
                      <a:lnTo>
                        <a:pt x="1634" y="393"/>
                      </a:lnTo>
                      <a:lnTo>
                        <a:pt x="16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6" name="Google Shape;4266;p61"/>
                <p:cNvSpPr/>
                <p:nvPr/>
              </p:nvSpPr>
              <p:spPr>
                <a:xfrm>
                  <a:off x="-1751423" y="2908398"/>
                  <a:ext cx="63152" cy="14705"/>
                </a:xfrm>
                <a:custGeom>
                  <a:avLst/>
                  <a:gdLst/>
                  <a:ahLst/>
                  <a:cxnLst/>
                  <a:rect l="l" t="t" r="r" b="b"/>
                  <a:pathLst>
                    <a:path w="1327" h="309" extrusionOk="0">
                      <a:moveTo>
                        <a:pt x="1" y="1"/>
                      </a:moveTo>
                      <a:lnTo>
                        <a:pt x="1" y="309"/>
                      </a:lnTo>
                      <a:lnTo>
                        <a:pt x="1326" y="309"/>
                      </a:lnTo>
                      <a:lnTo>
                        <a:pt x="132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67" name="Google Shape;4267;p61"/>
              <p:cNvGrpSpPr/>
              <p:nvPr/>
            </p:nvGrpSpPr>
            <p:grpSpPr>
              <a:xfrm>
                <a:off x="3103367" y="-823328"/>
                <a:ext cx="79999" cy="338936"/>
                <a:chOff x="-1418245" y="2602822"/>
                <a:chExt cx="79999" cy="338936"/>
              </a:xfrm>
            </p:grpSpPr>
            <p:sp>
              <p:nvSpPr>
                <p:cNvPr id="4268" name="Google Shape;4268;p61"/>
                <p:cNvSpPr/>
                <p:nvPr/>
              </p:nvSpPr>
              <p:spPr>
                <a:xfrm>
                  <a:off x="-1399590" y="2626808"/>
                  <a:ext cx="42688" cy="314951"/>
                </a:xfrm>
                <a:custGeom>
                  <a:avLst/>
                  <a:gdLst/>
                  <a:ahLst/>
                  <a:cxnLst/>
                  <a:rect l="l" t="t" r="r" b="b"/>
                  <a:pathLst>
                    <a:path w="897" h="6618" extrusionOk="0">
                      <a:moveTo>
                        <a:pt x="0" y="0"/>
                      </a:moveTo>
                      <a:lnTo>
                        <a:pt x="0" y="6618"/>
                      </a:lnTo>
                      <a:lnTo>
                        <a:pt x="896" y="6618"/>
                      </a:lnTo>
                      <a:lnTo>
                        <a:pt x="89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69" name="Google Shape;4269;p61"/>
                <p:cNvSpPr/>
                <p:nvPr/>
              </p:nvSpPr>
              <p:spPr>
                <a:xfrm>
                  <a:off x="-1416056" y="2923055"/>
                  <a:ext cx="77810" cy="18703"/>
                </a:xfrm>
                <a:custGeom>
                  <a:avLst/>
                  <a:gdLst/>
                  <a:ahLst/>
                  <a:cxnLst/>
                  <a:rect l="l" t="t" r="r" b="b"/>
                  <a:pathLst>
                    <a:path w="1635" h="393" extrusionOk="0">
                      <a:moveTo>
                        <a:pt x="1" y="1"/>
                      </a:moveTo>
                      <a:lnTo>
                        <a:pt x="1" y="393"/>
                      </a:lnTo>
                      <a:lnTo>
                        <a:pt x="1634" y="393"/>
                      </a:lnTo>
                      <a:lnTo>
                        <a:pt x="16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0" name="Google Shape;4270;p61"/>
                <p:cNvSpPr/>
                <p:nvPr/>
              </p:nvSpPr>
              <p:spPr>
                <a:xfrm>
                  <a:off x="-1407157" y="2908398"/>
                  <a:ext cx="63152" cy="14705"/>
                </a:xfrm>
                <a:custGeom>
                  <a:avLst/>
                  <a:gdLst/>
                  <a:ahLst/>
                  <a:cxnLst/>
                  <a:rect l="l" t="t" r="r" b="b"/>
                  <a:pathLst>
                    <a:path w="1327" h="309" extrusionOk="0">
                      <a:moveTo>
                        <a:pt x="1" y="1"/>
                      </a:moveTo>
                      <a:lnTo>
                        <a:pt x="1" y="309"/>
                      </a:lnTo>
                      <a:lnTo>
                        <a:pt x="1326" y="309"/>
                      </a:lnTo>
                      <a:lnTo>
                        <a:pt x="132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1" name="Google Shape;4271;p61"/>
                <p:cNvSpPr/>
                <p:nvPr/>
              </p:nvSpPr>
              <p:spPr>
                <a:xfrm>
                  <a:off x="-1418245" y="2602822"/>
                  <a:ext cx="77762" cy="18703"/>
                </a:xfrm>
                <a:custGeom>
                  <a:avLst/>
                  <a:gdLst/>
                  <a:ahLst/>
                  <a:cxnLst/>
                  <a:rect l="l" t="t" r="r" b="b"/>
                  <a:pathLst>
                    <a:path w="1634" h="393" extrusionOk="0">
                      <a:moveTo>
                        <a:pt x="0" y="0"/>
                      </a:moveTo>
                      <a:lnTo>
                        <a:pt x="0" y="392"/>
                      </a:lnTo>
                      <a:lnTo>
                        <a:pt x="1634" y="392"/>
                      </a:lnTo>
                      <a:lnTo>
                        <a:pt x="16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2" name="Google Shape;4272;p61"/>
                <p:cNvSpPr/>
                <p:nvPr/>
              </p:nvSpPr>
              <p:spPr>
                <a:xfrm>
                  <a:off x="-1408918" y="2621477"/>
                  <a:ext cx="63104" cy="14705"/>
                </a:xfrm>
                <a:custGeom>
                  <a:avLst/>
                  <a:gdLst/>
                  <a:ahLst/>
                  <a:cxnLst/>
                  <a:rect l="l" t="t" r="r" b="b"/>
                  <a:pathLst>
                    <a:path w="1326" h="309" extrusionOk="0">
                      <a:moveTo>
                        <a:pt x="0" y="0"/>
                      </a:moveTo>
                      <a:lnTo>
                        <a:pt x="0" y="308"/>
                      </a:lnTo>
                      <a:lnTo>
                        <a:pt x="1326" y="308"/>
                      </a:lnTo>
                      <a:lnTo>
                        <a:pt x="132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73" name="Google Shape;4273;p61"/>
              <p:cNvGrpSpPr/>
              <p:nvPr/>
            </p:nvGrpSpPr>
            <p:grpSpPr>
              <a:xfrm>
                <a:off x="2844382" y="-915748"/>
                <a:ext cx="257224" cy="431356"/>
                <a:chOff x="-1677230" y="2510402"/>
                <a:chExt cx="257224" cy="431356"/>
              </a:xfrm>
            </p:grpSpPr>
            <p:sp>
              <p:nvSpPr>
                <p:cNvPr id="4274" name="Google Shape;4274;p61"/>
                <p:cNvSpPr/>
                <p:nvPr/>
              </p:nvSpPr>
              <p:spPr>
                <a:xfrm>
                  <a:off x="-1677230" y="2510402"/>
                  <a:ext cx="257224" cy="431356"/>
                </a:xfrm>
                <a:custGeom>
                  <a:avLst/>
                  <a:gdLst/>
                  <a:ahLst/>
                  <a:cxnLst/>
                  <a:rect l="l" t="t" r="r" b="b"/>
                  <a:pathLst>
                    <a:path w="5405" h="9064" extrusionOk="0">
                      <a:moveTo>
                        <a:pt x="2689" y="1"/>
                      </a:moveTo>
                      <a:cubicBezTo>
                        <a:pt x="1205" y="1"/>
                        <a:pt x="1" y="1205"/>
                        <a:pt x="1" y="2717"/>
                      </a:cubicBezTo>
                      <a:lnTo>
                        <a:pt x="1" y="9064"/>
                      </a:lnTo>
                      <a:lnTo>
                        <a:pt x="430" y="9064"/>
                      </a:lnTo>
                      <a:lnTo>
                        <a:pt x="430" y="2838"/>
                      </a:lnTo>
                      <a:cubicBezTo>
                        <a:pt x="430" y="1550"/>
                        <a:pt x="1438" y="542"/>
                        <a:pt x="2726" y="542"/>
                      </a:cubicBezTo>
                      <a:cubicBezTo>
                        <a:pt x="4005" y="542"/>
                        <a:pt x="5022" y="1550"/>
                        <a:pt x="5022" y="2838"/>
                      </a:cubicBezTo>
                      <a:lnTo>
                        <a:pt x="5022" y="9064"/>
                      </a:lnTo>
                      <a:lnTo>
                        <a:pt x="5405" y="9064"/>
                      </a:lnTo>
                      <a:lnTo>
                        <a:pt x="5405" y="2717"/>
                      </a:lnTo>
                      <a:cubicBezTo>
                        <a:pt x="5405" y="1205"/>
                        <a:pt x="4201" y="1"/>
                        <a:pt x="268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5" name="Google Shape;4275;p61"/>
                <p:cNvSpPr/>
                <p:nvPr/>
              </p:nvSpPr>
              <p:spPr>
                <a:xfrm>
                  <a:off x="-1656814" y="2536149"/>
                  <a:ext cx="218628" cy="405610"/>
                </a:xfrm>
                <a:custGeom>
                  <a:avLst/>
                  <a:gdLst/>
                  <a:ahLst/>
                  <a:cxnLst/>
                  <a:rect l="l" t="t" r="r" b="b"/>
                  <a:pathLst>
                    <a:path w="4594" h="8523" extrusionOk="0">
                      <a:moveTo>
                        <a:pt x="2297" y="1"/>
                      </a:moveTo>
                      <a:cubicBezTo>
                        <a:pt x="1009" y="1"/>
                        <a:pt x="1" y="1009"/>
                        <a:pt x="1" y="2297"/>
                      </a:cubicBezTo>
                      <a:lnTo>
                        <a:pt x="1" y="8523"/>
                      </a:lnTo>
                      <a:lnTo>
                        <a:pt x="4593" y="8523"/>
                      </a:lnTo>
                      <a:lnTo>
                        <a:pt x="4593" y="2297"/>
                      </a:lnTo>
                      <a:cubicBezTo>
                        <a:pt x="4593" y="1009"/>
                        <a:pt x="3576" y="1"/>
                        <a:pt x="2297" y="1"/>
                      </a:cubicBezTo>
                      <a:close/>
                    </a:path>
                  </a:pathLst>
                </a:custGeom>
                <a:solidFill>
                  <a:srgbClr val="D7F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6" name="Google Shape;4276;p61"/>
                <p:cNvSpPr/>
                <p:nvPr/>
              </p:nvSpPr>
              <p:spPr>
                <a:xfrm>
                  <a:off x="-1558636" y="2519730"/>
                  <a:ext cx="18275" cy="422028"/>
                </a:xfrm>
                <a:custGeom>
                  <a:avLst/>
                  <a:gdLst/>
                  <a:ahLst/>
                  <a:cxnLst/>
                  <a:rect l="l" t="t" r="r" b="b"/>
                  <a:pathLst>
                    <a:path w="384" h="8868" extrusionOk="0">
                      <a:moveTo>
                        <a:pt x="1" y="1"/>
                      </a:moveTo>
                      <a:lnTo>
                        <a:pt x="1" y="8868"/>
                      </a:lnTo>
                      <a:lnTo>
                        <a:pt x="383" y="8868"/>
                      </a:lnTo>
                      <a:lnTo>
                        <a:pt x="38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7" name="Google Shape;4277;p61"/>
                <p:cNvSpPr/>
                <p:nvPr/>
              </p:nvSpPr>
              <p:spPr>
                <a:xfrm>
                  <a:off x="-1673661" y="2636135"/>
                  <a:ext cx="251894" cy="18703"/>
                </a:xfrm>
                <a:custGeom>
                  <a:avLst/>
                  <a:gdLst/>
                  <a:ahLst/>
                  <a:cxnLst/>
                  <a:rect l="l" t="t" r="r" b="b"/>
                  <a:pathLst>
                    <a:path w="5293" h="393" extrusionOk="0">
                      <a:moveTo>
                        <a:pt x="0" y="0"/>
                      </a:moveTo>
                      <a:lnTo>
                        <a:pt x="0" y="392"/>
                      </a:lnTo>
                      <a:lnTo>
                        <a:pt x="5293" y="392"/>
                      </a:lnTo>
                      <a:lnTo>
                        <a:pt x="52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8" name="Google Shape;4278;p61"/>
                <p:cNvSpPr/>
                <p:nvPr/>
              </p:nvSpPr>
              <p:spPr>
                <a:xfrm>
                  <a:off x="-1673661" y="2728507"/>
                  <a:ext cx="251894" cy="18703"/>
                </a:xfrm>
                <a:custGeom>
                  <a:avLst/>
                  <a:gdLst/>
                  <a:ahLst/>
                  <a:cxnLst/>
                  <a:rect l="l" t="t" r="r" b="b"/>
                  <a:pathLst>
                    <a:path w="5293" h="393" extrusionOk="0">
                      <a:moveTo>
                        <a:pt x="0" y="1"/>
                      </a:moveTo>
                      <a:lnTo>
                        <a:pt x="0" y="393"/>
                      </a:lnTo>
                      <a:lnTo>
                        <a:pt x="5293" y="393"/>
                      </a:lnTo>
                      <a:lnTo>
                        <a:pt x="529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79" name="Google Shape;4279;p61"/>
                <p:cNvSpPr/>
                <p:nvPr/>
              </p:nvSpPr>
              <p:spPr>
                <a:xfrm>
                  <a:off x="-1673661" y="2823116"/>
                  <a:ext cx="251894" cy="18703"/>
                </a:xfrm>
                <a:custGeom>
                  <a:avLst/>
                  <a:gdLst/>
                  <a:ahLst/>
                  <a:cxnLst/>
                  <a:rect l="l" t="t" r="r" b="b"/>
                  <a:pathLst>
                    <a:path w="5293" h="393" extrusionOk="0">
                      <a:moveTo>
                        <a:pt x="0" y="1"/>
                      </a:moveTo>
                      <a:lnTo>
                        <a:pt x="0" y="393"/>
                      </a:lnTo>
                      <a:lnTo>
                        <a:pt x="5293" y="393"/>
                      </a:lnTo>
                      <a:lnTo>
                        <a:pt x="529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80" name="Google Shape;4280;p61"/>
              <p:cNvSpPr/>
              <p:nvPr/>
            </p:nvSpPr>
            <p:spPr>
              <a:xfrm>
                <a:off x="2847952" y="-503095"/>
                <a:ext cx="251894" cy="18703"/>
              </a:xfrm>
              <a:custGeom>
                <a:avLst/>
                <a:gdLst/>
                <a:ahLst/>
                <a:cxnLst/>
                <a:rect l="l" t="t" r="r" b="b"/>
                <a:pathLst>
                  <a:path w="5293" h="393" extrusionOk="0">
                    <a:moveTo>
                      <a:pt x="0" y="1"/>
                    </a:moveTo>
                    <a:lnTo>
                      <a:pt x="0" y="393"/>
                    </a:lnTo>
                    <a:lnTo>
                      <a:pt x="5293" y="393"/>
                    </a:lnTo>
                    <a:lnTo>
                      <a:pt x="529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81" name="Google Shape;4281;p61"/>
              <p:cNvGrpSpPr/>
              <p:nvPr/>
            </p:nvGrpSpPr>
            <p:grpSpPr>
              <a:xfrm>
                <a:off x="2588967" y="-1852557"/>
                <a:ext cx="755206" cy="344314"/>
                <a:chOff x="2588967" y="-1852557"/>
                <a:chExt cx="755206" cy="344314"/>
              </a:xfrm>
            </p:grpSpPr>
            <p:sp>
              <p:nvSpPr>
                <p:cNvPr id="4282" name="Google Shape;4282;p61"/>
                <p:cNvSpPr/>
                <p:nvPr/>
              </p:nvSpPr>
              <p:spPr>
                <a:xfrm>
                  <a:off x="2588967" y="-1852557"/>
                  <a:ext cx="372297" cy="344314"/>
                </a:xfrm>
                <a:custGeom>
                  <a:avLst/>
                  <a:gdLst/>
                  <a:ahLst/>
                  <a:cxnLst/>
                  <a:rect l="l" t="t" r="r" b="b"/>
                  <a:pathLst>
                    <a:path w="7823" h="7235" extrusionOk="0">
                      <a:moveTo>
                        <a:pt x="7822" y="0"/>
                      </a:moveTo>
                      <a:lnTo>
                        <a:pt x="1" y="7234"/>
                      </a:lnTo>
                      <a:lnTo>
                        <a:pt x="663" y="7234"/>
                      </a:lnTo>
                      <a:lnTo>
                        <a:pt x="7822" y="859"/>
                      </a:lnTo>
                      <a:lnTo>
                        <a:pt x="7822" y="0"/>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3" name="Google Shape;4283;p61"/>
                <p:cNvSpPr/>
                <p:nvPr/>
              </p:nvSpPr>
              <p:spPr>
                <a:xfrm>
                  <a:off x="2961216" y="-1852557"/>
                  <a:ext cx="382957" cy="344314"/>
                </a:xfrm>
                <a:custGeom>
                  <a:avLst/>
                  <a:gdLst/>
                  <a:ahLst/>
                  <a:cxnLst/>
                  <a:rect l="l" t="t" r="r" b="b"/>
                  <a:pathLst>
                    <a:path w="8047" h="7235" extrusionOk="0">
                      <a:moveTo>
                        <a:pt x="0" y="0"/>
                      </a:moveTo>
                      <a:lnTo>
                        <a:pt x="0" y="859"/>
                      </a:lnTo>
                      <a:lnTo>
                        <a:pt x="7421" y="7234"/>
                      </a:lnTo>
                      <a:lnTo>
                        <a:pt x="8046" y="7234"/>
                      </a:lnTo>
                      <a:lnTo>
                        <a:pt x="0" y="0"/>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84" name="Google Shape;4284;p61"/>
              <p:cNvGrpSpPr/>
              <p:nvPr/>
            </p:nvGrpSpPr>
            <p:grpSpPr>
              <a:xfrm>
                <a:off x="2853710" y="-1351727"/>
                <a:ext cx="223911" cy="288776"/>
                <a:chOff x="-1667902" y="2073336"/>
                <a:chExt cx="223911" cy="288776"/>
              </a:xfrm>
            </p:grpSpPr>
            <p:sp>
              <p:nvSpPr>
                <p:cNvPr id="4285" name="Google Shape;4285;p61"/>
                <p:cNvSpPr/>
                <p:nvPr/>
              </p:nvSpPr>
              <p:spPr>
                <a:xfrm>
                  <a:off x="-1667902" y="2073336"/>
                  <a:ext cx="223911" cy="279877"/>
                </a:xfrm>
                <a:custGeom>
                  <a:avLst/>
                  <a:gdLst/>
                  <a:ahLst/>
                  <a:cxnLst/>
                  <a:rect l="l" t="t" r="r" b="b"/>
                  <a:pathLst>
                    <a:path w="4705" h="5881" extrusionOk="0">
                      <a:moveTo>
                        <a:pt x="2334" y="0"/>
                      </a:moveTo>
                      <a:cubicBezTo>
                        <a:pt x="1046" y="0"/>
                        <a:pt x="1" y="1055"/>
                        <a:pt x="1" y="2380"/>
                      </a:cubicBezTo>
                      <a:lnTo>
                        <a:pt x="1" y="5880"/>
                      </a:lnTo>
                      <a:lnTo>
                        <a:pt x="346" y="5880"/>
                      </a:lnTo>
                      <a:lnTo>
                        <a:pt x="346" y="2455"/>
                      </a:lnTo>
                      <a:cubicBezTo>
                        <a:pt x="346" y="1363"/>
                        <a:pt x="1242" y="467"/>
                        <a:pt x="2371" y="467"/>
                      </a:cubicBezTo>
                      <a:cubicBezTo>
                        <a:pt x="3501" y="467"/>
                        <a:pt x="4397" y="1363"/>
                        <a:pt x="4397" y="2455"/>
                      </a:cubicBezTo>
                      <a:lnTo>
                        <a:pt x="4397" y="5880"/>
                      </a:lnTo>
                      <a:lnTo>
                        <a:pt x="4705" y="5880"/>
                      </a:lnTo>
                      <a:lnTo>
                        <a:pt x="4705" y="2380"/>
                      </a:lnTo>
                      <a:cubicBezTo>
                        <a:pt x="4705" y="1055"/>
                        <a:pt x="3659" y="0"/>
                        <a:pt x="23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6" name="Google Shape;4286;p61"/>
                <p:cNvSpPr/>
                <p:nvPr/>
              </p:nvSpPr>
              <p:spPr>
                <a:xfrm>
                  <a:off x="-1651484" y="2095513"/>
                  <a:ext cx="192835" cy="257700"/>
                </a:xfrm>
                <a:custGeom>
                  <a:avLst/>
                  <a:gdLst/>
                  <a:ahLst/>
                  <a:cxnLst/>
                  <a:rect l="l" t="t" r="r" b="b"/>
                  <a:pathLst>
                    <a:path w="4052" h="5415" extrusionOk="0">
                      <a:moveTo>
                        <a:pt x="2026" y="1"/>
                      </a:moveTo>
                      <a:cubicBezTo>
                        <a:pt x="897" y="1"/>
                        <a:pt x="1" y="897"/>
                        <a:pt x="1" y="1989"/>
                      </a:cubicBezTo>
                      <a:lnTo>
                        <a:pt x="1" y="5414"/>
                      </a:lnTo>
                      <a:lnTo>
                        <a:pt x="4052" y="5414"/>
                      </a:lnTo>
                      <a:lnTo>
                        <a:pt x="4052" y="1989"/>
                      </a:lnTo>
                      <a:cubicBezTo>
                        <a:pt x="4052" y="897"/>
                        <a:pt x="3156" y="1"/>
                        <a:pt x="2026" y="1"/>
                      </a:cubicBezTo>
                      <a:close/>
                    </a:path>
                  </a:pathLst>
                </a:custGeom>
                <a:solidFill>
                  <a:srgbClr val="D7F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87" name="Google Shape;4287;p61"/>
                <p:cNvGrpSpPr/>
                <p:nvPr/>
              </p:nvGrpSpPr>
              <p:grpSpPr>
                <a:xfrm>
                  <a:off x="-1667902" y="2080855"/>
                  <a:ext cx="223911" cy="281257"/>
                  <a:chOff x="-1667902" y="2080855"/>
                  <a:chExt cx="223911" cy="281257"/>
                </a:xfrm>
              </p:grpSpPr>
              <p:sp>
                <p:nvSpPr>
                  <p:cNvPr id="4288" name="Google Shape;4288;p61"/>
                  <p:cNvSpPr/>
                  <p:nvPr/>
                </p:nvSpPr>
                <p:spPr>
                  <a:xfrm>
                    <a:off x="-1564394" y="2080855"/>
                    <a:ext cx="16942" cy="274118"/>
                  </a:xfrm>
                  <a:custGeom>
                    <a:avLst/>
                    <a:gdLst/>
                    <a:ahLst/>
                    <a:cxnLst/>
                    <a:rect l="l" t="t" r="r" b="b"/>
                    <a:pathLst>
                      <a:path w="356" h="5760" extrusionOk="0">
                        <a:moveTo>
                          <a:pt x="0" y="1"/>
                        </a:moveTo>
                        <a:lnTo>
                          <a:pt x="0" y="5760"/>
                        </a:lnTo>
                        <a:lnTo>
                          <a:pt x="355" y="5760"/>
                        </a:lnTo>
                        <a:lnTo>
                          <a:pt x="35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89" name="Google Shape;4289;p61"/>
                  <p:cNvSpPr/>
                  <p:nvPr/>
                </p:nvSpPr>
                <p:spPr>
                  <a:xfrm>
                    <a:off x="-1664333" y="2182602"/>
                    <a:ext cx="218581" cy="16894"/>
                  </a:xfrm>
                  <a:custGeom>
                    <a:avLst/>
                    <a:gdLst/>
                    <a:ahLst/>
                    <a:cxnLst/>
                    <a:rect l="l" t="t" r="r" b="b"/>
                    <a:pathLst>
                      <a:path w="4593" h="355" extrusionOk="0">
                        <a:moveTo>
                          <a:pt x="0" y="0"/>
                        </a:moveTo>
                        <a:lnTo>
                          <a:pt x="0" y="355"/>
                        </a:lnTo>
                        <a:lnTo>
                          <a:pt x="4593" y="355"/>
                        </a:lnTo>
                        <a:lnTo>
                          <a:pt x="45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0" name="Google Shape;4290;p61"/>
                  <p:cNvSpPr/>
                  <p:nvPr/>
                </p:nvSpPr>
                <p:spPr>
                  <a:xfrm>
                    <a:off x="-1664333" y="2264315"/>
                    <a:ext cx="218581" cy="16466"/>
                  </a:xfrm>
                  <a:custGeom>
                    <a:avLst/>
                    <a:gdLst/>
                    <a:ahLst/>
                    <a:cxnLst/>
                    <a:rect l="l" t="t" r="r" b="b"/>
                    <a:pathLst>
                      <a:path w="4593" h="346" extrusionOk="0">
                        <a:moveTo>
                          <a:pt x="0" y="1"/>
                        </a:moveTo>
                        <a:lnTo>
                          <a:pt x="0" y="346"/>
                        </a:lnTo>
                        <a:lnTo>
                          <a:pt x="4593" y="346"/>
                        </a:lnTo>
                        <a:lnTo>
                          <a:pt x="459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1" name="Google Shape;4291;p61"/>
                  <p:cNvSpPr/>
                  <p:nvPr/>
                </p:nvSpPr>
                <p:spPr>
                  <a:xfrm>
                    <a:off x="-1667902" y="2345598"/>
                    <a:ext cx="223911" cy="16514"/>
                  </a:xfrm>
                  <a:custGeom>
                    <a:avLst/>
                    <a:gdLst/>
                    <a:ahLst/>
                    <a:cxnLst/>
                    <a:rect l="l" t="t" r="r" b="b"/>
                    <a:pathLst>
                      <a:path w="4705" h="347" extrusionOk="0">
                        <a:moveTo>
                          <a:pt x="1" y="1"/>
                        </a:moveTo>
                        <a:lnTo>
                          <a:pt x="1" y="346"/>
                        </a:lnTo>
                        <a:lnTo>
                          <a:pt x="4705" y="346"/>
                        </a:lnTo>
                        <a:lnTo>
                          <a:pt x="47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292" name="Google Shape;4292;p61"/>
              <p:cNvGrpSpPr/>
              <p:nvPr/>
            </p:nvGrpSpPr>
            <p:grpSpPr>
              <a:xfrm>
                <a:off x="3802988" y="-1293327"/>
                <a:ext cx="77762" cy="771624"/>
                <a:chOff x="-718625" y="2132823"/>
                <a:chExt cx="77762" cy="771624"/>
              </a:xfrm>
            </p:grpSpPr>
            <p:sp>
              <p:nvSpPr>
                <p:cNvPr id="4293" name="Google Shape;4293;p61"/>
                <p:cNvSpPr/>
                <p:nvPr/>
              </p:nvSpPr>
              <p:spPr>
                <a:xfrm>
                  <a:off x="-705299" y="2132823"/>
                  <a:ext cx="49779" cy="771624"/>
                </a:xfrm>
                <a:custGeom>
                  <a:avLst/>
                  <a:gdLst/>
                  <a:ahLst/>
                  <a:cxnLst/>
                  <a:rect l="l" t="t" r="r" b="b"/>
                  <a:pathLst>
                    <a:path w="1046" h="16214" extrusionOk="0">
                      <a:moveTo>
                        <a:pt x="0" y="1"/>
                      </a:moveTo>
                      <a:lnTo>
                        <a:pt x="0" y="16214"/>
                      </a:lnTo>
                      <a:lnTo>
                        <a:pt x="1046" y="16214"/>
                      </a:lnTo>
                      <a:lnTo>
                        <a:pt x="104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4" name="Google Shape;4294;p61"/>
                <p:cNvSpPr/>
                <p:nvPr/>
              </p:nvSpPr>
              <p:spPr>
                <a:xfrm>
                  <a:off x="-718625" y="2132823"/>
                  <a:ext cx="77762" cy="18275"/>
                </a:xfrm>
                <a:custGeom>
                  <a:avLst/>
                  <a:gdLst/>
                  <a:ahLst/>
                  <a:cxnLst/>
                  <a:rect l="l" t="t" r="r" b="b"/>
                  <a:pathLst>
                    <a:path w="1634" h="384" extrusionOk="0">
                      <a:moveTo>
                        <a:pt x="0" y="1"/>
                      </a:moveTo>
                      <a:lnTo>
                        <a:pt x="0" y="383"/>
                      </a:lnTo>
                      <a:lnTo>
                        <a:pt x="1634" y="383"/>
                      </a:lnTo>
                      <a:lnTo>
                        <a:pt x="16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5" name="Google Shape;4295;p61"/>
                <p:cNvSpPr/>
                <p:nvPr/>
              </p:nvSpPr>
              <p:spPr>
                <a:xfrm>
                  <a:off x="-711105" y="2151050"/>
                  <a:ext cx="64913" cy="15134"/>
                </a:xfrm>
                <a:custGeom>
                  <a:avLst/>
                  <a:gdLst/>
                  <a:ahLst/>
                  <a:cxnLst/>
                  <a:rect l="l" t="t" r="r" b="b"/>
                  <a:pathLst>
                    <a:path w="1364" h="318" extrusionOk="0">
                      <a:moveTo>
                        <a:pt x="1" y="0"/>
                      </a:moveTo>
                      <a:lnTo>
                        <a:pt x="1" y="318"/>
                      </a:lnTo>
                      <a:lnTo>
                        <a:pt x="1364" y="318"/>
                      </a:lnTo>
                      <a:lnTo>
                        <a:pt x="136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6" name="Google Shape;4296;p61"/>
                <p:cNvSpPr/>
                <p:nvPr/>
              </p:nvSpPr>
              <p:spPr>
                <a:xfrm>
                  <a:off x="-718625" y="2886221"/>
                  <a:ext cx="77762" cy="18227"/>
                </a:xfrm>
                <a:custGeom>
                  <a:avLst/>
                  <a:gdLst/>
                  <a:ahLst/>
                  <a:cxnLst/>
                  <a:rect l="l" t="t" r="r" b="b"/>
                  <a:pathLst>
                    <a:path w="1634" h="383" extrusionOk="0">
                      <a:moveTo>
                        <a:pt x="0" y="0"/>
                      </a:moveTo>
                      <a:lnTo>
                        <a:pt x="0" y="383"/>
                      </a:lnTo>
                      <a:lnTo>
                        <a:pt x="1634" y="383"/>
                      </a:lnTo>
                      <a:lnTo>
                        <a:pt x="16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97" name="Google Shape;4297;p61"/>
                <p:cNvSpPr/>
                <p:nvPr/>
              </p:nvSpPr>
              <p:spPr>
                <a:xfrm>
                  <a:off x="-711105" y="2871087"/>
                  <a:ext cx="64913" cy="15181"/>
                </a:xfrm>
                <a:custGeom>
                  <a:avLst/>
                  <a:gdLst/>
                  <a:ahLst/>
                  <a:cxnLst/>
                  <a:rect l="l" t="t" r="r" b="b"/>
                  <a:pathLst>
                    <a:path w="1364" h="319" extrusionOk="0">
                      <a:moveTo>
                        <a:pt x="1" y="1"/>
                      </a:moveTo>
                      <a:lnTo>
                        <a:pt x="1" y="318"/>
                      </a:lnTo>
                      <a:lnTo>
                        <a:pt x="1364" y="318"/>
                      </a:lnTo>
                      <a:lnTo>
                        <a:pt x="136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298" name="Google Shape;4298;p61"/>
              <p:cNvGrpSpPr/>
              <p:nvPr/>
            </p:nvGrpSpPr>
            <p:grpSpPr>
              <a:xfrm>
                <a:off x="2063478" y="-1293327"/>
                <a:ext cx="77762" cy="771624"/>
                <a:chOff x="-2458134" y="2132823"/>
                <a:chExt cx="77762" cy="771624"/>
              </a:xfrm>
            </p:grpSpPr>
            <p:sp>
              <p:nvSpPr>
                <p:cNvPr id="4299" name="Google Shape;4299;p61"/>
                <p:cNvSpPr/>
                <p:nvPr/>
              </p:nvSpPr>
              <p:spPr>
                <a:xfrm>
                  <a:off x="-2445237" y="2132823"/>
                  <a:ext cx="52016" cy="771624"/>
                </a:xfrm>
                <a:custGeom>
                  <a:avLst/>
                  <a:gdLst/>
                  <a:ahLst/>
                  <a:cxnLst/>
                  <a:rect l="l" t="t" r="r" b="b"/>
                  <a:pathLst>
                    <a:path w="1093" h="16214" extrusionOk="0">
                      <a:moveTo>
                        <a:pt x="0" y="1"/>
                      </a:moveTo>
                      <a:lnTo>
                        <a:pt x="0" y="16214"/>
                      </a:lnTo>
                      <a:lnTo>
                        <a:pt x="1092" y="16214"/>
                      </a:lnTo>
                      <a:lnTo>
                        <a:pt x="109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0" name="Google Shape;4300;p61"/>
                <p:cNvSpPr/>
                <p:nvPr/>
              </p:nvSpPr>
              <p:spPr>
                <a:xfrm>
                  <a:off x="-2458134" y="2132823"/>
                  <a:ext cx="77762" cy="18275"/>
                </a:xfrm>
                <a:custGeom>
                  <a:avLst/>
                  <a:gdLst/>
                  <a:ahLst/>
                  <a:cxnLst/>
                  <a:rect l="l" t="t" r="r" b="b"/>
                  <a:pathLst>
                    <a:path w="1634" h="384" extrusionOk="0">
                      <a:moveTo>
                        <a:pt x="0" y="1"/>
                      </a:moveTo>
                      <a:lnTo>
                        <a:pt x="0" y="383"/>
                      </a:lnTo>
                      <a:lnTo>
                        <a:pt x="1634" y="383"/>
                      </a:lnTo>
                      <a:lnTo>
                        <a:pt x="16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1" name="Google Shape;4301;p61"/>
                <p:cNvSpPr/>
                <p:nvPr/>
              </p:nvSpPr>
              <p:spPr>
                <a:xfrm>
                  <a:off x="-2452804" y="2151050"/>
                  <a:ext cx="63104" cy="15134"/>
                </a:xfrm>
                <a:custGeom>
                  <a:avLst/>
                  <a:gdLst/>
                  <a:ahLst/>
                  <a:cxnLst/>
                  <a:rect l="l" t="t" r="r" b="b"/>
                  <a:pathLst>
                    <a:path w="1326" h="318" extrusionOk="0">
                      <a:moveTo>
                        <a:pt x="0" y="0"/>
                      </a:moveTo>
                      <a:lnTo>
                        <a:pt x="0" y="318"/>
                      </a:lnTo>
                      <a:lnTo>
                        <a:pt x="1326" y="318"/>
                      </a:lnTo>
                      <a:lnTo>
                        <a:pt x="132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2" name="Google Shape;4302;p61"/>
                <p:cNvSpPr/>
                <p:nvPr/>
              </p:nvSpPr>
              <p:spPr>
                <a:xfrm>
                  <a:off x="-2458134" y="2886221"/>
                  <a:ext cx="77762" cy="18227"/>
                </a:xfrm>
                <a:custGeom>
                  <a:avLst/>
                  <a:gdLst/>
                  <a:ahLst/>
                  <a:cxnLst/>
                  <a:rect l="l" t="t" r="r" b="b"/>
                  <a:pathLst>
                    <a:path w="1634" h="383" extrusionOk="0">
                      <a:moveTo>
                        <a:pt x="0" y="0"/>
                      </a:moveTo>
                      <a:lnTo>
                        <a:pt x="0" y="383"/>
                      </a:lnTo>
                      <a:lnTo>
                        <a:pt x="1634" y="383"/>
                      </a:lnTo>
                      <a:lnTo>
                        <a:pt x="16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3" name="Google Shape;4303;p61"/>
                <p:cNvSpPr/>
                <p:nvPr/>
              </p:nvSpPr>
              <p:spPr>
                <a:xfrm>
                  <a:off x="-2452804" y="2871087"/>
                  <a:ext cx="63104" cy="15181"/>
                </a:xfrm>
                <a:custGeom>
                  <a:avLst/>
                  <a:gdLst/>
                  <a:ahLst/>
                  <a:cxnLst/>
                  <a:rect l="l" t="t" r="r" b="b"/>
                  <a:pathLst>
                    <a:path w="1326" h="319" extrusionOk="0">
                      <a:moveTo>
                        <a:pt x="0" y="1"/>
                      </a:moveTo>
                      <a:lnTo>
                        <a:pt x="0" y="318"/>
                      </a:lnTo>
                      <a:lnTo>
                        <a:pt x="1326" y="318"/>
                      </a:lnTo>
                      <a:lnTo>
                        <a:pt x="132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04" name="Google Shape;4304;p61"/>
              <p:cNvGrpSpPr/>
              <p:nvPr/>
            </p:nvGrpSpPr>
            <p:grpSpPr>
              <a:xfrm>
                <a:off x="1548650" y="-1293327"/>
                <a:ext cx="76001" cy="771624"/>
                <a:chOff x="-2972963" y="2132823"/>
                <a:chExt cx="76001" cy="771624"/>
              </a:xfrm>
            </p:grpSpPr>
            <p:sp>
              <p:nvSpPr>
                <p:cNvPr id="4305" name="Google Shape;4305;p61"/>
                <p:cNvSpPr/>
                <p:nvPr/>
              </p:nvSpPr>
              <p:spPr>
                <a:xfrm>
                  <a:off x="-2959638" y="2132823"/>
                  <a:ext cx="49779" cy="771624"/>
                </a:xfrm>
                <a:custGeom>
                  <a:avLst/>
                  <a:gdLst/>
                  <a:ahLst/>
                  <a:cxnLst/>
                  <a:rect l="l" t="t" r="r" b="b"/>
                  <a:pathLst>
                    <a:path w="1046" h="16214" extrusionOk="0">
                      <a:moveTo>
                        <a:pt x="0" y="1"/>
                      </a:moveTo>
                      <a:lnTo>
                        <a:pt x="0" y="16214"/>
                      </a:lnTo>
                      <a:lnTo>
                        <a:pt x="1046" y="16214"/>
                      </a:lnTo>
                      <a:lnTo>
                        <a:pt x="104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6" name="Google Shape;4306;p61"/>
                <p:cNvSpPr/>
                <p:nvPr/>
              </p:nvSpPr>
              <p:spPr>
                <a:xfrm>
                  <a:off x="-2972963" y="2132823"/>
                  <a:ext cx="76001" cy="18275"/>
                </a:xfrm>
                <a:custGeom>
                  <a:avLst/>
                  <a:gdLst/>
                  <a:ahLst/>
                  <a:cxnLst/>
                  <a:rect l="l" t="t" r="r" b="b"/>
                  <a:pathLst>
                    <a:path w="1597" h="384" extrusionOk="0">
                      <a:moveTo>
                        <a:pt x="0" y="1"/>
                      </a:moveTo>
                      <a:lnTo>
                        <a:pt x="0" y="383"/>
                      </a:lnTo>
                      <a:lnTo>
                        <a:pt x="1596" y="383"/>
                      </a:lnTo>
                      <a:lnTo>
                        <a:pt x="15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7" name="Google Shape;4307;p61"/>
                <p:cNvSpPr/>
                <p:nvPr/>
              </p:nvSpPr>
              <p:spPr>
                <a:xfrm>
                  <a:off x="-2967205" y="2151050"/>
                  <a:ext cx="63152" cy="15134"/>
                </a:xfrm>
                <a:custGeom>
                  <a:avLst/>
                  <a:gdLst/>
                  <a:ahLst/>
                  <a:cxnLst/>
                  <a:rect l="l" t="t" r="r" b="b"/>
                  <a:pathLst>
                    <a:path w="1327" h="318" extrusionOk="0">
                      <a:moveTo>
                        <a:pt x="1" y="0"/>
                      </a:moveTo>
                      <a:lnTo>
                        <a:pt x="1" y="318"/>
                      </a:lnTo>
                      <a:lnTo>
                        <a:pt x="1326" y="318"/>
                      </a:lnTo>
                      <a:lnTo>
                        <a:pt x="132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8" name="Google Shape;4308;p61"/>
                <p:cNvSpPr/>
                <p:nvPr/>
              </p:nvSpPr>
              <p:spPr>
                <a:xfrm>
                  <a:off x="-2972963" y="2886221"/>
                  <a:ext cx="76001" cy="18227"/>
                </a:xfrm>
                <a:custGeom>
                  <a:avLst/>
                  <a:gdLst/>
                  <a:ahLst/>
                  <a:cxnLst/>
                  <a:rect l="l" t="t" r="r" b="b"/>
                  <a:pathLst>
                    <a:path w="1597" h="383" extrusionOk="0">
                      <a:moveTo>
                        <a:pt x="0" y="0"/>
                      </a:moveTo>
                      <a:lnTo>
                        <a:pt x="0" y="383"/>
                      </a:lnTo>
                      <a:lnTo>
                        <a:pt x="1596" y="383"/>
                      </a:lnTo>
                      <a:lnTo>
                        <a:pt x="159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09" name="Google Shape;4309;p61"/>
                <p:cNvSpPr/>
                <p:nvPr/>
              </p:nvSpPr>
              <p:spPr>
                <a:xfrm>
                  <a:off x="-2967205" y="2871087"/>
                  <a:ext cx="63152" cy="15181"/>
                </a:xfrm>
                <a:custGeom>
                  <a:avLst/>
                  <a:gdLst/>
                  <a:ahLst/>
                  <a:cxnLst/>
                  <a:rect l="l" t="t" r="r" b="b"/>
                  <a:pathLst>
                    <a:path w="1327" h="319" extrusionOk="0">
                      <a:moveTo>
                        <a:pt x="1" y="1"/>
                      </a:moveTo>
                      <a:lnTo>
                        <a:pt x="1" y="318"/>
                      </a:lnTo>
                      <a:lnTo>
                        <a:pt x="1326" y="318"/>
                      </a:lnTo>
                      <a:lnTo>
                        <a:pt x="132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10" name="Google Shape;4310;p61"/>
              <p:cNvGrpSpPr/>
              <p:nvPr/>
            </p:nvGrpSpPr>
            <p:grpSpPr>
              <a:xfrm>
                <a:off x="1732109" y="-1059233"/>
                <a:ext cx="223911" cy="288776"/>
                <a:chOff x="-2789503" y="2456673"/>
                <a:chExt cx="223911" cy="288776"/>
              </a:xfrm>
            </p:grpSpPr>
            <p:sp>
              <p:nvSpPr>
                <p:cNvPr id="4311" name="Google Shape;4311;p61"/>
                <p:cNvSpPr/>
                <p:nvPr/>
              </p:nvSpPr>
              <p:spPr>
                <a:xfrm>
                  <a:off x="-2789503" y="2456673"/>
                  <a:ext cx="223911" cy="279448"/>
                </a:xfrm>
                <a:custGeom>
                  <a:avLst/>
                  <a:gdLst/>
                  <a:ahLst/>
                  <a:cxnLst/>
                  <a:rect l="l" t="t" r="r" b="b"/>
                  <a:pathLst>
                    <a:path w="4705" h="5872" extrusionOk="0">
                      <a:moveTo>
                        <a:pt x="2334" y="0"/>
                      </a:moveTo>
                      <a:cubicBezTo>
                        <a:pt x="1046" y="0"/>
                        <a:pt x="0" y="1046"/>
                        <a:pt x="0" y="2371"/>
                      </a:cubicBezTo>
                      <a:lnTo>
                        <a:pt x="0" y="5871"/>
                      </a:lnTo>
                      <a:lnTo>
                        <a:pt x="308" y="5871"/>
                      </a:lnTo>
                      <a:lnTo>
                        <a:pt x="308" y="2492"/>
                      </a:lnTo>
                      <a:cubicBezTo>
                        <a:pt x="308" y="1363"/>
                        <a:pt x="1204" y="467"/>
                        <a:pt x="2334" y="467"/>
                      </a:cubicBezTo>
                      <a:cubicBezTo>
                        <a:pt x="3426" y="467"/>
                        <a:pt x="4359" y="1363"/>
                        <a:pt x="4359" y="2492"/>
                      </a:cubicBezTo>
                      <a:lnTo>
                        <a:pt x="4359" y="5871"/>
                      </a:lnTo>
                      <a:lnTo>
                        <a:pt x="4705" y="5871"/>
                      </a:lnTo>
                      <a:lnTo>
                        <a:pt x="4705" y="2371"/>
                      </a:lnTo>
                      <a:cubicBezTo>
                        <a:pt x="4705" y="1046"/>
                        <a:pt x="3659" y="0"/>
                        <a:pt x="23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2" name="Google Shape;4312;p61"/>
                <p:cNvSpPr/>
                <p:nvPr/>
              </p:nvSpPr>
              <p:spPr>
                <a:xfrm>
                  <a:off x="-2774846" y="2478850"/>
                  <a:ext cx="192835" cy="257272"/>
                </a:xfrm>
                <a:custGeom>
                  <a:avLst/>
                  <a:gdLst/>
                  <a:ahLst/>
                  <a:cxnLst/>
                  <a:rect l="l" t="t" r="r" b="b"/>
                  <a:pathLst>
                    <a:path w="4052" h="5406" extrusionOk="0">
                      <a:moveTo>
                        <a:pt x="2026" y="1"/>
                      </a:moveTo>
                      <a:cubicBezTo>
                        <a:pt x="896" y="1"/>
                        <a:pt x="0" y="897"/>
                        <a:pt x="0" y="2026"/>
                      </a:cubicBezTo>
                      <a:lnTo>
                        <a:pt x="0" y="5405"/>
                      </a:lnTo>
                      <a:lnTo>
                        <a:pt x="4051" y="5405"/>
                      </a:lnTo>
                      <a:lnTo>
                        <a:pt x="4051" y="2026"/>
                      </a:lnTo>
                      <a:cubicBezTo>
                        <a:pt x="4051" y="897"/>
                        <a:pt x="3118" y="1"/>
                        <a:pt x="2026" y="1"/>
                      </a:cubicBezTo>
                      <a:close/>
                    </a:path>
                  </a:pathLst>
                </a:custGeom>
                <a:solidFill>
                  <a:srgbClr val="D7F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3" name="Google Shape;4313;p61"/>
                <p:cNvSpPr/>
                <p:nvPr/>
              </p:nvSpPr>
              <p:spPr>
                <a:xfrm>
                  <a:off x="-2685995" y="2464193"/>
                  <a:ext cx="16894" cy="273690"/>
                </a:xfrm>
                <a:custGeom>
                  <a:avLst/>
                  <a:gdLst/>
                  <a:ahLst/>
                  <a:cxnLst/>
                  <a:rect l="l" t="t" r="r" b="b"/>
                  <a:pathLst>
                    <a:path w="355" h="5751" extrusionOk="0">
                      <a:moveTo>
                        <a:pt x="0" y="1"/>
                      </a:moveTo>
                      <a:lnTo>
                        <a:pt x="0" y="5751"/>
                      </a:lnTo>
                      <a:lnTo>
                        <a:pt x="355" y="5751"/>
                      </a:lnTo>
                      <a:lnTo>
                        <a:pt x="35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4" name="Google Shape;4314;p61"/>
                <p:cNvSpPr/>
                <p:nvPr/>
              </p:nvSpPr>
              <p:spPr>
                <a:xfrm>
                  <a:off x="-2787743" y="2565940"/>
                  <a:ext cx="218581" cy="16466"/>
                </a:xfrm>
                <a:custGeom>
                  <a:avLst/>
                  <a:gdLst/>
                  <a:ahLst/>
                  <a:cxnLst/>
                  <a:rect l="l" t="t" r="r" b="b"/>
                  <a:pathLst>
                    <a:path w="4593" h="346" extrusionOk="0">
                      <a:moveTo>
                        <a:pt x="1" y="0"/>
                      </a:moveTo>
                      <a:lnTo>
                        <a:pt x="1" y="346"/>
                      </a:lnTo>
                      <a:lnTo>
                        <a:pt x="4593" y="346"/>
                      </a:lnTo>
                      <a:lnTo>
                        <a:pt x="45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5" name="Google Shape;4315;p61"/>
                <p:cNvSpPr/>
                <p:nvPr/>
              </p:nvSpPr>
              <p:spPr>
                <a:xfrm>
                  <a:off x="-2787743" y="2647224"/>
                  <a:ext cx="218581" cy="16942"/>
                </a:xfrm>
                <a:custGeom>
                  <a:avLst/>
                  <a:gdLst/>
                  <a:ahLst/>
                  <a:cxnLst/>
                  <a:rect l="l" t="t" r="r" b="b"/>
                  <a:pathLst>
                    <a:path w="4593" h="356" extrusionOk="0">
                      <a:moveTo>
                        <a:pt x="1" y="0"/>
                      </a:moveTo>
                      <a:lnTo>
                        <a:pt x="1" y="355"/>
                      </a:lnTo>
                      <a:lnTo>
                        <a:pt x="4593" y="355"/>
                      </a:lnTo>
                      <a:lnTo>
                        <a:pt x="45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6" name="Google Shape;4316;p61"/>
                <p:cNvSpPr/>
                <p:nvPr/>
              </p:nvSpPr>
              <p:spPr>
                <a:xfrm>
                  <a:off x="-2789503" y="2728507"/>
                  <a:ext cx="223911" cy="16942"/>
                </a:xfrm>
                <a:custGeom>
                  <a:avLst/>
                  <a:gdLst/>
                  <a:ahLst/>
                  <a:cxnLst/>
                  <a:rect l="l" t="t" r="r" b="b"/>
                  <a:pathLst>
                    <a:path w="4705" h="356" extrusionOk="0">
                      <a:moveTo>
                        <a:pt x="0" y="1"/>
                      </a:moveTo>
                      <a:lnTo>
                        <a:pt x="0" y="355"/>
                      </a:lnTo>
                      <a:lnTo>
                        <a:pt x="4705" y="355"/>
                      </a:lnTo>
                      <a:lnTo>
                        <a:pt x="47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17" name="Google Shape;4317;p61"/>
              <p:cNvSpPr/>
              <p:nvPr/>
            </p:nvSpPr>
            <p:spPr>
              <a:xfrm>
                <a:off x="2885262" y="-1678425"/>
                <a:ext cx="177701" cy="179509"/>
              </a:xfrm>
              <a:custGeom>
                <a:avLst/>
                <a:gdLst/>
                <a:ahLst/>
                <a:cxnLst/>
                <a:rect l="l" t="t" r="r" b="b"/>
                <a:pathLst>
                  <a:path w="3734" h="3772" extrusionOk="0">
                    <a:moveTo>
                      <a:pt x="1867" y="0"/>
                    </a:moveTo>
                    <a:cubicBezTo>
                      <a:pt x="812" y="0"/>
                      <a:pt x="0" y="859"/>
                      <a:pt x="0" y="1904"/>
                    </a:cubicBezTo>
                    <a:cubicBezTo>
                      <a:pt x="0" y="2922"/>
                      <a:pt x="812" y="3771"/>
                      <a:pt x="1867" y="3771"/>
                    </a:cubicBezTo>
                    <a:cubicBezTo>
                      <a:pt x="2912" y="3771"/>
                      <a:pt x="3734" y="2922"/>
                      <a:pt x="3734" y="1904"/>
                    </a:cubicBezTo>
                    <a:cubicBezTo>
                      <a:pt x="3734" y="859"/>
                      <a:pt x="2912" y="0"/>
                      <a:pt x="18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8" name="Google Shape;4318;p61"/>
              <p:cNvSpPr/>
              <p:nvPr/>
            </p:nvSpPr>
            <p:spPr>
              <a:xfrm>
                <a:off x="2899920" y="-1661578"/>
                <a:ext cx="147957" cy="146196"/>
              </a:xfrm>
              <a:custGeom>
                <a:avLst/>
                <a:gdLst/>
                <a:ahLst/>
                <a:cxnLst/>
                <a:rect l="l" t="t" r="r" b="b"/>
                <a:pathLst>
                  <a:path w="3109" h="3072" extrusionOk="0">
                    <a:moveTo>
                      <a:pt x="1559" y="1"/>
                    </a:moveTo>
                    <a:cubicBezTo>
                      <a:pt x="700" y="1"/>
                      <a:pt x="0" y="701"/>
                      <a:pt x="0" y="1550"/>
                    </a:cubicBezTo>
                    <a:cubicBezTo>
                      <a:pt x="0" y="2409"/>
                      <a:pt x="700" y="3072"/>
                      <a:pt x="1559" y="3072"/>
                    </a:cubicBezTo>
                    <a:cubicBezTo>
                      <a:pt x="2408" y="3072"/>
                      <a:pt x="3109" y="2409"/>
                      <a:pt x="3109" y="1550"/>
                    </a:cubicBezTo>
                    <a:cubicBezTo>
                      <a:pt x="3109" y="701"/>
                      <a:pt x="2408" y="1"/>
                      <a:pt x="1559" y="1"/>
                    </a:cubicBezTo>
                    <a:close/>
                  </a:path>
                </a:pathLst>
              </a:custGeom>
              <a:solidFill>
                <a:srgbClr val="D7F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19" name="Google Shape;4319;p61"/>
              <p:cNvSpPr/>
              <p:nvPr/>
            </p:nvSpPr>
            <p:spPr>
              <a:xfrm>
                <a:off x="2970115" y="-1645112"/>
                <a:ext cx="9375" cy="66674"/>
              </a:xfrm>
              <a:custGeom>
                <a:avLst/>
                <a:gdLst/>
                <a:ahLst/>
                <a:cxnLst/>
                <a:rect l="l" t="t" r="r" b="b"/>
                <a:pathLst>
                  <a:path w="197" h="1401" extrusionOk="0">
                    <a:moveTo>
                      <a:pt x="84" y="0"/>
                    </a:moveTo>
                    <a:cubicBezTo>
                      <a:pt x="47" y="0"/>
                      <a:pt x="0" y="38"/>
                      <a:pt x="0" y="122"/>
                    </a:cubicBezTo>
                    <a:lnTo>
                      <a:pt x="0" y="1288"/>
                    </a:lnTo>
                    <a:cubicBezTo>
                      <a:pt x="0" y="1363"/>
                      <a:pt x="47" y="1400"/>
                      <a:pt x="84" y="1400"/>
                    </a:cubicBezTo>
                    <a:cubicBezTo>
                      <a:pt x="159" y="1400"/>
                      <a:pt x="196" y="1363"/>
                      <a:pt x="196" y="1288"/>
                    </a:cubicBezTo>
                    <a:lnTo>
                      <a:pt x="196" y="122"/>
                    </a:lnTo>
                    <a:cubicBezTo>
                      <a:pt x="196" y="38"/>
                      <a:pt x="159" y="0"/>
                      <a:pt x="8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0" name="Google Shape;4320;p61"/>
              <p:cNvSpPr/>
              <p:nvPr/>
            </p:nvSpPr>
            <p:spPr>
              <a:xfrm>
                <a:off x="2970115" y="-1587814"/>
                <a:ext cx="33361" cy="11136"/>
              </a:xfrm>
              <a:custGeom>
                <a:avLst/>
                <a:gdLst/>
                <a:ahLst/>
                <a:cxnLst/>
                <a:rect l="l" t="t" r="r" b="b"/>
                <a:pathLst>
                  <a:path w="701" h="234" extrusionOk="0">
                    <a:moveTo>
                      <a:pt x="84" y="0"/>
                    </a:moveTo>
                    <a:cubicBezTo>
                      <a:pt x="47" y="0"/>
                      <a:pt x="0" y="38"/>
                      <a:pt x="0" y="122"/>
                    </a:cubicBezTo>
                    <a:cubicBezTo>
                      <a:pt x="0" y="159"/>
                      <a:pt x="47" y="234"/>
                      <a:pt x="84" y="234"/>
                    </a:cubicBezTo>
                    <a:lnTo>
                      <a:pt x="588" y="234"/>
                    </a:lnTo>
                    <a:cubicBezTo>
                      <a:pt x="625" y="234"/>
                      <a:pt x="700" y="159"/>
                      <a:pt x="700" y="122"/>
                    </a:cubicBezTo>
                    <a:cubicBezTo>
                      <a:pt x="700" y="38"/>
                      <a:pt x="625" y="0"/>
                      <a:pt x="58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21" name="Google Shape;4321;p61"/>
              <p:cNvGrpSpPr/>
              <p:nvPr/>
            </p:nvGrpSpPr>
            <p:grpSpPr>
              <a:xfrm>
                <a:off x="4317816" y="-1293327"/>
                <a:ext cx="77762" cy="771624"/>
                <a:chOff x="-203796" y="2132823"/>
                <a:chExt cx="77762" cy="771624"/>
              </a:xfrm>
            </p:grpSpPr>
            <p:sp>
              <p:nvSpPr>
                <p:cNvPr id="4322" name="Google Shape;4322;p61"/>
                <p:cNvSpPr/>
                <p:nvPr/>
              </p:nvSpPr>
              <p:spPr>
                <a:xfrm>
                  <a:off x="-203796" y="2132823"/>
                  <a:ext cx="77762" cy="18275"/>
                </a:xfrm>
                <a:custGeom>
                  <a:avLst/>
                  <a:gdLst/>
                  <a:ahLst/>
                  <a:cxnLst/>
                  <a:rect l="l" t="t" r="r" b="b"/>
                  <a:pathLst>
                    <a:path w="1634" h="384" extrusionOk="0">
                      <a:moveTo>
                        <a:pt x="0" y="1"/>
                      </a:moveTo>
                      <a:lnTo>
                        <a:pt x="0" y="383"/>
                      </a:lnTo>
                      <a:lnTo>
                        <a:pt x="1634" y="383"/>
                      </a:lnTo>
                      <a:lnTo>
                        <a:pt x="16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3" name="Google Shape;4323;p61"/>
                <p:cNvSpPr/>
                <p:nvPr/>
              </p:nvSpPr>
              <p:spPr>
                <a:xfrm>
                  <a:off x="-194468" y="2151050"/>
                  <a:ext cx="62676" cy="15134"/>
                </a:xfrm>
                <a:custGeom>
                  <a:avLst/>
                  <a:gdLst/>
                  <a:ahLst/>
                  <a:cxnLst/>
                  <a:rect l="l" t="t" r="r" b="b"/>
                  <a:pathLst>
                    <a:path w="1317" h="318" extrusionOk="0">
                      <a:moveTo>
                        <a:pt x="0" y="0"/>
                      </a:moveTo>
                      <a:lnTo>
                        <a:pt x="0" y="318"/>
                      </a:lnTo>
                      <a:lnTo>
                        <a:pt x="1316" y="318"/>
                      </a:lnTo>
                      <a:lnTo>
                        <a:pt x="131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4" name="Google Shape;4324;p61"/>
                <p:cNvSpPr/>
                <p:nvPr/>
              </p:nvSpPr>
              <p:spPr>
                <a:xfrm>
                  <a:off x="-203796" y="2886221"/>
                  <a:ext cx="77762" cy="18227"/>
                </a:xfrm>
                <a:custGeom>
                  <a:avLst/>
                  <a:gdLst/>
                  <a:ahLst/>
                  <a:cxnLst/>
                  <a:rect l="l" t="t" r="r" b="b"/>
                  <a:pathLst>
                    <a:path w="1634" h="383" extrusionOk="0">
                      <a:moveTo>
                        <a:pt x="0" y="0"/>
                      </a:moveTo>
                      <a:lnTo>
                        <a:pt x="0" y="383"/>
                      </a:lnTo>
                      <a:lnTo>
                        <a:pt x="1634" y="383"/>
                      </a:lnTo>
                      <a:lnTo>
                        <a:pt x="16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5" name="Google Shape;4325;p61"/>
                <p:cNvSpPr/>
                <p:nvPr/>
              </p:nvSpPr>
              <p:spPr>
                <a:xfrm>
                  <a:off x="-194468" y="2871087"/>
                  <a:ext cx="62676" cy="15181"/>
                </a:xfrm>
                <a:custGeom>
                  <a:avLst/>
                  <a:gdLst/>
                  <a:ahLst/>
                  <a:cxnLst/>
                  <a:rect l="l" t="t" r="r" b="b"/>
                  <a:pathLst>
                    <a:path w="1317" h="319" extrusionOk="0">
                      <a:moveTo>
                        <a:pt x="0" y="1"/>
                      </a:moveTo>
                      <a:lnTo>
                        <a:pt x="0" y="318"/>
                      </a:lnTo>
                      <a:lnTo>
                        <a:pt x="1316" y="318"/>
                      </a:lnTo>
                      <a:lnTo>
                        <a:pt x="131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6" name="Google Shape;4326;p61"/>
                <p:cNvSpPr/>
                <p:nvPr/>
              </p:nvSpPr>
              <p:spPr>
                <a:xfrm>
                  <a:off x="-189275" y="2166175"/>
                  <a:ext cx="49800" cy="707619"/>
                </a:xfrm>
                <a:custGeom>
                  <a:avLst/>
                  <a:gdLst/>
                  <a:ahLst/>
                  <a:cxnLst/>
                  <a:rect l="l" t="t" r="r" b="b"/>
                  <a:pathLst>
                    <a:path w="1046" h="16214" extrusionOk="0">
                      <a:moveTo>
                        <a:pt x="0" y="1"/>
                      </a:moveTo>
                      <a:lnTo>
                        <a:pt x="0" y="16214"/>
                      </a:lnTo>
                      <a:lnTo>
                        <a:pt x="1046" y="16214"/>
                      </a:lnTo>
                      <a:lnTo>
                        <a:pt x="104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27" name="Google Shape;4327;p61"/>
              <p:cNvGrpSpPr/>
              <p:nvPr/>
            </p:nvGrpSpPr>
            <p:grpSpPr>
              <a:xfrm>
                <a:off x="2249609" y="-1059233"/>
                <a:ext cx="223911" cy="288776"/>
                <a:chOff x="-2789503" y="2456673"/>
                <a:chExt cx="223911" cy="288776"/>
              </a:xfrm>
            </p:grpSpPr>
            <p:sp>
              <p:nvSpPr>
                <p:cNvPr id="4328" name="Google Shape;4328;p61"/>
                <p:cNvSpPr/>
                <p:nvPr/>
              </p:nvSpPr>
              <p:spPr>
                <a:xfrm>
                  <a:off x="-2789503" y="2456673"/>
                  <a:ext cx="223911" cy="279448"/>
                </a:xfrm>
                <a:custGeom>
                  <a:avLst/>
                  <a:gdLst/>
                  <a:ahLst/>
                  <a:cxnLst/>
                  <a:rect l="l" t="t" r="r" b="b"/>
                  <a:pathLst>
                    <a:path w="4705" h="5872" extrusionOk="0">
                      <a:moveTo>
                        <a:pt x="2334" y="0"/>
                      </a:moveTo>
                      <a:cubicBezTo>
                        <a:pt x="1046" y="0"/>
                        <a:pt x="0" y="1046"/>
                        <a:pt x="0" y="2371"/>
                      </a:cubicBezTo>
                      <a:lnTo>
                        <a:pt x="0" y="5871"/>
                      </a:lnTo>
                      <a:lnTo>
                        <a:pt x="308" y="5871"/>
                      </a:lnTo>
                      <a:lnTo>
                        <a:pt x="308" y="2492"/>
                      </a:lnTo>
                      <a:cubicBezTo>
                        <a:pt x="308" y="1363"/>
                        <a:pt x="1204" y="467"/>
                        <a:pt x="2334" y="467"/>
                      </a:cubicBezTo>
                      <a:cubicBezTo>
                        <a:pt x="3426" y="467"/>
                        <a:pt x="4359" y="1363"/>
                        <a:pt x="4359" y="2492"/>
                      </a:cubicBezTo>
                      <a:lnTo>
                        <a:pt x="4359" y="5871"/>
                      </a:lnTo>
                      <a:lnTo>
                        <a:pt x="4705" y="5871"/>
                      </a:lnTo>
                      <a:lnTo>
                        <a:pt x="4705" y="2371"/>
                      </a:lnTo>
                      <a:cubicBezTo>
                        <a:pt x="4705" y="1046"/>
                        <a:pt x="3659" y="0"/>
                        <a:pt x="23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29" name="Google Shape;4329;p61"/>
                <p:cNvSpPr/>
                <p:nvPr/>
              </p:nvSpPr>
              <p:spPr>
                <a:xfrm>
                  <a:off x="-2774846" y="2478850"/>
                  <a:ext cx="192835" cy="257272"/>
                </a:xfrm>
                <a:custGeom>
                  <a:avLst/>
                  <a:gdLst/>
                  <a:ahLst/>
                  <a:cxnLst/>
                  <a:rect l="l" t="t" r="r" b="b"/>
                  <a:pathLst>
                    <a:path w="4052" h="5406" extrusionOk="0">
                      <a:moveTo>
                        <a:pt x="2026" y="1"/>
                      </a:moveTo>
                      <a:cubicBezTo>
                        <a:pt x="896" y="1"/>
                        <a:pt x="0" y="897"/>
                        <a:pt x="0" y="2026"/>
                      </a:cubicBezTo>
                      <a:lnTo>
                        <a:pt x="0" y="5405"/>
                      </a:lnTo>
                      <a:lnTo>
                        <a:pt x="4051" y="5405"/>
                      </a:lnTo>
                      <a:lnTo>
                        <a:pt x="4051" y="2026"/>
                      </a:lnTo>
                      <a:cubicBezTo>
                        <a:pt x="4051" y="897"/>
                        <a:pt x="3118" y="1"/>
                        <a:pt x="2026" y="1"/>
                      </a:cubicBezTo>
                      <a:close/>
                    </a:path>
                  </a:pathLst>
                </a:custGeom>
                <a:solidFill>
                  <a:srgbClr val="D7F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0" name="Google Shape;4330;p61"/>
                <p:cNvSpPr/>
                <p:nvPr/>
              </p:nvSpPr>
              <p:spPr>
                <a:xfrm>
                  <a:off x="-2685995" y="2464193"/>
                  <a:ext cx="16894" cy="273690"/>
                </a:xfrm>
                <a:custGeom>
                  <a:avLst/>
                  <a:gdLst/>
                  <a:ahLst/>
                  <a:cxnLst/>
                  <a:rect l="l" t="t" r="r" b="b"/>
                  <a:pathLst>
                    <a:path w="355" h="5751" extrusionOk="0">
                      <a:moveTo>
                        <a:pt x="0" y="1"/>
                      </a:moveTo>
                      <a:lnTo>
                        <a:pt x="0" y="5751"/>
                      </a:lnTo>
                      <a:lnTo>
                        <a:pt x="355" y="5751"/>
                      </a:lnTo>
                      <a:lnTo>
                        <a:pt x="35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1" name="Google Shape;4331;p61"/>
                <p:cNvSpPr/>
                <p:nvPr/>
              </p:nvSpPr>
              <p:spPr>
                <a:xfrm>
                  <a:off x="-2787743" y="2565940"/>
                  <a:ext cx="218581" cy="16466"/>
                </a:xfrm>
                <a:custGeom>
                  <a:avLst/>
                  <a:gdLst/>
                  <a:ahLst/>
                  <a:cxnLst/>
                  <a:rect l="l" t="t" r="r" b="b"/>
                  <a:pathLst>
                    <a:path w="4593" h="346" extrusionOk="0">
                      <a:moveTo>
                        <a:pt x="1" y="0"/>
                      </a:moveTo>
                      <a:lnTo>
                        <a:pt x="1" y="346"/>
                      </a:lnTo>
                      <a:lnTo>
                        <a:pt x="4593" y="346"/>
                      </a:lnTo>
                      <a:lnTo>
                        <a:pt x="45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2" name="Google Shape;4332;p61"/>
                <p:cNvSpPr/>
                <p:nvPr/>
              </p:nvSpPr>
              <p:spPr>
                <a:xfrm>
                  <a:off x="-2787743" y="2647224"/>
                  <a:ext cx="218581" cy="16942"/>
                </a:xfrm>
                <a:custGeom>
                  <a:avLst/>
                  <a:gdLst/>
                  <a:ahLst/>
                  <a:cxnLst/>
                  <a:rect l="l" t="t" r="r" b="b"/>
                  <a:pathLst>
                    <a:path w="4593" h="356" extrusionOk="0">
                      <a:moveTo>
                        <a:pt x="1" y="0"/>
                      </a:moveTo>
                      <a:lnTo>
                        <a:pt x="1" y="355"/>
                      </a:lnTo>
                      <a:lnTo>
                        <a:pt x="4593" y="355"/>
                      </a:lnTo>
                      <a:lnTo>
                        <a:pt x="45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3" name="Google Shape;4333;p61"/>
                <p:cNvSpPr/>
                <p:nvPr/>
              </p:nvSpPr>
              <p:spPr>
                <a:xfrm>
                  <a:off x="-2789503" y="2728507"/>
                  <a:ext cx="223911" cy="16942"/>
                </a:xfrm>
                <a:custGeom>
                  <a:avLst/>
                  <a:gdLst/>
                  <a:ahLst/>
                  <a:cxnLst/>
                  <a:rect l="l" t="t" r="r" b="b"/>
                  <a:pathLst>
                    <a:path w="4705" h="356" extrusionOk="0">
                      <a:moveTo>
                        <a:pt x="0" y="1"/>
                      </a:moveTo>
                      <a:lnTo>
                        <a:pt x="0" y="355"/>
                      </a:lnTo>
                      <a:lnTo>
                        <a:pt x="4705" y="355"/>
                      </a:lnTo>
                      <a:lnTo>
                        <a:pt x="47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34" name="Google Shape;4334;p61"/>
              <p:cNvGrpSpPr/>
              <p:nvPr/>
            </p:nvGrpSpPr>
            <p:grpSpPr>
              <a:xfrm>
                <a:off x="3468284" y="-1059233"/>
                <a:ext cx="223911" cy="288776"/>
                <a:chOff x="-2789503" y="2456673"/>
                <a:chExt cx="223911" cy="288776"/>
              </a:xfrm>
            </p:grpSpPr>
            <p:sp>
              <p:nvSpPr>
                <p:cNvPr id="4335" name="Google Shape;4335;p61"/>
                <p:cNvSpPr/>
                <p:nvPr/>
              </p:nvSpPr>
              <p:spPr>
                <a:xfrm>
                  <a:off x="-2789503" y="2456673"/>
                  <a:ext cx="223911" cy="279448"/>
                </a:xfrm>
                <a:custGeom>
                  <a:avLst/>
                  <a:gdLst/>
                  <a:ahLst/>
                  <a:cxnLst/>
                  <a:rect l="l" t="t" r="r" b="b"/>
                  <a:pathLst>
                    <a:path w="4705" h="5872" extrusionOk="0">
                      <a:moveTo>
                        <a:pt x="2334" y="0"/>
                      </a:moveTo>
                      <a:cubicBezTo>
                        <a:pt x="1046" y="0"/>
                        <a:pt x="0" y="1046"/>
                        <a:pt x="0" y="2371"/>
                      </a:cubicBezTo>
                      <a:lnTo>
                        <a:pt x="0" y="5871"/>
                      </a:lnTo>
                      <a:lnTo>
                        <a:pt x="308" y="5871"/>
                      </a:lnTo>
                      <a:lnTo>
                        <a:pt x="308" y="2492"/>
                      </a:lnTo>
                      <a:cubicBezTo>
                        <a:pt x="308" y="1363"/>
                        <a:pt x="1204" y="467"/>
                        <a:pt x="2334" y="467"/>
                      </a:cubicBezTo>
                      <a:cubicBezTo>
                        <a:pt x="3426" y="467"/>
                        <a:pt x="4359" y="1363"/>
                        <a:pt x="4359" y="2492"/>
                      </a:cubicBezTo>
                      <a:lnTo>
                        <a:pt x="4359" y="5871"/>
                      </a:lnTo>
                      <a:lnTo>
                        <a:pt x="4705" y="5871"/>
                      </a:lnTo>
                      <a:lnTo>
                        <a:pt x="4705" y="2371"/>
                      </a:lnTo>
                      <a:cubicBezTo>
                        <a:pt x="4705" y="1046"/>
                        <a:pt x="3659" y="0"/>
                        <a:pt x="23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6" name="Google Shape;4336;p61"/>
                <p:cNvSpPr/>
                <p:nvPr/>
              </p:nvSpPr>
              <p:spPr>
                <a:xfrm>
                  <a:off x="-2774846" y="2478850"/>
                  <a:ext cx="192835" cy="257272"/>
                </a:xfrm>
                <a:custGeom>
                  <a:avLst/>
                  <a:gdLst/>
                  <a:ahLst/>
                  <a:cxnLst/>
                  <a:rect l="l" t="t" r="r" b="b"/>
                  <a:pathLst>
                    <a:path w="4052" h="5406" extrusionOk="0">
                      <a:moveTo>
                        <a:pt x="2026" y="1"/>
                      </a:moveTo>
                      <a:cubicBezTo>
                        <a:pt x="896" y="1"/>
                        <a:pt x="0" y="897"/>
                        <a:pt x="0" y="2026"/>
                      </a:cubicBezTo>
                      <a:lnTo>
                        <a:pt x="0" y="5405"/>
                      </a:lnTo>
                      <a:lnTo>
                        <a:pt x="4051" y="5405"/>
                      </a:lnTo>
                      <a:lnTo>
                        <a:pt x="4051" y="2026"/>
                      </a:lnTo>
                      <a:cubicBezTo>
                        <a:pt x="4051" y="897"/>
                        <a:pt x="3118" y="1"/>
                        <a:pt x="2026" y="1"/>
                      </a:cubicBezTo>
                      <a:close/>
                    </a:path>
                  </a:pathLst>
                </a:custGeom>
                <a:solidFill>
                  <a:srgbClr val="D7F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7" name="Google Shape;4337;p61"/>
                <p:cNvSpPr/>
                <p:nvPr/>
              </p:nvSpPr>
              <p:spPr>
                <a:xfrm>
                  <a:off x="-2685995" y="2464193"/>
                  <a:ext cx="16894" cy="273690"/>
                </a:xfrm>
                <a:custGeom>
                  <a:avLst/>
                  <a:gdLst/>
                  <a:ahLst/>
                  <a:cxnLst/>
                  <a:rect l="l" t="t" r="r" b="b"/>
                  <a:pathLst>
                    <a:path w="355" h="5751" extrusionOk="0">
                      <a:moveTo>
                        <a:pt x="0" y="1"/>
                      </a:moveTo>
                      <a:lnTo>
                        <a:pt x="0" y="5751"/>
                      </a:lnTo>
                      <a:lnTo>
                        <a:pt x="355" y="5751"/>
                      </a:lnTo>
                      <a:lnTo>
                        <a:pt x="35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8" name="Google Shape;4338;p61"/>
                <p:cNvSpPr/>
                <p:nvPr/>
              </p:nvSpPr>
              <p:spPr>
                <a:xfrm>
                  <a:off x="-2787743" y="2565940"/>
                  <a:ext cx="218581" cy="16466"/>
                </a:xfrm>
                <a:custGeom>
                  <a:avLst/>
                  <a:gdLst/>
                  <a:ahLst/>
                  <a:cxnLst/>
                  <a:rect l="l" t="t" r="r" b="b"/>
                  <a:pathLst>
                    <a:path w="4593" h="346" extrusionOk="0">
                      <a:moveTo>
                        <a:pt x="1" y="0"/>
                      </a:moveTo>
                      <a:lnTo>
                        <a:pt x="1" y="346"/>
                      </a:lnTo>
                      <a:lnTo>
                        <a:pt x="4593" y="346"/>
                      </a:lnTo>
                      <a:lnTo>
                        <a:pt x="45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39" name="Google Shape;4339;p61"/>
                <p:cNvSpPr/>
                <p:nvPr/>
              </p:nvSpPr>
              <p:spPr>
                <a:xfrm>
                  <a:off x="-2787743" y="2647224"/>
                  <a:ext cx="218581" cy="16942"/>
                </a:xfrm>
                <a:custGeom>
                  <a:avLst/>
                  <a:gdLst/>
                  <a:ahLst/>
                  <a:cxnLst/>
                  <a:rect l="l" t="t" r="r" b="b"/>
                  <a:pathLst>
                    <a:path w="4593" h="356" extrusionOk="0">
                      <a:moveTo>
                        <a:pt x="1" y="0"/>
                      </a:moveTo>
                      <a:lnTo>
                        <a:pt x="1" y="355"/>
                      </a:lnTo>
                      <a:lnTo>
                        <a:pt x="4593" y="355"/>
                      </a:lnTo>
                      <a:lnTo>
                        <a:pt x="45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0" name="Google Shape;4340;p61"/>
                <p:cNvSpPr/>
                <p:nvPr/>
              </p:nvSpPr>
              <p:spPr>
                <a:xfrm>
                  <a:off x="-2789503" y="2728507"/>
                  <a:ext cx="223911" cy="16942"/>
                </a:xfrm>
                <a:custGeom>
                  <a:avLst/>
                  <a:gdLst/>
                  <a:ahLst/>
                  <a:cxnLst/>
                  <a:rect l="l" t="t" r="r" b="b"/>
                  <a:pathLst>
                    <a:path w="4705" h="356" extrusionOk="0">
                      <a:moveTo>
                        <a:pt x="0" y="1"/>
                      </a:moveTo>
                      <a:lnTo>
                        <a:pt x="0" y="355"/>
                      </a:lnTo>
                      <a:lnTo>
                        <a:pt x="4705" y="355"/>
                      </a:lnTo>
                      <a:lnTo>
                        <a:pt x="47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41" name="Google Shape;4341;p61"/>
              <p:cNvGrpSpPr/>
              <p:nvPr/>
            </p:nvGrpSpPr>
            <p:grpSpPr>
              <a:xfrm>
                <a:off x="3997709" y="-1059233"/>
                <a:ext cx="223911" cy="288776"/>
                <a:chOff x="-2789503" y="2456673"/>
                <a:chExt cx="223911" cy="288776"/>
              </a:xfrm>
            </p:grpSpPr>
            <p:sp>
              <p:nvSpPr>
                <p:cNvPr id="4342" name="Google Shape;4342;p61"/>
                <p:cNvSpPr/>
                <p:nvPr/>
              </p:nvSpPr>
              <p:spPr>
                <a:xfrm>
                  <a:off x="-2789503" y="2456673"/>
                  <a:ext cx="223911" cy="279448"/>
                </a:xfrm>
                <a:custGeom>
                  <a:avLst/>
                  <a:gdLst/>
                  <a:ahLst/>
                  <a:cxnLst/>
                  <a:rect l="l" t="t" r="r" b="b"/>
                  <a:pathLst>
                    <a:path w="4705" h="5872" extrusionOk="0">
                      <a:moveTo>
                        <a:pt x="2334" y="0"/>
                      </a:moveTo>
                      <a:cubicBezTo>
                        <a:pt x="1046" y="0"/>
                        <a:pt x="0" y="1046"/>
                        <a:pt x="0" y="2371"/>
                      </a:cubicBezTo>
                      <a:lnTo>
                        <a:pt x="0" y="5871"/>
                      </a:lnTo>
                      <a:lnTo>
                        <a:pt x="308" y="5871"/>
                      </a:lnTo>
                      <a:lnTo>
                        <a:pt x="308" y="2492"/>
                      </a:lnTo>
                      <a:cubicBezTo>
                        <a:pt x="308" y="1363"/>
                        <a:pt x="1204" y="467"/>
                        <a:pt x="2334" y="467"/>
                      </a:cubicBezTo>
                      <a:cubicBezTo>
                        <a:pt x="3426" y="467"/>
                        <a:pt x="4359" y="1363"/>
                        <a:pt x="4359" y="2492"/>
                      </a:cubicBezTo>
                      <a:lnTo>
                        <a:pt x="4359" y="5871"/>
                      </a:lnTo>
                      <a:lnTo>
                        <a:pt x="4705" y="5871"/>
                      </a:lnTo>
                      <a:lnTo>
                        <a:pt x="4705" y="2371"/>
                      </a:lnTo>
                      <a:cubicBezTo>
                        <a:pt x="4705" y="1046"/>
                        <a:pt x="3659" y="0"/>
                        <a:pt x="23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3" name="Google Shape;4343;p61"/>
                <p:cNvSpPr/>
                <p:nvPr/>
              </p:nvSpPr>
              <p:spPr>
                <a:xfrm>
                  <a:off x="-2774846" y="2478850"/>
                  <a:ext cx="192835" cy="257272"/>
                </a:xfrm>
                <a:custGeom>
                  <a:avLst/>
                  <a:gdLst/>
                  <a:ahLst/>
                  <a:cxnLst/>
                  <a:rect l="l" t="t" r="r" b="b"/>
                  <a:pathLst>
                    <a:path w="4052" h="5406" extrusionOk="0">
                      <a:moveTo>
                        <a:pt x="2026" y="1"/>
                      </a:moveTo>
                      <a:cubicBezTo>
                        <a:pt x="896" y="1"/>
                        <a:pt x="0" y="897"/>
                        <a:pt x="0" y="2026"/>
                      </a:cubicBezTo>
                      <a:lnTo>
                        <a:pt x="0" y="5405"/>
                      </a:lnTo>
                      <a:lnTo>
                        <a:pt x="4051" y="5405"/>
                      </a:lnTo>
                      <a:lnTo>
                        <a:pt x="4051" y="2026"/>
                      </a:lnTo>
                      <a:cubicBezTo>
                        <a:pt x="4051" y="897"/>
                        <a:pt x="3118" y="1"/>
                        <a:pt x="2026" y="1"/>
                      </a:cubicBezTo>
                      <a:close/>
                    </a:path>
                  </a:pathLst>
                </a:custGeom>
                <a:solidFill>
                  <a:srgbClr val="D7F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4" name="Google Shape;4344;p61"/>
                <p:cNvSpPr/>
                <p:nvPr/>
              </p:nvSpPr>
              <p:spPr>
                <a:xfrm>
                  <a:off x="-2685995" y="2464193"/>
                  <a:ext cx="16894" cy="273690"/>
                </a:xfrm>
                <a:custGeom>
                  <a:avLst/>
                  <a:gdLst/>
                  <a:ahLst/>
                  <a:cxnLst/>
                  <a:rect l="l" t="t" r="r" b="b"/>
                  <a:pathLst>
                    <a:path w="355" h="5751" extrusionOk="0">
                      <a:moveTo>
                        <a:pt x="0" y="1"/>
                      </a:moveTo>
                      <a:lnTo>
                        <a:pt x="0" y="5751"/>
                      </a:lnTo>
                      <a:lnTo>
                        <a:pt x="355" y="5751"/>
                      </a:lnTo>
                      <a:lnTo>
                        <a:pt x="35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5" name="Google Shape;4345;p61"/>
                <p:cNvSpPr/>
                <p:nvPr/>
              </p:nvSpPr>
              <p:spPr>
                <a:xfrm>
                  <a:off x="-2787743" y="2565940"/>
                  <a:ext cx="218581" cy="16466"/>
                </a:xfrm>
                <a:custGeom>
                  <a:avLst/>
                  <a:gdLst/>
                  <a:ahLst/>
                  <a:cxnLst/>
                  <a:rect l="l" t="t" r="r" b="b"/>
                  <a:pathLst>
                    <a:path w="4593" h="346" extrusionOk="0">
                      <a:moveTo>
                        <a:pt x="1" y="0"/>
                      </a:moveTo>
                      <a:lnTo>
                        <a:pt x="1" y="346"/>
                      </a:lnTo>
                      <a:lnTo>
                        <a:pt x="4593" y="346"/>
                      </a:lnTo>
                      <a:lnTo>
                        <a:pt x="45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6" name="Google Shape;4346;p61"/>
                <p:cNvSpPr/>
                <p:nvPr/>
              </p:nvSpPr>
              <p:spPr>
                <a:xfrm>
                  <a:off x="-2787743" y="2647224"/>
                  <a:ext cx="218581" cy="16942"/>
                </a:xfrm>
                <a:custGeom>
                  <a:avLst/>
                  <a:gdLst/>
                  <a:ahLst/>
                  <a:cxnLst/>
                  <a:rect l="l" t="t" r="r" b="b"/>
                  <a:pathLst>
                    <a:path w="4593" h="356" extrusionOk="0">
                      <a:moveTo>
                        <a:pt x="1" y="0"/>
                      </a:moveTo>
                      <a:lnTo>
                        <a:pt x="1" y="355"/>
                      </a:lnTo>
                      <a:lnTo>
                        <a:pt x="4593" y="355"/>
                      </a:lnTo>
                      <a:lnTo>
                        <a:pt x="45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7" name="Google Shape;4347;p61"/>
                <p:cNvSpPr/>
                <p:nvPr/>
              </p:nvSpPr>
              <p:spPr>
                <a:xfrm>
                  <a:off x="-2789503" y="2728507"/>
                  <a:ext cx="223911" cy="16942"/>
                </a:xfrm>
                <a:custGeom>
                  <a:avLst/>
                  <a:gdLst/>
                  <a:ahLst/>
                  <a:cxnLst/>
                  <a:rect l="l" t="t" r="r" b="b"/>
                  <a:pathLst>
                    <a:path w="4705" h="356" extrusionOk="0">
                      <a:moveTo>
                        <a:pt x="0" y="1"/>
                      </a:moveTo>
                      <a:lnTo>
                        <a:pt x="0" y="355"/>
                      </a:lnTo>
                      <a:lnTo>
                        <a:pt x="4705" y="355"/>
                      </a:lnTo>
                      <a:lnTo>
                        <a:pt x="47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348" name="Google Shape;4348;p61"/>
              <p:cNvSpPr/>
              <p:nvPr/>
            </p:nvSpPr>
            <p:spPr>
              <a:xfrm>
                <a:off x="3295654" y="-521716"/>
                <a:ext cx="85349" cy="170592"/>
              </a:xfrm>
              <a:custGeom>
                <a:avLst/>
                <a:gdLst/>
                <a:ahLst/>
                <a:cxnLst/>
                <a:rect l="l" t="t" r="r" b="b"/>
                <a:pathLst>
                  <a:path w="2334" h="3585" extrusionOk="0">
                    <a:moveTo>
                      <a:pt x="1" y="1"/>
                    </a:moveTo>
                    <a:lnTo>
                      <a:pt x="1" y="3585"/>
                    </a:lnTo>
                    <a:lnTo>
                      <a:pt x="2334" y="3585"/>
                    </a:lnTo>
                    <a:lnTo>
                      <a:pt x="2334" y="1"/>
                    </a:lnTo>
                    <a:close/>
                  </a:path>
                </a:pathLst>
              </a:custGeom>
              <a:solidFill>
                <a:srgbClr val="000000">
                  <a:alpha val="8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49" name="Google Shape;4349;p61"/>
              <p:cNvSpPr/>
              <p:nvPr/>
            </p:nvSpPr>
            <p:spPr>
              <a:xfrm>
                <a:off x="2553954" y="-521716"/>
                <a:ext cx="69075" cy="170592"/>
              </a:xfrm>
              <a:custGeom>
                <a:avLst/>
                <a:gdLst/>
                <a:ahLst/>
                <a:cxnLst/>
                <a:rect l="l" t="t" r="r" b="b"/>
                <a:pathLst>
                  <a:path w="2334" h="3585" extrusionOk="0">
                    <a:moveTo>
                      <a:pt x="1" y="1"/>
                    </a:moveTo>
                    <a:lnTo>
                      <a:pt x="1" y="3585"/>
                    </a:lnTo>
                    <a:lnTo>
                      <a:pt x="2334" y="3585"/>
                    </a:lnTo>
                    <a:lnTo>
                      <a:pt x="2334" y="1"/>
                    </a:lnTo>
                    <a:close/>
                  </a:path>
                </a:pathLst>
              </a:custGeom>
              <a:solidFill>
                <a:srgbClr val="000000">
                  <a:alpha val="8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0" name="Google Shape;4350;p61"/>
              <p:cNvSpPr/>
              <p:nvPr/>
            </p:nvSpPr>
            <p:spPr>
              <a:xfrm>
                <a:off x="2581400" y="-484439"/>
                <a:ext cx="775622" cy="170182"/>
              </a:xfrm>
              <a:custGeom>
                <a:avLst/>
                <a:gdLst/>
                <a:ahLst/>
                <a:cxnLst/>
                <a:rect l="l" t="t" r="r" b="b"/>
                <a:pathLst>
                  <a:path w="16298" h="3576" extrusionOk="0">
                    <a:moveTo>
                      <a:pt x="1" y="1"/>
                    </a:moveTo>
                    <a:lnTo>
                      <a:pt x="1" y="3576"/>
                    </a:lnTo>
                    <a:lnTo>
                      <a:pt x="16298" y="3576"/>
                    </a:lnTo>
                    <a:lnTo>
                      <a:pt x="16298" y="1"/>
                    </a:lnTo>
                    <a:close/>
                  </a:path>
                </a:pathLst>
              </a:custGeom>
              <a:solidFill>
                <a:srgbClr val="FDF0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1" name="Google Shape;4351;p61"/>
              <p:cNvSpPr/>
              <p:nvPr/>
            </p:nvSpPr>
            <p:spPr>
              <a:xfrm>
                <a:off x="2844382" y="-477301"/>
                <a:ext cx="257224" cy="16894"/>
              </a:xfrm>
              <a:custGeom>
                <a:avLst/>
                <a:gdLst/>
                <a:ahLst/>
                <a:cxnLst/>
                <a:rect l="l" t="t" r="r" b="b"/>
                <a:pathLst>
                  <a:path w="5405" h="355" extrusionOk="0">
                    <a:moveTo>
                      <a:pt x="1" y="0"/>
                    </a:moveTo>
                    <a:lnTo>
                      <a:pt x="1" y="355"/>
                    </a:lnTo>
                    <a:lnTo>
                      <a:pt x="5405" y="355"/>
                    </a:lnTo>
                    <a:lnTo>
                      <a:pt x="54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2" name="Google Shape;4352;p61"/>
              <p:cNvSpPr/>
              <p:nvPr/>
            </p:nvSpPr>
            <p:spPr>
              <a:xfrm>
                <a:off x="2844382" y="-453316"/>
                <a:ext cx="257224" cy="16894"/>
              </a:xfrm>
              <a:custGeom>
                <a:avLst/>
                <a:gdLst/>
                <a:ahLst/>
                <a:cxnLst/>
                <a:rect l="l" t="t" r="r" b="b"/>
                <a:pathLst>
                  <a:path w="5405" h="355" extrusionOk="0">
                    <a:moveTo>
                      <a:pt x="1" y="0"/>
                    </a:moveTo>
                    <a:lnTo>
                      <a:pt x="1" y="355"/>
                    </a:lnTo>
                    <a:lnTo>
                      <a:pt x="5405" y="355"/>
                    </a:lnTo>
                    <a:lnTo>
                      <a:pt x="54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3" name="Google Shape;4353;p61"/>
              <p:cNvSpPr/>
              <p:nvPr/>
            </p:nvSpPr>
            <p:spPr>
              <a:xfrm>
                <a:off x="2844382" y="-428902"/>
                <a:ext cx="257224" cy="16466"/>
              </a:xfrm>
              <a:custGeom>
                <a:avLst/>
                <a:gdLst/>
                <a:ahLst/>
                <a:cxnLst/>
                <a:rect l="l" t="t" r="r" b="b"/>
                <a:pathLst>
                  <a:path w="5405" h="346" extrusionOk="0">
                    <a:moveTo>
                      <a:pt x="1" y="1"/>
                    </a:moveTo>
                    <a:lnTo>
                      <a:pt x="1" y="346"/>
                    </a:lnTo>
                    <a:lnTo>
                      <a:pt x="5405" y="346"/>
                    </a:lnTo>
                    <a:lnTo>
                      <a:pt x="54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4" name="Google Shape;4354;p61"/>
              <p:cNvSpPr/>
              <p:nvPr/>
            </p:nvSpPr>
            <p:spPr>
              <a:xfrm>
                <a:off x="2844382" y="-404917"/>
                <a:ext cx="257224" cy="18275"/>
              </a:xfrm>
              <a:custGeom>
                <a:avLst/>
                <a:gdLst/>
                <a:ahLst/>
                <a:cxnLst/>
                <a:rect l="l" t="t" r="r" b="b"/>
                <a:pathLst>
                  <a:path w="5405" h="384" extrusionOk="0">
                    <a:moveTo>
                      <a:pt x="1" y="1"/>
                    </a:moveTo>
                    <a:lnTo>
                      <a:pt x="1" y="383"/>
                    </a:lnTo>
                    <a:lnTo>
                      <a:pt x="5405" y="383"/>
                    </a:lnTo>
                    <a:lnTo>
                      <a:pt x="54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5" name="Google Shape;4355;p61"/>
              <p:cNvSpPr/>
              <p:nvPr/>
            </p:nvSpPr>
            <p:spPr>
              <a:xfrm>
                <a:off x="2844382" y="-380931"/>
                <a:ext cx="257224" cy="18703"/>
              </a:xfrm>
              <a:custGeom>
                <a:avLst/>
                <a:gdLst/>
                <a:ahLst/>
                <a:cxnLst/>
                <a:rect l="l" t="t" r="r" b="b"/>
                <a:pathLst>
                  <a:path w="5405" h="393" extrusionOk="0">
                    <a:moveTo>
                      <a:pt x="1" y="1"/>
                    </a:moveTo>
                    <a:lnTo>
                      <a:pt x="1" y="393"/>
                    </a:lnTo>
                    <a:lnTo>
                      <a:pt x="5405" y="393"/>
                    </a:lnTo>
                    <a:lnTo>
                      <a:pt x="54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6" name="Google Shape;4356;p61"/>
              <p:cNvSpPr/>
              <p:nvPr/>
            </p:nvSpPr>
            <p:spPr>
              <a:xfrm>
                <a:off x="2844382" y="-356946"/>
                <a:ext cx="257224" cy="18703"/>
              </a:xfrm>
              <a:custGeom>
                <a:avLst/>
                <a:gdLst/>
                <a:ahLst/>
                <a:cxnLst/>
                <a:rect l="l" t="t" r="r" b="b"/>
                <a:pathLst>
                  <a:path w="5405" h="393" extrusionOk="0">
                    <a:moveTo>
                      <a:pt x="1" y="1"/>
                    </a:moveTo>
                    <a:lnTo>
                      <a:pt x="1" y="393"/>
                    </a:lnTo>
                    <a:lnTo>
                      <a:pt x="5405" y="393"/>
                    </a:lnTo>
                    <a:lnTo>
                      <a:pt x="54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57" name="Google Shape;4357;p61"/>
              <p:cNvSpPr/>
              <p:nvPr/>
            </p:nvSpPr>
            <p:spPr>
              <a:xfrm>
                <a:off x="2844382" y="-332960"/>
                <a:ext cx="257224" cy="18703"/>
              </a:xfrm>
              <a:custGeom>
                <a:avLst/>
                <a:gdLst/>
                <a:ahLst/>
                <a:cxnLst/>
                <a:rect l="l" t="t" r="r" b="b"/>
                <a:pathLst>
                  <a:path w="5405" h="393" extrusionOk="0">
                    <a:moveTo>
                      <a:pt x="1" y="1"/>
                    </a:moveTo>
                    <a:lnTo>
                      <a:pt x="1" y="393"/>
                    </a:lnTo>
                    <a:lnTo>
                      <a:pt x="5405" y="393"/>
                    </a:lnTo>
                    <a:lnTo>
                      <a:pt x="54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58" name="Google Shape;4358;p61"/>
              <p:cNvGrpSpPr/>
              <p:nvPr/>
            </p:nvGrpSpPr>
            <p:grpSpPr>
              <a:xfrm>
                <a:off x="2581400" y="-1508291"/>
                <a:ext cx="77810" cy="1023899"/>
                <a:chOff x="-1940212" y="1917859"/>
                <a:chExt cx="77810" cy="1023899"/>
              </a:xfrm>
            </p:grpSpPr>
            <p:sp>
              <p:nvSpPr>
                <p:cNvPr id="4359" name="Google Shape;4359;p61"/>
                <p:cNvSpPr/>
                <p:nvPr/>
              </p:nvSpPr>
              <p:spPr>
                <a:xfrm>
                  <a:off x="-1926887" y="1917859"/>
                  <a:ext cx="49827" cy="1023899"/>
                </a:xfrm>
                <a:custGeom>
                  <a:avLst/>
                  <a:gdLst/>
                  <a:ahLst/>
                  <a:cxnLst/>
                  <a:rect l="l" t="t" r="r" b="b"/>
                  <a:pathLst>
                    <a:path w="1047" h="21515" extrusionOk="0">
                      <a:moveTo>
                        <a:pt x="1" y="0"/>
                      </a:moveTo>
                      <a:lnTo>
                        <a:pt x="1" y="21515"/>
                      </a:lnTo>
                      <a:lnTo>
                        <a:pt x="1046" y="21515"/>
                      </a:lnTo>
                      <a:lnTo>
                        <a:pt x="1046" y="0"/>
                      </a:lnTo>
                      <a:close/>
                    </a:path>
                  </a:pathLst>
                </a:custGeom>
                <a:solidFill>
                  <a:srgbClr val="FFF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0" name="Google Shape;4360;p61"/>
                <p:cNvSpPr/>
                <p:nvPr/>
              </p:nvSpPr>
              <p:spPr>
                <a:xfrm>
                  <a:off x="-1940212" y="1917859"/>
                  <a:ext cx="77810" cy="18703"/>
                </a:xfrm>
                <a:custGeom>
                  <a:avLst/>
                  <a:gdLst/>
                  <a:ahLst/>
                  <a:cxnLst/>
                  <a:rect l="l" t="t" r="r" b="b"/>
                  <a:pathLst>
                    <a:path w="1635" h="393" extrusionOk="0">
                      <a:moveTo>
                        <a:pt x="1" y="0"/>
                      </a:moveTo>
                      <a:lnTo>
                        <a:pt x="1" y="392"/>
                      </a:lnTo>
                      <a:lnTo>
                        <a:pt x="1634" y="392"/>
                      </a:lnTo>
                      <a:lnTo>
                        <a:pt x="16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1" name="Google Shape;4361;p61"/>
                <p:cNvSpPr/>
                <p:nvPr/>
              </p:nvSpPr>
              <p:spPr>
                <a:xfrm>
                  <a:off x="-1932646" y="1936515"/>
                  <a:ext cx="64913" cy="14705"/>
                </a:xfrm>
                <a:custGeom>
                  <a:avLst/>
                  <a:gdLst/>
                  <a:ahLst/>
                  <a:cxnLst/>
                  <a:rect l="l" t="t" r="r" b="b"/>
                  <a:pathLst>
                    <a:path w="1364" h="309" extrusionOk="0">
                      <a:moveTo>
                        <a:pt x="1" y="0"/>
                      </a:moveTo>
                      <a:lnTo>
                        <a:pt x="1" y="308"/>
                      </a:lnTo>
                      <a:lnTo>
                        <a:pt x="1363" y="308"/>
                      </a:lnTo>
                      <a:lnTo>
                        <a:pt x="13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2" name="Google Shape;4362;p61"/>
                <p:cNvSpPr/>
                <p:nvPr/>
              </p:nvSpPr>
              <p:spPr>
                <a:xfrm>
                  <a:off x="-1940212" y="2923055"/>
                  <a:ext cx="77810" cy="18703"/>
                </a:xfrm>
                <a:custGeom>
                  <a:avLst/>
                  <a:gdLst/>
                  <a:ahLst/>
                  <a:cxnLst/>
                  <a:rect l="l" t="t" r="r" b="b"/>
                  <a:pathLst>
                    <a:path w="1635" h="393" extrusionOk="0">
                      <a:moveTo>
                        <a:pt x="1" y="1"/>
                      </a:moveTo>
                      <a:lnTo>
                        <a:pt x="1" y="393"/>
                      </a:lnTo>
                      <a:lnTo>
                        <a:pt x="1634" y="393"/>
                      </a:lnTo>
                      <a:lnTo>
                        <a:pt x="16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3" name="Google Shape;4363;p61"/>
                <p:cNvSpPr/>
                <p:nvPr/>
              </p:nvSpPr>
              <p:spPr>
                <a:xfrm>
                  <a:off x="-1932646" y="2908398"/>
                  <a:ext cx="64913" cy="14705"/>
                </a:xfrm>
                <a:custGeom>
                  <a:avLst/>
                  <a:gdLst/>
                  <a:ahLst/>
                  <a:cxnLst/>
                  <a:rect l="l" t="t" r="r" b="b"/>
                  <a:pathLst>
                    <a:path w="1364" h="309" extrusionOk="0">
                      <a:moveTo>
                        <a:pt x="1" y="1"/>
                      </a:moveTo>
                      <a:lnTo>
                        <a:pt x="1" y="309"/>
                      </a:lnTo>
                      <a:lnTo>
                        <a:pt x="1363" y="309"/>
                      </a:lnTo>
                      <a:lnTo>
                        <a:pt x="13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64" name="Google Shape;4364;p61"/>
              <p:cNvGrpSpPr/>
              <p:nvPr/>
            </p:nvGrpSpPr>
            <p:grpSpPr>
              <a:xfrm>
                <a:off x="3281021" y="-1508291"/>
                <a:ext cx="76001" cy="1023899"/>
                <a:chOff x="-1240592" y="1917859"/>
                <a:chExt cx="76001" cy="1023899"/>
              </a:xfrm>
            </p:grpSpPr>
            <p:sp>
              <p:nvSpPr>
                <p:cNvPr id="4365" name="Google Shape;4365;p61"/>
                <p:cNvSpPr/>
                <p:nvPr/>
              </p:nvSpPr>
              <p:spPr>
                <a:xfrm>
                  <a:off x="-1227267" y="1917859"/>
                  <a:ext cx="49827" cy="1023899"/>
                </a:xfrm>
                <a:custGeom>
                  <a:avLst/>
                  <a:gdLst/>
                  <a:ahLst/>
                  <a:cxnLst/>
                  <a:rect l="l" t="t" r="r" b="b"/>
                  <a:pathLst>
                    <a:path w="1047" h="21515" extrusionOk="0">
                      <a:moveTo>
                        <a:pt x="1" y="0"/>
                      </a:moveTo>
                      <a:lnTo>
                        <a:pt x="1" y="21515"/>
                      </a:lnTo>
                      <a:lnTo>
                        <a:pt x="1046" y="21515"/>
                      </a:lnTo>
                      <a:lnTo>
                        <a:pt x="10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6" name="Google Shape;4366;p61"/>
                <p:cNvSpPr/>
                <p:nvPr/>
              </p:nvSpPr>
              <p:spPr>
                <a:xfrm>
                  <a:off x="-1240592" y="1917859"/>
                  <a:ext cx="76001" cy="18703"/>
                </a:xfrm>
                <a:custGeom>
                  <a:avLst/>
                  <a:gdLst/>
                  <a:ahLst/>
                  <a:cxnLst/>
                  <a:rect l="l" t="t" r="r" b="b"/>
                  <a:pathLst>
                    <a:path w="1597" h="393" extrusionOk="0">
                      <a:moveTo>
                        <a:pt x="1" y="0"/>
                      </a:moveTo>
                      <a:lnTo>
                        <a:pt x="1" y="392"/>
                      </a:lnTo>
                      <a:lnTo>
                        <a:pt x="1597" y="392"/>
                      </a:lnTo>
                      <a:lnTo>
                        <a:pt x="159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7" name="Google Shape;4367;p61"/>
                <p:cNvSpPr/>
                <p:nvPr/>
              </p:nvSpPr>
              <p:spPr>
                <a:xfrm>
                  <a:off x="-1233025" y="1936515"/>
                  <a:ext cx="63104" cy="14705"/>
                </a:xfrm>
                <a:custGeom>
                  <a:avLst/>
                  <a:gdLst/>
                  <a:ahLst/>
                  <a:cxnLst/>
                  <a:rect l="l" t="t" r="r" b="b"/>
                  <a:pathLst>
                    <a:path w="1326" h="309" extrusionOk="0">
                      <a:moveTo>
                        <a:pt x="1" y="0"/>
                      </a:moveTo>
                      <a:lnTo>
                        <a:pt x="1" y="308"/>
                      </a:lnTo>
                      <a:lnTo>
                        <a:pt x="1326" y="308"/>
                      </a:lnTo>
                      <a:lnTo>
                        <a:pt x="132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8" name="Google Shape;4368;p61"/>
                <p:cNvSpPr/>
                <p:nvPr/>
              </p:nvSpPr>
              <p:spPr>
                <a:xfrm>
                  <a:off x="-1240592" y="2923055"/>
                  <a:ext cx="76001" cy="18703"/>
                </a:xfrm>
                <a:custGeom>
                  <a:avLst/>
                  <a:gdLst/>
                  <a:ahLst/>
                  <a:cxnLst/>
                  <a:rect l="l" t="t" r="r" b="b"/>
                  <a:pathLst>
                    <a:path w="1597" h="393" extrusionOk="0">
                      <a:moveTo>
                        <a:pt x="1" y="1"/>
                      </a:moveTo>
                      <a:lnTo>
                        <a:pt x="1" y="393"/>
                      </a:lnTo>
                      <a:lnTo>
                        <a:pt x="1597" y="393"/>
                      </a:lnTo>
                      <a:lnTo>
                        <a:pt x="159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69" name="Google Shape;4369;p61"/>
                <p:cNvSpPr/>
                <p:nvPr/>
              </p:nvSpPr>
              <p:spPr>
                <a:xfrm>
                  <a:off x="-1233025" y="2908398"/>
                  <a:ext cx="63104" cy="14705"/>
                </a:xfrm>
                <a:custGeom>
                  <a:avLst/>
                  <a:gdLst/>
                  <a:ahLst/>
                  <a:cxnLst/>
                  <a:rect l="l" t="t" r="r" b="b"/>
                  <a:pathLst>
                    <a:path w="1326" h="309" extrusionOk="0">
                      <a:moveTo>
                        <a:pt x="1" y="1"/>
                      </a:moveTo>
                      <a:lnTo>
                        <a:pt x="1" y="309"/>
                      </a:lnTo>
                      <a:lnTo>
                        <a:pt x="1326" y="309"/>
                      </a:lnTo>
                      <a:lnTo>
                        <a:pt x="132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370" name="Google Shape;4370;p61"/>
              <p:cNvGrpSpPr/>
              <p:nvPr/>
            </p:nvGrpSpPr>
            <p:grpSpPr>
              <a:xfrm>
                <a:off x="2588967" y="-1852132"/>
                <a:ext cx="755206" cy="344314"/>
                <a:chOff x="2588967" y="-1852132"/>
                <a:chExt cx="755206" cy="344314"/>
              </a:xfrm>
            </p:grpSpPr>
            <p:sp>
              <p:nvSpPr>
                <p:cNvPr id="4371" name="Google Shape;4371;p61"/>
                <p:cNvSpPr/>
                <p:nvPr/>
              </p:nvSpPr>
              <p:spPr>
                <a:xfrm>
                  <a:off x="2588967" y="-1852132"/>
                  <a:ext cx="372297" cy="344314"/>
                </a:xfrm>
                <a:custGeom>
                  <a:avLst/>
                  <a:gdLst/>
                  <a:ahLst/>
                  <a:cxnLst/>
                  <a:rect l="l" t="t" r="r" b="b"/>
                  <a:pathLst>
                    <a:path w="7823" h="7235" extrusionOk="0">
                      <a:moveTo>
                        <a:pt x="7822" y="0"/>
                      </a:moveTo>
                      <a:lnTo>
                        <a:pt x="1" y="7234"/>
                      </a:lnTo>
                      <a:lnTo>
                        <a:pt x="663" y="7234"/>
                      </a:lnTo>
                      <a:lnTo>
                        <a:pt x="7822" y="859"/>
                      </a:lnTo>
                      <a:lnTo>
                        <a:pt x="7822" y="0"/>
                      </a:ln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72" name="Google Shape;4372;p61"/>
                <p:cNvSpPr/>
                <p:nvPr/>
              </p:nvSpPr>
              <p:spPr>
                <a:xfrm>
                  <a:off x="2961216" y="-1852132"/>
                  <a:ext cx="382957" cy="344314"/>
                </a:xfrm>
                <a:custGeom>
                  <a:avLst/>
                  <a:gdLst/>
                  <a:ahLst/>
                  <a:cxnLst/>
                  <a:rect l="l" t="t" r="r" b="b"/>
                  <a:pathLst>
                    <a:path w="8047" h="7235" extrusionOk="0">
                      <a:moveTo>
                        <a:pt x="0" y="0"/>
                      </a:moveTo>
                      <a:lnTo>
                        <a:pt x="0" y="859"/>
                      </a:lnTo>
                      <a:lnTo>
                        <a:pt x="7421" y="7234"/>
                      </a:lnTo>
                      <a:lnTo>
                        <a:pt x="8046" y="7234"/>
                      </a:lnTo>
                      <a:lnTo>
                        <a:pt x="0" y="0"/>
                      </a:ln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sp>
        <p:nvSpPr>
          <p:cNvPr id="4373" name="Google Shape;4373;p61"/>
          <p:cNvSpPr txBox="1">
            <a:spLocks noGrp="1"/>
          </p:cNvSpPr>
          <p:nvPr>
            <p:ph type="title"/>
          </p:nvPr>
        </p:nvSpPr>
        <p:spPr>
          <a:xfrm>
            <a:off x="720125" y="539100"/>
            <a:ext cx="3852000" cy="1046700"/>
          </a:xfrm>
          <a:prstGeom prst="rect">
            <a:avLst/>
          </a:prstGeom>
        </p:spPr>
        <p:txBody>
          <a:bodyPr spcFirstLastPara="1" wrap="square" lIns="14400" tIns="14400" rIns="14400" bIns="14400" anchor="ctr" anchorCtr="0">
            <a:noAutofit/>
          </a:bodyPr>
          <a:lstStyle/>
          <a:p>
            <a:pPr marL="0" lvl="0" indent="0" algn="l" rtl="0">
              <a:spcBef>
                <a:spcPts val="0"/>
              </a:spcBef>
              <a:spcAft>
                <a:spcPts val="0"/>
              </a:spcAft>
              <a:buNone/>
            </a:pPr>
            <a:r>
              <a:rPr lang="en"/>
              <a:t>Roadmap timeline</a:t>
            </a:r>
            <a:endParaRPr/>
          </a:p>
        </p:txBody>
      </p:sp>
      <p:sp>
        <p:nvSpPr>
          <p:cNvPr id="4374" name="Google Shape;4374;p61"/>
          <p:cNvSpPr txBox="1"/>
          <p:nvPr/>
        </p:nvSpPr>
        <p:spPr>
          <a:xfrm flipH="1">
            <a:off x="6666280" y="2899600"/>
            <a:ext cx="1764600" cy="384900"/>
          </a:xfrm>
          <a:prstGeom prst="rect">
            <a:avLst/>
          </a:prstGeom>
          <a:noFill/>
          <a:ln>
            <a:noFill/>
          </a:ln>
        </p:spPr>
        <p:txBody>
          <a:bodyPr spcFirstLastPara="1" wrap="square" lIns="14400" tIns="14400" rIns="14400" bIns="14400" anchor="ctr" anchorCtr="0">
            <a:noAutofit/>
          </a:bodyPr>
          <a:lstStyle/>
          <a:p>
            <a:pPr marL="0" marR="0" lvl="0" indent="0" algn="l" rtl="0">
              <a:lnSpc>
                <a:spcPct val="100000"/>
              </a:lnSpc>
              <a:spcBef>
                <a:spcPts val="0"/>
              </a:spcBef>
              <a:spcAft>
                <a:spcPts val="0"/>
              </a:spcAft>
              <a:buNone/>
            </a:pPr>
            <a:r>
              <a:rPr lang="en" sz="2000" b="1">
                <a:solidFill>
                  <a:schemeClr val="accent1"/>
                </a:solidFill>
                <a:latin typeface="Arvo"/>
                <a:ea typeface="Arvo"/>
                <a:cs typeface="Arvo"/>
                <a:sym typeface="Arvo"/>
              </a:rPr>
              <a:t>Step 4</a:t>
            </a:r>
            <a:endParaRPr sz="2000" b="1">
              <a:solidFill>
                <a:schemeClr val="accent1"/>
              </a:solidFill>
              <a:latin typeface="Arvo"/>
              <a:ea typeface="Arvo"/>
              <a:cs typeface="Arvo"/>
              <a:sym typeface="Arvo"/>
            </a:endParaRPr>
          </a:p>
        </p:txBody>
      </p:sp>
      <p:sp>
        <p:nvSpPr>
          <p:cNvPr id="4375" name="Google Shape;4375;p61"/>
          <p:cNvSpPr txBox="1"/>
          <p:nvPr/>
        </p:nvSpPr>
        <p:spPr>
          <a:xfrm flipH="1">
            <a:off x="6666300" y="3284500"/>
            <a:ext cx="1764600" cy="524700"/>
          </a:xfrm>
          <a:prstGeom prst="rect">
            <a:avLst/>
          </a:prstGeom>
          <a:noFill/>
          <a:ln>
            <a:noFill/>
          </a:ln>
        </p:spPr>
        <p:txBody>
          <a:bodyPr spcFirstLastPara="1" wrap="square" lIns="14400" tIns="14400" rIns="14400" bIns="14400" anchor="ctr" anchorCtr="0">
            <a:noAutofit/>
          </a:bodyPr>
          <a:lstStyle/>
          <a:p>
            <a:pPr marL="0" lvl="0" indent="0" algn="l" rtl="0">
              <a:spcBef>
                <a:spcPts val="0"/>
              </a:spcBef>
              <a:spcAft>
                <a:spcPts val="0"/>
              </a:spcAft>
              <a:buNone/>
            </a:pPr>
            <a:r>
              <a:rPr lang="en" sz="1300" dirty="0">
                <a:solidFill>
                  <a:schemeClr val="accent1"/>
                </a:solidFill>
                <a:latin typeface="Spartan"/>
                <a:ea typeface="Spartan"/>
                <a:cs typeface="Spartan"/>
                <a:sym typeface="Spartan"/>
              </a:rPr>
              <a:t>Exemplo de consultas</a:t>
            </a:r>
            <a:endParaRPr dirty="0">
              <a:solidFill>
                <a:srgbClr val="434343"/>
              </a:solidFill>
              <a:latin typeface="Anaheim"/>
              <a:ea typeface="Anaheim"/>
              <a:cs typeface="Anaheim"/>
              <a:sym typeface="Anaheim"/>
            </a:endParaRPr>
          </a:p>
        </p:txBody>
      </p:sp>
      <p:sp>
        <p:nvSpPr>
          <p:cNvPr id="4376" name="Google Shape;4376;p61"/>
          <p:cNvSpPr txBox="1"/>
          <p:nvPr/>
        </p:nvSpPr>
        <p:spPr>
          <a:xfrm flipH="1">
            <a:off x="5316692" y="676325"/>
            <a:ext cx="1764600" cy="384900"/>
          </a:xfrm>
          <a:prstGeom prst="rect">
            <a:avLst/>
          </a:prstGeom>
          <a:noFill/>
          <a:ln>
            <a:noFill/>
          </a:ln>
        </p:spPr>
        <p:txBody>
          <a:bodyPr spcFirstLastPara="1" wrap="square" lIns="14400" tIns="14400" rIns="14400" bIns="14400" anchor="ctr" anchorCtr="0">
            <a:noAutofit/>
          </a:bodyPr>
          <a:lstStyle/>
          <a:p>
            <a:pPr marL="0" marR="0" lvl="0" indent="0" algn="l" rtl="0">
              <a:lnSpc>
                <a:spcPct val="100000"/>
              </a:lnSpc>
              <a:spcBef>
                <a:spcPts val="0"/>
              </a:spcBef>
              <a:spcAft>
                <a:spcPts val="0"/>
              </a:spcAft>
              <a:buNone/>
            </a:pPr>
            <a:r>
              <a:rPr lang="en" sz="2000" b="1">
                <a:solidFill>
                  <a:schemeClr val="accent1"/>
                </a:solidFill>
                <a:latin typeface="Arvo"/>
                <a:ea typeface="Arvo"/>
                <a:cs typeface="Arvo"/>
                <a:sym typeface="Arvo"/>
              </a:rPr>
              <a:t>Step 3</a:t>
            </a:r>
            <a:endParaRPr sz="2000" b="1">
              <a:solidFill>
                <a:schemeClr val="accent1"/>
              </a:solidFill>
              <a:latin typeface="Arvo"/>
              <a:ea typeface="Arvo"/>
              <a:cs typeface="Arvo"/>
              <a:sym typeface="Arvo"/>
            </a:endParaRPr>
          </a:p>
        </p:txBody>
      </p:sp>
      <p:sp>
        <p:nvSpPr>
          <p:cNvPr id="4377" name="Google Shape;4377;p61"/>
          <p:cNvSpPr txBox="1"/>
          <p:nvPr/>
        </p:nvSpPr>
        <p:spPr>
          <a:xfrm flipH="1">
            <a:off x="5316713" y="1061225"/>
            <a:ext cx="1764600" cy="524700"/>
          </a:xfrm>
          <a:prstGeom prst="rect">
            <a:avLst/>
          </a:prstGeom>
          <a:noFill/>
          <a:ln>
            <a:noFill/>
          </a:ln>
        </p:spPr>
        <p:txBody>
          <a:bodyPr spcFirstLastPara="1" wrap="square" lIns="14400" tIns="14400" rIns="14400" bIns="14400" anchor="ctr" anchorCtr="0">
            <a:noAutofit/>
          </a:bodyPr>
          <a:lstStyle/>
          <a:p>
            <a:pPr marL="0" lvl="0" indent="0" algn="l" rtl="0">
              <a:spcBef>
                <a:spcPts val="0"/>
              </a:spcBef>
              <a:spcAft>
                <a:spcPts val="0"/>
              </a:spcAft>
              <a:buNone/>
            </a:pPr>
            <a:r>
              <a:rPr lang="en" sz="1300" dirty="0">
                <a:solidFill>
                  <a:schemeClr val="accent1"/>
                </a:solidFill>
                <a:latin typeface="Spartan"/>
                <a:ea typeface="Spartan"/>
                <a:cs typeface="Spartan"/>
                <a:sym typeface="Spartan"/>
              </a:rPr>
              <a:t>Insert(inserção de dados)</a:t>
            </a:r>
            <a:endParaRPr dirty="0">
              <a:solidFill>
                <a:srgbClr val="434343"/>
              </a:solidFill>
              <a:latin typeface="Anaheim"/>
              <a:ea typeface="Anaheim"/>
              <a:cs typeface="Anaheim"/>
              <a:sym typeface="Anaheim"/>
            </a:endParaRPr>
          </a:p>
        </p:txBody>
      </p:sp>
      <p:sp>
        <p:nvSpPr>
          <p:cNvPr id="4378" name="Google Shape;4378;p61"/>
          <p:cNvSpPr txBox="1"/>
          <p:nvPr/>
        </p:nvSpPr>
        <p:spPr>
          <a:xfrm flipH="1">
            <a:off x="3125817" y="3227800"/>
            <a:ext cx="1764600" cy="384900"/>
          </a:xfrm>
          <a:prstGeom prst="rect">
            <a:avLst/>
          </a:prstGeom>
          <a:noFill/>
          <a:ln>
            <a:noFill/>
          </a:ln>
        </p:spPr>
        <p:txBody>
          <a:bodyPr spcFirstLastPara="1" wrap="square" lIns="14400" tIns="14400" rIns="14400" bIns="14400" anchor="ctr" anchorCtr="0">
            <a:noAutofit/>
          </a:bodyPr>
          <a:lstStyle/>
          <a:p>
            <a:pPr marL="0" marR="0" lvl="0" indent="0" algn="l" rtl="0">
              <a:lnSpc>
                <a:spcPct val="100000"/>
              </a:lnSpc>
              <a:spcBef>
                <a:spcPts val="0"/>
              </a:spcBef>
              <a:spcAft>
                <a:spcPts val="0"/>
              </a:spcAft>
              <a:buNone/>
            </a:pPr>
            <a:r>
              <a:rPr lang="en" sz="2000" b="1">
                <a:solidFill>
                  <a:schemeClr val="accent1"/>
                </a:solidFill>
                <a:latin typeface="Arvo"/>
                <a:ea typeface="Arvo"/>
                <a:cs typeface="Arvo"/>
                <a:sym typeface="Arvo"/>
              </a:rPr>
              <a:t>Step 2</a:t>
            </a:r>
            <a:endParaRPr sz="2000" b="1">
              <a:solidFill>
                <a:schemeClr val="accent1"/>
              </a:solidFill>
              <a:latin typeface="Arvo"/>
              <a:ea typeface="Arvo"/>
              <a:cs typeface="Arvo"/>
              <a:sym typeface="Arvo"/>
            </a:endParaRPr>
          </a:p>
        </p:txBody>
      </p:sp>
      <p:sp>
        <p:nvSpPr>
          <p:cNvPr id="4379" name="Google Shape;4379;p61"/>
          <p:cNvSpPr txBox="1"/>
          <p:nvPr/>
        </p:nvSpPr>
        <p:spPr>
          <a:xfrm flipH="1">
            <a:off x="3125838" y="3612700"/>
            <a:ext cx="1764600" cy="524700"/>
          </a:xfrm>
          <a:prstGeom prst="rect">
            <a:avLst/>
          </a:prstGeom>
          <a:noFill/>
          <a:ln>
            <a:noFill/>
          </a:ln>
        </p:spPr>
        <p:txBody>
          <a:bodyPr spcFirstLastPara="1" wrap="square" lIns="14400" tIns="14400" rIns="14400" bIns="14400" anchor="ctr" anchorCtr="0">
            <a:noAutofit/>
          </a:bodyPr>
          <a:lstStyle/>
          <a:p>
            <a:pPr marL="0" lvl="0" indent="0" algn="l" rtl="0">
              <a:spcBef>
                <a:spcPts val="0"/>
              </a:spcBef>
              <a:spcAft>
                <a:spcPts val="0"/>
              </a:spcAft>
              <a:buNone/>
            </a:pPr>
            <a:r>
              <a:rPr lang="en" sz="1300" dirty="0">
                <a:solidFill>
                  <a:schemeClr val="accent1"/>
                </a:solidFill>
                <a:latin typeface="Spartan"/>
                <a:ea typeface="Spartan"/>
                <a:cs typeface="Spartan"/>
                <a:sym typeface="Spartan"/>
              </a:rPr>
              <a:t>Trigger(gatilho)</a:t>
            </a:r>
            <a:endParaRPr dirty="0">
              <a:solidFill>
                <a:srgbClr val="434343"/>
              </a:solidFill>
              <a:latin typeface="Anaheim"/>
              <a:ea typeface="Anaheim"/>
              <a:cs typeface="Anaheim"/>
              <a:sym typeface="Anaheim"/>
            </a:endParaRPr>
          </a:p>
        </p:txBody>
      </p:sp>
      <p:sp>
        <p:nvSpPr>
          <p:cNvPr id="4380" name="Google Shape;4380;p61"/>
          <p:cNvSpPr txBox="1"/>
          <p:nvPr/>
        </p:nvSpPr>
        <p:spPr>
          <a:xfrm flipH="1">
            <a:off x="720130" y="1826700"/>
            <a:ext cx="1764600" cy="384900"/>
          </a:xfrm>
          <a:prstGeom prst="rect">
            <a:avLst/>
          </a:prstGeom>
          <a:noFill/>
          <a:ln>
            <a:noFill/>
          </a:ln>
        </p:spPr>
        <p:txBody>
          <a:bodyPr spcFirstLastPara="1" wrap="square" lIns="14400" tIns="14400" rIns="14400" bIns="14400" anchor="ctr" anchorCtr="0">
            <a:noAutofit/>
          </a:bodyPr>
          <a:lstStyle/>
          <a:p>
            <a:pPr marL="0" marR="0" lvl="0" indent="0" algn="l" rtl="0">
              <a:lnSpc>
                <a:spcPct val="100000"/>
              </a:lnSpc>
              <a:spcBef>
                <a:spcPts val="0"/>
              </a:spcBef>
              <a:spcAft>
                <a:spcPts val="0"/>
              </a:spcAft>
              <a:buNone/>
            </a:pPr>
            <a:r>
              <a:rPr lang="en" sz="2000" b="1">
                <a:solidFill>
                  <a:schemeClr val="accent1"/>
                </a:solidFill>
                <a:latin typeface="Arvo"/>
                <a:ea typeface="Arvo"/>
                <a:cs typeface="Arvo"/>
                <a:sym typeface="Arvo"/>
              </a:rPr>
              <a:t>Step 1</a:t>
            </a:r>
            <a:endParaRPr sz="2000" b="1">
              <a:solidFill>
                <a:schemeClr val="accent1"/>
              </a:solidFill>
              <a:latin typeface="Arvo"/>
              <a:ea typeface="Arvo"/>
              <a:cs typeface="Arvo"/>
              <a:sym typeface="Arvo"/>
            </a:endParaRPr>
          </a:p>
        </p:txBody>
      </p:sp>
      <p:sp>
        <p:nvSpPr>
          <p:cNvPr id="4381" name="Google Shape;4381;p61"/>
          <p:cNvSpPr txBox="1"/>
          <p:nvPr/>
        </p:nvSpPr>
        <p:spPr>
          <a:xfrm flipH="1">
            <a:off x="720150" y="2211600"/>
            <a:ext cx="1764600" cy="524700"/>
          </a:xfrm>
          <a:prstGeom prst="rect">
            <a:avLst/>
          </a:prstGeom>
          <a:noFill/>
          <a:ln>
            <a:noFill/>
          </a:ln>
        </p:spPr>
        <p:txBody>
          <a:bodyPr spcFirstLastPara="1" wrap="square" lIns="14400" tIns="14400" rIns="14400" bIns="14400" anchor="ctr" anchorCtr="0">
            <a:noAutofit/>
          </a:bodyPr>
          <a:lstStyle/>
          <a:p>
            <a:pPr marL="0" lvl="0" indent="0" algn="l" rtl="0">
              <a:spcBef>
                <a:spcPts val="0"/>
              </a:spcBef>
              <a:spcAft>
                <a:spcPts val="0"/>
              </a:spcAft>
              <a:buNone/>
            </a:pPr>
            <a:r>
              <a:rPr lang="en" sz="1300" dirty="0">
                <a:solidFill>
                  <a:schemeClr val="accent1"/>
                </a:solidFill>
                <a:latin typeface="Spartan"/>
                <a:ea typeface="Spartan"/>
                <a:cs typeface="Spartan"/>
                <a:sym typeface="Spartan"/>
              </a:rPr>
              <a:t>Criação das tabelas</a:t>
            </a:r>
            <a:endParaRPr dirty="0">
              <a:solidFill>
                <a:srgbClr val="434343"/>
              </a:solidFill>
              <a:latin typeface="Anaheim"/>
              <a:ea typeface="Anaheim"/>
              <a:cs typeface="Anaheim"/>
              <a:sym typeface="Anaheim"/>
            </a:endParaRPr>
          </a:p>
        </p:txBody>
      </p:sp>
      <p:sp>
        <p:nvSpPr>
          <p:cNvPr id="4382" name="Google Shape;4382;p61"/>
          <p:cNvSpPr/>
          <p:nvPr/>
        </p:nvSpPr>
        <p:spPr>
          <a:xfrm rot="-393085">
            <a:off x="7407384" y="4319265"/>
            <a:ext cx="1246034" cy="295805"/>
          </a:xfrm>
          <a:prstGeom prst="rect">
            <a:avLst/>
          </a:prstGeom>
        </p:spPr>
        <p:txBody>
          <a:bodyPr>
            <a:prstTxWarp prst="textPlain">
              <a:avLst/>
            </a:prstTxWarp>
          </a:bodyPr>
          <a:lstStyle/>
          <a:p>
            <a:pPr lvl="0" algn="ctr"/>
            <a:r>
              <a:rPr lang="pt-BR" b="0" i="0" dirty="0">
                <a:ln>
                  <a:noFill/>
                </a:ln>
                <a:solidFill>
                  <a:schemeClr val="lt2"/>
                </a:solidFill>
                <a:latin typeface="Nanum Pen Script"/>
              </a:rPr>
              <a:t>Joga y joga</a:t>
            </a:r>
            <a:r>
              <a:rPr b="0" i="0" dirty="0">
                <a:ln>
                  <a:noFill/>
                </a:ln>
                <a:solidFill>
                  <a:schemeClr val="lt2"/>
                </a:solidFill>
                <a:latin typeface="Nanum Pen Script"/>
              </a:rPr>
              <a:t>!</a:t>
            </a:r>
          </a:p>
        </p:txBody>
      </p:sp>
      <p:sp>
        <p:nvSpPr>
          <p:cNvPr id="4383" name="Google Shape;4383;p61"/>
          <p:cNvSpPr/>
          <p:nvPr/>
        </p:nvSpPr>
        <p:spPr>
          <a:xfrm flipH="1">
            <a:off x="8155866" y="2465613"/>
            <a:ext cx="391761" cy="212283"/>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959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84" name="Google Shape;4384;p61"/>
          <p:cNvGrpSpPr/>
          <p:nvPr/>
        </p:nvGrpSpPr>
        <p:grpSpPr>
          <a:xfrm>
            <a:off x="1547721" y="3106314"/>
            <a:ext cx="475927" cy="881063"/>
            <a:chOff x="7797029" y="2174230"/>
            <a:chExt cx="1161931" cy="2151032"/>
          </a:xfrm>
        </p:grpSpPr>
        <p:sp>
          <p:nvSpPr>
            <p:cNvPr id="4385" name="Google Shape;4385;p61"/>
            <p:cNvSpPr/>
            <p:nvPr/>
          </p:nvSpPr>
          <p:spPr>
            <a:xfrm>
              <a:off x="7797029" y="2174230"/>
              <a:ext cx="1161931" cy="1382760"/>
            </a:xfrm>
            <a:custGeom>
              <a:avLst/>
              <a:gdLst/>
              <a:ahLst/>
              <a:cxnLst/>
              <a:rect l="l" t="t" r="r" b="b"/>
              <a:pathLst>
                <a:path w="21273" h="25316" extrusionOk="0">
                  <a:moveTo>
                    <a:pt x="11920" y="0"/>
                  </a:moveTo>
                  <a:cubicBezTo>
                    <a:pt x="9767" y="0"/>
                    <a:pt x="7648" y="927"/>
                    <a:pt x="6217" y="2390"/>
                  </a:cubicBezTo>
                  <a:cubicBezTo>
                    <a:pt x="4630" y="4024"/>
                    <a:pt x="3883" y="6245"/>
                    <a:pt x="3883" y="8383"/>
                  </a:cubicBezTo>
                  <a:cubicBezTo>
                    <a:pt x="3846" y="9045"/>
                    <a:pt x="3930" y="9745"/>
                    <a:pt x="3650" y="10361"/>
                  </a:cubicBezTo>
                  <a:cubicBezTo>
                    <a:pt x="3417" y="10828"/>
                    <a:pt x="3034" y="11220"/>
                    <a:pt x="2679" y="11650"/>
                  </a:cubicBezTo>
                  <a:cubicBezTo>
                    <a:pt x="1046" y="13516"/>
                    <a:pt x="0" y="15850"/>
                    <a:pt x="75" y="18183"/>
                  </a:cubicBezTo>
                  <a:cubicBezTo>
                    <a:pt x="150" y="20554"/>
                    <a:pt x="1438" y="22888"/>
                    <a:pt x="3613" y="24213"/>
                  </a:cubicBezTo>
                  <a:cubicBezTo>
                    <a:pt x="4824" y="24931"/>
                    <a:pt x="6299" y="25315"/>
                    <a:pt x="7769" y="25315"/>
                  </a:cubicBezTo>
                  <a:cubicBezTo>
                    <a:pt x="8994" y="25315"/>
                    <a:pt x="10215" y="25048"/>
                    <a:pt x="11276" y="24484"/>
                  </a:cubicBezTo>
                  <a:cubicBezTo>
                    <a:pt x="12090" y="24825"/>
                    <a:pt x="13002" y="24989"/>
                    <a:pt x="13926" y="24989"/>
                  </a:cubicBezTo>
                  <a:cubicBezTo>
                    <a:pt x="15830" y="24989"/>
                    <a:pt x="17782" y="24291"/>
                    <a:pt x="19014" y="23009"/>
                  </a:cubicBezTo>
                  <a:cubicBezTo>
                    <a:pt x="20843" y="21142"/>
                    <a:pt x="21273" y="18417"/>
                    <a:pt x="20498" y="16083"/>
                  </a:cubicBezTo>
                  <a:cubicBezTo>
                    <a:pt x="20143" y="14954"/>
                    <a:pt x="19518" y="13908"/>
                    <a:pt x="18864" y="12891"/>
                  </a:cubicBezTo>
                  <a:cubicBezTo>
                    <a:pt x="18743" y="12742"/>
                    <a:pt x="18668" y="12546"/>
                    <a:pt x="18631" y="12350"/>
                  </a:cubicBezTo>
                  <a:cubicBezTo>
                    <a:pt x="18631" y="12191"/>
                    <a:pt x="18743" y="11995"/>
                    <a:pt x="18780" y="11808"/>
                  </a:cubicBezTo>
                  <a:cubicBezTo>
                    <a:pt x="20843" y="3090"/>
                    <a:pt x="16718" y="561"/>
                    <a:pt x="12835" y="57"/>
                  </a:cubicBezTo>
                  <a:cubicBezTo>
                    <a:pt x="12530" y="19"/>
                    <a:pt x="12225" y="0"/>
                    <a:pt x="119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86" name="Google Shape;4386;p61"/>
            <p:cNvGrpSpPr/>
            <p:nvPr/>
          </p:nvGrpSpPr>
          <p:grpSpPr>
            <a:xfrm>
              <a:off x="8149431" y="2521491"/>
              <a:ext cx="429313" cy="1803771"/>
              <a:chOff x="6097050" y="1346450"/>
              <a:chExt cx="196500" cy="825600"/>
            </a:xfrm>
          </p:grpSpPr>
          <p:sp>
            <p:nvSpPr>
              <p:cNvPr id="4387" name="Google Shape;4387;p61"/>
              <p:cNvSpPr/>
              <p:nvPr/>
            </p:nvSpPr>
            <p:spPr>
              <a:xfrm>
                <a:off x="6203225" y="1432075"/>
                <a:ext cx="20325" cy="739975"/>
              </a:xfrm>
              <a:custGeom>
                <a:avLst/>
                <a:gdLst/>
                <a:ahLst/>
                <a:cxnLst/>
                <a:rect l="l" t="t" r="r" b="b"/>
                <a:pathLst>
                  <a:path w="813" h="29599" extrusionOk="0">
                    <a:moveTo>
                      <a:pt x="420" y="1"/>
                    </a:moveTo>
                    <a:cubicBezTo>
                      <a:pt x="187" y="1"/>
                      <a:pt x="0" y="197"/>
                      <a:pt x="0" y="430"/>
                    </a:cubicBezTo>
                    <a:lnTo>
                      <a:pt x="0" y="29207"/>
                    </a:lnTo>
                    <a:cubicBezTo>
                      <a:pt x="0" y="29440"/>
                      <a:pt x="187" y="29599"/>
                      <a:pt x="420" y="29599"/>
                    </a:cubicBezTo>
                    <a:cubicBezTo>
                      <a:pt x="616" y="29599"/>
                      <a:pt x="812" y="29440"/>
                      <a:pt x="812" y="29207"/>
                    </a:cubicBezTo>
                    <a:lnTo>
                      <a:pt x="812" y="430"/>
                    </a:lnTo>
                    <a:cubicBezTo>
                      <a:pt x="812" y="197"/>
                      <a:pt x="616" y="1"/>
                      <a:pt x="42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8" name="Google Shape;4388;p61"/>
              <p:cNvSpPr/>
              <p:nvPr/>
            </p:nvSpPr>
            <p:spPr>
              <a:xfrm>
                <a:off x="6097050" y="1389375"/>
                <a:ext cx="124625" cy="276800"/>
              </a:xfrm>
              <a:custGeom>
                <a:avLst/>
                <a:gdLst/>
                <a:ahLst/>
                <a:cxnLst/>
                <a:rect l="l" t="t" r="r" b="b"/>
                <a:pathLst>
                  <a:path w="4985" h="11072" extrusionOk="0">
                    <a:moveTo>
                      <a:pt x="430" y="1"/>
                    </a:moveTo>
                    <a:cubicBezTo>
                      <a:pt x="234" y="1"/>
                      <a:pt x="84" y="113"/>
                      <a:pt x="84" y="309"/>
                    </a:cubicBezTo>
                    <a:cubicBezTo>
                      <a:pt x="47" y="971"/>
                      <a:pt x="0" y="1587"/>
                      <a:pt x="0" y="2250"/>
                    </a:cubicBezTo>
                    <a:cubicBezTo>
                      <a:pt x="0" y="3809"/>
                      <a:pt x="159" y="5405"/>
                      <a:pt x="747" y="6917"/>
                    </a:cubicBezTo>
                    <a:cubicBezTo>
                      <a:pt x="1447" y="8672"/>
                      <a:pt x="2763" y="10147"/>
                      <a:pt x="4396" y="11043"/>
                    </a:cubicBezTo>
                    <a:cubicBezTo>
                      <a:pt x="4449" y="11063"/>
                      <a:pt x="4501" y="11072"/>
                      <a:pt x="4550" y="11072"/>
                    </a:cubicBezTo>
                    <a:cubicBezTo>
                      <a:pt x="4688" y="11072"/>
                      <a:pt x="4808" y="11001"/>
                      <a:pt x="4863" y="10884"/>
                    </a:cubicBezTo>
                    <a:cubicBezTo>
                      <a:pt x="4985" y="10735"/>
                      <a:pt x="4901" y="10539"/>
                      <a:pt x="4751" y="10417"/>
                    </a:cubicBezTo>
                    <a:cubicBezTo>
                      <a:pt x="3230" y="9605"/>
                      <a:pt x="2026" y="8243"/>
                      <a:pt x="1363" y="6646"/>
                    </a:cubicBezTo>
                    <a:cubicBezTo>
                      <a:pt x="822" y="5284"/>
                      <a:pt x="700" y="3772"/>
                      <a:pt x="700" y="2250"/>
                    </a:cubicBezTo>
                    <a:cubicBezTo>
                      <a:pt x="700" y="1634"/>
                      <a:pt x="700" y="971"/>
                      <a:pt x="747" y="346"/>
                    </a:cubicBezTo>
                    <a:cubicBezTo>
                      <a:pt x="747" y="150"/>
                      <a:pt x="588" y="1"/>
                      <a:pt x="43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89" name="Google Shape;4389;p61"/>
              <p:cNvSpPr/>
              <p:nvPr/>
            </p:nvSpPr>
            <p:spPr>
              <a:xfrm>
                <a:off x="6207875" y="1346450"/>
                <a:ext cx="85675" cy="205950"/>
              </a:xfrm>
              <a:custGeom>
                <a:avLst/>
                <a:gdLst/>
                <a:ahLst/>
                <a:cxnLst/>
                <a:rect l="l" t="t" r="r" b="b"/>
                <a:pathLst>
                  <a:path w="3427" h="8238" extrusionOk="0">
                    <a:moveTo>
                      <a:pt x="2997" y="0"/>
                    </a:moveTo>
                    <a:cubicBezTo>
                      <a:pt x="2801" y="0"/>
                      <a:pt x="2652" y="159"/>
                      <a:pt x="2689" y="355"/>
                    </a:cubicBezTo>
                    <a:cubicBezTo>
                      <a:pt x="2726" y="1055"/>
                      <a:pt x="2764" y="1718"/>
                      <a:pt x="2764" y="2371"/>
                    </a:cubicBezTo>
                    <a:cubicBezTo>
                      <a:pt x="2764" y="3118"/>
                      <a:pt x="2726" y="3818"/>
                      <a:pt x="2530" y="4518"/>
                    </a:cubicBezTo>
                    <a:cubicBezTo>
                      <a:pt x="2381" y="5171"/>
                      <a:pt x="2101" y="5797"/>
                      <a:pt x="1718" y="6338"/>
                    </a:cubicBezTo>
                    <a:cubicBezTo>
                      <a:pt x="1326" y="6889"/>
                      <a:pt x="822" y="7318"/>
                      <a:pt x="234" y="7589"/>
                    </a:cubicBezTo>
                    <a:cubicBezTo>
                      <a:pt x="85" y="7663"/>
                      <a:pt x="1" y="7859"/>
                      <a:pt x="85" y="8018"/>
                    </a:cubicBezTo>
                    <a:cubicBezTo>
                      <a:pt x="112" y="8156"/>
                      <a:pt x="246" y="8237"/>
                      <a:pt x="378" y="8237"/>
                    </a:cubicBezTo>
                    <a:cubicBezTo>
                      <a:pt x="425" y="8237"/>
                      <a:pt x="472" y="8227"/>
                      <a:pt x="514" y="8205"/>
                    </a:cubicBezTo>
                    <a:cubicBezTo>
                      <a:pt x="1214" y="7897"/>
                      <a:pt x="1830" y="7355"/>
                      <a:pt x="2260" y="6730"/>
                    </a:cubicBezTo>
                    <a:cubicBezTo>
                      <a:pt x="2726" y="6151"/>
                      <a:pt x="3034" y="5405"/>
                      <a:pt x="3193" y="4667"/>
                    </a:cubicBezTo>
                    <a:cubicBezTo>
                      <a:pt x="3389" y="3930"/>
                      <a:pt x="3426" y="3155"/>
                      <a:pt x="3426" y="2371"/>
                    </a:cubicBezTo>
                    <a:cubicBezTo>
                      <a:pt x="3426" y="1671"/>
                      <a:pt x="3389" y="971"/>
                      <a:pt x="3352" y="318"/>
                    </a:cubicBezTo>
                    <a:cubicBezTo>
                      <a:pt x="3352" y="122"/>
                      <a:pt x="3156" y="0"/>
                      <a:pt x="2997"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390" name="Google Shape;4390;p61"/>
          <p:cNvGrpSpPr/>
          <p:nvPr/>
        </p:nvGrpSpPr>
        <p:grpSpPr>
          <a:xfrm>
            <a:off x="4447772" y="2465623"/>
            <a:ext cx="614993" cy="833603"/>
            <a:chOff x="6903325" y="768150"/>
            <a:chExt cx="1883592" cy="2553150"/>
          </a:xfrm>
        </p:grpSpPr>
        <p:sp>
          <p:nvSpPr>
            <p:cNvPr id="4391" name="Google Shape;4391;p61"/>
            <p:cNvSpPr/>
            <p:nvPr/>
          </p:nvSpPr>
          <p:spPr>
            <a:xfrm>
              <a:off x="6903325" y="768150"/>
              <a:ext cx="1883592" cy="1572042"/>
            </a:xfrm>
            <a:custGeom>
              <a:avLst/>
              <a:gdLst/>
              <a:ahLst/>
              <a:cxnLst/>
              <a:rect l="l" t="t" r="r" b="b"/>
              <a:pathLst>
                <a:path w="29832" h="23219" extrusionOk="0">
                  <a:moveTo>
                    <a:pt x="14892" y="1"/>
                  </a:moveTo>
                  <a:cubicBezTo>
                    <a:pt x="14202" y="1"/>
                    <a:pt x="13511" y="388"/>
                    <a:pt x="13217" y="1163"/>
                  </a:cubicBezTo>
                  <a:lnTo>
                    <a:pt x="13217" y="1209"/>
                  </a:lnTo>
                  <a:cubicBezTo>
                    <a:pt x="13105" y="1517"/>
                    <a:pt x="12984" y="1863"/>
                    <a:pt x="12750" y="2096"/>
                  </a:cubicBezTo>
                  <a:cubicBezTo>
                    <a:pt x="12480" y="2414"/>
                    <a:pt x="12050" y="2526"/>
                    <a:pt x="11668" y="2684"/>
                  </a:cubicBezTo>
                  <a:cubicBezTo>
                    <a:pt x="9642" y="3422"/>
                    <a:pt x="8279" y="5643"/>
                    <a:pt x="8475" y="7818"/>
                  </a:cubicBezTo>
                  <a:cubicBezTo>
                    <a:pt x="7150" y="8247"/>
                    <a:pt x="6067" y="9330"/>
                    <a:pt x="5638" y="10655"/>
                  </a:cubicBezTo>
                  <a:cubicBezTo>
                    <a:pt x="5479" y="11197"/>
                    <a:pt x="5405" y="11822"/>
                    <a:pt x="5096" y="12326"/>
                  </a:cubicBezTo>
                  <a:cubicBezTo>
                    <a:pt x="4779" y="12914"/>
                    <a:pt x="4163" y="13297"/>
                    <a:pt x="3696" y="13726"/>
                  </a:cubicBezTo>
                  <a:cubicBezTo>
                    <a:pt x="3612" y="13810"/>
                    <a:pt x="3538" y="13848"/>
                    <a:pt x="3500" y="13922"/>
                  </a:cubicBezTo>
                  <a:cubicBezTo>
                    <a:pt x="0" y="17310"/>
                    <a:pt x="2530" y="23219"/>
                    <a:pt x="7383" y="23219"/>
                  </a:cubicBezTo>
                  <a:lnTo>
                    <a:pt x="22439" y="23219"/>
                  </a:lnTo>
                  <a:cubicBezTo>
                    <a:pt x="27302" y="23219"/>
                    <a:pt x="29832" y="17310"/>
                    <a:pt x="26331" y="13922"/>
                  </a:cubicBezTo>
                  <a:cubicBezTo>
                    <a:pt x="26247" y="13848"/>
                    <a:pt x="26210" y="13810"/>
                    <a:pt x="26135" y="13726"/>
                  </a:cubicBezTo>
                  <a:cubicBezTo>
                    <a:pt x="25631" y="13297"/>
                    <a:pt x="25043" y="12914"/>
                    <a:pt x="24698" y="12326"/>
                  </a:cubicBezTo>
                  <a:cubicBezTo>
                    <a:pt x="24418" y="11822"/>
                    <a:pt x="24343" y="11197"/>
                    <a:pt x="24147" y="10655"/>
                  </a:cubicBezTo>
                  <a:cubicBezTo>
                    <a:pt x="23764" y="9330"/>
                    <a:pt x="22672" y="8247"/>
                    <a:pt x="21310" y="7818"/>
                  </a:cubicBezTo>
                  <a:cubicBezTo>
                    <a:pt x="21543" y="5643"/>
                    <a:pt x="20143" y="3422"/>
                    <a:pt x="18117" y="2684"/>
                  </a:cubicBezTo>
                  <a:cubicBezTo>
                    <a:pt x="17735" y="2526"/>
                    <a:pt x="17305" y="2414"/>
                    <a:pt x="17035" y="2096"/>
                  </a:cubicBezTo>
                  <a:cubicBezTo>
                    <a:pt x="16801" y="1863"/>
                    <a:pt x="16717" y="1517"/>
                    <a:pt x="16605" y="1209"/>
                  </a:cubicBezTo>
                  <a:cubicBezTo>
                    <a:pt x="16605" y="1163"/>
                    <a:pt x="16605" y="1163"/>
                    <a:pt x="16568" y="1163"/>
                  </a:cubicBezTo>
                  <a:cubicBezTo>
                    <a:pt x="16274" y="388"/>
                    <a:pt x="15583" y="1"/>
                    <a:pt x="148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392" name="Google Shape;4392;p61"/>
            <p:cNvGrpSpPr/>
            <p:nvPr/>
          </p:nvGrpSpPr>
          <p:grpSpPr>
            <a:xfrm>
              <a:off x="7376316" y="1424126"/>
              <a:ext cx="866544" cy="842824"/>
              <a:chOff x="5260025" y="1303750"/>
              <a:chExt cx="391800" cy="381075"/>
            </a:xfrm>
          </p:grpSpPr>
          <p:sp>
            <p:nvSpPr>
              <p:cNvPr id="4393" name="Google Shape;4393;p61"/>
              <p:cNvSpPr/>
              <p:nvPr/>
            </p:nvSpPr>
            <p:spPr>
              <a:xfrm>
                <a:off x="5466075" y="1303750"/>
                <a:ext cx="118800" cy="204175"/>
              </a:xfrm>
              <a:custGeom>
                <a:avLst/>
                <a:gdLst/>
                <a:ahLst/>
                <a:cxnLst/>
                <a:rect l="l" t="t" r="r" b="b"/>
                <a:pathLst>
                  <a:path w="4752" h="8167" extrusionOk="0">
                    <a:moveTo>
                      <a:pt x="4396" y="0"/>
                    </a:moveTo>
                    <a:cubicBezTo>
                      <a:pt x="4200" y="0"/>
                      <a:pt x="4051" y="159"/>
                      <a:pt x="4051" y="345"/>
                    </a:cubicBezTo>
                    <a:cubicBezTo>
                      <a:pt x="4051" y="1746"/>
                      <a:pt x="3659" y="3146"/>
                      <a:pt x="2996" y="4434"/>
                    </a:cubicBezTo>
                    <a:cubicBezTo>
                      <a:pt x="2334" y="5675"/>
                      <a:pt x="1363" y="6767"/>
                      <a:pt x="196" y="7542"/>
                    </a:cubicBezTo>
                    <a:cubicBezTo>
                      <a:pt x="37" y="7663"/>
                      <a:pt x="0" y="7897"/>
                      <a:pt x="121" y="8009"/>
                    </a:cubicBezTo>
                    <a:cubicBezTo>
                      <a:pt x="172" y="8115"/>
                      <a:pt x="293" y="8167"/>
                      <a:pt x="416" y="8167"/>
                    </a:cubicBezTo>
                    <a:cubicBezTo>
                      <a:pt x="476" y="8167"/>
                      <a:pt x="536" y="8155"/>
                      <a:pt x="588" y="8130"/>
                    </a:cubicBezTo>
                    <a:cubicBezTo>
                      <a:pt x="1830" y="7271"/>
                      <a:pt x="2884" y="6067"/>
                      <a:pt x="3584" y="4742"/>
                    </a:cubicBezTo>
                    <a:cubicBezTo>
                      <a:pt x="4322" y="3379"/>
                      <a:pt x="4704" y="1904"/>
                      <a:pt x="4751" y="345"/>
                    </a:cubicBezTo>
                    <a:cubicBezTo>
                      <a:pt x="4751" y="159"/>
                      <a:pt x="4592" y="37"/>
                      <a:pt x="4396"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4" name="Google Shape;4394;p61"/>
              <p:cNvSpPr/>
              <p:nvPr/>
            </p:nvSpPr>
            <p:spPr>
              <a:xfrm>
                <a:off x="5528375" y="1430350"/>
                <a:ext cx="123450" cy="46550"/>
              </a:xfrm>
              <a:custGeom>
                <a:avLst/>
                <a:gdLst/>
                <a:ahLst/>
                <a:cxnLst/>
                <a:rect l="l" t="t" r="r" b="b"/>
                <a:pathLst>
                  <a:path w="4938" h="1862" extrusionOk="0">
                    <a:moveTo>
                      <a:pt x="406" y="1"/>
                    </a:moveTo>
                    <a:cubicBezTo>
                      <a:pt x="302" y="1"/>
                      <a:pt x="186" y="53"/>
                      <a:pt x="112" y="144"/>
                    </a:cubicBezTo>
                    <a:cubicBezTo>
                      <a:pt x="0" y="266"/>
                      <a:pt x="38" y="499"/>
                      <a:pt x="196" y="611"/>
                    </a:cubicBezTo>
                    <a:cubicBezTo>
                      <a:pt x="1279" y="1433"/>
                      <a:pt x="2605" y="1862"/>
                      <a:pt x="3930" y="1862"/>
                    </a:cubicBezTo>
                    <a:cubicBezTo>
                      <a:pt x="4163" y="1862"/>
                      <a:pt x="4397" y="1862"/>
                      <a:pt x="4630" y="1815"/>
                    </a:cubicBezTo>
                    <a:cubicBezTo>
                      <a:pt x="4779" y="1815"/>
                      <a:pt x="4938" y="1629"/>
                      <a:pt x="4901" y="1433"/>
                    </a:cubicBezTo>
                    <a:cubicBezTo>
                      <a:pt x="4901" y="1293"/>
                      <a:pt x="4749" y="1154"/>
                      <a:pt x="4605" y="1154"/>
                    </a:cubicBezTo>
                    <a:cubicBezTo>
                      <a:pt x="4585" y="1154"/>
                      <a:pt x="4565" y="1156"/>
                      <a:pt x="4546" y="1162"/>
                    </a:cubicBezTo>
                    <a:cubicBezTo>
                      <a:pt x="4359" y="1162"/>
                      <a:pt x="4126" y="1199"/>
                      <a:pt x="3930" y="1199"/>
                    </a:cubicBezTo>
                    <a:cubicBezTo>
                      <a:pt x="2763" y="1199"/>
                      <a:pt x="1559" y="770"/>
                      <a:pt x="579" y="70"/>
                    </a:cubicBezTo>
                    <a:cubicBezTo>
                      <a:pt x="535" y="22"/>
                      <a:pt x="473" y="1"/>
                      <a:pt x="406"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5" name="Google Shape;4395;p61"/>
              <p:cNvSpPr/>
              <p:nvPr/>
            </p:nvSpPr>
            <p:spPr>
              <a:xfrm>
                <a:off x="5330950" y="1323875"/>
                <a:ext cx="149850" cy="294900"/>
              </a:xfrm>
              <a:custGeom>
                <a:avLst/>
                <a:gdLst/>
                <a:ahLst/>
                <a:cxnLst/>
                <a:rect l="l" t="t" r="r" b="b"/>
                <a:pathLst>
                  <a:path w="5994" h="11796" extrusionOk="0">
                    <a:moveTo>
                      <a:pt x="709" y="0"/>
                    </a:moveTo>
                    <a:cubicBezTo>
                      <a:pt x="552" y="0"/>
                      <a:pt x="426" y="115"/>
                      <a:pt x="393" y="287"/>
                    </a:cubicBezTo>
                    <a:cubicBezTo>
                      <a:pt x="159" y="1603"/>
                      <a:pt x="38" y="2966"/>
                      <a:pt x="1" y="4329"/>
                    </a:cubicBezTo>
                    <a:lnTo>
                      <a:pt x="1" y="4721"/>
                    </a:lnTo>
                    <a:cubicBezTo>
                      <a:pt x="1" y="5533"/>
                      <a:pt x="38" y="6354"/>
                      <a:pt x="197" y="7166"/>
                    </a:cubicBezTo>
                    <a:cubicBezTo>
                      <a:pt x="355" y="7941"/>
                      <a:pt x="626" y="8725"/>
                      <a:pt x="1056" y="9462"/>
                    </a:cubicBezTo>
                    <a:cubicBezTo>
                      <a:pt x="1438" y="10125"/>
                      <a:pt x="2026" y="10704"/>
                      <a:pt x="2689" y="11133"/>
                    </a:cubicBezTo>
                    <a:cubicBezTo>
                      <a:pt x="3342" y="11563"/>
                      <a:pt x="4089" y="11796"/>
                      <a:pt x="4901" y="11796"/>
                    </a:cubicBezTo>
                    <a:cubicBezTo>
                      <a:pt x="5172" y="11796"/>
                      <a:pt x="5442" y="11796"/>
                      <a:pt x="5723" y="11721"/>
                    </a:cubicBezTo>
                    <a:cubicBezTo>
                      <a:pt x="5909" y="11675"/>
                      <a:pt x="5993" y="11488"/>
                      <a:pt x="5956" y="11292"/>
                    </a:cubicBezTo>
                    <a:cubicBezTo>
                      <a:pt x="5915" y="11154"/>
                      <a:pt x="5769" y="11051"/>
                      <a:pt x="5627" y="11051"/>
                    </a:cubicBezTo>
                    <a:cubicBezTo>
                      <a:pt x="5606" y="11051"/>
                      <a:pt x="5585" y="11054"/>
                      <a:pt x="5564" y="11059"/>
                    </a:cubicBezTo>
                    <a:cubicBezTo>
                      <a:pt x="5330" y="11096"/>
                      <a:pt x="5097" y="11133"/>
                      <a:pt x="4901" y="11133"/>
                    </a:cubicBezTo>
                    <a:cubicBezTo>
                      <a:pt x="4238" y="11133"/>
                      <a:pt x="3622" y="10937"/>
                      <a:pt x="3034" y="10555"/>
                    </a:cubicBezTo>
                    <a:cubicBezTo>
                      <a:pt x="2493" y="10200"/>
                      <a:pt x="1989" y="9696"/>
                      <a:pt x="1634" y="9108"/>
                    </a:cubicBezTo>
                    <a:cubicBezTo>
                      <a:pt x="1242" y="8492"/>
                      <a:pt x="1009" y="7754"/>
                      <a:pt x="860" y="7008"/>
                    </a:cubicBezTo>
                    <a:cubicBezTo>
                      <a:pt x="701" y="6270"/>
                      <a:pt x="664" y="5496"/>
                      <a:pt x="664" y="4721"/>
                    </a:cubicBezTo>
                    <a:lnTo>
                      <a:pt x="664" y="4329"/>
                    </a:lnTo>
                    <a:cubicBezTo>
                      <a:pt x="701" y="3003"/>
                      <a:pt x="822" y="1687"/>
                      <a:pt x="1056" y="399"/>
                    </a:cubicBezTo>
                    <a:cubicBezTo>
                      <a:pt x="1093" y="203"/>
                      <a:pt x="972" y="54"/>
                      <a:pt x="776" y="7"/>
                    </a:cubicBezTo>
                    <a:cubicBezTo>
                      <a:pt x="753" y="3"/>
                      <a:pt x="731" y="0"/>
                      <a:pt x="709"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6" name="Google Shape;4396;p61"/>
              <p:cNvSpPr/>
              <p:nvPr/>
            </p:nvSpPr>
            <p:spPr>
              <a:xfrm>
                <a:off x="5334000" y="1373750"/>
                <a:ext cx="70950" cy="128175"/>
              </a:xfrm>
              <a:custGeom>
                <a:avLst/>
                <a:gdLst/>
                <a:ahLst/>
                <a:cxnLst/>
                <a:rect l="l" t="t" r="r" b="b"/>
                <a:pathLst>
                  <a:path w="2838" h="5127" extrusionOk="0">
                    <a:moveTo>
                      <a:pt x="2483" y="0"/>
                    </a:moveTo>
                    <a:cubicBezTo>
                      <a:pt x="2287" y="0"/>
                      <a:pt x="2138" y="159"/>
                      <a:pt x="2138" y="346"/>
                    </a:cubicBezTo>
                    <a:cubicBezTo>
                      <a:pt x="2138" y="1904"/>
                      <a:pt x="1400" y="3501"/>
                      <a:pt x="149" y="4509"/>
                    </a:cubicBezTo>
                    <a:cubicBezTo>
                      <a:pt x="0" y="4630"/>
                      <a:pt x="0" y="4863"/>
                      <a:pt x="112" y="5013"/>
                    </a:cubicBezTo>
                    <a:cubicBezTo>
                      <a:pt x="183" y="5084"/>
                      <a:pt x="277" y="5126"/>
                      <a:pt x="375" y="5126"/>
                    </a:cubicBezTo>
                    <a:cubicBezTo>
                      <a:pt x="443" y="5126"/>
                      <a:pt x="513" y="5105"/>
                      <a:pt x="579" y="5059"/>
                    </a:cubicBezTo>
                    <a:cubicBezTo>
                      <a:pt x="1979" y="3893"/>
                      <a:pt x="2800" y="2138"/>
                      <a:pt x="2838" y="346"/>
                    </a:cubicBezTo>
                    <a:cubicBezTo>
                      <a:pt x="2838" y="159"/>
                      <a:pt x="2679" y="0"/>
                      <a:pt x="248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7" name="Google Shape;4397;p61"/>
              <p:cNvSpPr/>
              <p:nvPr/>
            </p:nvSpPr>
            <p:spPr>
              <a:xfrm>
                <a:off x="5470025" y="1594725"/>
                <a:ext cx="175050" cy="90100"/>
              </a:xfrm>
              <a:custGeom>
                <a:avLst/>
                <a:gdLst/>
                <a:ahLst/>
                <a:cxnLst/>
                <a:rect l="l" t="t" r="r" b="b"/>
                <a:pathLst>
                  <a:path w="7002" h="3604" extrusionOk="0">
                    <a:moveTo>
                      <a:pt x="6641" y="1"/>
                    </a:moveTo>
                    <a:cubicBezTo>
                      <a:pt x="6532" y="1"/>
                      <a:pt x="6427" y="50"/>
                      <a:pt x="6376" y="141"/>
                    </a:cubicBezTo>
                    <a:cubicBezTo>
                      <a:pt x="5713" y="1074"/>
                      <a:pt x="4742" y="1774"/>
                      <a:pt x="3697" y="2203"/>
                    </a:cubicBezTo>
                    <a:cubicBezTo>
                      <a:pt x="2642" y="2670"/>
                      <a:pt x="1476" y="2866"/>
                      <a:pt x="309" y="2903"/>
                    </a:cubicBezTo>
                    <a:cubicBezTo>
                      <a:pt x="160" y="2903"/>
                      <a:pt x="1" y="3099"/>
                      <a:pt x="1" y="3258"/>
                    </a:cubicBezTo>
                    <a:cubicBezTo>
                      <a:pt x="1" y="3454"/>
                      <a:pt x="160" y="3603"/>
                      <a:pt x="346" y="3603"/>
                    </a:cubicBezTo>
                    <a:cubicBezTo>
                      <a:pt x="1597" y="3529"/>
                      <a:pt x="2801" y="3333"/>
                      <a:pt x="3968" y="2829"/>
                    </a:cubicBezTo>
                    <a:cubicBezTo>
                      <a:pt x="5135" y="2362"/>
                      <a:pt x="6180" y="1587"/>
                      <a:pt x="6927" y="533"/>
                    </a:cubicBezTo>
                    <a:cubicBezTo>
                      <a:pt x="7001" y="374"/>
                      <a:pt x="7001" y="187"/>
                      <a:pt x="6843" y="66"/>
                    </a:cubicBezTo>
                    <a:cubicBezTo>
                      <a:pt x="6784" y="22"/>
                      <a:pt x="6712" y="1"/>
                      <a:pt x="664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8" name="Google Shape;4398;p61"/>
              <p:cNvSpPr/>
              <p:nvPr/>
            </p:nvSpPr>
            <p:spPr>
              <a:xfrm>
                <a:off x="5559400" y="1568425"/>
                <a:ext cx="34100" cy="93900"/>
              </a:xfrm>
              <a:custGeom>
                <a:avLst/>
                <a:gdLst/>
                <a:ahLst/>
                <a:cxnLst/>
                <a:rect l="l" t="t" r="r" b="b"/>
                <a:pathLst>
                  <a:path w="1364" h="3756" extrusionOk="0">
                    <a:moveTo>
                      <a:pt x="1010" y="1"/>
                    </a:moveTo>
                    <a:cubicBezTo>
                      <a:pt x="910" y="1"/>
                      <a:pt x="811" y="52"/>
                      <a:pt x="738" y="147"/>
                    </a:cubicBezTo>
                    <a:cubicBezTo>
                      <a:pt x="271" y="726"/>
                      <a:pt x="1" y="1510"/>
                      <a:pt x="1" y="2322"/>
                    </a:cubicBezTo>
                    <a:cubicBezTo>
                      <a:pt x="1" y="2714"/>
                      <a:pt x="85" y="3143"/>
                      <a:pt x="234" y="3573"/>
                    </a:cubicBezTo>
                    <a:cubicBezTo>
                      <a:pt x="295" y="3681"/>
                      <a:pt x="411" y="3755"/>
                      <a:pt x="530" y="3755"/>
                    </a:cubicBezTo>
                    <a:cubicBezTo>
                      <a:pt x="575" y="3755"/>
                      <a:pt x="620" y="3745"/>
                      <a:pt x="663" y="3722"/>
                    </a:cubicBezTo>
                    <a:cubicBezTo>
                      <a:pt x="859" y="3647"/>
                      <a:pt x="934" y="3451"/>
                      <a:pt x="859" y="3293"/>
                    </a:cubicBezTo>
                    <a:cubicBezTo>
                      <a:pt x="738" y="2985"/>
                      <a:pt x="663" y="2639"/>
                      <a:pt x="663" y="2322"/>
                    </a:cubicBezTo>
                    <a:cubicBezTo>
                      <a:pt x="663" y="1659"/>
                      <a:pt x="897" y="1006"/>
                      <a:pt x="1251" y="577"/>
                    </a:cubicBezTo>
                    <a:cubicBezTo>
                      <a:pt x="1364" y="418"/>
                      <a:pt x="1364" y="222"/>
                      <a:pt x="1205" y="72"/>
                    </a:cubicBezTo>
                    <a:cubicBezTo>
                      <a:pt x="1145" y="24"/>
                      <a:pt x="1077" y="1"/>
                      <a:pt x="101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399" name="Google Shape;4399;p61"/>
              <p:cNvSpPr/>
              <p:nvPr/>
            </p:nvSpPr>
            <p:spPr>
              <a:xfrm>
                <a:off x="5260025" y="1542200"/>
                <a:ext cx="132325" cy="60950"/>
              </a:xfrm>
              <a:custGeom>
                <a:avLst/>
                <a:gdLst/>
                <a:ahLst/>
                <a:cxnLst/>
                <a:rect l="l" t="t" r="r" b="b"/>
                <a:pathLst>
                  <a:path w="5293" h="2438" extrusionOk="0">
                    <a:moveTo>
                      <a:pt x="371" y="0"/>
                    </a:moveTo>
                    <a:cubicBezTo>
                      <a:pt x="323" y="0"/>
                      <a:pt x="276" y="10"/>
                      <a:pt x="234" y="29"/>
                    </a:cubicBezTo>
                    <a:cubicBezTo>
                      <a:pt x="75" y="104"/>
                      <a:pt x="0" y="300"/>
                      <a:pt x="38" y="459"/>
                    </a:cubicBezTo>
                    <a:cubicBezTo>
                      <a:pt x="392" y="1196"/>
                      <a:pt x="812" y="1700"/>
                      <a:pt x="1326" y="2008"/>
                    </a:cubicBezTo>
                    <a:cubicBezTo>
                      <a:pt x="1830" y="2326"/>
                      <a:pt x="2371" y="2438"/>
                      <a:pt x="2875" y="2438"/>
                    </a:cubicBezTo>
                    <a:cubicBezTo>
                      <a:pt x="3463" y="2438"/>
                      <a:pt x="4005" y="2288"/>
                      <a:pt x="4434" y="2167"/>
                    </a:cubicBezTo>
                    <a:cubicBezTo>
                      <a:pt x="4826" y="2008"/>
                      <a:pt x="5059" y="1859"/>
                      <a:pt x="5097" y="1859"/>
                    </a:cubicBezTo>
                    <a:cubicBezTo>
                      <a:pt x="5246" y="1775"/>
                      <a:pt x="5293" y="1541"/>
                      <a:pt x="5209" y="1392"/>
                    </a:cubicBezTo>
                    <a:cubicBezTo>
                      <a:pt x="5159" y="1286"/>
                      <a:pt x="5037" y="1217"/>
                      <a:pt x="4915" y="1217"/>
                    </a:cubicBezTo>
                    <a:cubicBezTo>
                      <a:pt x="4855" y="1217"/>
                      <a:pt x="4794" y="1234"/>
                      <a:pt x="4742" y="1271"/>
                    </a:cubicBezTo>
                    <a:cubicBezTo>
                      <a:pt x="4742" y="1271"/>
                      <a:pt x="4509" y="1392"/>
                      <a:pt x="4163" y="1504"/>
                    </a:cubicBezTo>
                    <a:cubicBezTo>
                      <a:pt x="3809" y="1663"/>
                      <a:pt x="3342" y="1775"/>
                      <a:pt x="2875" y="1775"/>
                    </a:cubicBezTo>
                    <a:cubicBezTo>
                      <a:pt x="2492" y="1775"/>
                      <a:pt x="2063" y="1663"/>
                      <a:pt x="1671" y="1467"/>
                    </a:cubicBezTo>
                    <a:cubicBezTo>
                      <a:pt x="1326" y="1233"/>
                      <a:pt x="971" y="841"/>
                      <a:pt x="663" y="188"/>
                    </a:cubicBezTo>
                    <a:cubicBezTo>
                      <a:pt x="636" y="72"/>
                      <a:pt x="502" y="0"/>
                      <a:pt x="37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00" name="Google Shape;4400;p61"/>
            <p:cNvSpPr/>
            <p:nvPr/>
          </p:nvSpPr>
          <p:spPr>
            <a:xfrm>
              <a:off x="7814675" y="1309200"/>
              <a:ext cx="60900" cy="201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01" name="Google Shape;4401;p61"/>
          <p:cNvGrpSpPr/>
          <p:nvPr/>
        </p:nvGrpSpPr>
        <p:grpSpPr>
          <a:xfrm>
            <a:off x="499408" y="2736288"/>
            <a:ext cx="850551" cy="833545"/>
            <a:chOff x="2931025" y="3411875"/>
            <a:chExt cx="1129100" cy="1106525"/>
          </a:xfrm>
        </p:grpSpPr>
        <p:sp>
          <p:nvSpPr>
            <p:cNvPr id="4402" name="Google Shape;4402;p61"/>
            <p:cNvSpPr/>
            <p:nvPr/>
          </p:nvSpPr>
          <p:spPr>
            <a:xfrm>
              <a:off x="3109675" y="3411875"/>
              <a:ext cx="124950" cy="124950"/>
            </a:xfrm>
            <a:custGeom>
              <a:avLst/>
              <a:gdLst/>
              <a:ahLst/>
              <a:cxnLst/>
              <a:rect l="l" t="t" r="r" b="b"/>
              <a:pathLst>
                <a:path w="4998" h="4998" extrusionOk="0">
                  <a:moveTo>
                    <a:pt x="572" y="1"/>
                  </a:moveTo>
                  <a:cubicBezTo>
                    <a:pt x="241" y="1"/>
                    <a:pt x="1" y="241"/>
                    <a:pt x="1" y="572"/>
                  </a:cubicBezTo>
                  <a:lnTo>
                    <a:pt x="1" y="4997"/>
                  </a:lnTo>
                  <a:lnTo>
                    <a:pt x="4997" y="4997"/>
                  </a:lnTo>
                  <a:lnTo>
                    <a:pt x="4997" y="572"/>
                  </a:lnTo>
                  <a:cubicBezTo>
                    <a:pt x="4997" y="241"/>
                    <a:pt x="4711" y="1"/>
                    <a:pt x="4425"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3" name="Google Shape;4403;p61"/>
            <p:cNvSpPr/>
            <p:nvPr/>
          </p:nvSpPr>
          <p:spPr>
            <a:xfrm>
              <a:off x="3000200" y="3926400"/>
              <a:ext cx="989600" cy="592000"/>
            </a:xfrm>
            <a:custGeom>
              <a:avLst/>
              <a:gdLst/>
              <a:ahLst/>
              <a:cxnLst/>
              <a:rect l="l" t="t" r="r" b="b"/>
              <a:pathLst>
                <a:path w="39584" h="23680" extrusionOk="0">
                  <a:moveTo>
                    <a:pt x="0" y="0"/>
                  </a:moveTo>
                  <a:lnTo>
                    <a:pt x="0" y="23679"/>
                  </a:lnTo>
                  <a:lnTo>
                    <a:pt x="39584" y="23679"/>
                  </a:lnTo>
                  <a:lnTo>
                    <a:pt x="39584" y="0"/>
                  </a:ln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4" name="Google Shape;4404;p61"/>
            <p:cNvSpPr/>
            <p:nvPr/>
          </p:nvSpPr>
          <p:spPr>
            <a:xfrm>
              <a:off x="2931025" y="3536800"/>
              <a:ext cx="1129100" cy="389625"/>
            </a:xfrm>
            <a:custGeom>
              <a:avLst/>
              <a:gdLst/>
              <a:ahLst/>
              <a:cxnLst/>
              <a:rect l="l" t="t" r="r" b="b"/>
              <a:pathLst>
                <a:path w="45164" h="15585" extrusionOk="0">
                  <a:moveTo>
                    <a:pt x="4048" y="0"/>
                  </a:moveTo>
                  <a:cubicBezTo>
                    <a:pt x="3762" y="0"/>
                    <a:pt x="3522" y="194"/>
                    <a:pt x="3476" y="435"/>
                  </a:cubicBezTo>
                  <a:lnTo>
                    <a:pt x="92" y="14864"/>
                  </a:lnTo>
                  <a:cubicBezTo>
                    <a:pt x="1" y="15253"/>
                    <a:pt x="286" y="15584"/>
                    <a:pt x="664" y="15584"/>
                  </a:cubicBezTo>
                  <a:lnTo>
                    <a:pt x="44500" y="15584"/>
                  </a:lnTo>
                  <a:cubicBezTo>
                    <a:pt x="44878" y="15584"/>
                    <a:pt x="45163" y="15253"/>
                    <a:pt x="45072" y="14864"/>
                  </a:cubicBezTo>
                  <a:lnTo>
                    <a:pt x="41688" y="435"/>
                  </a:lnTo>
                  <a:cubicBezTo>
                    <a:pt x="41585" y="194"/>
                    <a:pt x="41356" y="0"/>
                    <a:pt x="41070"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5" name="Google Shape;4405;p61"/>
            <p:cNvSpPr/>
            <p:nvPr/>
          </p:nvSpPr>
          <p:spPr>
            <a:xfrm>
              <a:off x="3366925" y="4182500"/>
              <a:ext cx="256150" cy="335900"/>
            </a:xfrm>
            <a:custGeom>
              <a:avLst/>
              <a:gdLst/>
              <a:ahLst/>
              <a:cxnLst/>
              <a:rect l="l" t="t" r="r" b="b"/>
              <a:pathLst>
                <a:path w="10246" h="13436" extrusionOk="0">
                  <a:moveTo>
                    <a:pt x="5146" y="1"/>
                  </a:moveTo>
                  <a:cubicBezTo>
                    <a:pt x="2288" y="1"/>
                    <a:pt x="1" y="2287"/>
                    <a:pt x="1" y="5146"/>
                  </a:cubicBezTo>
                  <a:lnTo>
                    <a:pt x="1" y="13435"/>
                  </a:lnTo>
                  <a:lnTo>
                    <a:pt x="10245" y="13435"/>
                  </a:lnTo>
                  <a:lnTo>
                    <a:pt x="10245" y="5146"/>
                  </a:lnTo>
                  <a:cubicBezTo>
                    <a:pt x="10245" y="2287"/>
                    <a:pt x="7959" y="1"/>
                    <a:pt x="5146"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6" name="Google Shape;4406;p61"/>
            <p:cNvSpPr/>
            <p:nvPr/>
          </p:nvSpPr>
          <p:spPr>
            <a:xfrm>
              <a:off x="3085950" y="4081325"/>
              <a:ext cx="198675" cy="198675"/>
            </a:xfrm>
            <a:custGeom>
              <a:avLst/>
              <a:gdLst/>
              <a:ahLst/>
              <a:cxnLst/>
              <a:rect l="l" t="t" r="r" b="b"/>
              <a:pathLst>
                <a:path w="7947" h="7947" extrusionOk="0">
                  <a:moveTo>
                    <a:pt x="469" y="0"/>
                  </a:moveTo>
                  <a:cubicBezTo>
                    <a:pt x="183" y="0"/>
                    <a:pt x="1" y="183"/>
                    <a:pt x="1" y="469"/>
                  </a:cubicBezTo>
                  <a:lnTo>
                    <a:pt x="1" y="7478"/>
                  </a:lnTo>
                  <a:cubicBezTo>
                    <a:pt x="1" y="7718"/>
                    <a:pt x="183" y="7947"/>
                    <a:pt x="469" y="7947"/>
                  </a:cubicBezTo>
                  <a:lnTo>
                    <a:pt x="7432" y="7947"/>
                  </a:lnTo>
                  <a:cubicBezTo>
                    <a:pt x="7718" y="7947"/>
                    <a:pt x="7947" y="7718"/>
                    <a:pt x="7947" y="7478"/>
                  </a:cubicBezTo>
                  <a:lnTo>
                    <a:pt x="7947" y="469"/>
                  </a:lnTo>
                  <a:cubicBezTo>
                    <a:pt x="7947" y="183"/>
                    <a:pt x="7718" y="0"/>
                    <a:pt x="7432" y="0"/>
                  </a:cubicBezTo>
                  <a:close/>
                </a:path>
              </a:pathLst>
            </a:custGeom>
            <a:solidFill>
              <a:srgbClr val="D7F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7" name="Google Shape;4407;p61"/>
            <p:cNvSpPr/>
            <p:nvPr/>
          </p:nvSpPr>
          <p:spPr>
            <a:xfrm>
              <a:off x="3085950" y="4081325"/>
              <a:ext cx="198675" cy="198675"/>
            </a:xfrm>
            <a:custGeom>
              <a:avLst/>
              <a:gdLst/>
              <a:ahLst/>
              <a:cxnLst/>
              <a:rect l="l" t="t" r="r" b="b"/>
              <a:pathLst>
                <a:path w="7947" h="7947" extrusionOk="0">
                  <a:moveTo>
                    <a:pt x="3762" y="0"/>
                  </a:moveTo>
                  <a:lnTo>
                    <a:pt x="3762" y="3762"/>
                  </a:lnTo>
                  <a:lnTo>
                    <a:pt x="1" y="3762"/>
                  </a:lnTo>
                  <a:lnTo>
                    <a:pt x="1" y="4139"/>
                  </a:lnTo>
                  <a:lnTo>
                    <a:pt x="3762" y="4139"/>
                  </a:lnTo>
                  <a:lnTo>
                    <a:pt x="3762" y="7947"/>
                  </a:lnTo>
                  <a:lnTo>
                    <a:pt x="4140" y="7947"/>
                  </a:lnTo>
                  <a:lnTo>
                    <a:pt x="4140" y="4139"/>
                  </a:lnTo>
                  <a:lnTo>
                    <a:pt x="7947" y="4139"/>
                  </a:lnTo>
                  <a:lnTo>
                    <a:pt x="7947" y="3762"/>
                  </a:lnTo>
                  <a:lnTo>
                    <a:pt x="4140" y="3762"/>
                  </a:lnTo>
                  <a:lnTo>
                    <a:pt x="4140" y="0"/>
                  </a:ln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8" name="Google Shape;4408;p61"/>
            <p:cNvSpPr/>
            <p:nvPr/>
          </p:nvSpPr>
          <p:spPr>
            <a:xfrm>
              <a:off x="3706225" y="4081325"/>
              <a:ext cx="198975" cy="198675"/>
            </a:xfrm>
            <a:custGeom>
              <a:avLst/>
              <a:gdLst/>
              <a:ahLst/>
              <a:cxnLst/>
              <a:rect l="l" t="t" r="r" b="b"/>
              <a:pathLst>
                <a:path w="7959" h="7947" extrusionOk="0">
                  <a:moveTo>
                    <a:pt x="435" y="0"/>
                  </a:moveTo>
                  <a:cubicBezTo>
                    <a:pt x="195" y="0"/>
                    <a:pt x="1" y="183"/>
                    <a:pt x="1" y="423"/>
                  </a:cubicBezTo>
                  <a:lnTo>
                    <a:pt x="1" y="7524"/>
                  </a:lnTo>
                  <a:cubicBezTo>
                    <a:pt x="1" y="7764"/>
                    <a:pt x="195" y="7947"/>
                    <a:pt x="435" y="7947"/>
                  </a:cubicBezTo>
                  <a:lnTo>
                    <a:pt x="7490" y="7947"/>
                  </a:lnTo>
                  <a:cubicBezTo>
                    <a:pt x="7775" y="7947"/>
                    <a:pt x="7958" y="7764"/>
                    <a:pt x="7958" y="7524"/>
                  </a:cubicBezTo>
                  <a:lnTo>
                    <a:pt x="7958" y="423"/>
                  </a:lnTo>
                  <a:cubicBezTo>
                    <a:pt x="7958" y="183"/>
                    <a:pt x="7775" y="0"/>
                    <a:pt x="7490" y="0"/>
                  </a:cubicBezTo>
                  <a:close/>
                </a:path>
              </a:pathLst>
            </a:custGeom>
            <a:solidFill>
              <a:srgbClr val="D7F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09" name="Google Shape;4409;p61"/>
            <p:cNvSpPr/>
            <p:nvPr/>
          </p:nvSpPr>
          <p:spPr>
            <a:xfrm>
              <a:off x="3706225" y="4081325"/>
              <a:ext cx="198975" cy="198675"/>
            </a:xfrm>
            <a:custGeom>
              <a:avLst/>
              <a:gdLst/>
              <a:ahLst/>
              <a:cxnLst/>
              <a:rect l="l" t="t" r="r" b="b"/>
              <a:pathLst>
                <a:path w="7959" h="7947" extrusionOk="0">
                  <a:moveTo>
                    <a:pt x="3774" y="0"/>
                  </a:moveTo>
                  <a:lnTo>
                    <a:pt x="3774" y="3762"/>
                  </a:lnTo>
                  <a:lnTo>
                    <a:pt x="1" y="3762"/>
                  </a:lnTo>
                  <a:lnTo>
                    <a:pt x="1" y="4139"/>
                  </a:lnTo>
                  <a:lnTo>
                    <a:pt x="3774" y="4139"/>
                  </a:lnTo>
                  <a:lnTo>
                    <a:pt x="3774" y="7947"/>
                  </a:lnTo>
                  <a:lnTo>
                    <a:pt x="4151" y="7947"/>
                  </a:lnTo>
                  <a:lnTo>
                    <a:pt x="4151" y="4139"/>
                  </a:lnTo>
                  <a:lnTo>
                    <a:pt x="7958" y="4139"/>
                  </a:lnTo>
                  <a:lnTo>
                    <a:pt x="7958" y="3762"/>
                  </a:lnTo>
                  <a:lnTo>
                    <a:pt x="4151" y="3762"/>
                  </a:lnTo>
                  <a:lnTo>
                    <a:pt x="4151" y="0"/>
                  </a:ln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10" name="Google Shape;4410;p61"/>
          <p:cNvGrpSpPr/>
          <p:nvPr/>
        </p:nvGrpSpPr>
        <p:grpSpPr>
          <a:xfrm>
            <a:off x="2335258" y="3987367"/>
            <a:ext cx="475939" cy="800149"/>
            <a:chOff x="304654" y="2412551"/>
            <a:chExt cx="554772" cy="932574"/>
          </a:xfrm>
        </p:grpSpPr>
        <p:sp>
          <p:nvSpPr>
            <p:cNvPr id="4411" name="Google Shape;4411;p61"/>
            <p:cNvSpPr/>
            <p:nvPr/>
          </p:nvSpPr>
          <p:spPr>
            <a:xfrm>
              <a:off x="304654" y="2412551"/>
              <a:ext cx="554772" cy="601091"/>
            </a:xfrm>
            <a:custGeom>
              <a:avLst/>
              <a:gdLst/>
              <a:ahLst/>
              <a:cxnLst/>
              <a:rect l="l" t="t" r="r" b="b"/>
              <a:pathLst>
                <a:path w="9839" h="10660" extrusionOk="0">
                  <a:moveTo>
                    <a:pt x="4901" y="1"/>
                  </a:moveTo>
                  <a:cubicBezTo>
                    <a:pt x="2213" y="1"/>
                    <a:pt x="1" y="2997"/>
                    <a:pt x="1" y="6693"/>
                  </a:cubicBezTo>
                  <a:cubicBezTo>
                    <a:pt x="1" y="8205"/>
                    <a:pt x="346" y="9568"/>
                    <a:pt x="934" y="10660"/>
                  </a:cubicBezTo>
                  <a:lnTo>
                    <a:pt x="8868" y="10660"/>
                  </a:lnTo>
                  <a:cubicBezTo>
                    <a:pt x="9484" y="9568"/>
                    <a:pt x="9839" y="8205"/>
                    <a:pt x="9839" y="6693"/>
                  </a:cubicBezTo>
                  <a:cubicBezTo>
                    <a:pt x="9839" y="2997"/>
                    <a:pt x="7617" y="1"/>
                    <a:pt x="49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12" name="Google Shape;4412;p61"/>
            <p:cNvGrpSpPr/>
            <p:nvPr/>
          </p:nvGrpSpPr>
          <p:grpSpPr>
            <a:xfrm>
              <a:off x="421718" y="2580213"/>
              <a:ext cx="320633" cy="764912"/>
              <a:chOff x="4503500" y="1320300"/>
              <a:chExt cx="310150" cy="739975"/>
            </a:xfrm>
          </p:grpSpPr>
          <p:sp>
            <p:nvSpPr>
              <p:cNvPr id="4413" name="Google Shape;4413;p61"/>
              <p:cNvSpPr/>
              <p:nvPr/>
            </p:nvSpPr>
            <p:spPr>
              <a:xfrm>
                <a:off x="4637675" y="1320300"/>
                <a:ext cx="20550" cy="739975"/>
              </a:xfrm>
              <a:custGeom>
                <a:avLst/>
                <a:gdLst/>
                <a:ahLst/>
                <a:cxnLst/>
                <a:rect l="l" t="t" r="r" b="b"/>
                <a:pathLst>
                  <a:path w="822" h="29599" extrusionOk="0">
                    <a:moveTo>
                      <a:pt x="430" y="1"/>
                    </a:moveTo>
                    <a:cubicBezTo>
                      <a:pt x="197" y="1"/>
                      <a:pt x="1" y="197"/>
                      <a:pt x="1" y="430"/>
                    </a:cubicBezTo>
                    <a:lnTo>
                      <a:pt x="1" y="29207"/>
                    </a:lnTo>
                    <a:cubicBezTo>
                      <a:pt x="1" y="29440"/>
                      <a:pt x="197" y="29599"/>
                      <a:pt x="430" y="29599"/>
                    </a:cubicBezTo>
                    <a:cubicBezTo>
                      <a:pt x="626" y="29599"/>
                      <a:pt x="822" y="29440"/>
                      <a:pt x="822" y="29207"/>
                    </a:cubicBezTo>
                    <a:lnTo>
                      <a:pt x="822" y="430"/>
                    </a:lnTo>
                    <a:cubicBezTo>
                      <a:pt x="822" y="197"/>
                      <a:pt x="626" y="1"/>
                      <a:pt x="43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4" name="Google Shape;4414;p61"/>
              <p:cNvSpPr/>
              <p:nvPr/>
            </p:nvSpPr>
            <p:spPr>
              <a:xfrm>
                <a:off x="4640700" y="1416275"/>
                <a:ext cx="172950" cy="143250"/>
              </a:xfrm>
              <a:custGeom>
                <a:avLst/>
                <a:gdLst/>
                <a:ahLst/>
                <a:cxnLst/>
                <a:rect l="l" t="t" r="r" b="b"/>
                <a:pathLst>
                  <a:path w="6918" h="5730" extrusionOk="0">
                    <a:moveTo>
                      <a:pt x="6540" y="1"/>
                    </a:moveTo>
                    <a:cubicBezTo>
                      <a:pt x="6378" y="1"/>
                      <a:pt x="6258" y="114"/>
                      <a:pt x="6217" y="278"/>
                    </a:cubicBezTo>
                    <a:cubicBezTo>
                      <a:pt x="5947" y="1604"/>
                      <a:pt x="5209" y="2892"/>
                      <a:pt x="4164" y="3741"/>
                    </a:cubicBezTo>
                    <a:cubicBezTo>
                      <a:pt x="3109" y="4562"/>
                      <a:pt x="1784" y="5029"/>
                      <a:pt x="468" y="5029"/>
                    </a:cubicBezTo>
                    <a:lnTo>
                      <a:pt x="346" y="5029"/>
                    </a:lnTo>
                    <a:cubicBezTo>
                      <a:pt x="150" y="5029"/>
                      <a:pt x="1" y="5178"/>
                      <a:pt x="1" y="5374"/>
                    </a:cubicBezTo>
                    <a:cubicBezTo>
                      <a:pt x="1" y="5533"/>
                      <a:pt x="150" y="5692"/>
                      <a:pt x="309" y="5729"/>
                    </a:cubicBezTo>
                    <a:lnTo>
                      <a:pt x="468" y="5729"/>
                    </a:lnTo>
                    <a:cubicBezTo>
                      <a:pt x="1942" y="5729"/>
                      <a:pt x="3417" y="5178"/>
                      <a:pt x="4584" y="4245"/>
                    </a:cubicBezTo>
                    <a:cubicBezTo>
                      <a:pt x="5751" y="3274"/>
                      <a:pt x="6609" y="1912"/>
                      <a:pt x="6880" y="399"/>
                    </a:cubicBezTo>
                    <a:cubicBezTo>
                      <a:pt x="6917" y="203"/>
                      <a:pt x="6805" y="45"/>
                      <a:pt x="6609" y="7"/>
                    </a:cubicBezTo>
                    <a:cubicBezTo>
                      <a:pt x="6585" y="3"/>
                      <a:pt x="6562" y="1"/>
                      <a:pt x="654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5" name="Google Shape;4415;p61"/>
              <p:cNvSpPr/>
              <p:nvPr/>
            </p:nvSpPr>
            <p:spPr>
              <a:xfrm>
                <a:off x="4546450" y="1326150"/>
                <a:ext cx="107825" cy="154675"/>
              </a:xfrm>
              <a:custGeom>
                <a:avLst/>
                <a:gdLst/>
                <a:ahLst/>
                <a:cxnLst/>
                <a:rect l="l" t="t" r="r" b="b"/>
                <a:pathLst>
                  <a:path w="4313" h="6187" extrusionOk="0">
                    <a:moveTo>
                      <a:pt x="345" y="0"/>
                    </a:moveTo>
                    <a:cubicBezTo>
                      <a:pt x="149" y="0"/>
                      <a:pt x="0" y="112"/>
                      <a:pt x="0" y="308"/>
                    </a:cubicBezTo>
                    <a:lnTo>
                      <a:pt x="0" y="616"/>
                    </a:lnTo>
                    <a:cubicBezTo>
                      <a:pt x="0" y="1783"/>
                      <a:pt x="271" y="2950"/>
                      <a:pt x="849" y="3930"/>
                    </a:cubicBezTo>
                    <a:cubicBezTo>
                      <a:pt x="1512" y="5013"/>
                      <a:pt x="2604" y="5909"/>
                      <a:pt x="3883" y="6179"/>
                    </a:cubicBezTo>
                    <a:cubicBezTo>
                      <a:pt x="3903" y="6184"/>
                      <a:pt x="3924" y="6186"/>
                      <a:pt x="3946" y="6186"/>
                    </a:cubicBezTo>
                    <a:cubicBezTo>
                      <a:pt x="4089" y="6186"/>
                      <a:pt x="4242" y="6079"/>
                      <a:pt x="4275" y="5909"/>
                    </a:cubicBezTo>
                    <a:cubicBezTo>
                      <a:pt x="4312" y="5750"/>
                      <a:pt x="4200" y="5563"/>
                      <a:pt x="4004" y="5517"/>
                    </a:cubicBezTo>
                    <a:cubicBezTo>
                      <a:pt x="2950" y="5283"/>
                      <a:pt x="2016" y="4546"/>
                      <a:pt x="1437" y="3575"/>
                    </a:cubicBezTo>
                    <a:cubicBezTo>
                      <a:pt x="933" y="2716"/>
                      <a:pt x="653" y="1671"/>
                      <a:pt x="653" y="616"/>
                    </a:cubicBezTo>
                    <a:lnTo>
                      <a:pt x="653" y="346"/>
                    </a:lnTo>
                    <a:cubicBezTo>
                      <a:pt x="700" y="150"/>
                      <a:pt x="541" y="0"/>
                      <a:pt x="345"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16" name="Google Shape;4416;p61"/>
              <p:cNvSpPr/>
              <p:nvPr/>
            </p:nvSpPr>
            <p:spPr>
              <a:xfrm>
                <a:off x="4503500" y="1515625"/>
                <a:ext cx="154725" cy="163500"/>
              </a:xfrm>
              <a:custGeom>
                <a:avLst/>
                <a:gdLst/>
                <a:ahLst/>
                <a:cxnLst/>
                <a:rect l="l" t="t" r="r" b="b"/>
                <a:pathLst>
                  <a:path w="6189" h="6540" extrusionOk="0">
                    <a:moveTo>
                      <a:pt x="355" y="0"/>
                    </a:moveTo>
                    <a:cubicBezTo>
                      <a:pt x="159" y="0"/>
                      <a:pt x="1" y="159"/>
                      <a:pt x="1" y="355"/>
                    </a:cubicBezTo>
                    <a:cubicBezTo>
                      <a:pt x="1" y="1904"/>
                      <a:pt x="626" y="3426"/>
                      <a:pt x="1671" y="4555"/>
                    </a:cubicBezTo>
                    <a:cubicBezTo>
                      <a:pt x="2763" y="5722"/>
                      <a:pt x="4238" y="6422"/>
                      <a:pt x="5797" y="6534"/>
                    </a:cubicBezTo>
                    <a:cubicBezTo>
                      <a:pt x="5817" y="6538"/>
                      <a:pt x="5837" y="6540"/>
                      <a:pt x="5857" y="6540"/>
                    </a:cubicBezTo>
                    <a:cubicBezTo>
                      <a:pt x="6024" y="6540"/>
                      <a:pt x="6152" y="6402"/>
                      <a:pt x="6152" y="6226"/>
                    </a:cubicBezTo>
                    <a:cubicBezTo>
                      <a:pt x="6189" y="6067"/>
                      <a:pt x="6030" y="5871"/>
                      <a:pt x="5834" y="5871"/>
                    </a:cubicBezTo>
                    <a:cubicBezTo>
                      <a:pt x="4472" y="5759"/>
                      <a:pt x="3118" y="5097"/>
                      <a:pt x="2185" y="4089"/>
                    </a:cubicBezTo>
                    <a:cubicBezTo>
                      <a:pt x="1251" y="3071"/>
                      <a:pt x="701" y="1718"/>
                      <a:pt x="663" y="318"/>
                    </a:cubicBezTo>
                    <a:cubicBezTo>
                      <a:pt x="663" y="159"/>
                      <a:pt x="505" y="0"/>
                      <a:pt x="355"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417" name="Google Shape;4417;p61"/>
          <p:cNvGrpSpPr/>
          <p:nvPr/>
        </p:nvGrpSpPr>
        <p:grpSpPr>
          <a:xfrm>
            <a:off x="4706445" y="355942"/>
            <a:ext cx="475939" cy="800149"/>
            <a:chOff x="304654" y="2412551"/>
            <a:chExt cx="554772" cy="932574"/>
          </a:xfrm>
        </p:grpSpPr>
        <p:sp>
          <p:nvSpPr>
            <p:cNvPr id="4418" name="Google Shape;4418;p61"/>
            <p:cNvSpPr/>
            <p:nvPr/>
          </p:nvSpPr>
          <p:spPr>
            <a:xfrm>
              <a:off x="304654" y="2412551"/>
              <a:ext cx="554772" cy="601091"/>
            </a:xfrm>
            <a:custGeom>
              <a:avLst/>
              <a:gdLst/>
              <a:ahLst/>
              <a:cxnLst/>
              <a:rect l="l" t="t" r="r" b="b"/>
              <a:pathLst>
                <a:path w="9839" h="10660" extrusionOk="0">
                  <a:moveTo>
                    <a:pt x="4901" y="1"/>
                  </a:moveTo>
                  <a:cubicBezTo>
                    <a:pt x="2213" y="1"/>
                    <a:pt x="1" y="2997"/>
                    <a:pt x="1" y="6693"/>
                  </a:cubicBezTo>
                  <a:cubicBezTo>
                    <a:pt x="1" y="8205"/>
                    <a:pt x="346" y="9568"/>
                    <a:pt x="934" y="10660"/>
                  </a:cubicBezTo>
                  <a:lnTo>
                    <a:pt x="8868" y="10660"/>
                  </a:lnTo>
                  <a:cubicBezTo>
                    <a:pt x="9484" y="9568"/>
                    <a:pt x="9839" y="8205"/>
                    <a:pt x="9839" y="6693"/>
                  </a:cubicBezTo>
                  <a:cubicBezTo>
                    <a:pt x="9839" y="2997"/>
                    <a:pt x="7617" y="1"/>
                    <a:pt x="490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19" name="Google Shape;4419;p61"/>
            <p:cNvGrpSpPr/>
            <p:nvPr/>
          </p:nvGrpSpPr>
          <p:grpSpPr>
            <a:xfrm>
              <a:off x="421718" y="2580213"/>
              <a:ext cx="320633" cy="764912"/>
              <a:chOff x="4503500" y="1320300"/>
              <a:chExt cx="310150" cy="739975"/>
            </a:xfrm>
          </p:grpSpPr>
          <p:sp>
            <p:nvSpPr>
              <p:cNvPr id="4420" name="Google Shape;4420;p61"/>
              <p:cNvSpPr/>
              <p:nvPr/>
            </p:nvSpPr>
            <p:spPr>
              <a:xfrm>
                <a:off x="4637675" y="1320300"/>
                <a:ext cx="20550" cy="739975"/>
              </a:xfrm>
              <a:custGeom>
                <a:avLst/>
                <a:gdLst/>
                <a:ahLst/>
                <a:cxnLst/>
                <a:rect l="l" t="t" r="r" b="b"/>
                <a:pathLst>
                  <a:path w="822" h="29599" extrusionOk="0">
                    <a:moveTo>
                      <a:pt x="430" y="1"/>
                    </a:moveTo>
                    <a:cubicBezTo>
                      <a:pt x="197" y="1"/>
                      <a:pt x="1" y="197"/>
                      <a:pt x="1" y="430"/>
                    </a:cubicBezTo>
                    <a:lnTo>
                      <a:pt x="1" y="29207"/>
                    </a:lnTo>
                    <a:cubicBezTo>
                      <a:pt x="1" y="29440"/>
                      <a:pt x="197" y="29599"/>
                      <a:pt x="430" y="29599"/>
                    </a:cubicBezTo>
                    <a:cubicBezTo>
                      <a:pt x="626" y="29599"/>
                      <a:pt x="822" y="29440"/>
                      <a:pt x="822" y="29207"/>
                    </a:cubicBezTo>
                    <a:lnTo>
                      <a:pt x="822" y="430"/>
                    </a:lnTo>
                    <a:cubicBezTo>
                      <a:pt x="822" y="197"/>
                      <a:pt x="626" y="1"/>
                      <a:pt x="43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1" name="Google Shape;4421;p61"/>
              <p:cNvSpPr/>
              <p:nvPr/>
            </p:nvSpPr>
            <p:spPr>
              <a:xfrm>
                <a:off x="4640700" y="1416275"/>
                <a:ext cx="172950" cy="143250"/>
              </a:xfrm>
              <a:custGeom>
                <a:avLst/>
                <a:gdLst/>
                <a:ahLst/>
                <a:cxnLst/>
                <a:rect l="l" t="t" r="r" b="b"/>
                <a:pathLst>
                  <a:path w="6918" h="5730" extrusionOk="0">
                    <a:moveTo>
                      <a:pt x="6540" y="1"/>
                    </a:moveTo>
                    <a:cubicBezTo>
                      <a:pt x="6378" y="1"/>
                      <a:pt x="6258" y="114"/>
                      <a:pt x="6217" y="278"/>
                    </a:cubicBezTo>
                    <a:cubicBezTo>
                      <a:pt x="5947" y="1604"/>
                      <a:pt x="5209" y="2892"/>
                      <a:pt x="4164" y="3741"/>
                    </a:cubicBezTo>
                    <a:cubicBezTo>
                      <a:pt x="3109" y="4562"/>
                      <a:pt x="1784" y="5029"/>
                      <a:pt x="468" y="5029"/>
                    </a:cubicBezTo>
                    <a:lnTo>
                      <a:pt x="346" y="5029"/>
                    </a:lnTo>
                    <a:cubicBezTo>
                      <a:pt x="150" y="5029"/>
                      <a:pt x="1" y="5178"/>
                      <a:pt x="1" y="5374"/>
                    </a:cubicBezTo>
                    <a:cubicBezTo>
                      <a:pt x="1" y="5533"/>
                      <a:pt x="150" y="5692"/>
                      <a:pt x="309" y="5729"/>
                    </a:cubicBezTo>
                    <a:lnTo>
                      <a:pt x="468" y="5729"/>
                    </a:lnTo>
                    <a:cubicBezTo>
                      <a:pt x="1942" y="5729"/>
                      <a:pt x="3417" y="5178"/>
                      <a:pt x="4584" y="4245"/>
                    </a:cubicBezTo>
                    <a:cubicBezTo>
                      <a:pt x="5751" y="3274"/>
                      <a:pt x="6609" y="1912"/>
                      <a:pt x="6880" y="399"/>
                    </a:cubicBezTo>
                    <a:cubicBezTo>
                      <a:pt x="6917" y="203"/>
                      <a:pt x="6805" y="45"/>
                      <a:pt x="6609" y="7"/>
                    </a:cubicBezTo>
                    <a:cubicBezTo>
                      <a:pt x="6585" y="3"/>
                      <a:pt x="6562" y="1"/>
                      <a:pt x="654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2" name="Google Shape;4422;p61"/>
              <p:cNvSpPr/>
              <p:nvPr/>
            </p:nvSpPr>
            <p:spPr>
              <a:xfrm>
                <a:off x="4546450" y="1326150"/>
                <a:ext cx="107825" cy="154675"/>
              </a:xfrm>
              <a:custGeom>
                <a:avLst/>
                <a:gdLst/>
                <a:ahLst/>
                <a:cxnLst/>
                <a:rect l="l" t="t" r="r" b="b"/>
                <a:pathLst>
                  <a:path w="4313" h="6187" extrusionOk="0">
                    <a:moveTo>
                      <a:pt x="345" y="0"/>
                    </a:moveTo>
                    <a:cubicBezTo>
                      <a:pt x="149" y="0"/>
                      <a:pt x="0" y="112"/>
                      <a:pt x="0" y="308"/>
                    </a:cubicBezTo>
                    <a:lnTo>
                      <a:pt x="0" y="616"/>
                    </a:lnTo>
                    <a:cubicBezTo>
                      <a:pt x="0" y="1783"/>
                      <a:pt x="271" y="2950"/>
                      <a:pt x="849" y="3930"/>
                    </a:cubicBezTo>
                    <a:cubicBezTo>
                      <a:pt x="1512" y="5013"/>
                      <a:pt x="2604" y="5909"/>
                      <a:pt x="3883" y="6179"/>
                    </a:cubicBezTo>
                    <a:cubicBezTo>
                      <a:pt x="3903" y="6184"/>
                      <a:pt x="3924" y="6186"/>
                      <a:pt x="3946" y="6186"/>
                    </a:cubicBezTo>
                    <a:cubicBezTo>
                      <a:pt x="4089" y="6186"/>
                      <a:pt x="4242" y="6079"/>
                      <a:pt x="4275" y="5909"/>
                    </a:cubicBezTo>
                    <a:cubicBezTo>
                      <a:pt x="4312" y="5750"/>
                      <a:pt x="4200" y="5563"/>
                      <a:pt x="4004" y="5517"/>
                    </a:cubicBezTo>
                    <a:cubicBezTo>
                      <a:pt x="2950" y="5283"/>
                      <a:pt x="2016" y="4546"/>
                      <a:pt x="1437" y="3575"/>
                    </a:cubicBezTo>
                    <a:cubicBezTo>
                      <a:pt x="933" y="2716"/>
                      <a:pt x="653" y="1671"/>
                      <a:pt x="653" y="616"/>
                    </a:cubicBezTo>
                    <a:lnTo>
                      <a:pt x="653" y="346"/>
                    </a:lnTo>
                    <a:cubicBezTo>
                      <a:pt x="700" y="150"/>
                      <a:pt x="541" y="0"/>
                      <a:pt x="345"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3" name="Google Shape;4423;p61"/>
              <p:cNvSpPr/>
              <p:nvPr/>
            </p:nvSpPr>
            <p:spPr>
              <a:xfrm>
                <a:off x="4503500" y="1515625"/>
                <a:ext cx="154725" cy="163500"/>
              </a:xfrm>
              <a:custGeom>
                <a:avLst/>
                <a:gdLst/>
                <a:ahLst/>
                <a:cxnLst/>
                <a:rect l="l" t="t" r="r" b="b"/>
                <a:pathLst>
                  <a:path w="6189" h="6540" extrusionOk="0">
                    <a:moveTo>
                      <a:pt x="355" y="0"/>
                    </a:moveTo>
                    <a:cubicBezTo>
                      <a:pt x="159" y="0"/>
                      <a:pt x="1" y="159"/>
                      <a:pt x="1" y="355"/>
                    </a:cubicBezTo>
                    <a:cubicBezTo>
                      <a:pt x="1" y="1904"/>
                      <a:pt x="626" y="3426"/>
                      <a:pt x="1671" y="4555"/>
                    </a:cubicBezTo>
                    <a:cubicBezTo>
                      <a:pt x="2763" y="5722"/>
                      <a:pt x="4238" y="6422"/>
                      <a:pt x="5797" y="6534"/>
                    </a:cubicBezTo>
                    <a:cubicBezTo>
                      <a:pt x="5817" y="6538"/>
                      <a:pt x="5837" y="6540"/>
                      <a:pt x="5857" y="6540"/>
                    </a:cubicBezTo>
                    <a:cubicBezTo>
                      <a:pt x="6024" y="6540"/>
                      <a:pt x="6152" y="6402"/>
                      <a:pt x="6152" y="6226"/>
                    </a:cubicBezTo>
                    <a:cubicBezTo>
                      <a:pt x="6189" y="6067"/>
                      <a:pt x="6030" y="5871"/>
                      <a:pt x="5834" y="5871"/>
                    </a:cubicBezTo>
                    <a:cubicBezTo>
                      <a:pt x="4472" y="5759"/>
                      <a:pt x="3118" y="5097"/>
                      <a:pt x="2185" y="4089"/>
                    </a:cubicBezTo>
                    <a:cubicBezTo>
                      <a:pt x="1251" y="3071"/>
                      <a:pt x="701" y="1718"/>
                      <a:pt x="663" y="318"/>
                    </a:cubicBezTo>
                    <a:cubicBezTo>
                      <a:pt x="663" y="159"/>
                      <a:pt x="505" y="0"/>
                      <a:pt x="355"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424" name="Google Shape;4424;p61"/>
          <p:cNvGrpSpPr/>
          <p:nvPr/>
        </p:nvGrpSpPr>
        <p:grpSpPr>
          <a:xfrm>
            <a:off x="3057226" y="1504939"/>
            <a:ext cx="475952" cy="1102430"/>
            <a:chOff x="3057226" y="1504939"/>
            <a:chExt cx="475952" cy="1102430"/>
          </a:xfrm>
        </p:grpSpPr>
        <p:sp>
          <p:nvSpPr>
            <p:cNvPr id="4425" name="Google Shape;4425;p61"/>
            <p:cNvSpPr/>
            <p:nvPr/>
          </p:nvSpPr>
          <p:spPr>
            <a:xfrm rot="-1528486">
              <a:off x="3137882" y="1537722"/>
              <a:ext cx="195244" cy="189364"/>
            </a:xfrm>
            <a:custGeom>
              <a:avLst/>
              <a:gdLst/>
              <a:ahLst/>
              <a:cxnLst/>
              <a:rect l="l" t="t" r="r" b="b"/>
              <a:pathLst>
                <a:path w="7002" h="7003" extrusionOk="0">
                  <a:moveTo>
                    <a:pt x="3617" y="1"/>
                  </a:moveTo>
                  <a:cubicBezTo>
                    <a:pt x="3594" y="1"/>
                    <a:pt x="3571" y="1"/>
                    <a:pt x="3548" y="2"/>
                  </a:cubicBezTo>
                  <a:cubicBezTo>
                    <a:pt x="1597" y="39"/>
                    <a:pt x="1" y="1514"/>
                    <a:pt x="47" y="3539"/>
                  </a:cubicBezTo>
                  <a:cubicBezTo>
                    <a:pt x="84" y="5530"/>
                    <a:pt x="877" y="7003"/>
                    <a:pt x="2731" y="7003"/>
                  </a:cubicBezTo>
                  <a:cubicBezTo>
                    <a:pt x="2754" y="7003"/>
                    <a:pt x="2777" y="7002"/>
                    <a:pt x="2801" y="7002"/>
                  </a:cubicBezTo>
                  <a:cubicBezTo>
                    <a:pt x="4752" y="6955"/>
                    <a:pt x="7001" y="5873"/>
                    <a:pt x="6964" y="3847"/>
                  </a:cubicBezTo>
                  <a:cubicBezTo>
                    <a:pt x="6927" y="1846"/>
                    <a:pt x="5488" y="1"/>
                    <a:pt x="361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6" name="Google Shape;4426;p61"/>
            <p:cNvSpPr/>
            <p:nvPr/>
          </p:nvSpPr>
          <p:spPr>
            <a:xfrm>
              <a:off x="3137601" y="2465404"/>
              <a:ext cx="72417" cy="118472"/>
            </a:xfrm>
            <a:custGeom>
              <a:avLst/>
              <a:gdLst/>
              <a:ahLst/>
              <a:cxnLst/>
              <a:rect l="l" t="t" r="r" b="b"/>
              <a:pathLst>
                <a:path w="2876" h="4705" extrusionOk="0">
                  <a:moveTo>
                    <a:pt x="2875" y="0"/>
                  </a:moveTo>
                  <a:lnTo>
                    <a:pt x="346" y="233"/>
                  </a:lnTo>
                  <a:lnTo>
                    <a:pt x="1" y="3771"/>
                  </a:lnTo>
                  <a:lnTo>
                    <a:pt x="505" y="4630"/>
                  </a:lnTo>
                  <a:lnTo>
                    <a:pt x="2334" y="4704"/>
                  </a:lnTo>
                  <a:lnTo>
                    <a:pt x="2642" y="3883"/>
                  </a:lnTo>
                  <a:cubicBezTo>
                    <a:pt x="2371" y="3734"/>
                    <a:pt x="2875" y="0"/>
                    <a:pt x="2875"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7" name="Google Shape;4427;p61"/>
            <p:cNvSpPr/>
            <p:nvPr/>
          </p:nvSpPr>
          <p:spPr>
            <a:xfrm>
              <a:off x="3129619" y="2556329"/>
              <a:ext cx="149972" cy="51040"/>
            </a:xfrm>
            <a:custGeom>
              <a:avLst/>
              <a:gdLst/>
              <a:ahLst/>
              <a:cxnLst/>
              <a:rect l="l" t="t" r="r" b="b"/>
              <a:pathLst>
                <a:path w="5956" h="2027" extrusionOk="0">
                  <a:moveTo>
                    <a:pt x="279" y="0"/>
                  </a:moveTo>
                  <a:cubicBezTo>
                    <a:pt x="249" y="0"/>
                    <a:pt x="234" y="1"/>
                    <a:pt x="234" y="1"/>
                  </a:cubicBezTo>
                  <a:lnTo>
                    <a:pt x="0" y="2027"/>
                  </a:lnTo>
                  <a:lnTo>
                    <a:pt x="5918" y="2027"/>
                  </a:lnTo>
                  <a:cubicBezTo>
                    <a:pt x="5955" y="1831"/>
                    <a:pt x="5881" y="1327"/>
                    <a:pt x="5685" y="1252"/>
                  </a:cubicBezTo>
                  <a:lnTo>
                    <a:pt x="2922" y="197"/>
                  </a:lnTo>
                  <a:cubicBezTo>
                    <a:pt x="2922" y="197"/>
                    <a:pt x="2761" y="430"/>
                    <a:pt x="2384" y="430"/>
                  </a:cubicBezTo>
                  <a:cubicBezTo>
                    <a:pt x="2272" y="430"/>
                    <a:pt x="2140" y="409"/>
                    <a:pt x="1988" y="356"/>
                  </a:cubicBezTo>
                  <a:cubicBezTo>
                    <a:pt x="1008" y="27"/>
                    <a:pt x="437" y="0"/>
                    <a:pt x="279" y="0"/>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8" name="Google Shape;4428;p61"/>
            <p:cNvSpPr/>
            <p:nvPr/>
          </p:nvSpPr>
          <p:spPr>
            <a:xfrm>
              <a:off x="3224799" y="2570203"/>
              <a:ext cx="48899" cy="19540"/>
            </a:xfrm>
            <a:custGeom>
              <a:avLst/>
              <a:gdLst/>
              <a:ahLst/>
              <a:cxnLst/>
              <a:rect l="l" t="t" r="r" b="b"/>
              <a:pathLst>
                <a:path w="1942" h="776" extrusionOk="0">
                  <a:moveTo>
                    <a:pt x="150" y="1"/>
                  </a:moveTo>
                  <a:lnTo>
                    <a:pt x="0" y="776"/>
                  </a:lnTo>
                  <a:lnTo>
                    <a:pt x="1905" y="776"/>
                  </a:lnTo>
                  <a:cubicBezTo>
                    <a:pt x="1942" y="776"/>
                    <a:pt x="1942" y="776"/>
                    <a:pt x="1905" y="738"/>
                  </a:cubicBezTo>
                  <a:lnTo>
                    <a:pt x="150" y="1"/>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29" name="Google Shape;4429;p61"/>
            <p:cNvSpPr/>
            <p:nvPr/>
          </p:nvSpPr>
          <p:spPr>
            <a:xfrm>
              <a:off x="3223616" y="2569045"/>
              <a:ext cx="50083" cy="21630"/>
            </a:xfrm>
            <a:custGeom>
              <a:avLst/>
              <a:gdLst/>
              <a:ahLst/>
              <a:cxnLst/>
              <a:rect l="l" t="t" r="r" b="b"/>
              <a:pathLst>
                <a:path w="1989" h="859" extrusionOk="0">
                  <a:moveTo>
                    <a:pt x="197" y="84"/>
                  </a:moveTo>
                  <a:lnTo>
                    <a:pt x="1914" y="822"/>
                  </a:lnTo>
                  <a:lnTo>
                    <a:pt x="47" y="822"/>
                  </a:lnTo>
                  <a:lnTo>
                    <a:pt x="197" y="84"/>
                  </a:lnTo>
                  <a:close/>
                  <a:moveTo>
                    <a:pt x="160" y="0"/>
                  </a:moveTo>
                  <a:lnTo>
                    <a:pt x="1" y="859"/>
                  </a:lnTo>
                  <a:lnTo>
                    <a:pt x="1952" y="859"/>
                  </a:lnTo>
                  <a:cubicBezTo>
                    <a:pt x="1989" y="859"/>
                    <a:pt x="1989" y="859"/>
                    <a:pt x="1989" y="822"/>
                  </a:cubicBezTo>
                  <a:lnTo>
                    <a:pt x="1989" y="784"/>
                  </a:lnTo>
                  <a:lnTo>
                    <a:pt x="160" y="0"/>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0" name="Google Shape;4430;p61"/>
            <p:cNvSpPr/>
            <p:nvPr/>
          </p:nvSpPr>
          <p:spPr>
            <a:xfrm>
              <a:off x="3131734" y="2556354"/>
              <a:ext cx="15536" cy="33389"/>
            </a:xfrm>
            <a:custGeom>
              <a:avLst/>
              <a:gdLst/>
              <a:ahLst/>
              <a:cxnLst/>
              <a:rect l="l" t="t" r="r" b="b"/>
              <a:pathLst>
                <a:path w="617" h="1326" extrusionOk="0">
                  <a:moveTo>
                    <a:pt x="150" y="0"/>
                  </a:moveTo>
                  <a:lnTo>
                    <a:pt x="0" y="1326"/>
                  </a:lnTo>
                  <a:lnTo>
                    <a:pt x="616" y="1326"/>
                  </a:lnTo>
                  <a:lnTo>
                    <a:pt x="542" y="38"/>
                  </a:lnTo>
                  <a:cubicBezTo>
                    <a:pt x="467" y="38"/>
                    <a:pt x="150" y="0"/>
                    <a:pt x="150" y="0"/>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1" name="Google Shape;4431;p61"/>
            <p:cNvSpPr/>
            <p:nvPr/>
          </p:nvSpPr>
          <p:spPr>
            <a:xfrm>
              <a:off x="3130777" y="2588786"/>
              <a:ext cx="143878" cy="1888"/>
            </a:xfrm>
            <a:custGeom>
              <a:avLst/>
              <a:gdLst/>
              <a:ahLst/>
              <a:cxnLst/>
              <a:rect l="l" t="t" r="r" b="b"/>
              <a:pathLst>
                <a:path w="5714" h="75" extrusionOk="0">
                  <a:moveTo>
                    <a:pt x="38" y="0"/>
                  </a:moveTo>
                  <a:lnTo>
                    <a:pt x="1" y="38"/>
                  </a:lnTo>
                  <a:cubicBezTo>
                    <a:pt x="1" y="75"/>
                    <a:pt x="38" y="75"/>
                    <a:pt x="38" y="75"/>
                  </a:cubicBezTo>
                  <a:lnTo>
                    <a:pt x="5713" y="75"/>
                  </a:lnTo>
                  <a:cubicBezTo>
                    <a:pt x="5713" y="38"/>
                    <a:pt x="5713" y="38"/>
                    <a:pt x="5676" y="38"/>
                  </a:cubicBezTo>
                  <a:lnTo>
                    <a:pt x="38" y="0"/>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2" name="Google Shape;4432;p61"/>
            <p:cNvSpPr/>
            <p:nvPr/>
          </p:nvSpPr>
          <p:spPr>
            <a:xfrm>
              <a:off x="3228551" y="1699579"/>
              <a:ext cx="304627" cy="530264"/>
            </a:xfrm>
            <a:custGeom>
              <a:avLst/>
              <a:gdLst/>
              <a:ahLst/>
              <a:cxnLst/>
              <a:rect l="l" t="t" r="r" b="b"/>
              <a:pathLst>
                <a:path w="12098" h="21059" extrusionOk="0">
                  <a:moveTo>
                    <a:pt x="9254" y="1"/>
                  </a:moveTo>
                  <a:cubicBezTo>
                    <a:pt x="8255" y="1"/>
                    <a:pt x="7301" y="617"/>
                    <a:pt x="6889" y="1591"/>
                  </a:cubicBezTo>
                  <a:lnTo>
                    <a:pt x="505" y="17617"/>
                  </a:lnTo>
                  <a:cubicBezTo>
                    <a:pt x="1" y="18896"/>
                    <a:pt x="664" y="20380"/>
                    <a:pt x="1952" y="20884"/>
                  </a:cubicBezTo>
                  <a:cubicBezTo>
                    <a:pt x="2252" y="21002"/>
                    <a:pt x="2563" y="21059"/>
                    <a:pt x="2870" y="21059"/>
                  </a:cubicBezTo>
                  <a:cubicBezTo>
                    <a:pt x="3870" y="21059"/>
                    <a:pt x="4826" y="20463"/>
                    <a:pt x="5219" y="19484"/>
                  </a:cubicBezTo>
                  <a:lnTo>
                    <a:pt x="11594" y="3458"/>
                  </a:lnTo>
                  <a:cubicBezTo>
                    <a:pt x="12098" y="2179"/>
                    <a:pt x="11472" y="695"/>
                    <a:pt x="10194" y="191"/>
                  </a:cubicBezTo>
                  <a:cubicBezTo>
                    <a:pt x="9886" y="62"/>
                    <a:pt x="9568" y="1"/>
                    <a:pt x="9254"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3" name="Google Shape;4433;p61"/>
            <p:cNvSpPr/>
            <p:nvPr/>
          </p:nvSpPr>
          <p:spPr>
            <a:xfrm>
              <a:off x="3448070" y="1834569"/>
              <a:ext cx="9669" cy="8385"/>
            </a:xfrm>
            <a:custGeom>
              <a:avLst/>
              <a:gdLst/>
              <a:ahLst/>
              <a:cxnLst/>
              <a:rect l="l" t="t" r="r" b="b"/>
              <a:pathLst>
                <a:path w="384" h="333" extrusionOk="0">
                  <a:moveTo>
                    <a:pt x="271" y="1"/>
                  </a:moveTo>
                  <a:cubicBezTo>
                    <a:pt x="150" y="1"/>
                    <a:pt x="75" y="47"/>
                    <a:pt x="38" y="122"/>
                  </a:cubicBezTo>
                  <a:cubicBezTo>
                    <a:pt x="1" y="197"/>
                    <a:pt x="38" y="281"/>
                    <a:pt x="113" y="318"/>
                  </a:cubicBezTo>
                  <a:cubicBezTo>
                    <a:pt x="145" y="328"/>
                    <a:pt x="173" y="333"/>
                    <a:pt x="199" y="333"/>
                  </a:cubicBezTo>
                  <a:cubicBezTo>
                    <a:pt x="271" y="333"/>
                    <a:pt x="319" y="296"/>
                    <a:pt x="346" y="234"/>
                  </a:cubicBezTo>
                  <a:cubicBezTo>
                    <a:pt x="383" y="159"/>
                    <a:pt x="346" y="47"/>
                    <a:pt x="271"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4" name="Google Shape;4434;p61"/>
            <p:cNvSpPr/>
            <p:nvPr/>
          </p:nvSpPr>
          <p:spPr>
            <a:xfrm>
              <a:off x="3411660" y="1820569"/>
              <a:ext cx="8939" cy="7579"/>
            </a:xfrm>
            <a:custGeom>
              <a:avLst/>
              <a:gdLst/>
              <a:ahLst/>
              <a:cxnLst/>
              <a:rect l="l" t="t" r="r" b="b"/>
              <a:pathLst>
                <a:path w="355" h="301" extrusionOk="0">
                  <a:moveTo>
                    <a:pt x="174" y="1"/>
                  </a:moveTo>
                  <a:cubicBezTo>
                    <a:pt x="121" y="1"/>
                    <a:pt x="74" y="35"/>
                    <a:pt x="47" y="90"/>
                  </a:cubicBezTo>
                  <a:cubicBezTo>
                    <a:pt x="0" y="174"/>
                    <a:pt x="47" y="249"/>
                    <a:pt x="121" y="286"/>
                  </a:cubicBezTo>
                  <a:cubicBezTo>
                    <a:pt x="141" y="296"/>
                    <a:pt x="165" y="301"/>
                    <a:pt x="189" y="301"/>
                  </a:cubicBezTo>
                  <a:cubicBezTo>
                    <a:pt x="255" y="301"/>
                    <a:pt x="327" y="266"/>
                    <a:pt x="355" y="211"/>
                  </a:cubicBezTo>
                  <a:cubicBezTo>
                    <a:pt x="355" y="137"/>
                    <a:pt x="317" y="15"/>
                    <a:pt x="233" y="15"/>
                  </a:cubicBezTo>
                  <a:cubicBezTo>
                    <a:pt x="213" y="5"/>
                    <a:pt x="193" y="1"/>
                    <a:pt x="174"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5" name="Google Shape;4435;p61"/>
            <p:cNvSpPr/>
            <p:nvPr/>
          </p:nvSpPr>
          <p:spPr>
            <a:xfrm>
              <a:off x="3463581" y="1796144"/>
              <a:ext cx="8964" cy="7579"/>
            </a:xfrm>
            <a:custGeom>
              <a:avLst/>
              <a:gdLst/>
              <a:ahLst/>
              <a:cxnLst/>
              <a:rect l="l" t="t" r="r" b="b"/>
              <a:pathLst>
                <a:path w="356" h="301" extrusionOk="0">
                  <a:moveTo>
                    <a:pt x="175" y="0"/>
                  </a:moveTo>
                  <a:cubicBezTo>
                    <a:pt x="121" y="0"/>
                    <a:pt x="72" y="35"/>
                    <a:pt x="38" y="89"/>
                  </a:cubicBezTo>
                  <a:cubicBezTo>
                    <a:pt x="1" y="173"/>
                    <a:pt x="38" y="285"/>
                    <a:pt x="122" y="285"/>
                  </a:cubicBezTo>
                  <a:cubicBezTo>
                    <a:pt x="142" y="295"/>
                    <a:pt x="166" y="300"/>
                    <a:pt x="190" y="300"/>
                  </a:cubicBezTo>
                  <a:cubicBezTo>
                    <a:pt x="256" y="300"/>
                    <a:pt x="328" y="265"/>
                    <a:pt x="356" y="211"/>
                  </a:cubicBezTo>
                  <a:cubicBezTo>
                    <a:pt x="356" y="127"/>
                    <a:pt x="318" y="52"/>
                    <a:pt x="234" y="15"/>
                  </a:cubicBezTo>
                  <a:cubicBezTo>
                    <a:pt x="214" y="5"/>
                    <a:pt x="194" y="0"/>
                    <a:pt x="175" y="0"/>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6" name="Google Shape;4436;p61"/>
            <p:cNvSpPr/>
            <p:nvPr/>
          </p:nvSpPr>
          <p:spPr>
            <a:xfrm>
              <a:off x="3427397" y="1781338"/>
              <a:ext cx="8964" cy="8385"/>
            </a:xfrm>
            <a:custGeom>
              <a:avLst/>
              <a:gdLst/>
              <a:ahLst/>
              <a:cxnLst/>
              <a:rect l="l" t="t" r="r" b="b"/>
              <a:pathLst>
                <a:path w="356" h="333" extrusionOk="0">
                  <a:moveTo>
                    <a:pt x="174" y="0"/>
                  </a:moveTo>
                  <a:cubicBezTo>
                    <a:pt x="118" y="0"/>
                    <a:pt x="65" y="37"/>
                    <a:pt x="38" y="99"/>
                  </a:cubicBezTo>
                  <a:cubicBezTo>
                    <a:pt x="0" y="173"/>
                    <a:pt x="38" y="295"/>
                    <a:pt x="122" y="332"/>
                  </a:cubicBezTo>
                  <a:cubicBezTo>
                    <a:pt x="196" y="332"/>
                    <a:pt x="308" y="295"/>
                    <a:pt x="308" y="211"/>
                  </a:cubicBezTo>
                  <a:cubicBezTo>
                    <a:pt x="355" y="136"/>
                    <a:pt x="308" y="61"/>
                    <a:pt x="234" y="15"/>
                  </a:cubicBezTo>
                  <a:cubicBezTo>
                    <a:pt x="214" y="5"/>
                    <a:pt x="194" y="0"/>
                    <a:pt x="174" y="0"/>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7" name="Google Shape;4437;p61"/>
            <p:cNvSpPr/>
            <p:nvPr/>
          </p:nvSpPr>
          <p:spPr>
            <a:xfrm>
              <a:off x="3332444" y="2118347"/>
              <a:ext cx="9896" cy="8536"/>
            </a:xfrm>
            <a:custGeom>
              <a:avLst/>
              <a:gdLst/>
              <a:ahLst/>
              <a:cxnLst/>
              <a:rect l="l" t="t" r="r" b="b"/>
              <a:pathLst>
                <a:path w="393" h="339" extrusionOk="0">
                  <a:moveTo>
                    <a:pt x="187" y="1"/>
                  </a:moveTo>
                  <a:cubicBezTo>
                    <a:pt x="117" y="1"/>
                    <a:pt x="65" y="36"/>
                    <a:pt x="38" y="90"/>
                  </a:cubicBezTo>
                  <a:cubicBezTo>
                    <a:pt x="0" y="212"/>
                    <a:pt x="38" y="286"/>
                    <a:pt x="112" y="324"/>
                  </a:cubicBezTo>
                  <a:cubicBezTo>
                    <a:pt x="145" y="334"/>
                    <a:pt x="174" y="338"/>
                    <a:pt x="200" y="338"/>
                  </a:cubicBezTo>
                  <a:cubicBezTo>
                    <a:pt x="271" y="338"/>
                    <a:pt x="318" y="304"/>
                    <a:pt x="346" y="249"/>
                  </a:cubicBezTo>
                  <a:cubicBezTo>
                    <a:pt x="392" y="128"/>
                    <a:pt x="346" y="53"/>
                    <a:pt x="271" y="16"/>
                  </a:cubicBezTo>
                  <a:cubicBezTo>
                    <a:pt x="241" y="5"/>
                    <a:pt x="213" y="1"/>
                    <a:pt x="187"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8" name="Google Shape;4438;p61"/>
            <p:cNvSpPr/>
            <p:nvPr/>
          </p:nvSpPr>
          <p:spPr>
            <a:xfrm>
              <a:off x="3296260" y="2103567"/>
              <a:ext cx="8712" cy="8737"/>
            </a:xfrm>
            <a:custGeom>
              <a:avLst/>
              <a:gdLst/>
              <a:ahLst/>
              <a:cxnLst/>
              <a:rect l="l" t="t" r="r" b="b"/>
              <a:pathLst>
                <a:path w="346" h="347" extrusionOk="0">
                  <a:moveTo>
                    <a:pt x="173" y="1"/>
                  </a:moveTo>
                  <a:cubicBezTo>
                    <a:pt x="115" y="1"/>
                    <a:pt x="66" y="44"/>
                    <a:pt x="37" y="136"/>
                  </a:cubicBezTo>
                  <a:cubicBezTo>
                    <a:pt x="0" y="210"/>
                    <a:pt x="37" y="285"/>
                    <a:pt x="112" y="332"/>
                  </a:cubicBezTo>
                  <a:cubicBezTo>
                    <a:pt x="134" y="342"/>
                    <a:pt x="158" y="346"/>
                    <a:pt x="182" y="346"/>
                  </a:cubicBezTo>
                  <a:cubicBezTo>
                    <a:pt x="250" y="346"/>
                    <a:pt x="318" y="310"/>
                    <a:pt x="345" y="248"/>
                  </a:cubicBezTo>
                  <a:cubicBezTo>
                    <a:pt x="345" y="173"/>
                    <a:pt x="308" y="52"/>
                    <a:pt x="233" y="14"/>
                  </a:cubicBezTo>
                  <a:cubicBezTo>
                    <a:pt x="213" y="5"/>
                    <a:pt x="193" y="1"/>
                    <a:pt x="173"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39" name="Google Shape;4439;p61"/>
            <p:cNvSpPr/>
            <p:nvPr/>
          </p:nvSpPr>
          <p:spPr>
            <a:xfrm>
              <a:off x="3348181" y="2079470"/>
              <a:ext cx="9669" cy="8259"/>
            </a:xfrm>
            <a:custGeom>
              <a:avLst/>
              <a:gdLst/>
              <a:ahLst/>
              <a:cxnLst/>
              <a:rect l="l" t="t" r="r" b="b"/>
              <a:pathLst>
                <a:path w="384" h="328" extrusionOk="0">
                  <a:moveTo>
                    <a:pt x="234" y="1"/>
                  </a:moveTo>
                  <a:cubicBezTo>
                    <a:pt x="150" y="1"/>
                    <a:pt x="76" y="38"/>
                    <a:pt x="38" y="122"/>
                  </a:cubicBezTo>
                  <a:cubicBezTo>
                    <a:pt x="1" y="197"/>
                    <a:pt x="38" y="271"/>
                    <a:pt x="113" y="309"/>
                  </a:cubicBezTo>
                  <a:cubicBezTo>
                    <a:pt x="134" y="322"/>
                    <a:pt x="158" y="327"/>
                    <a:pt x="183" y="327"/>
                  </a:cubicBezTo>
                  <a:cubicBezTo>
                    <a:pt x="248" y="327"/>
                    <a:pt x="319" y="288"/>
                    <a:pt x="346" y="234"/>
                  </a:cubicBezTo>
                  <a:cubicBezTo>
                    <a:pt x="384" y="159"/>
                    <a:pt x="309" y="38"/>
                    <a:pt x="234"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0" name="Google Shape;4440;p61"/>
            <p:cNvSpPr/>
            <p:nvPr/>
          </p:nvSpPr>
          <p:spPr>
            <a:xfrm>
              <a:off x="3311771" y="2065469"/>
              <a:ext cx="8939" cy="7579"/>
            </a:xfrm>
            <a:custGeom>
              <a:avLst/>
              <a:gdLst/>
              <a:ahLst/>
              <a:cxnLst/>
              <a:rect l="l" t="t" r="r" b="b"/>
              <a:pathLst>
                <a:path w="355" h="301" extrusionOk="0">
                  <a:moveTo>
                    <a:pt x="174" y="1"/>
                  </a:moveTo>
                  <a:cubicBezTo>
                    <a:pt x="121" y="1"/>
                    <a:pt x="74" y="35"/>
                    <a:pt x="47" y="90"/>
                  </a:cubicBezTo>
                  <a:cubicBezTo>
                    <a:pt x="0" y="165"/>
                    <a:pt x="47" y="249"/>
                    <a:pt x="121" y="286"/>
                  </a:cubicBezTo>
                  <a:cubicBezTo>
                    <a:pt x="141" y="296"/>
                    <a:pt x="165" y="301"/>
                    <a:pt x="188" y="301"/>
                  </a:cubicBezTo>
                  <a:cubicBezTo>
                    <a:pt x="252" y="301"/>
                    <a:pt x="317" y="266"/>
                    <a:pt x="317" y="211"/>
                  </a:cubicBezTo>
                  <a:cubicBezTo>
                    <a:pt x="355" y="127"/>
                    <a:pt x="317" y="15"/>
                    <a:pt x="233" y="15"/>
                  </a:cubicBezTo>
                  <a:cubicBezTo>
                    <a:pt x="213" y="5"/>
                    <a:pt x="193" y="1"/>
                    <a:pt x="174"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1" name="Google Shape;4441;p61"/>
            <p:cNvSpPr/>
            <p:nvPr/>
          </p:nvSpPr>
          <p:spPr>
            <a:xfrm>
              <a:off x="3431401" y="1928591"/>
              <a:ext cx="43964" cy="51896"/>
            </a:xfrm>
            <a:custGeom>
              <a:avLst/>
              <a:gdLst/>
              <a:ahLst/>
              <a:cxnLst/>
              <a:rect l="l" t="t" r="r" b="b"/>
              <a:pathLst>
                <a:path w="1746" h="2061" extrusionOk="0">
                  <a:moveTo>
                    <a:pt x="1363" y="0"/>
                  </a:moveTo>
                  <a:cubicBezTo>
                    <a:pt x="1363" y="0"/>
                    <a:pt x="971" y="196"/>
                    <a:pt x="700" y="784"/>
                  </a:cubicBezTo>
                  <a:cubicBezTo>
                    <a:pt x="383" y="1363"/>
                    <a:pt x="700" y="1484"/>
                    <a:pt x="345" y="1484"/>
                  </a:cubicBezTo>
                  <a:cubicBezTo>
                    <a:pt x="0" y="1484"/>
                    <a:pt x="345" y="2026"/>
                    <a:pt x="345" y="2026"/>
                  </a:cubicBezTo>
                  <a:cubicBezTo>
                    <a:pt x="345" y="2026"/>
                    <a:pt x="380" y="2061"/>
                    <a:pt x="458" y="2061"/>
                  </a:cubicBezTo>
                  <a:cubicBezTo>
                    <a:pt x="580" y="2061"/>
                    <a:pt x="807" y="1973"/>
                    <a:pt x="1167" y="1522"/>
                  </a:cubicBezTo>
                  <a:cubicBezTo>
                    <a:pt x="1745" y="822"/>
                    <a:pt x="1363" y="0"/>
                    <a:pt x="1363"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2" name="Google Shape;4442;p61"/>
            <p:cNvSpPr/>
            <p:nvPr/>
          </p:nvSpPr>
          <p:spPr>
            <a:xfrm>
              <a:off x="3331512" y="2465404"/>
              <a:ext cx="69572" cy="118472"/>
            </a:xfrm>
            <a:custGeom>
              <a:avLst/>
              <a:gdLst/>
              <a:ahLst/>
              <a:cxnLst/>
              <a:rect l="l" t="t" r="r" b="b"/>
              <a:pathLst>
                <a:path w="2763" h="4705" extrusionOk="0">
                  <a:moveTo>
                    <a:pt x="2530" y="0"/>
                  </a:moveTo>
                  <a:lnTo>
                    <a:pt x="0" y="233"/>
                  </a:lnTo>
                  <a:lnTo>
                    <a:pt x="75" y="3771"/>
                  </a:lnTo>
                  <a:lnTo>
                    <a:pt x="579" y="4630"/>
                  </a:lnTo>
                  <a:lnTo>
                    <a:pt x="2408" y="4704"/>
                  </a:lnTo>
                  <a:lnTo>
                    <a:pt x="2763" y="3883"/>
                  </a:lnTo>
                  <a:cubicBezTo>
                    <a:pt x="2446" y="3734"/>
                    <a:pt x="2530" y="0"/>
                    <a:pt x="2530"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3" name="Google Shape;4443;p61"/>
            <p:cNvSpPr/>
            <p:nvPr/>
          </p:nvSpPr>
          <p:spPr>
            <a:xfrm>
              <a:off x="3332444" y="2556329"/>
              <a:ext cx="143853" cy="51040"/>
            </a:xfrm>
            <a:custGeom>
              <a:avLst/>
              <a:gdLst/>
              <a:ahLst/>
              <a:cxnLst/>
              <a:rect l="l" t="t" r="r" b="b"/>
              <a:pathLst>
                <a:path w="5713" h="2027" extrusionOk="0">
                  <a:moveTo>
                    <a:pt x="42" y="0"/>
                  </a:moveTo>
                  <a:cubicBezTo>
                    <a:pt x="14" y="0"/>
                    <a:pt x="0" y="1"/>
                    <a:pt x="0" y="1"/>
                  </a:cubicBezTo>
                  <a:lnTo>
                    <a:pt x="75" y="2027"/>
                  </a:lnTo>
                  <a:lnTo>
                    <a:pt x="5638" y="2027"/>
                  </a:lnTo>
                  <a:cubicBezTo>
                    <a:pt x="5713" y="1831"/>
                    <a:pt x="5601" y="1327"/>
                    <a:pt x="5405" y="1252"/>
                  </a:cubicBezTo>
                  <a:lnTo>
                    <a:pt x="2642" y="197"/>
                  </a:lnTo>
                  <a:cubicBezTo>
                    <a:pt x="2642" y="197"/>
                    <a:pt x="2503" y="430"/>
                    <a:pt x="2119" y="430"/>
                  </a:cubicBezTo>
                  <a:cubicBezTo>
                    <a:pt x="2005" y="430"/>
                    <a:pt x="1869" y="409"/>
                    <a:pt x="1709" y="356"/>
                  </a:cubicBezTo>
                  <a:cubicBezTo>
                    <a:pt x="729" y="27"/>
                    <a:pt x="190" y="0"/>
                    <a:pt x="42" y="0"/>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4" name="Google Shape;4444;p61"/>
            <p:cNvSpPr/>
            <p:nvPr/>
          </p:nvSpPr>
          <p:spPr>
            <a:xfrm>
              <a:off x="3420574" y="2570203"/>
              <a:ext cx="48925" cy="19540"/>
            </a:xfrm>
            <a:custGeom>
              <a:avLst/>
              <a:gdLst/>
              <a:ahLst/>
              <a:cxnLst/>
              <a:rect l="l" t="t" r="r" b="b"/>
              <a:pathLst>
                <a:path w="1943" h="776" extrusionOk="0">
                  <a:moveTo>
                    <a:pt x="159" y="1"/>
                  </a:moveTo>
                  <a:lnTo>
                    <a:pt x="1" y="776"/>
                  </a:lnTo>
                  <a:lnTo>
                    <a:pt x="1905" y="776"/>
                  </a:lnTo>
                  <a:cubicBezTo>
                    <a:pt x="1942" y="776"/>
                    <a:pt x="1942" y="776"/>
                    <a:pt x="1942" y="738"/>
                  </a:cubicBezTo>
                  <a:lnTo>
                    <a:pt x="159" y="1"/>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5" name="Google Shape;4445;p61"/>
            <p:cNvSpPr/>
            <p:nvPr/>
          </p:nvSpPr>
          <p:spPr>
            <a:xfrm>
              <a:off x="3419642" y="2569045"/>
              <a:ext cx="50788" cy="21630"/>
            </a:xfrm>
            <a:custGeom>
              <a:avLst/>
              <a:gdLst/>
              <a:ahLst/>
              <a:cxnLst/>
              <a:rect l="l" t="t" r="r" b="b"/>
              <a:pathLst>
                <a:path w="2017" h="859" extrusionOk="0">
                  <a:moveTo>
                    <a:pt x="196" y="84"/>
                  </a:moveTo>
                  <a:lnTo>
                    <a:pt x="1904" y="822"/>
                  </a:lnTo>
                  <a:lnTo>
                    <a:pt x="75" y="822"/>
                  </a:lnTo>
                  <a:lnTo>
                    <a:pt x="196" y="84"/>
                  </a:lnTo>
                  <a:close/>
                  <a:moveTo>
                    <a:pt x="150" y="0"/>
                  </a:moveTo>
                  <a:lnTo>
                    <a:pt x="0" y="859"/>
                  </a:lnTo>
                  <a:lnTo>
                    <a:pt x="1942" y="859"/>
                  </a:lnTo>
                  <a:cubicBezTo>
                    <a:pt x="1979" y="859"/>
                    <a:pt x="1979" y="859"/>
                    <a:pt x="2016" y="822"/>
                  </a:cubicBezTo>
                  <a:lnTo>
                    <a:pt x="1979" y="784"/>
                  </a:lnTo>
                  <a:lnTo>
                    <a:pt x="150" y="0"/>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6" name="Google Shape;4446;p61"/>
            <p:cNvSpPr/>
            <p:nvPr/>
          </p:nvSpPr>
          <p:spPr>
            <a:xfrm>
              <a:off x="3332444" y="2556354"/>
              <a:ext cx="10827" cy="33389"/>
            </a:xfrm>
            <a:custGeom>
              <a:avLst/>
              <a:gdLst/>
              <a:ahLst/>
              <a:cxnLst/>
              <a:rect l="l" t="t" r="r" b="b"/>
              <a:pathLst>
                <a:path w="430" h="1326" extrusionOk="0">
                  <a:moveTo>
                    <a:pt x="0" y="0"/>
                  </a:moveTo>
                  <a:lnTo>
                    <a:pt x="38" y="1326"/>
                  </a:lnTo>
                  <a:lnTo>
                    <a:pt x="430" y="1326"/>
                  </a:lnTo>
                  <a:lnTo>
                    <a:pt x="346" y="38"/>
                  </a:lnTo>
                  <a:cubicBezTo>
                    <a:pt x="308" y="38"/>
                    <a:pt x="1" y="0"/>
                    <a:pt x="0" y="0"/>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47" name="Google Shape;4447;p61"/>
            <p:cNvSpPr/>
            <p:nvPr/>
          </p:nvSpPr>
          <p:spPr>
            <a:xfrm>
              <a:off x="3333375" y="2589717"/>
              <a:ext cx="137054" cy="957"/>
            </a:xfrm>
            <a:custGeom>
              <a:avLst/>
              <a:gdLst/>
              <a:ahLst/>
              <a:cxnLst/>
              <a:rect l="l" t="t" r="r" b="b"/>
              <a:pathLst>
                <a:path w="5443" h="38" extrusionOk="0">
                  <a:moveTo>
                    <a:pt x="1" y="1"/>
                  </a:moveTo>
                  <a:lnTo>
                    <a:pt x="1" y="38"/>
                  </a:lnTo>
                  <a:lnTo>
                    <a:pt x="5442" y="38"/>
                  </a:lnTo>
                  <a:cubicBezTo>
                    <a:pt x="5442" y="1"/>
                    <a:pt x="5442" y="1"/>
                    <a:pt x="5405"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48" name="Google Shape;4448;p61"/>
            <p:cNvGrpSpPr/>
            <p:nvPr/>
          </p:nvGrpSpPr>
          <p:grpSpPr>
            <a:xfrm>
              <a:off x="3120853" y="2061843"/>
              <a:ext cx="293862" cy="468678"/>
              <a:chOff x="-1269189" y="2764126"/>
              <a:chExt cx="861260" cy="1373616"/>
            </a:xfrm>
          </p:grpSpPr>
          <p:sp>
            <p:nvSpPr>
              <p:cNvPr id="4449" name="Google Shape;4449;p61"/>
              <p:cNvSpPr/>
              <p:nvPr/>
            </p:nvSpPr>
            <p:spPr>
              <a:xfrm>
                <a:off x="-1269189" y="2764126"/>
                <a:ext cx="568465" cy="1372377"/>
              </a:xfrm>
              <a:custGeom>
                <a:avLst/>
                <a:gdLst/>
                <a:ahLst/>
                <a:cxnLst/>
                <a:rect l="l" t="t" r="r" b="b"/>
                <a:pathLst>
                  <a:path w="7702" h="18594" extrusionOk="0">
                    <a:moveTo>
                      <a:pt x="1560" y="0"/>
                    </a:moveTo>
                    <a:cubicBezTo>
                      <a:pt x="1560" y="0"/>
                      <a:pt x="701" y="10109"/>
                      <a:pt x="1" y="18594"/>
                    </a:cubicBezTo>
                    <a:lnTo>
                      <a:pt x="4239" y="18594"/>
                    </a:lnTo>
                    <a:cubicBezTo>
                      <a:pt x="4668" y="16913"/>
                      <a:pt x="5060" y="15243"/>
                      <a:pt x="5293" y="14347"/>
                    </a:cubicBezTo>
                    <a:cubicBezTo>
                      <a:pt x="6376" y="9876"/>
                      <a:pt x="7701" y="2138"/>
                      <a:pt x="7701" y="2138"/>
                    </a:cubicBezTo>
                    <a:lnTo>
                      <a:pt x="1560" y="0"/>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0" name="Google Shape;4450;p61"/>
              <p:cNvSpPr/>
              <p:nvPr/>
            </p:nvSpPr>
            <p:spPr>
              <a:xfrm>
                <a:off x="-1269189" y="2765365"/>
                <a:ext cx="568465" cy="1372377"/>
              </a:xfrm>
              <a:custGeom>
                <a:avLst/>
                <a:gdLst/>
                <a:ahLst/>
                <a:cxnLst/>
                <a:rect l="l" t="t" r="r" b="b"/>
                <a:pathLst>
                  <a:path w="7702" h="18594" extrusionOk="0">
                    <a:moveTo>
                      <a:pt x="1560" y="0"/>
                    </a:moveTo>
                    <a:cubicBezTo>
                      <a:pt x="1560" y="0"/>
                      <a:pt x="701" y="10109"/>
                      <a:pt x="1" y="18594"/>
                    </a:cubicBezTo>
                    <a:lnTo>
                      <a:pt x="4239" y="18594"/>
                    </a:lnTo>
                    <a:cubicBezTo>
                      <a:pt x="4668" y="16913"/>
                      <a:pt x="5060" y="15243"/>
                      <a:pt x="5293" y="14347"/>
                    </a:cubicBezTo>
                    <a:cubicBezTo>
                      <a:pt x="6376" y="9876"/>
                      <a:pt x="7701" y="2138"/>
                      <a:pt x="7701" y="2138"/>
                    </a:cubicBezTo>
                    <a:lnTo>
                      <a:pt x="1560" y="0"/>
                    </a:ln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1" name="Google Shape;4451;p61"/>
              <p:cNvSpPr/>
              <p:nvPr/>
            </p:nvSpPr>
            <p:spPr>
              <a:xfrm>
                <a:off x="-1220255" y="2850602"/>
                <a:ext cx="812325" cy="1286243"/>
              </a:xfrm>
              <a:custGeom>
                <a:avLst/>
                <a:gdLst/>
                <a:ahLst/>
                <a:cxnLst/>
                <a:rect l="l" t="t" r="r" b="b"/>
                <a:pathLst>
                  <a:path w="11006" h="17427" extrusionOk="0">
                    <a:moveTo>
                      <a:pt x="8168" y="0"/>
                    </a:moveTo>
                    <a:lnTo>
                      <a:pt x="150" y="271"/>
                    </a:lnTo>
                    <a:cubicBezTo>
                      <a:pt x="150" y="271"/>
                      <a:pt x="1" y="2838"/>
                      <a:pt x="1279" y="4555"/>
                    </a:cubicBezTo>
                    <a:cubicBezTo>
                      <a:pt x="1783" y="5255"/>
                      <a:pt x="4742" y="9334"/>
                      <a:pt x="5246" y="10389"/>
                    </a:cubicBezTo>
                    <a:cubicBezTo>
                      <a:pt x="5872" y="11743"/>
                      <a:pt x="6301" y="13189"/>
                      <a:pt x="6534" y="14627"/>
                    </a:cubicBezTo>
                    <a:cubicBezTo>
                      <a:pt x="6646" y="15439"/>
                      <a:pt x="6805" y="16409"/>
                      <a:pt x="7038" y="17427"/>
                    </a:cubicBezTo>
                    <a:lnTo>
                      <a:pt x="11005" y="17427"/>
                    </a:lnTo>
                    <a:cubicBezTo>
                      <a:pt x="11005" y="14505"/>
                      <a:pt x="10968" y="11042"/>
                      <a:pt x="10847" y="10072"/>
                    </a:cubicBezTo>
                    <a:cubicBezTo>
                      <a:pt x="10343" y="5526"/>
                      <a:pt x="8168" y="0"/>
                      <a:pt x="8168"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52" name="Google Shape;4452;p61"/>
            <p:cNvSpPr/>
            <p:nvPr/>
          </p:nvSpPr>
          <p:spPr>
            <a:xfrm>
              <a:off x="3221752" y="2181625"/>
              <a:ext cx="130231" cy="309184"/>
            </a:xfrm>
            <a:custGeom>
              <a:avLst/>
              <a:gdLst/>
              <a:ahLst/>
              <a:cxnLst/>
              <a:rect l="l" t="t" r="r" b="b"/>
              <a:pathLst>
                <a:path w="5172" h="12279" extrusionOk="0">
                  <a:moveTo>
                    <a:pt x="104" y="1"/>
                  </a:moveTo>
                  <a:cubicBezTo>
                    <a:pt x="78" y="1"/>
                    <a:pt x="53" y="12"/>
                    <a:pt x="37" y="32"/>
                  </a:cubicBezTo>
                  <a:cubicBezTo>
                    <a:pt x="0" y="69"/>
                    <a:pt x="0" y="144"/>
                    <a:pt x="37" y="219"/>
                  </a:cubicBezTo>
                  <a:cubicBezTo>
                    <a:pt x="37" y="219"/>
                    <a:pt x="1559" y="1815"/>
                    <a:pt x="3108" y="4811"/>
                  </a:cubicBezTo>
                  <a:cubicBezTo>
                    <a:pt x="4863" y="8274"/>
                    <a:pt x="4938" y="12119"/>
                    <a:pt x="4938" y="12166"/>
                  </a:cubicBezTo>
                  <a:cubicBezTo>
                    <a:pt x="4938" y="12203"/>
                    <a:pt x="4975" y="12278"/>
                    <a:pt x="5059" y="12278"/>
                  </a:cubicBezTo>
                  <a:cubicBezTo>
                    <a:pt x="5134" y="12278"/>
                    <a:pt x="5171" y="12203"/>
                    <a:pt x="5171" y="12166"/>
                  </a:cubicBezTo>
                  <a:cubicBezTo>
                    <a:pt x="5171" y="12119"/>
                    <a:pt x="5097" y="8237"/>
                    <a:pt x="3304" y="4736"/>
                  </a:cubicBezTo>
                  <a:cubicBezTo>
                    <a:pt x="1755" y="1703"/>
                    <a:pt x="234" y="69"/>
                    <a:pt x="196" y="69"/>
                  </a:cubicBezTo>
                  <a:cubicBezTo>
                    <a:pt x="175" y="21"/>
                    <a:pt x="138" y="1"/>
                    <a:pt x="104" y="1"/>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3" name="Google Shape;4453;p61"/>
            <p:cNvSpPr/>
            <p:nvPr/>
          </p:nvSpPr>
          <p:spPr>
            <a:xfrm>
              <a:off x="3283544" y="2184848"/>
              <a:ext cx="32230" cy="91605"/>
            </a:xfrm>
            <a:custGeom>
              <a:avLst/>
              <a:gdLst/>
              <a:ahLst/>
              <a:cxnLst/>
              <a:rect l="l" t="t" r="r" b="b"/>
              <a:pathLst>
                <a:path w="1280" h="3638" extrusionOk="0">
                  <a:moveTo>
                    <a:pt x="116" y="1"/>
                  </a:moveTo>
                  <a:cubicBezTo>
                    <a:pt x="101" y="1"/>
                    <a:pt x="87" y="5"/>
                    <a:pt x="76" y="16"/>
                  </a:cubicBezTo>
                  <a:cubicBezTo>
                    <a:pt x="38" y="53"/>
                    <a:pt x="1" y="137"/>
                    <a:pt x="38" y="175"/>
                  </a:cubicBezTo>
                  <a:cubicBezTo>
                    <a:pt x="38" y="212"/>
                    <a:pt x="1009" y="1883"/>
                    <a:pt x="38" y="3479"/>
                  </a:cubicBezTo>
                  <a:cubicBezTo>
                    <a:pt x="1" y="3516"/>
                    <a:pt x="38" y="3591"/>
                    <a:pt x="76" y="3638"/>
                  </a:cubicBezTo>
                  <a:lnTo>
                    <a:pt x="113" y="3638"/>
                  </a:lnTo>
                  <a:cubicBezTo>
                    <a:pt x="150" y="3638"/>
                    <a:pt x="188" y="3638"/>
                    <a:pt x="234" y="3591"/>
                  </a:cubicBezTo>
                  <a:cubicBezTo>
                    <a:pt x="1280" y="1883"/>
                    <a:pt x="234" y="91"/>
                    <a:pt x="234" y="53"/>
                  </a:cubicBezTo>
                  <a:cubicBezTo>
                    <a:pt x="201" y="27"/>
                    <a:pt x="154" y="1"/>
                    <a:pt x="116" y="1"/>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4" name="Google Shape;4454;p61"/>
            <p:cNvSpPr/>
            <p:nvPr/>
          </p:nvSpPr>
          <p:spPr>
            <a:xfrm>
              <a:off x="3305879" y="2485850"/>
              <a:ext cx="106964" cy="6824"/>
            </a:xfrm>
            <a:custGeom>
              <a:avLst/>
              <a:gdLst/>
              <a:ahLst/>
              <a:cxnLst/>
              <a:rect l="l" t="t" r="r" b="b"/>
              <a:pathLst>
                <a:path w="4248" h="271" extrusionOk="0">
                  <a:moveTo>
                    <a:pt x="4126" y="0"/>
                  </a:moveTo>
                  <a:lnTo>
                    <a:pt x="122" y="37"/>
                  </a:lnTo>
                  <a:cubicBezTo>
                    <a:pt x="47" y="84"/>
                    <a:pt x="1" y="121"/>
                    <a:pt x="1" y="159"/>
                  </a:cubicBezTo>
                  <a:cubicBezTo>
                    <a:pt x="1" y="233"/>
                    <a:pt x="47" y="271"/>
                    <a:pt x="122" y="271"/>
                  </a:cubicBezTo>
                  <a:lnTo>
                    <a:pt x="4126" y="233"/>
                  </a:lnTo>
                  <a:cubicBezTo>
                    <a:pt x="4201" y="233"/>
                    <a:pt x="4248" y="196"/>
                    <a:pt x="4248" y="121"/>
                  </a:cubicBezTo>
                  <a:cubicBezTo>
                    <a:pt x="4248" y="37"/>
                    <a:pt x="4201" y="0"/>
                    <a:pt x="4126"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5" name="Google Shape;4455;p61"/>
            <p:cNvSpPr/>
            <p:nvPr/>
          </p:nvSpPr>
          <p:spPr>
            <a:xfrm>
              <a:off x="3261940" y="1762957"/>
              <a:ext cx="117540" cy="273529"/>
            </a:xfrm>
            <a:custGeom>
              <a:avLst/>
              <a:gdLst/>
              <a:ahLst/>
              <a:cxnLst/>
              <a:rect l="l" t="t" r="r" b="b"/>
              <a:pathLst>
                <a:path w="4668" h="10863" extrusionOk="0">
                  <a:moveTo>
                    <a:pt x="1008" y="0"/>
                  </a:moveTo>
                  <a:cubicBezTo>
                    <a:pt x="983" y="0"/>
                    <a:pt x="958" y="3"/>
                    <a:pt x="934" y="7"/>
                  </a:cubicBezTo>
                  <a:cubicBezTo>
                    <a:pt x="775" y="7"/>
                    <a:pt x="700" y="91"/>
                    <a:pt x="700" y="91"/>
                  </a:cubicBezTo>
                  <a:lnTo>
                    <a:pt x="626" y="91"/>
                  </a:lnTo>
                  <a:cubicBezTo>
                    <a:pt x="0" y="941"/>
                    <a:pt x="4667" y="10863"/>
                    <a:pt x="4667" y="10863"/>
                  </a:cubicBezTo>
                  <a:cubicBezTo>
                    <a:pt x="4667" y="10863"/>
                    <a:pt x="4397" y="7558"/>
                    <a:pt x="4359" y="7325"/>
                  </a:cubicBezTo>
                  <a:cubicBezTo>
                    <a:pt x="3659" y="2733"/>
                    <a:pt x="1979" y="707"/>
                    <a:pt x="1475" y="203"/>
                  </a:cubicBezTo>
                  <a:cubicBezTo>
                    <a:pt x="1345" y="105"/>
                    <a:pt x="1178" y="0"/>
                    <a:pt x="1008" y="0"/>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6" name="Google Shape;4456;p61"/>
            <p:cNvSpPr/>
            <p:nvPr/>
          </p:nvSpPr>
          <p:spPr>
            <a:xfrm>
              <a:off x="3057226" y="1801910"/>
              <a:ext cx="125295" cy="220702"/>
            </a:xfrm>
            <a:custGeom>
              <a:avLst/>
              <a:gdLst/>
              <a:ahLst/>
              <a:cxnLst/>
              <a:rect l="l" t="t" r="r" b="b"/>
              <a:pathLst>
                <a:path w="4976" h="8765" extrusionOk="0">
                  <a:moveTo>
                    <a:pt x="4479" y="1"/>
                  </a:moveTo>
                  <a:cubicBezTo>
                    <a:pt x="3444" y="1"/>
                    <a:pt x="1111" y="213"/>
                    <a:pt x="663" y="2082"/>
                  </a:cubicBezTo>
                  <a:cubicBezTo>
                    <a:pt x="392" y="3053"/>
                    <a:pt x="122" y="4219"/>
                    <a:pt x="38" y="5731"/>
                  </a:cubicBezTo>
                  <a:cubicBezTo>
                    <a:pt x="0" y="6786"/>
                    <a:pt x="504" y="8420"/>
                    <a:pt x="2138" y="8765"/>
                  </a:cubicBezTo>
                  <a:lnTo>
                    <a:pt x="3622" y="8224"/>
                  </a:lnTo>
                  <a:lnTo>
                    <a:pt x="4975" y="19"/>
                  </a:lnTo>
                  <a:cubicBezTo>
                    <a:pt x="4975" y="19"/>
                    <a:pt x="4783" y="1"/>
                    <a:pt x="4479" y="1"/>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7" name="Google Shape;4457;p61"/>
            <p:cNvSpPr/>
            <p:nvPr/>
          </p:nvSpPr>
          <p:spPr>
            <a:xfrm>
              <a:off x="3061230" y="1777209"/>
              <a:ext cx="113536" cy="145187"/>
            </a:xfrm>
            <a:custGeom>
              <a:avLst/>
              <a:gdLst/>
              <a:ahLst/>
              <a:cxnLst/>
              <a:rect l="l" t="t" r="r" b="b"/>
              <a:pathLst>
                <a:path w="4509" h="5766" extrusionOk="0">
                  <a:moveTo>
                    <a:pt x="3452" y="0"/>
                  </a:moveTo>
                  <a:cubicBezTo>
                    <a:pt x="2969" y="0"/>
                    <a:pt x="2484" y="130"/>
                    <a:pt x="2063" y="375"/>
                  </a:cubicBezTo>
                  <a:cubicBezTo>
                    <a:pt x="429" y="1308"/>
                    <a:pt x="0" y="4426"/>
                    <a:pt x="112" y="4892"/>
                  </a:cubicBezTo>
                  <a:cubicBezTo>
                    <a:pt x="219" y="5316"/>
                    <a:pt x="397" y="5765"/>
                    <a:pt x="668" y="5765"/>
                  </a:cubicBezTo>
                  <a:cubicBezTo>
                    <a:pt x="893" y="5765"/>
                    <a:pt x="1182" y="5458"/>
                    <a:pt x="1549" y="4575"/>
                  </a:cubicBezTo>
                  <a:cubicBezTo>
                    <a:pt x="1979" y="3530"/>
                    <a:pt x="3463" y="925"/>
                    <a:pt x="3463" y="925"/>
                  </a:cubicBezTo>
                  <a:lnTo>
                    <a:pt x="4508" y="225"/>
                  </a:lnTo>
                  <a:cubicBezTo>
                    <a:pt x="4176" y="73"/>
                    <a:pt x="3814" y="0"/>
                    <a:pt x="3452" y="0"/>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8" name="Google Shape;4458;p61"/>
            <p:cNvSpPr/>
            <p:nvPr/>
          </p:nvSpPr>
          <p:spPr>
            <a:xfrm>
              <a:off x="3079787" y="1793349"/>
              <a:ext cx="124364" cy="193080"/>
            </a:xfrm>
            <a:custGeom>
              <a:avLst/>
              <a:gdLst/>
              <a:ahLst/>
              <a:cxnLst/>
              <a:rect l="l" t="t" r="r" b="b"/>
              <a:pathLst>
                <a:path w="4939" h="7668" extrusionOk="0">
                  <a:moveTo>
                    <a:pt x="3444" y="0"/>
                  </a:moveTo>
                  <a:cubicBezTo>
                    <a:pt x="1968" y="0"/>
                    <a:pt x="1279" y="1451"/>
                    <a:pt x="1279" y="1451"/>
                  </a:cubicBezTo>
                  <a:cubicBezTo>
                    <a:pt x="346" y="3159"/>
                    <a:pt x="0" y="7285"/>
                    <a:pt x="0" y="7285"/>
                  </a:cubicBezTo>
                  <a:lnTo>
                    <a:pt x="3379" y="7668"/>
                  </a:lnTo>
                  <a:cubicBezTo>
                    <a:pt x="4163" y="6771"/>
                    <a:pt x="4938" y="6659"/>
                    <a:pt x="4938" y="6659"/>
                  </a:cubicBezTo>
                  <a:lnTo>
                    <a:pt x="4630" y="284"/>
                  </a:lnTo>
                  <a:cubicBezTo>
                    <a:pt x="4190" y="82"/>
                    <a:pt x="3795" y="0"/>
                    <a:pt x="3444" y="0"/>
                  </a:cubicBezTo>
                  <a:close/>
                </a:path>
              </a:pathLst>
            </a:custGeom>
            <a:solidFill>
              <a:srgbClr val="FD7D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59" name="Google Shape;4459;p61"/>
            <p:cNvSpPr/>
            <p:nvPr/>
          </p:nvSpPr>
          <p:spPr>
            <a:xfrm>
              <a:off x="3064050" y="1777209"/>
              <a:ext cx="130231" cy="262098"/>
            </a:xfrm>
            <a:custGeom>
              <a:avLst/>
              <a:gdLst/>
              <a:ahLst/>
              <a:cxnLst/>
              <a:rect l="l" t="t" r="r" b="b"/>
              <a:pathLst>
                <a:path w="5172" h="10409" extrusionOk="0">
                  <a:moveTo>
                    <a:pt x="3944" y="1"/>
                  </a:moveTo>
                  <a:cubicBezTo>
                    <a:pt x="2875" y="1"/>
                    <a:pt x="1397" y="694"/>
                    <a:pt x="737" y="4192"/>
                  </a:cubicBezTo>
                  <a:cubicBezTo>
                    <a:pt x="737" y="4192"/>
                    <a:pt x="271" y="5742"/>
                    <a:pt x="121" y="7412"/>
                  </a:cubicBezTo>
                  <a:cubicBezTo>
                    <a:pt x="0" y="8626"/>
                    <a:pt x="821" y="9709"/>
                    <a:pt x="1988" y="9942"/>
                  </a:cubicBezTo>
                  <a:lnTo>
                    <a:pt x="4592" y="10409"/>
                  </a:lnTo>
                  <a:lnTo>
                    <a:pt x="5171" y="300"/>
                  </a:lnTo>
                  <a:cubicBezTo>
                    <a:pt x="5171" y="300"/>
                    <a:pt x="4646" y="1"/>
                    <a:pt x="394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0" name="Google Shape;4460;p61"/>
            <p:cNvSpPr/>
            <p:nvPr/>
          </p:nvSpPr>
          <p:spPr>
            <a:xfrm>
              <a:off x="3135611" y="1787751"/>
              <a:ext cx="71461" cy="121292"/>
            </a:xfrm>
            <a:custGeom>
              <a:avLst/>
              <a:gdLst/>
              <a:ahLst/>
              <a:cxnLst/>
              <a:rect l="l" t="t" r="r" b="b"/>
              <a:pathLst>
                <a:path w="2838" h="4817" extrusionOk="0">
                  <a:moveTo>
                    <a:pt x="2838" y="0"/>
                  </a:moveTo>
                  <a:cubicBezTo>
                    <a:pt x="2838" y="0"/>
                    <a:pt x="1671" y="75"/>
                    <a:pt x="1587" y="150"/>
                  </a:cubicBezTo>
                  <a:cubicBezTo>
                    <a:pt x="1587" y="150"/>
                    <a:pt x="579" y="1354"/>
                    <a:pt x="0" y="4817"/>
                  </a:cubicBezTo>
                  <a:lnTo>
                    <a:pt x="2138" y="1046"/>
                  </a:lnTo>
                  <a:cubicBezTo>
                    <a:pt x="2138" y="1046"/>
                    <a:pt x="2287" y="700"/>
                    <a:pt x="2838" y="0"/>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1" name="Google Shape;4461;p61"/>
            <p:cNvSpPr/>
            <p:nvPr/>
          </p:nvSpPr>
          <p:spPr>
            <a:xfrm>
              <a:off x="3079787" y="1774867"/>
              <a:ext cx="95910" cy="239058"/>
            </a:xfrm>
            <a:custGeom>
              <a:avLst/>
              <a:gdLst/>
              <a:ahLst/>
              <a:cxnLst/>
              <a:rect l="l" t="t" r="r" b="b"/>
              <a:pathLst>
                <a:path w="3809" h="9494" extrusionOk="0">
                  <a:moveTo>
                    <a:pt x="3697" y="1"/>
                  </a:moveTo>
                  <a:cubicBezTo>
                    <a:pt x="3659" y="1"/>
                    <a:pt x="2297" y="197"/>
                    <a:pt x="1597" y="1905"/>
                  </a:cubicBezTo>
                  <a:cubicBezTo>
                    <a:pt x="1009" y="3305"/>
                    <a:pt x="0" y="6731"/>
                    <a:pt x="196" y="9419"/>
                  </a:cubicBezTo>
                  <a:cubicBezTo>
                    <a:pt x="196" y="9456"/>
                    <a:pt x="234" y="9494"/>
                    <a:pt x="308" y="9494"/>
                  </a:cubicBezTo>
                  <a:cubicBezTo>
                    <a:pt x="346" y="9494"/>
                    <a:pt x="392" y="9456"/>
                    <a:pt x="392" y="9419"/>
                  </a:cubicBezTo>
                  <a:cubicBezTo>
                    <a:pt x="159" y="6731"/>
                    <a:pt x="1205" y="3389"/>
                    <a:pt x="1746" y="1989"/>
                  </a:cubicBezTo>
                  <a:cubicBezTo>
                    <a:pt x="2409" y="356"/>
                    <a:pt x="3734" y="160"/>
                    <a:pt x="3734" y="160"/>
                  </a:cubicBezTo>
                  <a:cubicBezTo>
                    <a:pt x="3771" y="160"/>
                    <a:pt x="3809" y="122"/>
                    <a:pt x="3809" y="85"/>
                  </a:cubicBezTo>
                  <a:cubicBezTo>
                    <a:pt x="3809" y="38"/>
                    <a:pt x="3771" y="1"/>
                    <a:pt x="369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2" name="Google Shape;4462;p61"/>
            <p:cNvSpPr/>
            <p:nvPr/>
          </p:nvSpPr>
          <p:spPr>
            <a:xfrm>
              <a:off x="3209061" y="1736795"/>
              <a:ext cx="81331" cy="85108"/>
            </a:xfrm>
            <a:custGeom>
              <a:avLst/>
              <a:gdLst/>
              <a:ahLst/>
              <a:cxnLst/>
              <a:rect l="l" t="t" r="r" b="b"/>
              <a:pathLst>
                <a:path w="3230" h="3380" extrusionOk="0">
                  <a:moveTo>
                    <a:pt x="504" y="1"/>
                  </a:moveTo>
                  <a:lnTo>
                    <a:pt x="271" y="1242"/>
                  </a:lnTo>
                  <a:lnTo>
                    <a:pt x="0" y="2997"/>
                  </a:lnTo>
                  <a:lnTo>
                    <a:pt x="3034" y="3380"/>
                  </a:lnTo>
                  <a:lnTo>
                    <a:pt x="3230" y="76"/>
                  </a:lnTo>
                  <a:lnTo>
                    <a:pt x="504" y="1"/>
                  </a:ln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3" name="Google Shape;4463;p61"/>
            <p:cNvSpPr/>
            <p:nvPr/>
          </p:nvSpPr>
          <p:spPr>
            <a:xfrm>
              <a:off x="3214928" y="1736795"/>
              <a:ext cx="75464" cy="38097"/>
            </a:xfrm>
            <a:custGeom>
              <a:avLst/>
              <a:gdLst/>
              <a:ahLst/>
              <a:cxnLst/>
              <a:rect l="l" t="t" r="r" b="b"/>
              <a:pathLst>
                <a:path w="2997" h="1513" extrusionOk="0">
                  <a:moveTo>
                    <a:pt x="271" y="1"/>
                  </a:moveTo>
                  <a:lnTo>
                    <a:pt x="38" y="1242"/>
                  </a:lnTo>
                  <a:lnTo>
                    <a:pt x="0" y="1513"/>
                  </a:lnTo>
                  <a:cubicBezTo>
                    <a:pt x="2446" y="1168"/>
                    <a:pt x="2997" y="76"/>
                    <a:pt x="2997" y="76"/>
                  </a:cubicBezTo>
                  <a:lnTo>
                    <a:pt x="271" y="1"/>
                  </a:lnTo>
                  <a:close/>
                </a:path>
              </a:pathLst>
            </a:custGeom>
            <a:solidFill>
              <a:srgbClr val="000000">
                <a:alpha val="8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4" name="Google Shape;4464;p61"/>
            <p:cNvSpPr/>
            <p:nvPr/>
          </p:nvSpPr>
          <p:spPr>
            <a:xfrm>
              <a:off x="3124910" y="1768068"/>
              <a:ext cx="270306" cy="418515"/>
            </a:xfrm>
            <a:custGeom>
              <a:avLst/>
              <a:gdLst/>
              <a:ahLst/>
              <a:cxnLst/>
              <a:rect l="l" t="t" r="r" b="b"/>
              <a:pathLst>
                <a:path w="10735" h="16621" extrusionOk="0">
                  <a:moveTo>
                    <a:pt x="3575" y="0"/>
                  </a:moveTo>
                  <a:cubicBezTo>
                    <a:pt x="1" y="4471"/>
                    <a:pt x="467" y="14001"/>
                    <a:pt x="467" y="14001"/>
                  </a:cubicBezTo>
                  <a:cubicBezTo>
                    <a:pt x="309" y="16409"/>
                    <a:pt x="4938" y="16493"/>
                    <a:pt x="4938" y="16493"/>
                  </a:cubicBezTo>
                  <a:cubicBezTo>
                    <a:pt x="5683" y="16580"/>
                    <a:pt x="6319" y="16620"/>
                    <a:pt x="6864" y="16620"/>
                  </a:cubicBezTo>
                  <a:cubicBezTo>
                    <a:pt x="9708" y="16620"/>
                    <a:pt x="10047" y="15531"/>
                    <a:pt x="10109" y="14356"/>
                  </a:cubicBezTo>
                  <a:cubicBezTo>
                    <a:pt x="10735" y="5330"/>
                    <a:pt x="6488" y="467"/>
                    <a:pt x="6488" y="467"/>
                  </a:cubicBezTo>
                  <a:cubicBezTo>
                    <a:pt x="6377" y="774"/>
                    <a:pt x="6123" y="887"/>
                    <a:pt x="5809" y="887"/>
                  </a:cubicBezTo>
                  <a:cubicBezTo>
                    <a:pt x="4929" y="887"/>
                    <a:pt x="3575" y="0"/>
                    <a:pt x="3575"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5" name="Google Shape;4465;p61"/>
            <p:cNvSpPr/>
            <p:nvPr/>
          </p:nvSpPr>
          <p:spPr>
            <a:xfrm>
              <a:off x="3176630" y="1563304"/>
              <a:ext cx="175353" cy="189126"/>
            </a:xfrm>
            <a:custGeom>
              <a:avLst/>
              <a:gdLst/>
              <a:ahLst/>
              <a:cxnLst/>
              <a:rect l="l" t="t" r="r" b="b"/>
              <a:pathLst>
                <a:path w="6964" h="7511" extrusionOk="0">
                  <a:moveTo>
                    <a:pt x="3474" y="0"/>
                  </a:moveTo>
                  <a:cubicBezTo>
                    <a:pt x="3433" y="0"/>
                    <a:pt x="3392" y="1"/>
                    <a:pt x="3351" y="2"/>
                  </a:cubicBezTo>
                  <a:cubicBezTo>
                    <a:pt x="1484" y="86"/>
                    <a:pt x="0" y="1832"/>
                    <a:pt x="84" y="3895"/>
                  </a:cubicBezTo>
                  <a:cubicBezTo>
                    <a:pt x="193" y="5907"/>
                    <a:pt x="1679" y="7510"/>
                    <a:pt x="3519" y="7510"/>
                  </a:cubicBezTo>
                  <a:cubicBezTo>
                    <a:pt x="3565" y="7510"/>
                    <a:pt x="3612" y="7509"/>
                    <a:pt x="3659" y="7507"/>
                  </a:cubicBezTo>
                  <a:cubicBezTo>
                    <a:pt x="5526" y="7432"/>
                    <a:pt x="6963" y="5687"/>
                    <a:pt x="6889" y="3624"/>
                  </a:cubicBezTo>
                  <a:cubicBezTo>
                    <a:pt x="6815" y="1607"/>
                    <a:pt x="5287" y="0"/>
                    <a:pt x="3474"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6" name="Google Shape;4466;p61"/>
            <p:cNvSpPr/>
            <p:nvPr/>
          </p:nvSpPr>
          <p:spPr>
            <a:xfrm>
              <a:off x="3158047" y="1644686"/>
              <a:ext cx="41169" cy="41194"/>
            </a:xfrm>
            <a:custGeom>
              <a:avLst/>
              <a:gdLst/>
              <a:ahLst/>
              <a:cxnLst/>
              <a:rect l="l" t="t" r="r" b="b"/>
              <a:pathLst>
                <a:path w="1635" h="1636" extrusionOk="0">
                  <a:moveTo>
                    <a:pt x="859" y="0"/>
                  </a:moveTo>
                  <a:cubicBezTo>
                    <a:pt x="393" y="0"/>
                    <a:pt x="1" y="355"/>
                    <a:pt x="1" y="821"/>
                  </a:cubicBezTo>
                  <a:cubicBezTo>
                    <a:pt x="1" y="1241"/>
                    <a:pt x="355" y="1633"/>
                    <a:pt x="785" y="1633"/>
                  </a:cubicBezTo>
                  <a:cubicBezTo>
                    <a:pt x="806" y="1635"/>
                    <a:pt x="827" y="1636"/>
                    <a:pt x="848" y="1636"/>
                  </a:cubicBezTo>
                  <a:cubicBezTo>
                    <a:pt x="1285" y="1636"/>
                    <a:pt x="1634" y="1269"/>
                    <a:pt x="1634" y="859"/>
                  </a:cubicBezTo>
                  <a:cubicBezTo>
                    <a:pt x="1634" y="392"/>
                    <a:pt x="1289" y="37"/>
                    <a:pt x="859"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7" name="Google Shape;4467;p61"/>
            <p:cNvSpPr/>
            <p:nvPr/>
          </p:nvSpPr>
          <p:spPr>
            <a:xfrm>
              <a:off x="3166986" y="1660424"/>
              <a:ext cx="8712" cy="14604"/>
            </a:xfrm>
            <a:custGeom>
              <a:avLst/>
              <a:gdLst/>
              <a:ahLst/>
              <a:cxnLst/>
              <a:rect l="l" t="t" r="r" b="b"/>
              <a:pathLst>
                <a:path w="346" h="580" extrusionOk="0">
                  <a:moveTo>
                    <a:pt x="346" y="0"/>
                  </a:moveTo>
                  <a:cubicBezTo>
                    <a:pt x="271" y="0"/>
                    <a:pt x="234" y="38"/>
                    <a:pt x="150" y="75"/>
                  </a:cubicBezTo>
                  <a:cubicBezTo>
                    <a:pt x="112" y="112"/>
                    <a:pt x="38" y="196"/>
                    <a:pt x="38" y="271"/>
                  </a:cubicBezTo>
                  <a:cubicBezTo>
                    <a:pt x="0" y="383"/>
                    <a:pt x="75" y="467"/>
                    <a:pt x="150" y="504"/>
                  </a:cubicBezTo>
                  <a:cubicBezTo>
                    <a:pt x="150" y="504"/>
                    <a:pt x="196" y="542"/>
                    <a:pt x="234" y="542"/>
                  </a:cubicBezTo>
                  <a:cubicBezTo>
                    <a:pt x="271" y="542"/>
                    <a:pt x="308" y="579"/>
                    <a:pt x="346" y="579"/>
                  </a:cubicBezTo>
                  <a:lnTo>
                    <a:pt x="196" y="430"/>
                  </a:lnTo>
                  <a:cubicBezTo>
                    <a:pt x="150" y="383"/>
                    <a:pt x="150" y="346"/>
                    <a:pt x="150" y="308"/>
                  </a:cubicBezTo>
                  <a:cubicBezTo>
                    <a:pt x="150" y="271"/>
                    <a:pt x="196" y="196"/>
                    <a:pt x="234" y="150"/>
                  </a:cubicBezTo>
                  <a:cubicBezTo>
                    <a:pt x="271" y="112"/>
                    <a:pt x="308" y="75"/>
                    <a:pt x="346" y="0"/>
                  </a:cubicBezTo>
                  <a:close/>
                </a:path>
              </a:pathLst>
            </a:custGeom>
            <a:solidFill>
              <a:srgbClr val="EC7D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8" name="Google Shape;4468;p61"/>
            <p:cNvSpPr/>
            <p:nvPr/>
          </p:nvSpPr>
          <p:spPr>
            <a:xfrm>
              <a:off x="3273673" y="1692629"/>
              <a:ext cx="41169" cy="16014"/>
            </a:xfrm>
            <a:custGeom>
              <a:avLst/>
              <a:gdLst/>
              <a:ahLst/>
              <a:cxnLst/>
              <a:rect l="l" t="t" r="r" b="b"/>
              <a:pathLst>
                <a:path w="1635" h="636" extrusionOk="0">
                  <a:moveTo>
                    <a:pt x="1" y="0"/>
                  </a:moveTo>
                  <a:cubicBezTo>
                    <a:pt x="38" y="84"/>
                    <a:pt x="76" y="159"/>
                    <a:pt x="160" y="233"/>
                  </a:cubicBezTo>
                  <a:cubicBezTo>
                    <a:pt x="197" y="271"/>
                    <a:pt x="272" y="355"/>
                    <a:pt x="309" y="392"/>
                  </a:cubicBezTo>
                  <a:cubicBezTo>
                    <a:pt x="468" y="504"/>
                    <a:pt x="626" y="588"/>
                    <a:pt x="813" y="625"/>
                  </a:cubicBezTo>
                  <a:cubicBezTo>
                    <a:pt x="842" y="632"/>
                    <a:pt x="872" y="635"/>
                    <a:pt x="903" y="635"/>
                  </a:cubicBezTo>
                  <a:cubicBezTo>
                    <a:pt x="1042" y="635"/>
                    <a:pt x="1197" y="573"/>
                    <a:pt x="1326" y="504"/>
                  </a:cubicBezTo>
                  <a:cubicBezTo>
                    <a:pt x="1476" y="392"/>
                    <a:pt x="1597" y="233"/>
                    <a:pt x="1634" y="84"/>
                  </a:cubicBezTo>
                  <a:lnTo>
                    <a:pt x="1634" y="84"/>
                  </a:lnTo>
                  <a:cubicBezTo>
                    <a:pt x="1513" y="196"/>
                    <a:pt x="1364" y="271"/>
                    <a:pt x="1242" y="355"/>
                  </a:cubicBezTo>
                  <a:cubicBezTo>
                    <a:pt x="1093" y="429"/>
                    <a:pt x="972" y="429"/>
                    <a:pt x="813" y="429"/>
                  </a:cubicBezTo>
                  <a:cubicBezTo>
                    <a:pt x="701" y="392"/>
                    <a:pt x="542" y="355"/>
                    <a:pt x="430" y="271"/>
                  </a:cubicBezTo>
                  <a:lnTo>
                    <a:pt x="197" y="159"/>
                  </a:lnTo>
                  <a:cubicBezTo>
                    <a:pt x="160" y="84"/>
                    <a:pt x="76" y="37"/>
                    <a:pt x="1" y="0"/>
                  </a:cubicBezTo>
                  <a:close/>
                </a:path>
              </a:pathLst>
            </a:custGeom>
            <a:solidFill>
              <a:srgbClr val="EC7D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69" name="Google Shape;4469;p61"/>
            <p:cNvSpPr/>
            <p:nvPr/>
          </p:nvSpPr>
          <p:spPr>
            <a:xfrm>
              <a:off x="3293188" y="1653852"/>
              <a:ext cx="18608" cy="29889"/>
            </a:xfrm>
            <a:custGeom>
              <a:avLst/>
              <a:gdLst/>
              <a:ahLst/>
              <a:cxnLst/>
              <a:rect l="l" t="t" r="r" b="b"/>
              <a:pathLst>
                <a:path w="739" h="1187" extrusionOk="0">
                  <a:moveTo>
                    <a:pt x="290" y="0"/>
                  </a:moveTo>
                  <a:cubicBezTo>
                    <a:pt x="255" y="0"/>
                    <a:pt x="215" y="9"/>
                    <a:pt x="197" y="28"/>
                  </a:cubicBezTo>
                  <a:cubicBezTo>
                    <a:pt x="159" y="336"/>
                    <a:pt x="1" y="924"/>
                    <a:pt x="159" y="1157"/>
                  </a:cubicBezTo>
                  <a:cubicBezTo>
                    <a:pt x="169" y="1177"/>
                    <a:pt x="207" y="1187"/>
                    <a:pt x="257" y="1187"/>
                  </a:cubicBezTo>
                  <a:cubicBezTo>
                    <a:pt x="397" y="1187"/>
                    <a:pt x="636" y="1115"/>
                    <a:pt x="663" y="999"/>
                  </a:cubicBezTo>
                  <a:cubicBezTo>
                    <a:pt x="738" y="728"/>
                    <a:pt x="430" y="261"/>
                    <a:pt x="355" y="28"/>
                  </a:cubicBezTo>
                  <a:cubicBezTo>
                    <a:pt x="355" y="9"/>
                    <a:pt x="325" y="0"/>
                    <a:pt x="290" y="0"/>
                  </a:cubicBezTo>
                  <a:close/>
                </a:path>
              </a:pathLst>
            </a:custGeom>
            <a:solidFill>
              <a:srgbClr val="EC7D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0" name="Google Shape;4470;p61"/>
            <p:cNvSpPr/>
            <p:nvPr/>
          </p:nvSpPr>
          <p:spPr>
            <a:xfrm>
              <a:off x="3241242" y="1643729"/>
              <a:ext cx="27522" cy="19540"/>
            </a:xfrm>
            <a:custGeom>
              <a:avLst/>
              <a:gdLst/>
              <a:ahLst/>
              <a:cxnLst/>
              <a:rect l="l" t="t" r="r" b="b"/>
              <a:pathLst>
                <a:path w="1093" h="776" extrusionOk="0">
                  <a:moveTo>
                    <a:pt x="626" y="1"/>
                  </a:moveTo>
                  <a:cubicBezTo>
                    <a:pt x="160" y="38"/>
                    <a:pt x="1" y="663"/>
                    <a:pt x="1" y="663"/>
                  </a:cubicBezTo>
                  <a:cubicBezTo>
                    <a:pt x="1" y="701"/>
                    <a:pt x="48" y="738"/>
                    <a:pt x="85" y="775"/>
                  </a:cubicBezTo>
                  <a:cubicBezTo>
                    <a:pt x="122" y="775"/>
                    <a:pt x="160" y="738"/>
                    <a:pt x="160" y="701"/>
                  </a:cubicBezTo>
                  <a:cubicBezTo>
                    <a:pt x="160" y="701"/>
                    <a:pt x="281" y="197"/>
                    <a:pt x="626" y="159"/>
                  </a:cubicBezTo>
                  <a:cubicBezTo>
                    <a:pt x="701" y="159"/>
                    <a:pt x="785" y="159"/>
                    <a:pt x="822" y="197"/>
                  </a:cubicBezTo>
                  <a:cubicBezTo>
                    <a:pt x="934" y="309"/>
                    <a:pt x="934" y="626"/>
                    <a:pt x="897" y="701"/>
                  </a:cubicBezTo>
                  <a:cubicBezTo>
                    <a:pt x="897" y="738"/>
                    <a:pt x="934" y="775"/>
                    <a:pt x="981" y="775"/>
                  </a:cubicBezTo>
                  <a:cubicBezTo>
                    <a:pt x="1018" y="775"/>
                    <a:pt x="1056" y="775"/>
                    <a:pt x="1056" y="738"/>
                  </a:cubicBezTo>
                  <a:cubicBezTo>
                    <a:pt x="1056" y="701"/>
                    <a:pt x="1093" y="309"/>
                    <a:pt x="897" y="113"/>
                  </a:cubicBezTo>
                  <a:cubicBezTo>
                    <a:pt x="860" y="38"/>
                    <a:pt x="748" y="1"/>
                    <a:pt x="626"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1" name="Google Shape;4471;p61"/>
            <p:cNvSpPr/>
            <p:nvPr/>
          </p:nvSpPr>
          <p:spPr>
            <a:xfrm>
              <a:off x="3312929" y="1639726"/>
              <a:ext cx="28227" cy="20723"/>
            </a:xfrm>
            <a:custGeom>
              <a:avLst/>
              <a:gdLst/>
              <a:ahLst/>
              <a:cxnLst/>
              <a:rect l="l" t="t" r="r" b="b"/>
              <a:pathLst>
                <a:path w="1121" h="823" extrusionOk="0">
                  <a:moveTo>
                    <a:pt x="617" y="1"/>
                  </a:moveTo>
                  <a:cubicBezTo>
                    <a:pt x="150" y="38"/>
                    <a:pt x="38" y="664"/>
                    <a:pt x="38" y="701"/>
                  </a:cubicBezTo>
                  <a:cubicBezTo>
                    <a:pt x="1" y="738"/>
                    <a:pt x="38" y="785"/>
                    <a:pt x="75" y="822"/>
                  </a:cubicBezTo>
                  <a:cubicBezTo>
                    <a:pt x="113" y="822"/>
                    <a:pt x="150" y="785"/>
                    <a:pt x="150" y="738"/>
                  </a:cubicBezTo>
                  <a:cubicBezTo>
                    <a:pt x="187" y="738"/>
                    <a:pt x="309" y="197"/>
                    <a:pt x="654" y="197"/>
                  </a:cubicBezTo>
                  <a:cubicBezTo>
                    <a:pt x="668" y="186"/>
                    <a:pt x="684" y="182"/>
                    <a:pt x="701" y="182"/>
                  </a:cubicBezTo>
                  <a:cubicBezTo>
                    <a:pt x="741" y="182"/>
                    <a:pt x="786" y="208"/>
                    <a:pt x="813" y="234"/>
                  </a:cubicBezTo>
                  <a:cubicBezTo>
                    <a:pt x="934" y="356"/>
                    <a:pt x="934" y="664"/>
                    <a:pt x="934" y="738"/>
                  </a:cubicBezTo>
                  <a:cubicBezTo>
                    <a:pt x="934" y="785"/>
                    <a:pt x="971" y="822"/>
                    <a:pt x="1009" y="822"/>
                  </a:cubicBezTo>
                  <a:cubicBezTo>
                    <a:pt x="1046" y="822"/>
                    <a:pt x="1083" y="822"/>
                    <a:pt x="1083" y="738"/>
                  </a:cubicBezTo>
                  <a:cubicBezTo>
                    <a:pt x="1083" y="738"/>
                    <a:pt x="1121" y="318"/>
                    <a:pt x="934" y="122"/>
                  </a:cubicBezTo>
                  <a:cubicBezTo>
                    <a:pt x="850" y="38"/>
                    <a:pt x="738" y="1"/>
                    <a:pt x="61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2" name="Google Shape;4472;p61"/>
            <p:cNvSpPr/>
            <p:nvPr/>
          </p:nvSpPr>
          <p:spPr>
            <a:xfrm>
              <a:off x="3168874" y="1574157"/>
              <a:ext cx="50083" cy="70655"/>
            </a:xfrm>
            <a:custGeom>
              <a:avLst/>
              <a:gdLst/>
              <a:ahLst/>
              <a:cxnLst/>
              <a:rect l="l" t="t" r="r" b="b"/>
              <a:pathLst>
                <a:path w="1989" h="2806" extrusionOk="0">
                  <a:moveTo>
                    <a:pt x="1400" y="1"/>
                  </a:moveTo>
                  <a:cubicBezTo>
                    <a:pt x="1400" y="1"/>
                    <a:pt x="0" y="272"/>
                    <a:pt x="467" y="2801"/>
                  </a:cubicBezTo>
                  <a:cubicBezTo>
                    <a:pt x="467" y="2801"/>
                    <a:pt x="489" y="2805"/>
                    <a:pt x="525" y="2805"/>
                  </a:cubicBezTo>
                  <a:cubicBezTo>
                    <a:pt x="684" y="2805"/>
                    <a:pt x="1120" y="2725"/>
                    <a:pt x="1241" y="1868"/>
                  </a:cubicBezTo>
                  <a:cubicBezTo>
                    <a:pt x="1400" y="626"/>
                    <a:pt x="1988" y="356"/>
                    <a:pt x="1988" y="356"/>
                  </a:cubicBezTo>
                  <a:lnTo>
                    <a:pt x="140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3" name="Google Shape;4473;p61"/>
            <p:cNvSpPr/>
            <p:nvPr/>
          </p:nvSpPr>
          <p:spPr>
            <a:xfrm>
              <a:off x="3135611" y="1787751"/>
              <a:ext cx="71461" cy="121292"/>
            </a:xfrm>
            <a:custGeom>
              <a:avLst/>
              <a:gdLst/>
              <a:ahLst/>
              <a:cxnLst/>
              <a:rect l="l" t="t" r="r" b="b"/>
              <a:pathLst>
                <a:path w="2838" h="4817" extrusionOk="0">
                  <a:moveTo>
                    <a:pt x="2838" y="0"/>
                  </a:moveTo>
                  <a:cubicBezTo>
                    <a:pt x="2838" y="0"/>
                    <a:pt x="1671" y="75"/>
                    <a:pt x="1587" y="150"/>
                  </a:cubicBezTo>
                  <a:cubicBezTo>
                    <a:pt x="1587" y="150"/>
                    <a:pt x="579" y="1354"/>
                    <a:pt x="0" y="4817"/>
                  </a:cubicBezTo>
                  <a:lnTo>
                    <a:pt x="2138" y="1046"/>
                  </a:lnTo>
                  <a:cubicBezTo>
                    <a:pt x="2138" y="1046"/>
                    <a:pt x="2287" y="700"/>
                    <a:pt x="2838" y="0"/>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4" name="Google Shape;4474;p61"/>
            <p:cNvSpPr/>
            <p:nvPr/>
          </p:nvSpPr>
          <p:spPr>
            <a:xfrm>
              <a:off x="3138532" y="1773180"/>
              <a:ext cx="178198" cy="299691"/>
            </a:xfrm>
            <a:custGeom>
              <a:avLst/>
              <a:gdLst/>
              <a:ahLst/>
              <a:cxnLst/>
              <a:rect l="l" t="t" r="r" b="b"/>
              <a:pathLst>
                <a:path w="7077" h="11902" extrusionOk="0">
                  <a:moveTo>
                    <a:pt x="2627" y="1"/>
                  </a:moveTo>
                  <a:cubicBezTo>
                    <a:pt x="2076" y="1"/>
                    <a:pt x="1292" y="474"/>
                    <a:pt x="813" y="1897"/>
                  </a:cubicBezTo>
                  <a:cubicBezTo>
                    <a:pt x="813" y="1897"/>
                    <a:pt x="1310" y="810"/>
                    <a:pt x="2061" y="810"/>
                  </a:cubicBezTo>
                  <a:cubicBezTo>
                    <a:pt x="2230" y="810"/>
                    <a:pt x="2413" y="866"/>
                    <a:pt x="2605" y="1001"/>
                  </a:cubicBezTo>
                  <a:cubicBezTo>
                    <a:pt x="3847" y="1823"/>
                    <a:pt x="4939" y="4352"/>
                    <a:pt x="5480" y="8469"/>
                  </a:cubicBezTo>
                  <a:cubicBezTo>
                    <a:pt x="5639" y="9561"/>
                    <a:pt x="4976" y="10606"/>
                    <a:pt x="3931" y="10923"/>
                  </a:cubicBezTo>
                  <a:cubicBezTo>
                    <a:pt x="3630" y="11003"/>
                    <a:pt x="3317" y="11036"/>
                    <a:pt x="3005" y="11036"/>
                  </a:cubicBezTo>
                  <a:cubicBezTo>
                    <a:pt x="1495" y="11036"/>
                    <a:pt x="1" y="10261"/>
                    <a:pt x="1" y="10261"/>
                  </a:cubicBezTo>
                  <a:lnTo>
                    <a:pt x="1" y="11306"/>
                  </a:lnTo>
                  <a:cubicBezTo>
                    <a:pt x="1" y="11306"/>
                    <a:pt x="684" y="11901"/>
                    <a:pt x="2258" y="11901"/>
                  </a:cubicBezTo>
                  <a:cubicBezTo>
                    <a:pt x="2742" y="11901"/>
                    <a:pt x="3310" y="11845"/>
                    <a:pt x="3968" y="11698"/>
                  </a:cubicBezTo>
                  <a:cubicBezTo>
                    <a:pt x="7076" y="10998"/>
                    <a:pt x="6497" y="8861"/>
                    <a:pt x="6497" y="8861"/>
                  </a:cubicBezTo>
                  <a:cubicBezTo>
                    <a:pt x="6497" y="8861"/>
                    <a:pt x="6339" y="1785"/>
                    <a:pt x="2960" y="68"/>
                  </a:cubicBezTo>
                  <a:cubicBezTo>
                    <a:pt x="2865" y="25"/>
                    <a:pt x="2752" y="1"/>
                    <a:pt x="2627" y="1"/>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475" name="Google Shape;4475;p61"/>
            <p:cNvGrpSpPr/>
            <p:nvPr/>
          </p:nvGrpSpPr>
          <p:grpSpPr>
            <a:xfrm>
              <a:off x="3229508" y="1926602"/>
              <a:ext cx="109785" cy="80198"/>
              <a:chOff x="-950857" y="2368049"/>
              <a:chExt cx="321801" cy="235077"/>
            </a:xfrm>
          </p:grpSpPr>
          <p:sp>
            <p:nvSpPr>
              <p:cNvPr id="4476" name="Google Shape;4476;p61"/>
              <p:cNvSpPr/>
              <p:nvPr/>
            </p:nvSpPr>
            <p:spPr>
              <a:xfrm>
                <a:off x="-737997" y="2487838"/>
                <a:ext cx="91669" cy="51001"/>
              </a:xfrm>
              <a:custGeom>
                <a:avLst/>
                <a:gdLst/>
                <a:ahLst/>
                <a:cxnLst/>
                <a:rect l="l" t="t" r="r" b="b"/>
                <a:pathLst>
                  <a:path w="1242" h="691" extrusionOk="0">
                    <a:moveTo>
                      <a:pt x="1001" y="0"/>
                    </a:moveTo>
                    <a:cubicBezTo>
                      <a:pt x="977" y="0"/>
                      <a:pt x="954" y="5"/>
                      <a:pt x="934" y="15"/>
                    </a:cubicBezTo>
                    <a:cubicBezTo>
                      <a:pt x="579" y="211"/>
                      <a:pt x="0" y="444"/>
                      <a:pt x="75" y="603"/>
                    </a:cubicBezTo>
                    <a:cubicBezTo>
                      <a:pt x="110" y="638"/>
                      <a:pt x="178" y="691"/>
                      <a:pt x="312" y="691"/>
                    </a:cubicBezTo>
                    <a:cubicBezTo>
                      <a:pt x="467" y="691"/>
                      <a:pt x="708" y="620"/>
                      <a:pt x="1083" y="370"/>
                    </a:cubicBezTo>
                    <a:cubicBezTo>
                      <a:pt x="1167" y="286"/>
                      <a:pt x="1242" y="211"/>
                      <a:pt x="1167" y="90"/>
                    </a:cubicBezTo>
                    <a:cubicBezTo>
                      <a:pt x="1140" y="35"/>
                      <a:pt x="1067" y="0"/>
                      <a:pt x="1001"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7" name="Google Shape;4477;p61"/>
              <p:cNvSpPr/>
              <p:nvPr/>
            </p:nvSpPr>
            <p:spPr>
              <a:xfrm>
                <a:off x="-735266" y="2486067"/>
                <a:ext cx="88938" cy="54618"/>
              </a:xfrm>
              <a:custGeom>
                <a:avLst/>
                <a:gdLst/>
                <a:ahLst/>
                <a:cxnLst/>
                <a:rect l="l" t="t" r="r" b="b"/>
                <a:pathLst>
                  <a:path w="1205" h="740" extrusionOk="0">
                    <a:moveTo>
                      <a:pt x="971" y="76"/>
                    </a:moveTo>
                    <a:cubicBezTo>
                      <a:pt x="1009" y="76"/>
                      <a:pt x="1093" y="76"/>
                      <a:pt x="1093" y="160"/>
                    </a:cubicBezTo>
                    <a:cubicBezTo>
                      <a:pt x="1167" y="235"/>
                      <a:pt x="1093" y="310"/>
                      <a:pt x="1046" y="347"/>
                    </a:cubicBezTo>
                    <a:cubicBezTo>
                      <a:pt x="666" y="615"/>
                      <a:pt x="418" y="681"/>
                      <a:pt x="287" y="681"/>
                    </a:cubicBezTo>
                    <a:cubicBezTo>
                      <a:pt x="245" y="681"/>
                      <a:pt x="215" y="674"/>
                      <a:pt x="197" y="665"/>
                    </a:cubicBezTo>
                    <a:cubicBezTo>
                      <a:pt x="113" y="665"/>
                      <a:pt x="75" y="627"/>
                      <a:pt x="75" y="627"/>
                    </a:cubicBezTo>
                    <a:lnTo>
                      <a:pt x="75" y="580"/>
                    </a:lnTo>
                    <a:cubicBezTo>
                      <a:pt x="113" y="468"/>
                      <a:pt x="393" y="347"/>
                      <a:pt x="579" y="235"/>
                    </a:cubicBezTo>
                    <a:cubicBezTo>
                      <a:pt x="701" y="198"/>
                      <a:pt x="813" y="114"/>
                      <a:pt x="897" y="76"/>
                    </a:cubicBezTo>
                    <a:close/>
                    <a:moveTo>
                      <a:pt x="990" y="0"/>
                    </a:moveTo>
                    <a:cubicBezTo>
                      <a:pt x="956" y="0"/>
                      <a:pt x="923" y="13"/>
                      <a:pt x="897" y="39"/>
                    </a:cubicBezTo>
                    <a:cubicBezTo>
                      <a:pt x="775" y="76"/>
                      <a:pt x="663" y="114"/>
                      <a:pt x="579" y="198"/>
                    </a:cubicBezTo>
                    <a:cubicBezTo>
                      <a:pt x="309" y="310"/>
                      <a:pt x="75" y="431"/>
                      <a:pt x="38" y="543"/>
                    </a:cubicBezTo>
                    <a:cubicBezTo>
                      <a:pt x="1" y="580"/>
                      <a:pt x="1" y="627"/>
                      <a:pt x="38" y="627"/>
                    </a:cubicBezTo>
                    <a:cubicBezTo>
                      <a:pt x="38" y="665"/>
                      <a:pt x="75" y="702"/>
                      <a:pt x="159" y="739"/>
                    </a:cubicBezTo>
                    <a:lnTo>
                      <a:pt x="271" y="739"/>
                    </a:lnTo>
                    <a:cubicBezTo>
                      <a:pt x="430" y="739"/>
                      <a:pt x="663" y="665"/>
                      <a:pt x="1046" y="431"/>
                    </a:cubicBezTo>
                    <a:cubicBezTo>
                      <a:pt x="1167" y="347"/>
                      <a:pt x="1205" y="198"/>
                      <a:pt x="1167" y="114"/>
                    </a:cubicBezTo>
                    <a:cubicBezTo>
                      <a:pt x="1119" y="41"/>
                      <a:pt x="1052" y="0"/>
                      <a:pt x="990"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8" name="Google Shape;4478;p61"/>
              <p:cNvSpPr/>
              <p:nvPr/>
            </p:nvSpPr>
            <p:spPr>
              <a:xfrm>
                <a:off x="-749732" y="2456101"/>
                <a:ext cx="103404" cy="58382"/>
              </a:xfrm>
              <a:custGeom>
                <a:avLst/>
                <a:gdLst/>
                <a:ahLst/>
                <a:cxnLst/>
                <a:rect l="l" t="t" r="r" b="b"/>
                <a:pathLst>
                  <a:path w="1401" h="791" extrusionOk="0">
                    <a:moveTo>
                      <a:pt x="1198" y="0"/>
                    </a:moveTo>
                    <a:cubicBezTo>
                      <a:pt x="1175" y="0"/>
                      <a:pt x="1152" y="5"/>
                      <a:pt x="1130" y="16"/>
                    </a:cubicBezTo>
                    <a:cubicBezTo>
                      <a:pt x="738" y="286"/>
                      <a:pt x="1" y="641"/>
                      <a:pt x="122" y="753"/>
                    </a:cubicBezTo>
                    <a:cubicBezTo>
                      <a:pt x="146" y="779"/>
                      <a:pt x="184" y="790"/>
                      <a:pt x="232" y="790"/>
                    </a:cubicBezTo>
                    <a:cubicBezTo>
                      <a:pt x="478" y="790"/>
                      <a:pt x="992" y="490"/>
                      <a:pt x="1289" y="333"/>
                    </a:cubicBezTo>
                    <a:cubicBezTo>
                      <a:pt x="1401" y="286"/>
                      <a:pt x="1401" y="174"/>
                      <a:pt x="1363" y="100"/>
                    </a:cubicBezTo>
                    <a:lnTo>
                      <a:pt x="1363" y="53"/>
                    </a:lnTo>
                    <a:cubicBezTo>
                      <a:pt x="1311" y="27"/>
                      <a:pt x="1253" y="0"/>
                      <a:pt x="1198"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79" name="Google Shape;4479;p61"/>
              <p:cNvSpPr/>
              <p:nvPr/>
            </p:nvSpPr>
            <p:spPr>
              <a:xfrm>
                <a:off x="-744196" y="2453370"/>
                <a:ext cx="100673" cy="64582"/>
              </a:xfrm>
              <a:custGeom>
                <a:avLst/>
                <a:gdLst/>
                <a:ahLst/>
                <a:cxnLst/>
                <a:rect l="l" t="t" r="r" b="b"/>
                <a:pathLst>
                  <a:path w="1364" h="875" extrusionOk="0">
                    <a:moveTo>
                      <a:pt x="1130" y="53"/>
                    </a:moveTo>
                    <a:cubicBezTo>
                      <a:pt x="1167" y="53"/>
                      <a:pt x="1214" y="90"/>
                      <a:pt x="1251" y="137"/>
                    </a:cubicBezTo>
                    <a:cubicBezTo>
                      <a:pt x="1288" y="174"/>
                      <a:pt x="1288" y="211"/>
                      <a:pt x="1288" y="249"/>
                    </a:cubicBezTo>
                    <a:cubicBezTo>
                      <a:pt x="1251" y="286"/>
                      <a:pt x="1251" y="323"/>
                      <a:pt x="1214" y="323"/>
                    </a:cubicBezTo>
                    <a:lnTo>
                      <a:pt x="1130" y="370"/>
                    </a:lnTo>
                    <a:cubicBezTo>
                      <a:pt x="876" y="524"/>
                      <a:pt x="405" y="793"/>
                      <a:pt x="186" y="793"/>
                    </a:cubicBezTo>
                    <a:cubicBezTo>
                      <a:pt x="139" y="793"/>
                      <a:pt x="104" y="781"/>
                      <a:pt x="84" y="753"/>
                    </a:cubicBezTo>
                    <a:cubicBezTo>
                      <a:pt x="84" y="678"/>
                      <a:pt x="430" y="445"/>
                      <a:pt x="700" y="286"/>
                    </a:cubicBezTo>
                    <a:cubicBezTo>
                      <a:pt x="859" y="211"/>
                      <a:pt x="980" y="137"/>
                      <a:pt x="1055" y="90"/>
                    </a:cubicBezTo>
                    <a:cubicBezTo>
                      <a:pt x="1092" y="53"/>
                      <a:pt x="1130" y="53"/>
                      <a:pt x="1130" y="53"/>
                    </a:cubicBezTo>
                    <a:close/>
                    <a:moveTo>
                      <a:pt x="1123" y="1"/>
                    </a:moveTo>
                    <a:cubicBezTo>
                      <a:pt x="1098" y="1"/>
                      <a:pt x="1075" y="5"/>
                      <a:pt x="1055" y="15"/>
                    </a:cubicBezTo>
                    <a:cubicBezTo>
                      <a:pt x="934" y="90"/>
                      <a:pt x="822" y="174"/>
                      <a:pt x="700" y="249"/>
                    </a:cubicBezTo>
                    <a:cubicBezTo>
                      <a:pt x="280" y="482"/>
                      <a:pt x="0" y="641"/>
                      <a:pt x="0" y="753"/>
                    </a:cubicBezTo>
                    <a:cubicBezTo>
                      <a:pt x="0" y="753"/>
                      <a:pt x="0" y="790"/>
                      <a:pt x="47" y="790"/>
                    </a:cubicBezTo>
                    <a:cubicBezTo>
                      <a:pt x="84" y="837"/>
                      <a:pt x="122" y="874"/>
                      <a:pt x="159" y="874"/>
                    </a:cubicBezTo>
                    <a:cubicBezTo>
                      <a:pt x="392" y="874"/>
                      <a:pt x="747" y="641"/>
                      <a:pt x="1167" y="445"/>
                    </a:cubicBezTo>
                    <a:lnTo>
                      <a:pt x="1251" y="370"/>
                    </a:lnTo>
                    <a:cubicBezTo>
                      <a:pt x="1288" y="370"/>
                      <a:pt x="1326" y="323"/>
                      <a:pt x="1326" y="249"/>
                    </a:cubicBezTo>
                    <a:cubicBezTo>
                      <a:pt x="1363" y="211"/>
                      <a:pt x="1326" y="137"/>
                      <a:pt x="1288" y="90"/>
                    </a:cubicBezTo>
                    <a:cubicBezTo>
                      <a:pt x="1261" y="35"/>
                      <a:pt x="1189" y="1"/>
                      <a:pt x="1123"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0" name="Google Shape;4480;p61"/>
              <p:cNvSpPr/>
              <p:nvPr/>
            </p:nvSpPr>
            <p:spPr>
              <a:xfrm>
                <a:off x="-775196" y="2419935"/>
                <a:ext cx="123406" cy="75062"/>
              </a:xfrm>
              <a:custGeom>
                <a:avLst/>
                <a:gdLst/>
                <a:ahLst/>
                <a:cxnLst/>
                <a:rect l="l" t="t" r="r" b="b"/>
                <a:pathLst>
                  <a:path w="1672" h="1017" extrusionOk="0">
                    <a:moveTo>
                      <a:pt x="1423" y="1"/>
                    </a:moveTo>
                    <a:cubicBezTo>
                      <a:pt x="1383" y="1"/>
                      <a:pt x="1346" y="13"/>
                      <a:pt x="1316" y="39"/>
                    </a:cubicBezTo>
                    <a:cubicBezTo>
                      <a:pt x="775" y="356"/>
                      <a:pt x="0" y="739"/>
                      <a:pt x="112" y="972"/>
                    </a:cubicBezTo>
                    <a:cubicBezTo>
                      <a:pt x="131" y="1003"/>
                      <a:pt x="168" y="1017"/>
                      <a:pt x="217" y="1017"/>
                    </a:cubicBezTo>
                    <a:cubicBezTo>
                      <a:pt x="481" y="1017"/>
                      <a:pt x="1125" y="628"/>
                      <a:pt x="1550" y="431"/>
                    </a:cubicBezTo>
                    <a:cubicBezTo>
                      <a:pt x="1634" y="394"/>
                      <a:pt x="1671" y="235"/>
                      <a:pt x="1634" y="123"/>
                    </a:cubicBezTo>
                    <a:cubicBezTo>
                      <a:pt x="1579" y="44"/>
                      <a:pt x="1497" y="1"/>
                      <a:pt x="1423"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1" name="Google Shape;4481;p61"/>
              <p:cNvSpPr/>
              <p:nvPr/>
            </p:nvSpPr>
            <p:spPr>
              <a:xfrm>
                <a:off x="-775196" y="2417278"/>
                <a:ext cx="126137" cy="80672"/>
              </a:xfrm>
              <a:custGeom>
                <a:avLst/>
                <a:gdLst/>
                <a:ahLst/>
                <a:cxnLst/>
                <a:rect l="l" t="t" r="r" b="b"/>
                <a:pathLst>
                  <a:path w="1709" h="1093" extrusionOk="0">
                    <a:moveTo>
                      <a:pt x="1396" y="47"/>
                    </a:moveTo>
                    <a:cubicBezTo>
                      <a:pt x="1426" y="47"/>
                      <a:pt x="1456" y="56"/>
                      <a:pt x="1475" y="75"/>
                    </a:cubicBezTo>
                    <a:cubicBezTo>
                      <a:pt x="1512" y="75"/>
                      <a:pt x="1587" y="112"/>
                      <a:pt x="1587" y="159"/>
                    </a:cubicBezTo>
                    <a:cubicBezTo>
                      <a:pt x="1671" y="271"/>
                      <a:pt x="1634" y="392"/>
                      <a:pt x="1512" y="430"/>
                    </a:cubicBezTo>
                    <a:cubicBezTo>
                      <a:pt x="1400" y="504"/>
                      <a:pt x="1279" y="542"/>
                      <a:pt x="1167" y="626"/>
                    </a:cubicBezTo>
                    <a:cubicBezTo>
                      <a:pt x="835" y="784"/>
                      <a:pt x="396" y="1035"/>
                      <a:pt x="219" y="1035"/>
                    </a:cubicBezTo>
                    <a:cubicBezTo>
                      <a:pt x="186" y="1035"/>
                      <a:pt x="163" y="1027"/>
                      <a:pt x="150" y="1008"/>
                    </a:cubicBezTo>
                    <a:cubicBezTo>
                      <a:pt x="75" y="859"/>
                      <a:pt x="542" y="579"/>
                      <a:pt x="934" y="308"/>
                    </a:cubicBezTo>
                    <a:cubicBezTo>
                      <a:pt x="1046" y="234"/>
                      <a:pt x="1204" y="159"/>
                      <a:pt x="1316" y="75"/>
                    </a:cubicBezTo>
                    <a:cubicBezTo>
                      <a:pt x="1335" y="56"/>
                      <a:pt x="1365" y="47"/>
                      <a:pt x="1396" y="47"/>
                    </a:cubicBezTo>
                    <a:close/>
                    <a:moveTo>
                      <a:pt x="1475" y="0"/>
                    </a:moveTo>
                    <a:cubicBezTo>
                      <a:pt x="1438" y="0"/>
                      <a:pt x="1354" y="0"/>
                      <a:pt x="1279" y="38"/>
                    </a:cubicBezTo>
                    <a:cubicBezTo>
                      <a:pt x="1167" y="112"/>
                      <a:pt x="1046" y="196"/>
                      <a:pt x="887" y="271"/>
                    </a:cubicBezTo>
                    <a:cubicBezTo>
                      <a:pt x="420" y="579"/>
                      <a:pt x="0" y="812"/>
                      <a:pt x="112" y="1008"/>
                    </a:cubicBezTo>
                    <a:cubicBezTo>
                      <a:pt x="112" y="1046"/>
                      <a:pt x="150" y="1092"/>
                      <a:pt x="234" y="1092"/>
                    </a:cubicBezTo>
                    <a:cubicBezTo>
                      <a:pt x="383" y="1092"/>
                      <a:pt x="738" y="934"/>
                      <a:pt x="1167" y="700"/>
                    </a:cubicBezTo>
                    <a:cubicBezTo>
                      <a:pt x="1316" y="626"/>
                      <a:pt x="1438" y="542"/>
                      <a:pt x="1550" y="504"/>
                    </a:cubicBezTo>
                    <a:cubicBezTo>
                      <a:pt x="1671" y="430"/>
                      <a:pt x="1708" y="271"/>
                      <a:pt x="1671" y="159"/>
                    </a:cubicBezTo>
                    <a:cubicBezTo>
                      <a:pt x="1634" y="75"/>
                      <a:pt x="1550" y="38"/>
                      <a:pt x="1475"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2" name="Google Shape;4482;p61"/>
              <p:cNvSpPr/>
              <p:nvPr/>
            </p:nvSpPr>
            <p:spPr>
              <a:xfrm>
                <a:off x="-761394" y="2369082"/>
                <a:ext cx="129532" cy="84805"/>
              </a:xfrm>
              <a:custGeom>
                <a:avLst/>
                <a:gdLst/>
                <a:ahLst/>
                <a:cxnLst/>
                <a:rect l="l" t="t" r="r" b="b"/>
                <a:pathLst>
                  <a:path w="1755" h="1149" extrusionOk="0">
                    <a:moveTo>
                      <a:pt x="1700" y="1"/>
                    </a:moveTo>
                    <a:cubicBezTo>
                      <a:pt x="1482" y="1"/>
                      <a:pt x="678" y="417"/>
                      <a:pt x="196" y="653"/>
                    </a:cubicBezTo>
                    <a:cubicBezTo>
                      <a:pt x="0" y="728"/>
                      <a:pt x="0" y="999"/>
                      <a:pt x="159" y="1083"/>
                    </a:cubicBezTo>
                    <a:lnTo>
                      <a:pt x="159" y="1120"/>
                    </a:lnTo>
                    <a:cubicBezTo>
                      <a:pt x="196" y="1139"/>
                      <a:pt x="245" y="1148"/>
                      <a:pt x="299" y="1148"/>
                    </a:cubicBezTo>
                    <a:cubicBezTo>
                      <a:pt x="352" y="1148"/>
                      <a:pt x="411" y="1139"/>
                      <a:pt x="467" y="1120"/>
                    </a:cubicBezTo>
                    <a:cubicBezTo>
                      <a:pt x="821" y="849"/>
                      <a:pt x="1755" y="187"/>
                      <a:pt x="1755" y="28"/>
                    </a:cubicBezTo>
                    <a:cubicBezTo>
                      <a:pt x="1750" y="9"/>
                      <a:pt x="1731" y="1"/>
                      <a:pt x="1700"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3" name="Google Shape;4483;p61"/>
              <p:cNvSpPr/>
              <p:nvPr/>
            </p:nvSpPr>
            <p:spPr>
              <a:xfrm>
                <a:off x="-761394" y="2368049"/>
                <a:ext cx="132337" cy="89233"/>
              </a:xfrm>
              <a:custGeom>
                <a:avLst/>
                <a:gdLst/>
                <a:ahLst/>
                <a:cxnLst/>
                <a:rect l="l" t="t" r="r" b="b"/>
                <a:pathLst>
                  <a:path w="1793" h="1209" extrusionOk="0">
                    <a:moveTo>
                      <a:pt x="1717" y="42"/>
                    </a:moveTo>
                    <a:cubicBezTo>
                      <a:pt x="1717" y="126"/>
                      <a:pt x="1325" y="471"/>
                      <a:pt x="429" y="1097"/>
                    </a:cubicBezTo>
                    <a:cubicBezTo>
                      <a:pt x="392" y="1115"/>
                      <a:pt x="343" y="1125"/>
                      <a:pt x="294" y="1125"/>
                    </a:cubicBezTo>
                    <a:cubicBezTo>
                      <a:pt x="245" y="1125"/>
                      <a:pt x="196" y="1115"/>
                      <a:pt x="159" y="1097"/>
                    </a:cubicBezTo>
                    <a:cubicBezTo>
                      <a:pt x="121" y="1059"/>
                      <a:pt x="84" y="975"/>
                      <a:pt x="84" y="901"/>
                    </a:cubicBezTo>
                    <a:cubicBezTo>
                      <a:pt x="84" y="826"/>
                      <a:pt x="121" y="742"/>
                      <a:pt x="196" y="705"/>
                    </a:cubicBezTo>
                    <a:cubicBezTo>
                      <a:pt x="1325" y="126"/>
                      <a:pt x="1633" y="42"/>
                      <a:pt x="1717" y="42"/>
                    </a:cubicBezTo>
                    <a:close/>
                    <a:moveTo>
                      <a:pt x="1718" y="0"/>
                    </a:moveTo>
                    <a:cubicBezTo>
                      <a:pt x="1545" y="0"/>
                      <a:pt x="1018" y="200"/>
                      <a:pt x="159" y="630"/>
                    </a:cubicBezTo>
                    <a:cubicBezTo>
                      <a:pt x="84" y="705"/>
                      <a:pt x="0" y="779"/>
                      <a:pt x="0" y="863"/>
                    </a:cubicBezTo>
                    <a:cubicBezTo>
                      <a:pt x="0" y="975"/>
                      <a:pt x="47" y="1097"/>
                      <a:pt x="121" y="1134"/>
                    </a:cubicBezTo>
                    <a:cubicBezTo>
                      <a:pt x="196" y="1171"/>
                      <a:pt x="233" y="1209"/>
                      <a:pt x="317" y="1209"/>
                    </a:cubicBezTo>
                    <a:cubicBezTo>
                      <a:pt x="355" y="1209"/>
                      <a:pt x="429" y="1171"/>
                      <a:pt x="467" y="1134"/>
                    </a:cubicBezTo>
                    <a:cubicBezTo>
                      <a:pt x="1363" y="546"/>
                      <a:pt x="1792" y="163"/>
                      <a:pt x="1792" y="42"/>
                    </a:cubicBezTo>
                    <a:lnTo>
                      <a:pt x="1755" y="5"/>
                    </a:lnTo>
                    <a:cubicBezTo>
                      <a:pt x="1745" y="2"/>
                      <a:pt x="1733" y="0"/>
                      <a:pt x="1718"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4" name="Google Shape;4484;p61"/>
              <p:cNvSpPr/>
              <p:nvPr/>
            </p:nvSpPr>
            <p:spPr>
              <a:xfrm>
                <a:off x="-950857" y="2484074"/>
                <a:ext cx="129532" cy="119051"/>
              </a:xfrm>
              <a:custGeom>
                <a:avLst/>
                <a:gdLst/>
                <a:ahLst/>
                <a:cxnLst/>
                <a:rect l="l" t="t" r="r" b="b"/>
                <a:pathLst>
                  <a:path w="1755" h="1613" extrusionOk="0">
                    <a:moveTo>
                      <a:pt x="902" y="0"/>
                    </a:moveTo>
                    <a:cubicBezTo>
                      <a:pt x="836" y="0"/>
                      <a:pt x="768" y="10"/>
                      <a:pt x="700" y="29"/>
                    </a:cubicBezTo>
                    <a:cubicBezTo>
                      <a:pt x="280" y="141"/>
                      <a:pt x="0" y="570"/>
                      <a:pt x="84" y="1000"/>
                    </a:cubicBezTo>
                    <a:cubicBezTo>
                      <a:pt x="179" y="1363"/>
                      <a:pt x="501" y="1613"/>
                      <a:pt x="859" y="1613"/>
                    </a:cubicBezTo>
                    <a:cubicBezTo>
                      <a:pt x="923" y="1613"/>
                      <a:pt x="989" y="1605"/>
                      <a:pt x="1055" y="1588"/>
                    </a:cubicBezTo>
                    <a:cubicBezTo>
                      <a:pt x="1484" y="1504"/>
                      <a:pt x="1755" y="1074"/>
                      <a:pt x="1634" y="654"/>
                    </a:cubicBezTo>
                    <a:cubicBezTo>
                      <a:pt x="1571" y="261"/>
                      <a:pt x="1256" y="0"/>
                      <a:pt x="902"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5" name="Google Shape;4485;p61"/>
              <p:cNvSpPr/>
              <p:nvPr/>
            </p:nvSpPr>
            <p:spPr>
              <a:xfrm>
                <a:off x="-899192" y="2411743"/>
                <a:ext cx="227401" cy="189538"/>
              </a:xfrm>
              <a:custGeom>
                <a:avLst/>
                <a:gdLst/>
                <a:ahLst/>
                <a:cxnLst/>
                <a:rect l="l" t="t" r="r" b="b"/>
                <a:pathLst>
                  <a:path w="3081" h="2568" extrusionOk="0">
                    <a:moveTo>
                      <a:pt x="2063" y="1"/>
                    </a:moveTo>
                    <a:cubicBezTo>
                      <a:pt x="2026" y="38"/>
                      <a:pt x="1988" y="75"/>
                      <a:pt x="1951" y="113"/>
                    </a:cubicBezTo>
                    <a:cubicBezTo>
                      <a:pt x="1400" y="617"/>
                      <a:pt x="700" y="850"/>
                      <a:pt x="0" y="1009"/>
                    </a:cubicBezTo>
                    <a:lnTo>
                      <a:pt x="355" y="2568"/>
                    </a:lnTo>
                    <a:cubicBezTo>
                      <a:pt x="1167" y="2372"/>
                      <a:pt x="2567" y="2213"/>
                      <a:pt x="3080" y="1475"/>
                    </a:cubicBezTo>
                    <a:lnTo>
                      <a:pt x="3080" y="1438"/>
                    </a:lnTo>
                    <a:cubicBezTo>
                      <a:pt x="3080" y="1242"/>
                      <a:pt x="2996" y="1009"/>
                      <a:pt x="2922" y="813"/>
                    </a:cubicBezTo>
                    <a:cubicBezTo>
                      <a:pt x="2651" y="271"/>
                      <a:pt x="2492" y="234"/>
                      <a:pt x="2063"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6" name="Google Shape;4486;p61"/>
              <p:cNvSpPr/>
              <p:nvPr/>
            </p:nvSpPr>
            <p:spPr>
              <a:xfrm>
                <a:off x="-886792" y="2390782"/>
                <a:ext cx="151601" cy="135437"/>
              </a:xfrm>
              <a:custGeom>
                <a:avLst/>
                <a:gdLst/>
                <a:ahLst/>
                <a:cxnLst/>
                <a:rect l="l" t="t" r="r" b="b"/>
                <a:pathLst>
                  <a:path w="2054" h="1835" extrusionOk="0">
                    <a:moveTo>
                      <a:pt x="1699" y="1"/>
                    </a:moveTo>
                    <a:cubicBezTo>
                      <a:pt x="1228" y="1"/>
                      <a:pt x="0" y="1007"/>
                      <a:pt x="262" y="1638"/>
                    </a:cubicBezTo>
                    <a:cubicBezTo>
                      <a:pt x="299" y="1759"/>
                      <a:pt x="420" y="1834"/>
                      <a:pt x="495" y="1834"/>
                    </a:cubicBezTo>
                    <a:cubicBezTo>
                      <a:pt x="532" y="1601"/>
                      <a:pt x="850" y="1293"/>
                      <a:pt x="1195" y="1022"/>
                    </a:cubicBezTo>
                    <a:cubicBezTo>
                      <a:pt x="1391" y="826"/>
                      <a:pt x="1587" y="705"/>
                      <a:pt x="1820" y="593"/>
                    </a:cubicBezTo>
                    <a:cubicBezTo>
                      <a:pt x="2054" y="434"/>
                      <a:pt x="2016" y="89"/>
                      <a:pt x="1746" y="5"/>
                    </a:cubicBezTo>
                    <a:cubicBezTo>
                      <a:pt x="1731" y="2"/>
                      <a:pt x="1716" y="1"/>
                      <a:pt x="1699"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487" name="Google Shape;4487;p61"/>
            <p:cNvSpPr/>
            <p:nvPr/>
          </p:nvSpPr>
          <p:spPr>
            <a:xfrm>
              <a:off x="3103280" y="1790730"/>
              <a:ext cx="154680" cy="264490"/>
            </a:xfrm>
            <a:custGeom>
              <a:avLst/>
              <a:gdLst/>
              <a:ahLst/>
              <a:cxnLst/>
              <a:rect l="l" t="t" r="r" b="b"/>
              <a:pathLst>
                <a:path w="6143" h="10504" extrusionOk="0">
                  <a:moveTo>
                    <a:pt x="4271" y="0"/>
                  </a:moveTo>
                  <a:cubicBezTo>
                    <a:pt x="3817" y="0"/>
                    <a:pt x="3370" y="243"/>
                    <a:pt x="3109" y="659"/>
                  </a:cubicBezTo>
                  <a:cubicBezTo>
                    <a:pt x="1" y="5438"/>
                    <a:pt x="701" y="8826"/>
                    <a:pt x="701" y="8826"/>
                  </a:cubicBezTo>
                  <a:cubicBezTo>
                    <a:pt x="860" y="10376"/>
                    <a:pt x="1709" y="10422"/>
                    <a:pt x="1709" y="10422"/>
                  </a:cubicBezTo>
                  <a:cubicBezTo>
                    <a:pt x="1952" y="10478"/>
                    <a:pt x="2196" y="10504"/>
                    <a:pt x="2438" y="10504"/>
                  </a:cubicBezTo>
                  <a:cubicBezTo>
                    <a:pt x="3857" y="10504"/>
                    <a:pt x="5218" y="9629"/>
                    <a:pt x="6143" y="8864"/>
                  </a:cubicBezTo>
                  <a:cubicBezTo>
                    <a:pt x="6105" y="8705"/>
                    <a:pt x="6068" y="8556"/>
                    <a:pt x="6031" y="8360"/>
                  </a:cubicBezTo>
                  <a:cubicBezTo>
                    <a:pt x="5872" y="7809"/>
                    <a:pt x="5760" y="7267"/>
                    <a:pt x="5676" y="6689"/>
                  </a:cubicBezTo>
                  <a:lnTo>
                    <a:pt x="3893" y="7193"/>
                  </a:lnTo>
                  <a:cubicBezTo>
                    <a:pt x="5331" y="4701"/>
                    <a:pt x="5676" y="3422"/>
                    <a:pt x="5797" y="2367"/>
                  </a:cubicBezTo>
                  <a:cubicBezTo>
                    <a:pt x="5835" y="2255"/>
                    <a:pt x="5835" y="2096"/>
                    <a:pt x="5872" y="1975"/>
                  </a:cubicBezTo>
                  <a:cubicBezTo>
                    <a:pt x="5909" y="1004"/>
                    <a:pt x="5443" y="463"/>
                    <a:pt x="4939" y="192"/>
                  </a:cubicBezTo>
                  <a:cubicBezTo>
                    <a:pt x="4729" y="61"/>
                    <a:pt x="4500" y="0"/>
                    <a:pt x="4271"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8" name="Google Shape;4488;p61"/>
            <p:cNvSpPr/>
            <p:nvPr/>
          </p:nvSpPr>
          <p:spPr>
            <a:xfrm>
              <a:off x="3211882" y="1902253"/>
              <a:ext cx="33389" cy="67482"/>
            </a:xfrm>
            <a:custGeom>
              <a:avLst/>
              <a:gdLst/>
              <a:ahLst/>
              <a:cxnLst/>
              <a:rect l="l" t="t" r="r" b="b"/>
              <a:pathLst>
                <a:path w="1326" h="2680" extrusionOk="0">
                  <a:moveTo>
                    <a:pt x="822" y="1"/>
                  </a:moveTo>
                  <a:cubicBezTo>
                    <a:pt x="784" y="76"/>
                    <a:pt x="0" y="1672"/>
                    <a:pt x="47" y="2446"/>
                  </a:cubicBezTo>
                  <a:cubicBezTo>
                    <a:pt x="47" y="2493"/>
                    <a:pt x="84" y="2568"/>
                    <a:pt x="121" y="2605"/>
                  </a:cubicBezTo>
                  <a:cubicBezTo>
                    <a:pt x="196" y="2642"/>
                    <a:pt x="317" y="2680"/>
                    <a:pt x="429" y="2680"/>
                  </a:cubicBezTo>
                  <a:cubicBezTo>
                    <a:pt x="784" y="2680"/>
                    <a:pt x="1251" y="2530"/>
                    <a:pt x="1326" y="2530"/>
                  </a:cubicBezTo>
                  <a:lnTo>
                    <a:pt x="1288" y="2409"/>
                  </a:lnTo>
                  <a:cubicBezTo>
                    <a:pt x="1127" y="2467"/>
                    <a:pt x="741" y="2557"/>
                    <a:pt x="467" y="2557"/>
                  </a:cubicBezTo>
                  <a:cubicBezTo>
                    <a:pt x="345" y="2557"/>
                    <a:pt x="245" y="2539"/>
                    <a:pt x="196" y="2493"/>
                  </a:cubicBezTo>
                  <a:cubicBezTo>
                    <a:pt x="159" y="2493"/>
                    <a:pt x="159" y="2446"/>
                    <a:pt x="159" y="2446"/>
                  </a:cubicBezTo>
                  <a:cubicBezTo>
                    <a:pt x="121" y="1672"/>
                    <a:pt x="896" y="76"/>
                    <a:pt x="896" y="38"/>
                  </a:cubicBezTo>
                  <a:lnTo>
                    <a:pt x="822" y="1"/>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89" name="Google Shape;4489;p61"/>
            <p:cNvSpPr/>
            <p:nvPr/>
          </p:nvSpPr>
          <p:spPr>
            <a:xfrm>
              <a:off x="3123726" y="2485850"/>
              <a:ext cx="109784" cy="8007"/>
            </a:xfrm>
            <a:custGeom>
              <a:avLst/>
              <a:gdLst/>
              <a:ahLst/>
              <a:cxnLst/>
              <a:rect l="l" t="t" r="r" b="b"/>
              <a:pathLst>
                <a:path w="4360" h="318" extrusionOk="0">
                  <a:moveTo>
                    <a:pt x="4248" y="0"/>
                  </a:moveTo>
                  <a:lnTo>
                    <a:pt x="122" y="84"/>
                  </a:lnTo>
                  <a:cubicBezTo>
                    <a:pt x="48" y="84"/>
                    <a:pt x="1" y="121"/>
                    <a:pt x="1" y="196"/>
                  </a:cubicBezTo>
                  <a:cubicBezTo>
                    <a:pt x="1" y="233"/>
                    <a:pt x="48" y="317"/>
                    <a:pt x="122" y="317"/>
                  </a:cubicBezTo>
                  <a:lnTo>
                    <a:pt x="4248" y="233"/>
                  </a:lnTo>
                  <a:cubicBezTo>
                    <a:pt x="4323" y="233"/>
                    <a:pt x="4360" y="196"/>
                    <a:pt x="4360" y="121"/>
                  </a:cubicBezTo>
                  <a:cubicBezTo>
                    <a:pt x="4360" y="84"/>
                    <a:pt x="4323" y="0"/>
                    <a:pt x="4248"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0" name="Google Shape;4490;p61"/>
            <p:cNvSpPr/>
            <p:nvPr/>
          </p:nvSpPr>
          <p:spPr>
            <a:xfrm>
              <a:off x="3169572" y="1534794"/>
              <a:ext cx="199795" cy="104469"/>
            </a:xfrm>
            <a:custGeom>
              <a:avLst/>
              <a:gdLst/>
              <a:ahLst/>
              <a:cxnLst/>
              <a:rect l="l" t="t" r="r" b="b"/>
              <a:pathLst>
                <a:path w="6609" h="4805" extrusionOk="0">
                  <a:moveTo>
                    <a:pt x="2887" y="1"/>
                  </a:moveTo>
                  <a:cubicBezTo>
                    <a:pt x="2397" y="1"/>
                    <a:pt x="1850" y="97"/>
                    <a:pt x="1241" y="325"/>
                  </a:cubicBezTo>
                  <a:cubicBezTo>
                    <a:pt x="812" y="483"/>
                    <a:pt x="0" y="3825"/>
                    <a:pt x="579" y="4609"/>
                  </a:cubicBezTo>
                  <a:lnTo>
                    <a:pt x="812" y="4805"/>
                  </a:lnTo>
                  <a:cubicBezTo>
                    <a:pt x="812" y="4805"/>
                    <a:pt x="1596" y="4217"/>
                    <a:pt x="2604" y="1687"/>
                  </a:cubicBezTo>
                  <a:cubicBezTo>
                    <a:pt x="2604" y="1687"/>
                    <a:pt x="4546" y="3094"/>
                    <a:pt x="6389" y="3094"/>
                  </a:cubicBezTo>
                  <a:cubicBezTo>
                    <a:pt x="6462" y="3094"/>
                    <a:pt x="6535" y="3092"/>
                    <a:pt x="6608" y="3087"/>
                  </a:cubicBezTo>
                  <a:cubicBezTo>
                    <a:pt x="6608" y="3087"/>
                    <a:pt x="5658" y="1"/>
                    <a:pt x="288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491" name="Google Shape;4491;p61"/>
          <p:cNvGrpSpPr/>
          <p:nvPr/>
        </p:nvGrpSpPr>
        <p:grpSpPr>
          <a:xfrm>
            <a:off x="5433387" y="3029246"/>
            <a:ext cx="525492" cy="1039192"/>
            <a:chOff x="5433387" y="3029246"/>
            <a:chExt cx="525492" cy="1039192"/>
          </a:xfrm>
        </p:grpSpPr>
        <p:sp>
          <p:nvSpPr>
            <p:cNvPr id="4492" name="Google Shape;4492;p61"/>
            <p:cNvSpPr/>
            <p:nvPr/>
          </p:nvSpPr>
          <p:spPr>
            <a:xfrm>
              <a:off x="5544595" y="3937283"/>
              <a:ext cx="64352" cy="109413"/>
            </a:xfrm>
            <a:custGeom>
              <a:avLst/>
              <a:gdLst/>
              <a:ahLst/>
              <a:cxnLst/>
              <a:rect l="l" t="t" r="r" b="b"/>
              <a:pathLst>
                <a:path w="2652" h="4509" extrusionOk="0">
                  <a:moveTo>
                    <a:pt x="2418" y="0"/>
                  </a:moveTo>
                  <a:lnTo>
                    <a:pt x="0" y="234"/>
                  </a:lnTo>
                  <a:lnTo>
                    <a:pt x="122" y="3613"/>
                  </a:lnTo>
                  <a:lnTo>
                    <a:pt x="588" y="4434"/>
                  </a:lnTo>
                  <a:lnTo>
                    <a:pt x="2334" y="4509"/>
                  </a:lnTo>
                  <a:lnTo>
                    <a:pt x="2651" y="3687"/>
                  </a:lnTo>
                  <a:cubicBezTo>
                    <a:pt x="2371" y="3575"/>
                    <a:pt x="2418" y="0"/>
                    <a:pt x="2418"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3" name="Google Shape;4493;p61"/>
            <p:cNvSpPr/>
            <p:nvPr/>
          </p:nvSpPr>
          <p:spPr>
            <a:xfrm>
              <a:off x="5545493" y="4021048"/>
              <a:ext cx="132295" cy="47390"/>
            </a:xfrm>
            <a:custGeom>
              <a:avLst/>
              <a:gdLst/>
              <a:ahLst/>
              <a:cxnLst/>
              <a:rect l="l" t="t" r="r" b="b"/>
              <a:pathLst>
                <a:path w="5452" h="1953" extrusionOk="0">
                  <a:moveTo>
                    <a:pt x="51" y="1"/>
                  </a:moveTo>
                  <a:cubicBezTo>
                    <a:pt x="17" y="1"/>
                    <a:pt x="1" y="2"/>
                    <a:pt x="1" y="2"/>
                  </a:cubicBezTo>
                  <a:lnTo>
                    <a:pt x="85" y="1915"/>
                  </a:lnTo>
                  <a:lnTo>
                    <a:pt x="5414" y="1953"/>
                  </a:lnTo>
                  <a:cubicBezTo>
                    <a:pt x="5452" y="1757"/>
                    <a:pt x="5330" y="1290"/>
                    <a:pt x="5181" y="1169"/>
                  </a:cubicBezTo>
                  <a:lnTo>
                    <a:pt x="2530" y="198"/>
                  </a:lnTo>
                  <a:cubicBezTo>
                    <a:pt x="2530" y="198"/>
                    <a:pt x="2398" y="399"/>
                    <a:pt x="2050" y="399"/>
                  </a:cubicBezTo>
                  <a:cubicBezTo>
                    <a:pt x="1936" y="399"/>
                    <a:pt x="1798" y="377"/>
                    <a:pt x="1634" y="319"/>
                  </a:cubicBezTo>
                  <a:cubicBezTo>
                    <a:pt x="740" y="26"/>
                    <a:pt x="208" y="1"/>
                    <a:pt x="51"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4" name="Google Shape;4494;p61"/>
            <p:cNvSpPr/>
            <p:nvPr/>
          </p:nvSpPr>
          <p:spPr>
            <a:xfrm>
              <a:off x="5626806" y="4034442"/>
              <a:ext cx="45328" cy="17932"/>
            </a:xfrm>
            <a:custGeom>
              <a:avLst/>
              <a:gdLst/>
              <a:ahLst/>
              <a:cxnLst/>
              <a:rect l="l" t="t" r="r" b="b"/>
              <a:pathLst>
                <a:path w="1868" h="739" extrusionOk="0">
                  <a:moveTo>
                    <a:pt x="150" y="1"/>
                  </a:moveTo>
                  <a:lnTo>
                    <a:pt x="1" y="738"/>
                  </a:lnTo>
                  <a:lnTo>
                    <a:pt x="1830" y="738"/>
                  </a:lnTo>
                  <a:cubicBezTo>
                    <a:pt x="1867" y="738"/>
                    <a:pt x="1867" y="701"/>
                    <a:pt x="1830" y="701"/>
                  </a:cubicBezTo>
                  <a:lnTo>
                    <a:pt x="150"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5" name="Google Shape;4495;p61"/>
            <p:cNvSpPr/>
            <p:nvPr/>
          </p:nvSpPr>
          <p:spPr>
            <a:xfrm>
              <a:off x="5625909" y="4033544"/>
              <a:ext cx="46226" cy="18830"/>
            </a:xfrm>
            <a:custGeom>
              <a:avLst/>
              <a:gdLst/>
              <a:ahLst/>
              <a:cxnLst/>
              <a:rect l="l" t="t" r="r" b="b"/>
              <a:pathLst>
                <a:path w="1905" h="776" extrusionOk="0">
                  <a:moveTo>
                    <a:pt x="187" y="75"/>
                  </a:moveTo>
                  <a:lnTo>
                    <a:pt x="1820" y="738"/>
                  </a:lnTo>
                  <a:lnTo>
                    <a:pt x="75" y="738"/>
                  </a:lnTo>
                  <a:lnTo>
                    <a:pt x="187" y="75"/>
                  </a:lnTo>
                  <a:close/>
                  <a:moveTo>
                    <a:pt x="150" y="0"/>
                  </a:moveTo>
                  <a:lnTo>
                    <a:pt x="0" y="775"/>
                  </a:lnTo>
                  <a:lnTo>
                    <a:pt x="1867" y="775"/>
                  </a:lnTo>
                  <a:cubicBezTo>
                    <a:pt x="1904" y="775"/>
                    <a:pt x="1904" y="775"/>
                    <a:pt x="1904" y="738"/>
                  </a:cubicBezTo>
                  <a:lnTo>
                    <a:pt x="1904" y="700"/>
                  </a:lnTo>
                  <a:lnTo>
                    <a:pt x="150" y="0"/>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6" name="Google Shape;4496;p61"/>
            <p:cNvSpPr/>
            <p:nvPr/>
          </p:nvSpPr>
          <p:spPr>
            <a:xfrm>
              <a:off x="5545493" y="4021072"/>
              <a:ext cx="10458" cy="31302"/>
            </a:xfrm>
            <a:custGeom>
              <a:avLst/>
              <a:gdLst/>
              <a:ahLst/>
              <a:cxnLst/>
              <a:rect l="l" t="t" r="r" b="b"/>
              <a:pathLst>
                <a:path w="431" h="1290" extrusionOk="0">
                  <a:moveTo>
                    <a:pt x="1" y="1"/>
                  </a:moveTo>
                  <a:lnTo>
                    <a:pt x="47" y="1289"/>
                  </a:lnTo>
                  <a:lnTo>
                    <a:pt x="430" y="1252"/>
                  </a:lnTo>
                  <a:lnTo>
                    <a:pt x="355" y="48"/>
                  </a:lnTo>
                  <a:cubicBezTo>
                    <a:pt x="318" y="48"/>
                    <a:pt x="1" y="1"/>
                    <a:pt x="1"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7" name="Google Shape;4497;p61"/>
            <p:cNvSpPr/>
            <p:nvPr/>
          </p:nvSpPr>
          <p:spPr>
            <a:xfrm>
              <a:off x="5546633" y="4051428"/>
              <a:ext cx="126399" cy="1844"/>
            </a:xfrm>
            <a:custGeom>
              <a:avLst/>
              <a:gdLst/>
              <a:ahLst/>
              <a:cxnLst/>
              <a:rect l="l" t="t" r="r" b="b"/>
              <a:pathLst>
                <a:path w="5209" h="76" extrusionOk="0">
                  <a:moveTo>
                    <a:pt x="38" y="1"/>
                  </a:moveTo>
                  <a:cubicBezTo>
                    <a:pt x="38" y="1"/>
                    <a:pt x="0" y="1"/>
                    <a:pt x="0" y="38"/>
                  </a:cubicBezTo>
                  <a:lnTo>
                    <a:pt x="38" y="38"/>
                  </a:lnTo>
                  <a:lnTo>
                    <a:pt x="5171" y="75"/>
                  </a:lnTo>
                  <a:lnTo>
                    <a:pt x="5209" y="38"/>
                  </a:lnTo>
                  <a:lnTo>
                    <a:pt x="5171"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8" name="Google Shape;4498;p61"/>
            <p:cNvSpPr/>
            <p:nvPr/>
          </p:nvSpPr>
          <p:spPr>
            <a:xfrm>
              <a:off x="5507906" y="3567317"/>
              <a:ext cx="142487" cy="433090"/>
            </a:xfrm>
            <a:custGeom>
              <a:avLst/>
              <a:gdLst/>
              <a:ahLst/>
              <a:cxnLst/>
              <a:rect l="l" t="t" r="r" b="b"/>
              <a:pathLst>
                <a:path w="5872" h="17848" extrusionOk="0">
                  <a:moveTo>
                    <a:pt x="5713" y="1"/>
                  </a:moveTo>
                  <a:lnTo>
                    <a:pt x="0" y="776"/>
                  </a:lnTo>
                  <a:lnTo>
                    <a:pt x="1083" y="8709"/>
                  </a:lnTo>
                  <a:cubicBezTo>
                    <a:pt x="1242" y="9913"/>
                    <a:pt x="1400" y="17577"/>
                    <a:pt x="1400" y="17577"/>
                  </a:cubicBezTo>
                  <a:lnTo>
                    <a:pt x="4079" y="17847"/>
                  </a:lnTo>
                  <a:lnTo>
                    <a:pt x="5479" y="12331"/>
                  </a:lnTo>
                  <a:cubicBezTo>
                    <a:pt x="5750" y="11351"/>
                    <a:pt x="5871" y="10343"/>
                    <a:pt x="5871" y="9335"/>
                  </a:cubicBezTo>
                  <a:lnTo>
                    <a:pt x="5713" y="1"/>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499" name="Google Shape;4499;p61"/>
            <p:cNvSpPr/>
            <p:nvPr/>
          </p:nvSpPr>
          <p:spPr>
            <a:xfrm>
              <a:off x="5507906" y="3567311"/>
              <a:ext cx="142484" cy="433082"/>
            </a:xfrm>
            <a:custGeom>
              <a:avLst/>
              <a:gdLst/>
              <a:ahLst/>
              <a:cxnLst/>
              <a:rect l="l" t="t" r="r" b="b"/>
              <a:pathLst>
                <a:path w="5872" h="17848" extrusionOk="0">
                  <a:moveTo>
                    <a:pt x="5713" y="1"/>
                  </a:moveTo>
                  <a:lnTo>
                    <a:pt x="0" y="776"/>
                  </a:lnTo>
                  <a:lnTo>
                    <a:pt x="1083" y="8709"/>
                  </a:lnTo>
                  <a:cubicBezTo>
                    <a:pt x="1242" y="9913"/>
                    <a:pt x="1400" y="17577"/>
                    <a:pt x="1400" y="17577"/>
                  </a:cubicBezTo>
                  <a:lnTo>
                    <a:pt x="4079" y="17847"/>
                  </a:lnTo>
                  <a:lnTo>
                    <a:pt x="5479" y="12331"/>
                  </a:lnTo>
                  <a:cubicBezTo>
                    <a:pt x="5750" y="11351"/>
                    <a:pt x="5871" y="10343"/>
                    <a:pt x="5871" y="9335"/>
                  </a:cubicBezTo>
                  <a:lnTo>
                    <a:pt x="5713" y="1"/>
                  </a:ln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0" name="Google Shape;4500;p61"/>
            <p:cNvSpPr/>
            <p:nvPr/>
          </p:nvSpPr>
          <p:spPr>
            <a:xfrm>
              <a:off x="5777665" y="3886326"/>
              <a:ext cx="103977" cy="112131"/>
            </a:xfrm>
            <a:custGeom>
              <a:avLst/>
              <a:gdLst/>
              <a:ahLst/>
              <a:cxnLst/>
              <a:rect l="l" t="t" r="r" b="b"/>
              <a:pathLst>
                <a:path w="4285" h="4621" extrusionOk="0">
                  <a:moveTo>
                    <a:pt x="2025" y="0"/>
                  </a:moveTo>
                  <a:lnTo>
                    <a:pt x="0" y="1316"/>
                  </a:lnTo>
                  <a:lnTo>
                    <a:pt x="1913" y="4117"/>
                  </a:lnTo>
                  <a:lnTo>
                    <a:pt x="2688" y="4621"/>
                  </a:lnTo>
                  <a:lnTo>
                    <a:pt x="4284" y="3921"/>
                  </a:lnTo>
                  <a:lnTo>
                    <a:pt x="4200" y="3071"/>
                  </a:lnTo>
                  <a:cubicBezTo>
                    <a:pt x="3892" y="3071"/>
                    <a:pt x="2025" y="0"/>
                    <a:pt x="2025"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1" name="Google Shape;4501;p61"/>
            <p:cNvSpPr/>
            <p:nvPr/>
          </p:nvSpPr>
          <p:spPr>
            <a:xfrm>
              <a:off x="5821148" y="3952231"/>
              <a:ext cx="137731" cy="72724"/>
            </a:xfrm>
            <a:custGeom>
              <a:avLst/>
              <a:gdLst/>
              <a:ahLst/>
              <a:cxnLst/>
              <a:rect l="l" t="t" r="r" b="b"/>
              <a:pathLst>
                <a:path w="5676" h="2997" extrusionOk="0">
                  <a:moveTo>
                    <a:pt x="5134" y="0"/>
                  </a:moveTo>
                  <a:lnTo>
                    <a:pt x="2334" y="318"/>
                  </a:lnTo>
                  <a:cubicBezTo>
                    <a:pt x="2334" y="318"/>
                    <a:pt x="2296" y="738"/>
                    <a:pt x="1596" y="859"/>
                  </a:cubicBezTo>
                  <a:cubicBezTo>
                    <a:pt x="467" y="1018"/>
                    <a:pt x="0" y="1326"/>
                    <a:pt x="0" y="1326"/>
                  </a:cubicBezTo>
                  <a:lnTo>
                    <a:pt x="934" y="2997"/>
                  </a:lnTo>
                  <a:lnTo>
                    <a:pt x="5675" y="589"/>
                  </a:lnTo>
                  <a:cubicBezTo>
                    <a:pt x="5638" y="392"/>
                    <a:pt x="5330" y="0"/>
                    <a:pt x="5134"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2" name="Google Shape;4502;p61"/>
            <p:cNvSpPr/>
            <p:nvPr/>
          </p:nvSpPr>
          <p:spPr>
            <a:xfrm>
              <a:off x="5902219" y="3953129"/>
              <a:ext cx="44430" cy="21766"/>
            </a:xfrm>
            <a:custGeom>
              <a:avLst/>
              <a:gdLst/>
              <a:ahLst/>
              <a:cxnLst/>
              <a:rect l="l" t="t" r="r" b="b"/>
              <a:pathLst>
                <a:path w="1831" h="897" extrusionOk="0">
                  <a:moveTo>
                    <a:pt x="1830" y="1"/>
                  </a:moveTo>
                  <a:lnTo>
                    <a:pt x="1" y="159"/>
                  </a:lnTo>
                  <a:lnTo>
                    <a:pt x="197" y="897"/>
                  </a:lnTo>
                  <a:lnTo>
                    <a:pt x="1830" y="47"/>
                  </a:lnTo>
                  <a:lnTo>
                    <a:pt x="1830"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3" name="Google Shape;4503;p61"/>
            <p:cNvSpPr/>
            <p:nvPr/>
          </p:nvSpPr>
          <p:spPr>
            <a:xfrm>
              <a:off x="5901321" y="3953129"/>
              <a:ext cx="46226" cy="22688"/>
            </a:xfrm>
            <a:custGeom>
              <a:avLst/>
              <a:gdLst/>
              <a:ahLst/>
              <a:cxnLst/>
              <a:rect l="l" t="t" r="r" b="b"/>
              <a:pathLst>
                <a:path w="1905" h="935" extrusionOk="0">
                  <a:moveTo>
                    <a:pt x="1792" y="47"/>
                  </a:moveTo>
                  <a:lnTo>
                    <a:pt x="234" y="860"/>
                  </a:lnTo>
                  <a:lnTo>
                    <a:pt x="84" y="159"/>
                  </a:lnTo>
                  <a:lnTo>
                    <a:pt x="1792" y="47"/>
                  </a:lnTo>
                  <a:close/>
                  <a:moveTo>
                    <a:pt x="1867" y="1"/>
                  </a:moveTo>
                  <a:lnTo>
                    <a:pt x="38" y="122"/>
                  </a:lnTo>
                  <a:lnTo>
                    <a:pt x="0" y="122"/>
                  </a:lnTo>
                  <a:lnTo>
                    <a:pt x="234" y="934"/>
                  </a:lnTo>
                  <a:lnTo>
                    <a:pt x="1867" y="85"/>
                  </a:lnTo>
                  <a:cubicBezTo>
                    <a:pt x="1904" y="85"/>
                    <a:pt x="1904" y="47"/>
                    <a:pt x="1904" y="47"/>
                  </a:cubicBezTo>
                  <a:cubicBezTo>
                    <a:pt x="1904" y="1"/>
                    <a:pt x="1867" y="1"/>
                    <a:pt x="1867" y="1"/>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4" name="Google Shape;4504;p61"/>
            <p:cNvSpPr/>
            <p:nvPr/>
          </p:nvSpPr>
          <p:spPr>
            <a:xfrm>
              <a:off x="5821148" y="3980549"/>
              <a:ext cx="22664" cy="30356"/>
            </a:xfrm>
            <a:custGeom>
              <a:avLst/>
              <a:gdLst/>
              <a:ahLst/>
              <a:cxnLst/>
              <a:rect l="l" t="t" r="r" b="b"/>
              <a:pathLst>
                <a:path w="934" h="1251" extrusionOk="0">
                  <a:moveTo>
                    <a:pt x="308" y="0"/>
                  </a:moveTo>
                  <a:cubicBezTo>
                    <a:pt x="271" y="0"/>
                    <a:pt x="0" y="159"/>
                    <a:pt x="0" y="159"/>
                  </a:cubicBezTo>
                  <a:lnTo>
                    <a:pt x="626" y="1251"/>
                  </a:lnTo>
                  <a:lnTo>
                    <a:pt x="934" y="1055"/>
                  </a:lnTo>
                  <a:lnTo>
                    <a:pt x="308" y="0"/>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5" name="Google Shape;4505;p61"/>
            <p:cNvSpPr/>
            <p:nvPr/>
          </p:nvSpPr>
          <p:spPr>
            <a:xfrm>
              <a:off x="5835416" y="3953129"/>
              <a:ext cx="113271" cy="57776"/>
            </a:xfrm>
            <a:custGeom>
              <a:avLst/>
              <a:gdLst/>
              <a:ahLst/>
              <a:cxnLst/>
              <a:rect l="l" t="t" r="r" b="b"/>
              <a:pathLst>
                <a:path w="4668" h="2381" extrusionOk="0">
                  <a:moveTo>
                    <a:pt x="4620" y="1"/>
                  </a:moveTo>
                  <a:lnTo>
                    <a:pt x="38" y="2334"/>
                  </a:lnTo>
                  <a:lnTo>
                    <a:pt x="0" y="2381"/>
                  </a:lnTo>
                  <a:lnTo>
                    <a:pt x="38" y="2381"/>
                  </a:lnTo>
                  <a:lnTo>
                    <a:pt x="4620" y="85"/>
                  </a:lnTo>
                  <a:lnTo>
                    <a:pt x="4667" y="47"/>
                  </a:lnTo>
                  <a:lnTo>
                    <a:pt x="4620"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6" name="Google Shape;4506;p61"/>
            <p:cNvSpPr/>
            <p:nvPr/>
          </p:nvSpPr>
          <p:spPr>
            <a:xfrm>
              <a:off x="5506984" y="3588031"/>
              <a:ext cx="356751" cy="366263"/>
            </a:xfrm>
            <a:custGeom>
              <a:avLst/>
              <a:gdLst/>
              <a:ahLst/>
              <a:cxnLst/>
              <a:rect l="l" t="t" r="r" b="b"/>
              <a:pathLst>
                <a:path w="14702" h="15094" extrusionOk="0">
                  <a:moveTo>
                    <a:pt x="6843" y="1"/>
                  </a:moveTo>
                  <a:lnTo>
                    <a:pt x="505" y="234"/>
                  </a:lnTo>
                  <a:lnTo>
                    <a:pt x="1" y="271"/>
                  </a:lnTo>
                  <a:cubicBezTo>
                    <a:pt x="309" y="2642"/>
                    <a:pt x="972" y="4359"/>
                    <a:pt x="2754" y="5946"/>
                  </a:cubicBezTo>
                  <a:lnTo>
                    <a:pt x="6535" y="8830"/>
                  </a:lnTo>
                  <a:cubicBezTo>
                    <a:pt x="7272" y="9530"/>
                    <a:pt x="8009" y="10268"/>
                    <a:pt x="8635" y="11127"/>
                  </a:cubicBezTo>
                  <a:lnTo>
                    <a:pt x="11706" y="15093"/>
                  </a:lnTo>
                  <a:lnTo>
                    <a:pt x="14702" y="13647"/>
                  </a:lnTo>
                  <a:lnTo>
                    <a:pt x="12676" y="8980"/>
                  </a:lnTo>
                  <a:cubicBezTo>
                    <a:pt x="11976" y="7430"/>
                    <a:pt x="11118" y="5946"/>
                    <a:pt x="10147" y="4546"/>
                  </a:cubicBezTo>
                  <a:lnTo>
                    <a:pt x="6843" y="1"/>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7" name="Google Shape;4507;p61"/>
            <p:cNvSpPr/>
            <p:nvPr/>
          </p:nvSpPr>
          <p:spPr>
            <a:xfrm>
              <a:off x="5433387" y="3314850"/>
              <a:ext cx="115091" cy="202325"/>
            </a:xfrm>
            <a:custGeom>
              <a:avLst/>
              <a:gdLst/>
              <a:ahLst/>
              <a:cxnLst/>
              <a:rect l="l" t="t" r="r" b="b"/>
              <a:pathLst>
                <a:path w="4743" h="8338" extrusionOk="0">
                  <a:moveTo>
                    <a:pt x="4236" y="1"/>
                  </a:moveTo>
                  <a:cubicBezTo>
                    <a:pt x="3236" y="1"/>
                    <a:pt x="1066" y="208"/>
                    <a:pt x="616" y="1962"/>
                  </a:cubicBezTo>
                  <a:cubicBezTo>
                    <a:pt x="383" y="2895"/>
                    <a:pt x="112" y="3987"/>
                    <a:pt x="38" y="5425"/>
                  </a:cubicBezTo>
                  <a:cubicBezTo>
                    <a:pt x="0" y="6433"/>
                    <a:pt x="504" y="7992"/>
                    <a:pt x="2017" y="8337"/>
                  </a:cubicBezTo>
                  <a:lnTo>
                    <a:pt x="3417" y="7796"/>
                  </a:lnTo>
                  <a:lnTo>
                    <a:pt x="4742" y="21"/>
                  </a:lnTo>
                  <a:cubicBezTo>
                    <a:pt x="4742" y="21"/>
                    <a:pt x="4545" y="1"/>
                    <a:pt x="4236" y="1"/>
                  </a:cubicBezTo>
                  <a:close/>
                </a:path>
              </a:pathLst>
            </a:custGeom>
            <a:solidFill>
              <a:srgbClr val="FFAE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8" name="Google Shape;4508;p61"/>
            <p:cNvSpPr/>
            <p:nvPr/>
          </p:nvSpPr>
          <p:spPr>
            <a:xfrm>
              <a:off x="5437002" y="3291895"/>
              <a:ext cx="104002" cy="132853"/>
            </a:xfrm>
            <a:custGeom>
              <a:avLst/>
              <a:gdLst/>
              <a:ahLst/>
              <a:cxnLst/>
              <a:rect l="l" t="t" r="r" b="b"/>
              <a:pathLst>
                <a:path w="4286" h="5475" extrusionOk="0">
                  <a:moveTo>
                    <a:pt x="3251" y="1"/>
                  </a:moveTo>
                  <a:cubicBezTo>
                    <a:pt x="2797" y="1"/>
                    <a:pt x="2345" y="121"/>
                    <a:pt x="1952" y="341"/>
                  </a:cubicBezTo>
                  <a:cubicBezTo>
                    <a:pt x="393" y="1275"/>
                    <a:pt x="1" y="4233"/>
                    <a:pt x="85" y="4663"/>
                  </a:cubicBezTo>
                  <a:cubicBezTo>
                    <a:pt x="186" y="5063"/>
                    <a:pt x="359" y="5474"/>
                    <a:pt x="621" y="5474"/>
                  </a:cubicBezTo>
                  <a:cubicBezTo>
                    <a:pt x="842" y="5474"/>
                    <a:pt x="1126" y="5182"/>
                    <a:pt x="1485" y="4345"/>
                  </a:cubicBezTo>
                  <a:cubicBezTo>
                    <a:pt x="1905" y="3375"/>
                    <a:pt x="3305" y="845"/>
                    <a:pt x="3305" y="845"/>
                  </a:cubicBezTo>
                  <a:lnTo>
                    <a:pt x="4285" y="229"/>
                  </a:lnTo>
                  <a:cubicBezTo>
                    <a:pt x="3958" y="74"/>
                    <a:pt x="3604" y="1"/>
                    <a:pt x="3251"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09" name="Google Shape;4509;p61"/>
            <p:cNvSpPr/>
            <p:nvPr/>
          </p:nvSpPr>
          <p:spPr>
            <a:xfrm>
              <a:off x="5621153" y="3279107"/>
              <a:ext cx="107593" cy="250516"/>
            </a:xfrm>
            <a:custGeom>
              <a:avLst/>
              <a:gdLst/>
              <a:ahLst/>
              <a:cxnLst/>
              <a:rect l="l" t="t" r="r" b="b"/>
              <a:pathLst>
                <a:path w="4434" h="10324" extrusionOk="0">
                  <a:moveTo>
                    <a:pt x="971" y="1"/>
                  </a:moveTo>
                  <a:cubicBezTo>
                    <a:pt x="945" y="1"/>
                    <a:pt x="920" y="3"/>
                    <a:pt x="896" y="9"/>
                  </a:cubicBezTo>
                  <a:cubicBezTo>
                    <a:pt x="738" y="9"/>
                    <a:pt x="663" y="56"/>
                    <a:pt x="663" y="56"/>
                  </a:cubicBezTo>
                  <a:lnTo>
                    <a:pt x="579" y="93"/>
                  </a:lnTo>
                  <a:cubicBezTo>
                    <a:pt x="0" y="868"/>
                    <a:pt x="4434" y="10323"/>
                    <a:pt x="4434" y="10323"/>
                  </a:cubicBezTo>
                  <a:cubicBezTo>
                    <a:pt x="4434" y="10323"/>
                    <a:pt x="4163" y="7169"/>
                    <a:pt x="4117" y="6935"/>
                  </a:cubicBezTo>
                  <a:cubicBezTo>
                    <a:pt x="3463" y="2576"/>
                    <a:pt x="1867" y="672"/>
                    <a:pt x="1400" y="205"/>
                  </a:cubicBezTo>
                  <a:cubicBezTo>
                    <a:pt x="1267" y="80"/>
                    <a:pt x="1107" y="1"/>
                    <a:pt x="971" y="1"/>
                  </a:cubicBezTo>
                  <a:close/>
                </a:path>
              </a:pathLst>
            </a:custGeom>
            <a:solidFill>
              <a:srgbClr val="415C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0" name="Google Shape;4510;p61"/>
            <p:cNvSpPr/>
            <p:nvPr/>
          </p:nvSpPr>
          <p:spPr>
            <a:xfrm>
              <a:off x="5571991" y="3254866"/>
              <a:ext cx="74543" cy="78377"/>
            </a:xfrm>
            <a:custGeom>
              <a:avLst/>
              <a:gdLst/>
              <a:ahLst/>
              <a:cxnLst/>
              <a:rect l="l" t="t" r="r" b="b"/>
              <a:pathLst>
                <a:path w="3072" h="3230" extrusionOk="0">
                  <a:moveTo>
                    <a:pt x="505" y="0"/>
                  </a:moveTo>
                  <a:lnTo>
                    <a:pt x="271" y="1167"/>
                  </a:lnTo>
                  <a:lnTo>
                    <a:pt x="1" y="2838"/>
                  </a:lnTo>
                  <a:lnTo>
                    <a:pt x="2876" y="3230"/>
                  </a:lnTo>
                  <a:lnTo>
                    <a:pt x="3072" y="75"/>
                  </a:lnTo>
                  <a:lnTo>
                    <a:pt x="505" y="0"/>
                  </a:ln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1" name="Google Shape;4511;p61"/>
            <p:cNvSpPr/>
            <p:nvPr/>
          </p:nvSpPr>
          <p:spPr>
            <a:xfrm>
              <a:off x="5577669" y="3254866"/>
              <a:ext cx="68865" cy="34894"/>
            </a:xfrm>
            <a:custGeom>
              <a:avLst/>
              <a:gdLst/>
              <a:ahLst/>
              <a:cxnLst/>
              <a:rect l="l" t="t" r="r" b="b"/>
              <a:pathLst>
                <a:path w="2838" h="1438" extrusionOk="0">
                  <a:moveTo>
                    <a:pt x="271" y="0"/>
                  </a:moveTo>
                  <a:lnTo>
                    <a:pt x="37" y="1167"/>
                  </a:lnTo>
                  <a:lnTo>
                    <a:pt x="0" y="1438"/>
                  </a:lnTo>
                  <a:cubicBezTo>
                    <a:pt x="2334" y="1130"/>
                    <a:pt x="2838" y="75"/>
                    <a:pt x="2838" y="75"/>
                  </a:cubicBezTo>
                  <a:lnTo>
                    <a:pt x="271" y="0"/>
                  </a:lnTo>
                  <a:close/>
                </a:path>
              </a:pathLst>
            </a:custGeom>
            <a:solidFill>
              <a:srgbClr val="000000">
                <a:alpha val="219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2" name="Google Shape;4512;p61"/>
            <p:cNvSpPr/>
            <p:nvPr/>
          </p:nvSpPr>
          <p:spPr>
            <a:xfrm>
              <a:off x="5453988" y="3306746"/>
              <a:ext cx="113271" cy="177575"/>
            </a:xfrm>
            <a:custGeom>
              <a:avLst/>
              <a:gdLst/>
              <a:ahLst/>
              <a:cxnLst/>
              <a:rect l="l" t="t" r="r" b="b"/>
              <a:pathLst>
                <a:path w="4668" h="7318" extrusionOk="0">
                  <a:moveTo>
                    <a:pt x="3282" y="0"/>
                  </a:moveTo>
                  <a:cubicBezTo>
                    <a:pt x="1887" y="0"/>
                    <a:pt x="1252" y="1400"/>
                    <a:pt x="1252" y="1400"/>
                  </a:cubicBezTo>
                  <a:cubicBezTo>
                    <a:pt x="318" y="2996"/>
                    <a:pt x="1" y="6926"/>
                    <a:pt x="1" y="6926"/>
                  </a:cubicBezTo>
                  <a:lnTo>
                    <a:pt x="3230" y="7318"/>
                  </a:lnTo>
                  <a:cubicBezTo>
                    <a:pt x="3968" y="6422"/>
                    <a:pt x="4668" y="6338"/>
                    <a:pt x="4668" y="6338"/>
                  </a:cubicBezTo>
                  <a:lnTo>
                    <a:pt x="4397" y="270"/>
                  </a:lnTo>
                  <a:cubicBezTo>
                    <a:pt x="3982" y="78"/>
                    <a:pt x="3611" y="0"/>
                    <a:pt x="3282" y="0"/>
                  </a:cubicBezTo>
                  <a:close/>
                </a:path>
              </a:pathLst>
            </a:custGeom>
            <a:solidFill>
              <a:srgbClr val="FD7D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3" name="Google Shape;4513;p61"/>
            <p:cNvSpPr/>
            <p:nvPr/>
          </p:nvSpPr>
          <p:spPr>
            <a:xfrm>
              <a:off x="5494366" y="3494487"/>
              <a:ext cx="97596" cy="92281"/>
            </a:xfrm>
            <a:custGeom>
              <a:avLst/>
              <a:gdLst/>
              <a:ahLst/>
              <a:cxnLst/>
              <a:rect l="l" t="t" r="r" b="b"/>
              <a:pathLst>
                <a:path w="4022" h="3803" extrusionOk="0">
                  <a:moveTo>
                    <a:pt x="792" y="1"/>
                  </a:moveTo>
                  <a:cubicBezTo>
                    <a:pt x="792" y="1"/>
                    <a:pt x="1" y="3802"/>
                    <a:pt x="2935" y="3802"/>
                  </a:cubicBezTo>
                  <a:cubicBezTo>
                    <a:pt x="3251" y="3802"/>
                    <a:pt x="3612" y="3758"/>
                    <a:pt x="4021" y="3660"/>
                  </a:cubicBezTo>
                  <a:cubicBezTo>
                    <a:pt x="4021" y="3660"/>
                    <a:pt x="1454" y="3622"/>
                    <a:pt x="1604" y="159"/>
                  </a:cubicBezTo>
                  <a:lnTo>
                    <a:pt x="792" y="1"/>
                  </a:lnTo>
                  <a:close/>
                </a:path>
              </a:pathLst>
            </a:custGeom>
            <a:solidFill>
              <a:srgbClr val="2741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4" name="Google Shape;4514;p61"/>
            <p:cNvSpPr/>
            <p:nvPr/>
          </p:nvSpPr>
          <p:spPr>
            <a:xfrm>
              <a:off x="5589899" y="3454692"/>
              <a:ext cx="33996" cy="61125"/>
            </a:xfrm>
            <a:custGeom>
              <a:avLst/>
              <a:gdLst/>
              <a:ahLst/>
              <a:cxnLst/>
              <a:rect l="l" t="t" r="r" b="b"/>
              <a:pathLst>
                <a:path w="1401" h="2519" extrusionOk="0">
                  <a:moveTo>
                    <a:pt x="564" y="1"/>
                  </a:moveTo>
                  <a:cubicBezTo>
                    <a:pt x="532" y="1"/>
                    <a:pt x="499" y="3"/>
                    <a:pt x="467" y="7"/>
                  </a:cubicBezTo>
                  <a:cubicBezTo>
                    <a:pt x="196" y="54"/>
                    <a:pt x="0" y="287"/>
                    <a:pt x="38" y="521"/>
                  </a:cubicBezTo>
                  <a:lnTo>
                    <a:pt x="355" y="2191"/>
                  </a:lnTo>
                  <a:cubicBezTo>
                    <a:pt x="386" y="2384"/>
                    <a:pt x="575" y="2519"/>
                    <a:pt x="792" y="2519"/>
                  </a:cubicBezTo>
                  <a:cubicBezTo>
                    <a:pt x="838" y="2519"/>
                    <a:pt x="886" y="2513"/>
                    <a:pt x="934" y="2499"/>
                  </a:cubicBezTo>
                  <a:cubicBezTo>
                    <a:pt x="1251" y="2462"/>
                    <a:pt x="1400" y="2229"/>
                    <a:pt x="1363" y="1995"/>
                  </a:cubicBezTo>
                  <a:lnTo>
                    <a:pt x="1055" y="325"/>
                  </a:lnTo>
                  <a:cubicBezTo>
                    <a:pt x="1022" y="119"/>
                    <a:pt x="801" y="1"/>
                    <a:pt x="564" y="1"/>
                  </a:cubicBezTo>
                  <a:close/>
                </a:path>
              </a:pathLst>
            </a:custGeom>
            <a:solidFill>
              <a:srgbClr val="3B81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5" name="Google Shape;4515;p61"/>
            <p:cNvSpPr/>
            <p:nvPr/>
          </p:nvSpPr>
          <p:spPr>
            <a:xfrm>
              <a:off x="5534185" y="3455978"/>
              <a:ext cx="38752" cy="22688"/>
            </a:xfrm>
            <a:custGeom>
              <a:avLst/>
              <a:gdLst/>
              <a:ahLst/>
              <a:cxnLst/>
              <a:rect l="l" t="t" r="r" b="b"/>
              <a:pathLst>
                <a:path w="1597" h="935" extrusionOk="0">
                  <a:moveTo>
                    <a:pt x="1521" y="1"/>
                  </a:moveTo>
                  <a:cubicBezTo>
                    <a:pt x="1363" y="1"/>
                    <a:pt x="1213" y="38"/>
                    <a:pt x="1055" y="76"/>
                  </a:cubicBezTo>
                  <a:cubicBezTo>
                    <a:pt x="933" y="113"/>
                    <a:pt x="784" y="150"/>
                    <a:pt x="663" y="234"/>
                  </a:cubicBezTo>
                  <a:cubicBezTo>
                    <a:pt x="513" y="309"/>
                    <a:pt x="392" y="384"/>
                    <a:pt x="280" y="505"/>
                  </a:cubicBezTo>
                  <a:cubicBezTo>
                    <a:pt x="196" y="580"/>
                    <a:pt x="84" y="738"/>
                    <a:pt x="47" y="850"/>
                  </a:cubicBezTo>
                  <a:cubicBezTo>
                    <a:pt x="0" y="888"/>
                    <a:pt x="0" y="888"/>
                    <a:pt x="47" y="934"/>
                  </a:cubicBezTo>
                  <a:cubicBezTo>
                    <a:pt x="84" y="934"/>
                    <a:pt x="84" y="934"/>
                    <a:pt x="121" y="888"/>
                  </a:cubicBezTo>
                  <a:cubicBezTo>
                    <a:pt x="196" y="776"/>
                    <a:pt x="280" y="654"/>
                    <a:pt x="392" y="580"/>
                  </a:cubicBezTo>
                  <a:cubicBezTo>
                    <a:pt x="467" y="505"/>
                    <a:pt x="588" y="421"/>
                    <a:pt x="747" y="346"/>
                  </a:cubicBezTo>
                  <a:cubicBezTo>
                    <a:pt x="859" y="309"/>
                    <a:pt x="980" y="272"/>
                    <a:pt x="1129" y="234"/>
                  </a:cubicBezTo>
                  <a:cubicBezTo>
                    <a:pt x="1251" y="188"/>
                    <a:pt x="1400" y="188"/>
                    <a:pt x="1521" y="188"/>
                  </a:cubicBezTo>
                  <a:cubicBezTo>
                    <a:pt x="1559" y="188"/>
                    <a:pt x="1596" y="150"/>
                    <a:pt x="1596" y="76"/>
                  </a:cubicBezTo>
                  <a:cubicBezTo>
                    <a:pt x="1596" y="38"/>
                    <a:pt x="1559" y="1"/>
                    <a:pt x="1521" y="1"/>
                  </a:cubicBezTo>
                  <a:close/>
                </a:path>
              </a:pathLst>
            </a:custGeom>
            <a:solidFill>
              <a:srgbClr val="415C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6" name="Google Shape;4516;p61"/>
            <p:cNvSpPr/>
            <p:nvPr/>
          </p:nvSpPr>
          <p:spPr>
            <a:xfrm>
              <a:off x="5439040" y="3291628"/>
              <a:ext cx="119847" cy="240713"/>
            </a:xfrm>
            <a:custGeom>
              <a:avLst/>
              <a:gdLst/>
              <a:ahLst/>
              <a:cxnLst/>
              <a:rect l="l" t="t" r="r" b="b"/>
              <a:pathLst>
                <a:path w="4939" h="9920" extrusionOk="0">
                  <a:moveTo>
                    <a:pt x="3783" y="0"/>
                  </a:moveTo>
                  <a:cubicBezTo>
                    <a:pt x="2765" y="0"/>
                    <a:pt x="1350" y="659"/>
                    <a:pt x="738" y="4011"/>
                  </a:cubicBezTo>
                  <a:cubicBezTo>
                    <a:pt x="738" y="4011"/>
                    <a:pt x="271" y="5486"/>
                    <a:pt x="113" y="7082"/>
                  </a:cubicBezTo>
                  <a:cubicBezTo>
                    <a:pt x="1" y="8211"/>
                    <a:pt x="775" y="9257"/>
                    <a:pt x="1942" y="9453"/>
                  </a:cubicBezTo>
                  <a:lnTo>
                    <a:pt x="4388" y="9919"/>
                  </a:lnTo>
                  <a:lnTo>
                    <a:pt x="4938" y="277"/>
                  </a:lnTo>
                  <a:cubicBezTo>
                    <a:pt x="4938" y="277"/>
                    <a:pt x="4444" y="0"/>
                    <a:pt x="3783"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7" name="Google Shape;4517;p61"/>
            <p:cNvSpPr/>
            <p:nvPr/>
          </p:nvSpPr>
          <p:spPr>
            <a:xfrm>
              <a:off x="5505867" y="3297452"/>
              <a:ext cx="65250" cy="111233"/>
            </a:xfrm>
            <a:custGeom>
              <a:avLst/>
              <a:gdLst/>
              <a:ahLst/>
              <a:cxnLst/>
              <a:rect l="l" t="t" r="r" b="b"/>
              <a:pathLst>
                <a:path w="2689" h="4584" extrusionOk="0">
                  <a:moveTo>
                    <a:pt x="2688" y="0"/>
                  </a:moveTo>
                  <a:lnTo>
                    <a:pt x="2688" y="0"/>
                  </a:lnTo>
                  <a:cubicBezTo>
                    <a:pt x="2688" y="0"/>
                    <a:pt x="1596" y="37"/>
                    <a:pt x="1522" y="149"/>
                  </a:cubicBezTo>
                  <a:cubicBezTo>
                    <a:pt x="1522" y="149"/>
                    <a:pt x="551" y="1279"/>
                    <a:pt x="0" y="4583"/>
                  </a:cubicBezTo>
                  <a:lnTo>
                    <a:pt x="2026" y="971"/>
                  </a:lnTo>
                  <a:cubicBezTo>
                    <a:pt x="2026" y="971"/>
                    <a:pt x="2184" y="653"/>
                    <a:pt x="2688" y="0"/>
                  </a:cubicBezTo>
                  <a:close/>
                </a:path>
              </a:pathLst>
            </a:custGeom>
            <a:solidFill>
              <a:srgbClr val="2741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8" name="Google Shape;4518;p61"/>
            <p:cNvSpPr/>
            <p:nvPr/>
          </p:nvSpPr>
          <p:spPr>
            <a:xfrm>
              <a:off x="5453988" y="3289736"/>
              <a:ext cx="87914" cy="219044"/>
            </a:xfrm>
            <a:custGeom>
              <a:avLst/>
              <a:gdLst/>
              <a:ahLst/>
              <a:cxnLst/>
              <a:rect l="l" t="t" r="r" b="b"/>
              <a:pathLst>
                <a:path w="3623" h="9027" extrusionOk="0">
                  <a:moveTo>
                    <a:pt x="3538" y="1"/>
                  </a:moveTo>
                  <a:cubicBezTo>
                    <a:pt x="3464" y="1"/>
                    <a:pt x="2185" y="197"/>
                    <a:pt x="1522" y="1830"/>
                  </a:cubicBezTo>
                  <a:cubicBezTo>
                    <a:pt x="972" y="3156"/>
                    <a:pt x="1" y="6385"/>
                    <a:pt x="197" y="8989"/>
                  </a:cubicBezTo>
                  <a:cubicBezTo>
                    <a:pt x="197" y="9027"/>
                    <a:pt x="234" y="9027"/>
                    <a:pt x="271" y="9027"/>
                  </a:cubicBezTo>
                  <a:cubicBezTo>
                    <a:pt x="318" y="9027"/>
                    <a:pt x="355" y="8989"/>
                    <a:pt x="355" y="8952"/>
                  </a:cubicBezTo>
                  <a:cubicBezTo>
                    <a:pt x="159" y="6423"/>
                    <a:pt x="1130" y="3230"/>
                    <a:pt x="1672" y="1868"/>
                  </a:cubicBezTo>
                  <a:cubicBezTo>
                    <a:pt x="2297" y="355"/>
                    <a:pt x="3538" y="159"/>
                    <a:pt x="3538" y="159"/>
                  </a:cubicBezTo>
                  <a:cubicBezTo>
                    <a:pt x="3585" y="159"/>
                    <a:pt x="3622" y="122"/>
                    <a:pt x="3622" y="85"/>
                  </a:cubicBezTo>
                  <a:cubicBezTo>
                    <a:pt x="3622" y="38"/>
                    <a:pt x="3585" y="1"/>
                    <a:pt x="3538" y="1"/>
                  </a:cubicBezTo>
                  <a:close/>
                </a:path>
              </a:pathLst>
            </a:custGeom>
            <a:solidFill>
              <a:srgbClr val="FFAE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19" name="Google Shape;4519;p61"/>
            <p:cNvSpPr/>
            <p:nvPr/>
          </p:nvSpPr>
          <p:spPr>
            <a:xfrm>
              <a:off x="5494535" y="3283184"/>
              <a:ext cx="248260" cy="384122"/>
            </a:xfrm>
            <a:custGeom>
              <a:avLst/>
              <a:gdLst/>
              <a:ahLst/>
              <a:cxnLst/>
              <a:rect l="l" t="t" r="r" b="b"/>
              <a:pathLst>
                <a:path w="10231" h="15830" extrusionOk="0">
                  <a:moveTo>
                    <a:pt x="3426" y="0"/>
                  </a:moveTo>
                  <a:cubicBezTo>
                    <a:pt x="1" y="4275"/>
                    <a:pt x="467" y="13338"/>
                    <a:pt x="467" y="13338"/>
                  </a:cubicBezTo>
                  <a:cubicBezTo>
                    <a:pt x="355" y="15634"/>
                    <a:pt x="4714" y="15709"/>
                    <a:pt x="4714" y="15709"/>
                  </a:cubicBezTo>
                  <a:cubicBezTo>
                    <a:pt x="5426" y="15791"/>
                    <a:pt x="6034" y="15829"/>
                    <a:pt x="6554" y="15829"/>
                  </a:cubicBezTo>
                  <a:cubicBezTo>
                    <a:pt x="9274" y="15829"/>
                    <a:pt x="9581" y="14792"/>
                    <a:pt x="9652" y="13656"/>
                  </a:cubicBezTo>
                  <a:cubicBezTo>
                    <a:pt x="10231" y="5096"/>
                    <a:pt x="6189" y="429"/>
                    <a:pt x="6189" y="429"/>
                  </a:cubicBezTo>
                  <a:cubicBezTo>
                    <a:pt x="6085" y="730"/>
                    <a:pt x="5841" y="840"/>
                    <a:pt x="5538" y="840"/>
                  </a:cubicBezTo>
                  <a:cubicBezTo>
                    <a:pt x="4704" y="840"/>
                    <a:pt x="3426" y="0"/>
                    <a:pt x="3426" y="0"/>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0" name="Google Shape;4520;p61"/>
            <p:cNvSpPr/>
            <p:nvPr/>
          </p:nvSpPr>
          <p:spPr>
            <a:xfrm>
              <a:off x="5504048" y="3590748"/>
              <a:ext cx="227416" cy="20868"/>
            </a:xfrm>
            <a:custGeom>
              <a:avLst/>
              <a:gdLst/>
              <a:ahLst/>
              <a:cxnLst/>
              <a:rect l="l" t="t" r="r" b="b"/>
              <a:pathLst>
                <a:path w="9372" h="860" extrusionOk="0">
                  <a:moveTo>
                    <a:pt x="75" y="1"/>
                  </a:moveTo>
                  <a:cubicBezTo>
                    <a:pt x="75" y="1"/>
                    <a:pt x="38" y="1"/>
                    <a:pt x="38" y="47"/>
                  </a:cubicBezTo>
                  <a:cubicBezTo>
                    <a:pt x="1" y="85"/>
                    <a:pt x="38" y="85"/>
                    <a:pt x="38" y="122"/>
                  </a:cubicBezTo>
                  <a:cubicBezTo>
                    <a:pt x="75" y="122"/>
                    <a:pt x="2297" y="859"/>
                    <a:pt x="5134" y="859"/>
                  </a:cubicBezTo>
                  <a:cubicBezTo>
                    <a:pt x="6460" y="859"/>
                    <a:pt x="7897" y="701"/>
                    <a:pt x="9335" y="234"/>
                  </a:cubicBezTo>
                  <a:cubicBezTo>
                    <a:pt x="9335" y="234"/>
                    <a:pt x="9372" y="197"/>
                    <a:pt x="9372" y="159"/>
                  </a:cubicBezTo>
                  <a:cubicBezTo>
                    <a:pt x="9347" y="159"/>
                    <a:pt x="9339" y="143"/>
                    <a:pt x="9325" y="143"/>
                  </a:cubicBezTo>
                  <a:cubicBezTo>
                    <a:pt x="9318" y="143"/>
                    <a:pt x="9310" y="147"/>
                    <a:pt x="9297" y="159"/>
                  </a:cubicBezTo>
                  <a:cubicBezTo>
                    <a:pt x="7909" y="606"/>
                    <a:pt x="6502" y="759"/>
                    <a:pt x="5219" y="759"/>
                  </a:cubicBezTo>
                  <a:cubicBezTo>
                    <a:pt x="2370" y="759"/>
                    <a:pt x="133" y="1"/>
                    <a:pt x="75" y="1"/>
                  </a:cubicBezTo>
                  <a:close/>
                </a:path>
              </a:pathLst>
            </a:custGeom>
            <a:solidFill>
              <a:srgbClr val="F4F4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1" name="Google Shape;4521;p61"/>
            <p:cNvSpPr/>
            <p:nvPr/>
          </p:nvSpPr>
          <p:spPr>
            <a:xfrm>
              <a:off x="5504048" y="3609773"/>
              <a:ext cx="227416" cy="20626"/>
            </a:xfrm>
            <a:custGeom>
              <a:avLst/>
              <a:gdLst/>
              <a:ahLst/>
              <a:cxnLst/>
              <a:rect l="l" t="t" r="r" b="b"/>
              <a:pathLst>
                <a:path w="9372" h="850" extrusionOk="0">
                  <a:moveTo>
                    <a:pt x="75" y="1"/>
                  </a:moveTo>
                  <a:cubicBezTo>
                    <a:pt x="75" y="1"/>
                    <a:pt x="38" y="1"/>
                    <a:pt x="38" y="38"/>
                  </a:cubicBezTo>
                  <a:cubicBezTo>
                    <a:pt x="1" y="75"/>
                    <a:pt x="38" y="75"/>
                    <a:pt x="38" y="113"/>
                  </a:cubicBezTo>
                  <a:cubicBezTo>
                    <a:pt x="75" y="113"/>
                    <a:pt x="2297" y="850"/>
                    <a:pt x="5172" y="850"/>
                  </a:cubicBezTo>
                  <a:cubicBezTo>
                    <a:pt x="6460" y="850"/>
                    <a:pt x="7897" y="701"/>
                    <a:pt x="9335" y="234"/>
                  </a:cubicBezTo>
                  <a:cubicBezTo>
                    <a:pt x="9335" y="234"/>
                    <a:pt x="9372" y="197"/>
                    <a:pt x="9372" y="150"/>
                  </a:cubicBezTo>
                  <a:cubicBezTo>
                    <a:pt x="9347" y="150"/>
                    <a:pt x="9339" y="133"/>
                    <a:pt x="9325" y="133"/>
                  </a:cubicBezTo>
                  <a:cubicBezTo>
                    <a:pt x="9318" y="133"/>
                    <a:pt x="9310" y="137"/>
                    <a:pt x="9297" y="150"/>
                  </a:cubicBezTo>
                  <a:cubicBezTo>
                    <a:pt x="7903" y="601"/>
                    <a:pt x="6489" y="756"/>
                    <a:pt x="5202" y="756"/>
                  </a:cubicBezTo>
                  <a:cubicBezTo>
                    <a:pt x="2361" y="756"/>
                    <a:pt x="133" y="1"/>
                    <a:pt x="75" y="1"/>
                  </a:cubicBezTo>
                  <a:close/>
                </a:path>
              </a:pathLst>
            </a:custGeom>
            <a:solidFill>
              <a:srgbClr val="F4F4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2" name="Google Shape;4522;p61"/>
            <p:cNvSpPr/>
            <p:nvPr/>
          </p:nvSpPr>
          <p:spPr>
            <a:xfrm>
              <a:off x="5512662" y="3630374"/>
              <a:ext cx="213148" cy="19970"/>
            </a:xfrm>
            <a:custGeom>
              <a:avLst/>
              <a:gdLst/>
              <a:ahLst/>
              <a:cxnLst/>
              <a:rect l="l" t="t" r="r" b="b"/>
              <a:pathLst>
                <a:path w="8784" h="823" extrusionOk="0">
                  <a:moveTo>
                    <a:pt x="75" y="1"/>
                  </a:moveTo>
                  <a:cubicBezTo>
                    <a:pt x="38" y="1"/>
                    <a:pt x="0" y="1"/>
                    <a:pt x="0" y="48"/>
                  </a:cubicBezTo>
                  <a:cubicBezTo>
                    <a:pt x="0" y="85"/>
                    <a:pt x="0" y="85"/>
                    <a:pt x="38" y="122"/>
                  </a:cubicBezTo>
                  <a:cubicBezTo>
                    <a:pt x="75" y="122"/>
                    <a:pt x="2054" y="822"/>
                    <a:pt x="4779" y="822"/>
                  </a:cubicBezTo>
                  <a:cubicBezTo>
                    <a:pt x="5983" y="822"/>
                    <a:pt x="7346" y="664"/>
                    <a:pt x="8746" y="281"/>
                  </a:cubicBezTo>
                  <a:cubicBezTo>
                    <a:pt x="8784" y="281"/>
                    <a:pt x="8784" y="234"/>
                    <a:pt x="8784" y="197"/>
                  </a:cubicBezTo>
                  <a:cubicBezTo>
                    <a:pt x="8784" y="197"/>
                    <a:pt x="8746" y="160"/>
                    <a:pt x="8709" y="160"/>
                  </a:cubicBezTo>
                  <a:cubicBezTo>
                    <a:pt x="7317" y="569"/>
                    <a:pt x="5966" y="710"/>
                    <a:pt x="4761" y="710"/>
                  </a:cubicBezTo>
                  <a:cubicBezTo>
                    <a:pt x="2063" y="710"/>
                    <a:pt x="101" y="1"/>
                    <a:pt x="75" y="1"/>
                  </a:cubicBezTo>
                  <a:close/>
                </a:path>
              </a:pathLst>
            </a:custGeom>
            <a:solidFill>
              <a:srgbClr val="F4F4E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3" name="Google Shape;4523;p61"/>
            <p:cNvSpPr/>
            <p:nvPr/>
          </p:nvSpPr>
          <p:spPr>
            <a:xfrm>
              <a:off x="5507906" y="3288086"/>
              <a:ext cx="151999" cy="279247"/>
            </a:xfrm>
            <a:custGeom>
              <a:avLst/>
              <a:gdLst/>
              <a:ahLst/>
              <a:cxnLst/>
              <a:rect l="l" t="t" r="r" b="b"/>
              <a:pathLst>
                <a:path w="6264" h="11508" extrusionOk="0">
                  <a:moveTo>
                    <a:pt x="2486" y="1"/>
                  </a:moveTo>
                  <a:cubicBezTo>
                    <a:pt x="1968" y="1"/>
                    <a:pt x="1208" y="459"/>
                    <a:pt x="738" y="1786"/>
                  </a:cubicBezTo>
                  <a:cubicBezTo>
                    <a:pt x="738" y="1786"/>
                    <a:pt x="1235" y="760"/>
                    <a:pt x="1971" y="760"/>
                  </a:cubicBezTo>
                  <a:cubicBezTo>
                    <a:pt x="2131" y="760"/>
                    <a:pt x="2303" y="809"/>
                    <a:pt x="2483" y="927"/>
                  </a:cubicBezTo>
                  <a:cubicBezTo>
                    <a:pt x="3650" y="1740"/>
                    <a:pt x="4705" y="4157"/>
                    <a:pt x="5209" y="8087"/>
                  </a:cubicBezTo>
                  <a:cubicBezTo>
                    <a:pt x="5367" y="9095"/>
                    <a:pt x="4742" y="10103"/>
                    <a:pt x="3734" y="10373"/>
                  </a:cubicBezTo>
                  <a:cubicBezTo>
                    <a:pt x="3438" y="10456"/>
                    <a:pt x="3129" y="10490"/>
                    <a:pt x="2822" y="10490"/>
                  </a:cubicBezTo>
                  <a:cubicBezTo>
                    <a:pt x="1396" y="10490"/>
                    <a:pt x="0" y="9757"/>
                    <a:pt x="0" y="9757"/>
                  </a:cubicBezTo>
                  <a:lnTo>
                    <a:pt x="0" y="10765"/>
                  </a:lnTo>
                  <a:cubicBezTo>
                    <a:pt x="0" y="10765"/>
                    <a:pt x="658" y="11508"/>
                    <a:pt x="1993" y="11508"/>
                  </a:cubicBezTo>
                  <a:cubicBezTo>
                    <a:pt x="2491" y="11508"/>
                    <a:pt x="3084" y="11404"/>
                    <a:pt x="3771" y="11120"/>
                  </a:cubicBezTo>
                  <a:cubicBezTo>
                    <a:pt x="6263" y="10065"/>
                    <a:pt x="6179" y="8432"/>
                    <a:pt x="6179" y="8432"/>
                  </a:cubicBezTo>
                  <a:cubicBezTo>
                    <a:pt x="6179" y="8432"/>
                    <a:pt x="6030" y="1702"/>
                    <a:pt x="2800" y="69"/>
                  </a:cubicBezTo>
                  <a:cubicBezTo>
                    <a:pt x="2713" y="25"/>
                    <a:pt x="2606" y="1"/>
                    <a:pt x="2486" y="1"/>
                  </a:cubicBezTo>
                  <a:close/>
                </a:path>
              </a:pathLst>
            </a:custGeom>
            <a:solidFill>
              <a:srgbClr val="415C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4" name="Google Shape;4524;p61"/>
            <p:cNvSpPr/>
            <p:nvPr/>
          </p:nvSpPr>
          <p:spPr>
            <a:xfrm>
              <a:off x="5565439" y="3479103"/>
              <a:ext cx="42367" cy="37199"/>
            </a:xfrm>
            <a:custGeom>
              <a:avLst/>
              <a:gdLst/>
              <a:ahLst/>
              <a:cxnLst/>
              <a:rect l="l" t="t" r="r" b="b"/>
              <a:pathLst>
                <a:path w="1746" h="1533" extrusionOk="0">
                  <a:moveTo>
                    <a:pt x="831" y="0"/>
                  </a:moveTo>
                  <a:cubicBezTo>
                    <a:pt x="734" y="0"/>
                    <a:pt x="635" y="18"/>
                    <a:pt x="541" y="56"/>
                  </a:cubicBezTo>
                  <a:cubicBezTo>
                    <a:pt x="159" y="252"/>
                    <a:pt x="0" y="681"/>
                    <a:pt x="159" y="1064"/>
                  </a:cubicBezTo>
                  <a:cubicBezTo>
                    <a:pt x="295" y="1351"/>
                    <a:pt x="562" y="1533"/>
                    <a:pt x="849" y="1533"/>
                  </a:cubicBezTo>
                  <a:cubicBezTo>
                    <a:pt x="954" y="1533"/>
                    <a:pt x="1062" y="1509"/>
                    <a:pt x="1167" y="1456"/>
                  </a:cubicBezTo>
                  <a:cubicBezTo>
                    <a:pt x="1559" y="1297"/>
                    <a:pt x="1746" y="831"/>
                    <a:pt x="1559" y="448"/>
                  </a:cubicBezTo>
                  <a:cubicBezTo>
                    <a:pt x="1438" y="178"/>
                    <a:pt x="1139" y="0"/>
                    <a:pt x="831"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5" name="Google Shape;4525;p61"/>
            <p:cNvSpPr/>
            <p:nvPr/>
          </p:nvSpPr>
          <p:spPr>
            <a:xfrm>
              <a:off x="5578567" y="3449184"/>
              <a:ext cx="73621" cy="65274"/>
            </a:xfrm>
            <a:custGeom>
              <a:avLst/>
              <a:gdLst/>
              <a:ahLst/>
              <a:cxnLst/>
              <a:rect l="l" t="t" r="r" b="b"/>
              <a:pathLst>
                <a:path w="3034" h="2690" extrusionOk="0">
                  <a:moveTo>
                    <a:pt x="1755" y="1"/>
                  </a:moveTo>
                  <a:cubicBezTo>
                    <a:pt x="1755" y="48"/>
                    <a:pt x="1718" y="85"/>
                    <a:pt x="1671" y="122"/>
                  </a:cubicBezTo>
                  <a:cubicBezTo>
                    <a:pt x="1251" y="664"/>
                    <a:pt x="663" y="1056"/>
                    <a:pt x="0" y="1289"/>
                  </a:cubicBezTo>
                  <a:lnTo>
                    <a:pt x="626" y="2689"/>
                  </a:lnTo>
                  <a:cubicBezTo>
                    <a:pt x="1363" y="2334"/>
                    <a:pt x="2959" y="1597"/>
                    <a:pt x="3034" y="1289"/>
                  </a:cubicBezTo>
                  <a:cubicBezTo>
                    <a:pt x="2922" y="430"/>
                    <a:pt x="2259" y="122"/>
                    <a:pt x="1755"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6" name="Google Shape;4526;p61"/>
            <p:cNvSpPr/>
            <p:nvPr/>
          </p:nvSpPr>
          <p:spPr>
            <a:xfrm>
              <a:off x="5603633" y="3424385"/>
              <a:ext cx="29774" cy="51613"/>
            </a:xfrm>
            <a:custGeom>
              <a:avLst/>
              <a:gdLst/>
              <a:ahLst/>
              <a:cxnLst/>
              <a:rect l="l" t="t" r="r" b="b"/>
              <a:pathLst>
                <a:path w="1227" h="2127" extrusionOk="0">
                  <a:moveTo>
                    <a:pt x="791" y="0"/>
                  </a:moveTo>
                  <a:cubicBezTo>
                    <a:pt x="766" y="0"/>
                    <a:pt x="742" y="5"/>
                    <a:pt x="722" y="15"/>
                  </a:cubicBezTo>
                  <a:cubicBezTo>
                    <a:pt x="760" y="248"/>
                    <a:pt x="638" y="640"/>
                    <a:pt x="489" y="1023"/>
                  </a:cubicBezTo>
                  <a:cubicBezTo>
                    <a:pt x="368" y="1256"/>
                    <a:pt x="256" y="1452"/>
                    <a:pt x="134" y="1648"/>
                  </a:cubicBezTo>
                  <a:cubicBezTo>
                    <a:pt x="0" y="1857"/>
                    <a:pt x="136" y="2126"/>
                    <a:pt x="334" y="2126"/>
                  </a:cubicBezTo>
                  <a:cubicBezTo>
                    <a:pt x="357" y="2126"/>
                    <a:pt x="381" y="2123"/>
                    <a:pt x="405" y="2115"/>
                  </a:cubicBezTo>
                  <a:lnTo>
                    <a:pt x="452" y="2115"/>
                  </a:lnTo>
                  <a:cubicBezTo>
                    <a:pt x="797" y="2003"/>
                    <a:pt x="1068" y="1648"/>
                    <a:pt x="1068" y="1256"/>
                  </a:cubicBezTo>
                  <a:cubicBezTo>
                    <a:pt x="1068" y="1107"/>
                    <a:pt x="1105" y="948"/>
                    <a:pt x="1105" y="948"/>
                  </a:cubicBezTo>
                  <a:cubicBezTo>
                    <a:pt x="1105" y="948"/>
                    <a:pt x="1226" y="481"/>
                    <a:pt x="993" y="89"/>
                  </a:cubicBezTo>
                  <a:cubicBezTo>
                    <a:pt x="938" y="35"/>
                    <a:pt x="859" y="0"/>
                    <a:pt x="791"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7" name="Google Shape;4527;p61"/>
            <p:cNvSpPr/>
            <p:nvPr/>
          </p:nvSpPr>
          <p:spPr>
            <a:xfrm>
              <a:off x="5637215" y="3467245"/>
              <a:ext cx="28336" cy="15182"/>
            </a:xfrm>
            <a:custGeom>
              <a:avLst/>
              <a:gdLst/>
              <a:ahLst/>
              <a:cxnLst/>
              <a:rect l="l" t="t" r="r" b="b"/>
              <a:pathLst>
                <a:path w="1168" h="526" extrusionOk="0">
                  <a:moveTo>
                    <a:pt x="959" y="1"/>
                  </a:moveTo>
                  <a:cubicBezTo>
                    <a:pt x="935" y="1"/>
                    <a:pt x="910" y="6"/>
                    <a:pt x="888" y="16"/>
                  </a:cubicBezTo>
                  <a:cubicBezTo>
                    <a:pt x="542" y="174"/>
                    <a:pt x="1" y="324"/>
                    <a:pt x="76" y="482"/>
                  </a:cubicBezTo>
                  <a:cubicBezTo>
                    <a:pt x="85" y="513"/>
                    <a:pt x="127" y="526"/>
                    <a:pt x="190" y="526"/>
                  </a:cubicBezTo>
                  <a:cubicBezTo>
                    <a:pt x="375" y="526"/>
                    <a:pt x="744" y="414"/>
                    <a:pt x="1009" y="324"/>
                  </a:cubicBezTo>
                  <a:cubicBezTo>
                    <a:pt x="1121" y="324"/>
                    <a:pt x="1168" y="212"/>
                    <a:pt x="1121" y="90"/>
                  </a:cubicBezTo>
                  <a:cubicBezTo>
                    <a:pt x="1094" y="36"/>
                    <a:pt x="1026" y="1"/>
                    <a:pt x="959"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8" name="Google Shape;4528;p61"/>
            <p:cNvSpPr/>
            <p:nvPr/>
          </p:nvSpPr>
          <p:spPr>
            <a:xfrm>
              <a:off x="5633382" y="3460176"/>
              <a:ext cx="33996" cy="16185"/>
            </a:xfrm>
            <a:custGeom>
              <a:avLst/>
              <a:gdLst/>
              <a:ahLst/>
              <a:cxnLst/>
              <a:rect l="l" t="t" r="r" b="b"/>
              <a:pathLst>
                <a:path w="1401" h="667" extrusionOk="0">
                  <a:moveTo>
                    <a:pt x="1189" y="0"/>
                  </a:moveTo>
                  <a:cubicBezTo>
                    <a:pt x="1169" y="0"/>
                    <a:pt x="1149" y="5"/>
                    <a:pt x="1130" y="15"/>
                  </a:cubicBezTo>
                  <a:cubicBezTo>
                    <a:pt x="738" y="211"/>
                    <a:pt x="0" y="481"/>
                    <a:pt x="112" y="640"/>
                  </a:cubicBezTo>
                  <a:cubicBezTo>
                    <a:pt x="137" y="659"/>
                    <a:pt x="173" y="667"/>
                    <a:pt x="217" y="667"/>
                  </a:cubicBezTo>
                  <a:cubicBezTo>
                    <a:pt x="459" y="667"/>
                    <a:pt x="956" y="421"/>
                    <a:pt x="1279" y="295"/>
                  </a:cubicBezTo>
                  <a:cubicBezTo>
                    <a:pt x="1363" y="248"/>
                    <a:pt x="1400" y="173"/>
                    <a:pt x="1363" y="99"/>
                  </a:cubicBezTo>
                  <a:cubicBezTo>
                    <a:pt x="1301" y="37"/>
                    <a:pt x="1244" y="0"/>
                    <a:pt x="1189"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29" name="Google Shape;4529;p61"/>
            <p:cNvSpPr/>
            <p:nvPr/>
          </p:nvSpPr>
          <p:spPr>
            <a:xfrm>
              <a:off x="5626806" y="3448844"/>
              <a:ext cx="39674" cy="21208"/>
            </a:xfrm>
            <a:custGeom>
              <a:avLst/>
              <a:gdLst/>
              <a:ahLst/>
              <a:cxnLst/>
              <a:rect l="l" t="t" r="r" b="b"/>
              <a:pathLst>
                <a:path w="1635" h="874" extrusionOk="0">
                  <a:moveTo>
                    <a:pt x="1372" y="1"/>
                  </a:moveTo>
                  <a:cubicBezTo>
                    <a:pt x="1341" y="1"/>
                    <a:pt x="1309" y="6"/>
                    <a:pt x="1279" y="15"/>
                  </a:cubicBezTo>
                  <a:cubicBezTo>
                    <a:pt x="775" y="295"/>
                    <a:pt x="1" y="603"/>
                    <a:pt x="113" y="836"/>
                  </a:cubicBezTo>
                  <a:cubicBezTo>
                    <a:pt x="126" y="862"/>
                    <a:pt x="158" y="873"/>
                    <a:pt x="204" y="873"/>
                  </a:cubicBezTo>
                  <a:cubicBezTo>
                    <a:pt x="440" y="873"/>
                    <a:pt x="1053" y="571"/>
                    <a:pt x="1475" y="407"/>
                  </a:cubicBezTo>
                  <a:cubicBezTo>
                    <a:pt x="1597" y="370"/>
                    <a:pt x="1634" y="248"/>
                    <a:pt x="1597" y="136"/>
                  </a:cubicBezTo>
                  <a:cubicBezTo>
                    <a:pt x="1562" y="45"/>
                    <a:pt x="1468" y="1"/>
                    <a:pt x="1372"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0" name="Google Shape;4530;p61"/>
            <p:cNvSpPr/>
            <p:nvPr/>
          </p:nvSpPr>
          <p:spPr>
            <a:xfrm>
              <a:off x="5624768" y="3446709"/>
              <a:ext cx="43508" cy="25163"/>
            </a:xfrm>
            <a:custGeom>
              <a:avLst/>
              <a:gdLst/>
              <a:ahLst/>
              <a:cxnLst/>
              <a:rect l="l" t="t" r="r" b="b"/>
              <a:pathLst>
                <a:path w="1793" h="1037" extrusionOk="0">
                  <a:moveTo>
                    <a:pt x="1522" y="187"/>
                  </a:moveTo>
                  <a:cubicBezTo>
                    <a:pt x="1559" y="187"/>
                    <a:pt x="1597" y="224"/>
                    <a:pt x="1597" y="262"/>
                  </a:cubicBezTo>
                  <a:cubicBezTo>
                    <a:pt x="1634" y="336"/>
                    <a:pt x="1597" y="420"/>
                    <a:pt x="1522" y="420"/>
                  </a:cubicBezTo>
                  <a:cubicBezTo>
                    <a:pt x="1401" y="458"/>
                    <a:pt x="1289" y="532"/>
                    <a:pt x="1167" y="570"/>
                  </a:cubicBezTo>
                  <a:cubicBezTo>
                    <a:pt x="916" y="682"/>
                    <a:pt x="433" y="891"/>
                    <a:pt x="267" y="891"/>
                  </a:cubicBezTo>
                  <a:cubicBezTo>
                    <a:pt x="254" y="891"/>
                    <a:pt x="243" y="890"/>
                    <a:pt x="234" y="887"/>
                  </a:cubicBezTo>
                  <a:cubicBezTo>
                    <a:pt x="234" y="766"/>
                    <a:pt x="785" y="495"/>
                    <a:pt x="1018" y="383"/>
                  </a:cubicBezTo>
                  <a:cubicBezTo>
                    <a:pt x="1167" y="299"/>
                    <a:pt x="1289" y="262"/>
                    <a:pt x="1401" y="187"/>
                  </a:cubicBezTo>
                  <a:close/>
                  <a:moveTo>
                    <a:pt x="1461" y="0"/>
                  </a:moveTo>
                  <a:cubicBezTo>
                    <a:pt x="1412" y="0"/>
                    <a:pt x="1363" y="10"/>
                    <a:pt x="1326" y="28"/>
                  </a:cubicBezTo>
                  <a:cubicBezTo>
                    <a:pt x="1214" y="103"/>
                    <a:pt x="1093" y="187"/>
                    <a:pt x="981" y="224"/>
                  </a:cubicBezTo>
                  <a:cubicBezTo>
                    <a:pt x="430" y="495"/>
                    <a:pt x="1" y="691"/>
                    <a:pt x="122" y="924"/>
                  </a:cubicBezTo>
                  <a:cubicBezTo>
                    <a:pt x="122" y="999"/>
                    <a:pt x="197" y="1036"/>
                    <a:pt x="281" y="1036"/>
                  </a:cubicBezTo>
                  <a:cubicBezTo>
                    <a:pt x="467" y="1036"/>
                    <a:pt x="785" y="924"/>
                    <a:pt x="1214" y="728"/>
                  </a:cubicBezTo>
                  <a:cubicBezTo>
                    <a:pt x="1363" y="691"/>
                    <a:pt x="1485" y="616"/>
                    <a:pt x="1597" y="570"/>
                  </a:cubicBezTo>
                  <a:cubicBezTo>
                    <a:pt x="1755" y="532"/>
                    <a:pt x="1793" y="336"/>
                    <a:pt x="1755" y="187"/>
                  </a:cubicBezTo>
                  <a:cubicBezTo>
                    <a:pt x="1718" y="103"/>
                    <a:pt x="1681" y="66"/>
                    <a:pt x="1597" y="28"/>
                  </a:cubicBezTo>
                  <a:cubicBezTo>
                    <a:pt x="1559" y="10"/>
                    <a:pt x="1510" y="0"/>
                    <a:pt x="1461"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1" name="Google Shape;4531;p61"/>
            <p:cNvSpPr/>
            <p:nvPr/>
          </p:nvSpPr>
          <p:spPr>
            <a:xfrm>
              <a:off x="5622948" y="3441152"/>
              <a:ext cx="32200" cy="17495"/>
            </a:xfrm>
            <a:custGeom>
              <a:avLst/>
              <a:gdLst/>
              <a:ahLst/>
              <a:cxnLst/>
              <a:rect l="l" t="t" r="r" b="b"/>
              <a:pathLst>
                <a:path w="1327" h="721" extrusionOk="0">
                  <a:moveTo>
                    <a:pt x="1078" y="0"/>
                  </a:moveTo>
                  <a:cubicBezTo>
                    <a:pt x="1043" y="0"/>
                    <a:pt x="1006" y="8"/>
                    <a:pt x="972" y="24"/>
                  </a:cubicBezTo>
                  <a:cubicBezTo>
                    <a:pt x="430" y="295"/>
                    <a:pt x="1" y="612"/>
                    <a:pt x="122" y="687"/>
                  </a:cubicBezTo>
                  <a:cubicBezTo>
                    <a:pt x="146" y="710"/>
                    <a:pt x="187" y="721"/>
                    <a:pt x="242" y="721"/>
                  </a:cubicBezTo>
                  <a:cubicBezTo>
                    <a:pt x="445" y="721"/>
                    <a:pt x="829" y="578"/>
                    <a:pt x="1168" y="453"/>
                  </a:cubicBezTo>
                  <a:cubicBezTo>
                    <a:pt x="1242" y="453"/>
                    <a:pt x="1326" y="332"/>
                    <a:pt x="1326" y="220"/>
                  </a:cubicBezTo>
                  <a:cubicBezTo>
                    <a:pt x="1326" y="96"/>
                    <a:pt x="1206" y="0"/>
                    <a:pt x="1078"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2" name="Google Shape;4532;p61"/>
            <p:cNvSpPr/>
            <p:nvPr/>
          </p:nvSpPr>
          <p:spPr>
            <a:xfrm>
              <a:off x="5623870" y="3439235"/>
              <a:ext cx="33098" cy="21305"/>
            </a:xfrm>
            <a:custGeom>
              <a:avLst/>
              <a:gdLst/>
              <a:ahLst/>
              <a:cxnLst/>
              <a:rect l="l" t="t" r="r" b="b"/>
              <a:pathLst>
                <a:path w="1364" h="878" extrusionOk="0">
                  <a:moveTo>
                    <a:pt x="1040" y="149"/>
                  </a:moveTo>
                  <a:cubicBezTo>
                    <a:pt x="1064" y="149"/>
                    <a:pt x="1092" y="159"/>
                    <a:pt x="1130" y="177"/>
                  </a:cubicBezTo>
                  <a:cubicBezTo>
                    <a:pt x="1167" y="177"/>
                    <a:pt x="1204" y="262"/>
                    <a:pt x="1204" y="299"/>
                  </a:cubicBezTo>
                  <a:lnTo>
                    <a:pt x="1204" y="336"/>
                  </a:lnTo>
                  <a:cubicBezTo>
                    <a:pt x="1204" y="374"/>
                    <a:pt x="1167" y="458"/>
                    <a:pt x="1092" y="495"/>
                  </a:cubicBezTo>
                  <a:cubicBezTo>
                    <a:pt x="551" y="691"/>
                    <a:pt x="234" y="728"/>
                    <a:pt x="159" y="728"/>
                  </a:cubicBezTo>
                  <a:cubicBezTo>
                    <a:pt x="196" y="644"/>
                    <a:pt x="430" y="458"/>
                    <a:pt x="971" y="177"/>
                  </a:cubicBezTo>
                  <a:cubicBezTo>
                    <a:pt x="994" y="159"/>
                    <a:pt x="1015" y="149"/>
                    <a:pt x="1040" y="149"/>
                  </a:cubicBezTo>
                  <a:close/>
                  <a:moveTo>
                    <a:pt x="1036" y="0"/>
                  </a:moveTo>
                  <a:cubicBezTo>
                    <a:pt x="983" y="0"/>
                    <a:pt x="934" y="9"/>
                    <a:pt x="896" y="28"/>
                  </a:cubicBezTo>
                  <a:cubicBezTo>
                    <a:pt x="504" y="224"/>
                    <a:pt x="0" y="532"/>
                    <a:pt x="0" y="728"/>
                  </a:cubicBezTo>
                  <a:cubicBezTo>
                    <a:pt x="0" y="766"/>
                    <a:pt x="0" y="803"/>
                    <a:pt x="38" y="840"/>
                  </a:cubicBezTo>
                  <a:cubicBezTo>
                    <a:pt x="38" y="840"/>
                    <a:pt x="84" y="878"/>
                    <a:pt x="196" y="878"/>
                  </a:cubicBezTo>
                  <a:cubicBezTo>
                    <a:pt x="355" y="878"/>
                    <a:pt x="626" y="840"/>
                    <a:pt x="1167" y="607"/>
                  </a:cubicBezTo>
                  <a:cubicBezTo>
                    <a:pt x="1288" y="570"/>
                    <a:pt x="1363" y="458"/>
                    <a:pt x="1363" y="299"/>
                  </a:cubicBezTo>
                  <a:cubicBezTo>
                    <a:pt x="1363" y="177"/>
                    <a:pt x="1288" y="103"/>
                    <a:pt x="1204" y="28"/>
                  </a:cubicBezTo>
                  <a:cubicBezTo>
                    <a:pt x="1148" y="9"/>
                    <a:pt x="1090" y="0"/>
                    <a:pt x="1036"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3" name="Google Shape;4533;p61"/>
            <p:cNvSpPr/>
            <p:nvPr/>
          </p:nvSpPr>
          <p:spPr>
            <a:xfrm>
              <a:off x="5475730" y="3304465"/>
              <a:ext cx="141589" cy="242218"/>
            </a:xfrm>
            <a:custGeom>
              <a:avLst/>
              <a:gdLst/>
              <a:ahLst/>
              <a:cxnLst/>
              <a:rect l="l" t="t" r="r" b="b"/>
              <a:pathLst>
                <a:path w="5835" h="9982" extrusionOk="0">
                  <a:moveTo>
                    <a:pt x="4031" y="0"/>
                  </a:moveTo>
                  <a:cubicBezTo>
                    <a:pt x="3603" y="0"/>
                    <a:pt x="3175" y="216"/>
                    <a:pt x="2922" y="598"/>
                  </a:cubicBezTo>
                  <a:cubicBezTo>
                    <a:pt x="1" y="5153"/>
                    <a:pt x="664" y="8420"/>
                    <a:pt x="664" y="8420"/>
                  </a:cubicBezTo>
                  <a:cubicBezTo>
                    <a:pt x="776" y="9857"/>
                    <a:pt x="1634" y="9894"/>
                    <a:pt x="1634" y="9894"/>
                  </a:cubicBezTo>
                  <a:cubicBezTo>
                    <a:pt x="1873" y="9954"/>
                    <a:pt x="2112" y="9982"/>
                    <a:pt x="2350" y="9982"/>
                  </a:cubicBezTo>
                  <a:cubicBezTo>
                    <a:pt x="3668" y="9982"/>
                    <a:pt x="4949" y="9147"/>
                    <a:pt x="5835" y="8420"/>
                  </a:cubicBezTo>
                  <a:cubicBezTo>
                    <a:pt x="5797" y="8261"/>
                    <a:pt x="5760" y="8112"/>
                    <a:pt x="5723" y="7953"/>
                  </a:cubicBezTo>
                  <a:cubicBezTo>
                    <a:pt x="5601" y="7412"/>
                    <a:pt x="5443" y="6898"/>
                    <a:pt x="5405" y="6357"/>
                  </a:cubicBezTo>
                  <a:lnTo>
                    <a:pt x="3697" y="6824"/>
                  </a:lnTo>
                  <a:cubicBezTo>
                    <a:pt x="5060" y="4453"/>
                    <a:pt x="5368" y="3249"/>
                    <a:pt x="5527" y="2231"/>
                  </a:cubicBezTo>
                  <a:cubicBezTo>
                    <a:pt x="5527" y="2119"/>
                    <a:pt x="5564" y="1998"/>
                    <a:pt x="5564" y="1886"/>
                  </a:cubicBezTo>
                  <a:cubicBezTo>
                    <a:pt x="5601" y="953"/>
                    <a:pt x="5172" y="449"/>
                    <a:pt x="4668" y="178"/>
                  </a:cubicBezTo>
                  <a:cubicBezTo>
                    <a:pt x="4471" y="57"/>
                    <a:pt x="4251" y="0"/>
                    <a:pt x="4031" y="0"/>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4" name="Google Shape;4534;p61"/>
            <p:cNvSpPr/>
            <p:nvPr/>
          </p:nvSpPr>
          <p:spPr>
            <a:xfrm>
              <a:off x="5511521" y="3059602"/>
              <a:ext cx="169907" cy="169931"/>
            </a:xfrm>
            <a:custGeom>
              <a:avLst/>
              <a:gdLst/>
              <a:ahLst/>
              <a:cxnLst/>
              <a:rect l="l" t="t" r="r" b="b"/>
              <a:pathLst>
                <a:path w="7002" h="7003" extrusionOk="0">
                  <a:moveTo>
                    <a:pt x="3617" y="1"/>
                  </a:moveTo>
                  <a:cubicBezTo>
                    <a:pt x="3594" y="1"/>
                    <a:pt x="3571" y="1"/>
                    <a:pt x="3548" y="2"/>
                  </a:cubicBezTo>
                  <a:cubicBezTo>
                    <a:pt x="1597" y="39"/>
                    <a:pt x="1" y="1514"/>
                    <a:pt x="47" y="3539"/>
                  </a:cubicBezTo>
                  <a:cubicBezTo>
                    <a:pt x="84" y="5530"/>
                    <a:pt x="877" y="7003"/>
                    <a:pt x="2731" y="7003"/>
                  </a:cubicBezTo>
                  <a:cubicBezTo>
                    <a:pt x="2754" y="7003"/>
                    <a:pt x="2777" y="7002"/>
                    <a:pt x="2801" y="7002"/>
                  </a:cubicBezTo>
                  <a:cubicBezTo>
                    <a:pt x="4752" y="6955"/>
                    <a:pt x="7001" y="5873"/>
                    <a:pt x="6964" y="3847"/>
                  </a:cubicBezTo>
                  <a:cubicBezTo>
                    <a:pt x="6927" y="1846"/>
                    <a:pt x="5488" y="1"/>
                    <a:pt x="361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5" name="Google Shape;4535;p61"/>
            <p:cNvSpPr/>
            <p:nvPr/>
          </p:nvSpPr>
          <p:spPr>
            <a:xfrm>
              <a:off x="5542775" y="3095127"/>
              <a:ext cx="164229" cy="174274"/>
            </a:xfrm>
            <a:custGeom>
              <a:avLst/>
              <a:gdLst/>
              <a:ahLst/>
              <a:cxnLst/>
              <a:rect l="l" t="t" r="r" b="b"/>
              <a:pathLst>
                <a:path w="6768" h="7182" extrusionOk="0">
                  <a:moveTo>
                    <a:pt x="3334" y="1"/>
                  </a:moveTo>
                  <a:cubicBezTo>
                    <a:pt x="3247" y="1"/>
                    <a:pt x="3160" y="4"/>
                    <a:pt x="3072" y="12"/>
                  </a:cubicBezTo>
                  <a:cubicBezTo>
                    <a:pt x="1279" y="171"/>
                    <a:pt x="1" y="1916"/>
                    <a:pt x="159" y="3858"/>
                  </a:cubicBezTo>
                  <a:cubicBezTo>
                    <a:pt x="302" y="5753"/>
                    <a:pt x="1759" y="7182"/>
                    <a:pt x="3447" y="7182"/>
                  </a:cubicBezTo>
                  <a:cubicBezTo>
                    <a:pt x="3530" y="7182"/>
                    <a:pt x="3613" y="7178"/>
                    <a:pt x="3697" y="7171"/>
                  </a:cubicBezTo>
                  <a:cubicBezTo>
                    <a:pt x="5480" y="7013"/>
                    <a:pt x="6768" y="5258"/>
                    <a:pt x="6609" y="3316"/>
                  </a:cubicBezTo>
                  <a:cubicBezTo>
                    <a:pt x="6423" y="1435"/>
                    <a:pt x="5013" y="1"/>
                    <a:pt x="3334"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6" name="Google Shape;4536;p61"/>
            <p:cNvSpPr/>
            <p:nvPr/>
          </p:nvSpPr>
          <p:spPr>
            <a:xfrm>
              <a:off x="5527609" y="3173771"/>
              <a:ext cx="37854" cy="37636"/>
            </a:xfrm>
            <a:custGeom>
              <a:avLst/>
              <a:gdLst/>
              <a:ahLst/>
              <a:cxnLst/>
              <a:rect l="l" t="t" r="r" b="b"/>
              <a:pathLst>
                <a:path w="1560" h="1551" extrusionOk="0">
                  <a:moveTo>
                    <a:pt x="738" y="1"/>
                  </a:moveTo>
                  <a:cubicBezTo>
                    <a:pt x="318" y="1"/>
                    <a:pt x="0" y="346"/>
                    <a:pt x="0" y="776"/>
                  </a:cubicBezTo>
                  <a:cubicBezTo>
                    <a:pt x="0" y="1205"/>
                    <a:pt x="355" y="1550"/>
                    <a:pt x="784" y="1550"/>
                  </a:cubicBezTo>
                  <a:cubicBezTo>
                    <a:pt x="1204" y="1550"/>
                    <a:pt x="1559" y="1205"/>
                    <a:pt x="1559" y="776"/>
                  </a:cubicBezTo>
                  <a:cubicBezTo>
                    <a:pt x="1559" y="346"/>
                    <a:pt x="1167" y="1"/>
                    <a:pt x="738"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7" name="Google Shape;4537;p61"/>
            <p:cNvSpPr/>
            <p:nvPr/>
          </p:nvSpPr>
          <p:spPr>
            <a:xfrm>
              <a:off x="5536224" y="3187821"/>
              <a:ext cx="7498" cy="13395"/>
            </a:xfrm>
            <a:custGeom>
              <a:avLst/>
              <a:gdLst/>
              <a:ahLst/>
              <a:cxnLst/>
              <a:rect l="l" t="t" r="r" b="b"/>
              <a:pathLst>
                <a:path w="309" h="552" extrusionOk="0">
                  <a:moveTo>
                    <a:pt x="308" y="1"/>
                  </a:moveTo>
                  <a:cubicBezTo>
                    <a:pt x="233" y="38"/>
                    <a:pt x="149" y="38"/>
                    <a:pt x="112" y="85"/>
                  </a:cubicBezTo>
                  <a:cubicBezTo>
                    <a:pt x="75" y="159"/>
                    <a:pt x="0" y="197"/>
                    <a:pt x="0" y="318"/>
                  </a:cubicBezTo>
                  <a:cubicBezTo>
                    <a:pt x="0" y="393"/>
                    <a:pt x="37" y="467"/>
                    <a:pt x="112" y="505"/>
                  </a:cubicBezTo>
                  <a:cubicBezTo>
                    <a:pt x="149" y="505"/>
                    <a:pt x="196" y="551"/>
                    <a:pt x="233" y="551"/>
                  </a:cubicBezTo>
                  <a:lnTo>
                    <a:pt x="308" y="551"/>
                  </a:lnTo>
                  <a:lnTo>
                    <a:pt x="196" y="430"/>
                  </a:lnTo>
                  <a:cubicBezTo>
                    <a:pt x="149" y="393"/>
                    <a:pt x="112" y="355"/>
                    <a:pt x="112" y="318"/>
                  </a:cubicBezTo>
                  <a:cubicBezTo>
                    <a:pt x="112" y="271"/>
                    <a:pt x="149" y="197"/>
                    <a:pt x="196" y="159"/>
                  </a:cubicBezTo>
                  <a:cubicBezTo>
                    <a:pt x="233" y="122"/>
                    <a:pt x="271" y="85"/>
                    <a:pt x="308" y="1"/>
                  </a:cubicBezTo>
                  <a:close/>
                </a:path>
              </a:pathLst>
            </a:custGeom>
            <a:solidFill>
              <a:srgbClr val="853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8" name="Google Shape;4538;p61"/>
            <p:cNvSpPr/>
            <p:nvPr/>
          </p:nvSpPr>
          <p:spPr>
            <a:xfrm>
              <a:off x="5634280" y="3213421"/>
              <a:ext cx="37854" cy="14050"/>
            </a:xfrm>
            <a:custGeom>
              <a:avLst/>
              <a:gdLst/>
              <a:ahLst/>
              <a:cxnLst/>
              <a:rect l="l" t="t" r="r" b="b"/>
              <a:pathLst>
                <a:path w="1560" h="579" extrusionOk="0">
                  <a:moveTo>
                    <a:pt x="1" y="0"/>
                  </a:moveTo>
                  <a:lnTo>
                    <a:pt x="1" y="0"/>
                  </a:lnTo>
                  <a:cubicBezTo>
                    <a:pt x="38" y="75"/>
                    <a:pt x="122" y="150"/>
                    <a:pt x="159" y="196"/>
                  </a:cubicBezTo>
                  <a:cubicBezTo>
                    <a:pt x="197" y="271"/>
                    <a:pt x="271" y="308"/>
                    <a:pt x="309" y="383"/>
                  </a:cubicBezTo>
                  <a:cubicBezTo>
                    <a:pt x="467" y="467"/>
                    <a:pt x="626" y="542"/>
                    <a:pt x="775" y="579"/>
                  </a:cubicBezTo>
                  <a:cubicBezTo>
                    <a:pt x="971" y="579"/>
                    <a:pt x="1167" y="504"/>
                    <a:pt x="1289" y="430"/>
                  </a:cubicBezTo>
                  <a:cubicBezTo>
                    <a:pt x="1401" y="308"/>
                    <a:pt x="1522" y="150"/>
                    <a:pt x="1559" y="0"/>
                  </a:cubicBezTo>
                  <a:lnTo>
                    <a:pt x="1559" y="0"/>
                  </a:lnTo>
                  <a:cubicBezTo>
                    <a:pt x="1438" y="112"/>
                    <a:pt x="1326" y="234"/>
                    <a:pt x="1205" y="271"/>
                  </a:cubicBezTo>
                  <a:cubicBezTo>
                    <a:pt x="1093" y="346"/>
                    <a:pt x="934" y="383"/>
                    <a:pt x="822" y="383"/>
                  </a:cubicBezTo>
                  <a:cubicBezTo>
                    <a:pt x="663" y="346"/>
                    <a:pt x="542" y="308"/>
                    <a:pt x="393" y="234"/>
                  </a:cubicBezTo>
                  <a:lnTo>
                    <a:pt x="197" y="150"/>
                  </a:lnTo>
                  <a:cubicBezTo>
                    <a:pt x="159" y="75"/>
                    <a:pt x="75" y="38"/>
                    <a:pt x="1" y="0"/>
                  </a:cubicBezTo>
                  <a:close/>
                </a:path>
              </a:pathLst>
            </a:custGeom>
            <a:solidFill>
              <a:srgbClr val="853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39" name="Google Shape;4539;p61"/>
            <p:cNvSpPr/>
            <p:nvPr/>
          </p:nvSpPr>
          <p:spPr>
            <a:xfrm>
              <a:off x="5651266" y="3176731"/>
              <a:ext cx="17010" cy="27420"/>
            </a:xfrm>
            <a:custGeom>
              <a:avLst/>
              <a:gdLst/>
              <a:ahLst/>
              <a:cxnLst/>
              <a:rect l="l" t="t" r="r" b="b"/>
              <a:pathLst>
                <a:path w="701" h="1130" extrusionOk="0">
                  <a:moveTo>
                    <a:pt x="248" y="0"/>
                  </a:moveTo>
                  <a:cubicBezTo>
                    <a:pt x="215" y="0"/>
                    <a:pt x="178" y="9"/>
                    <a:pt x="159" y="28"/>
                  </a:cubicBezTo>
                  <a:cubicBezTo>
                    <a:pt x="122" y="346"/>
                    <a:pt x="1" y="887"/>
                    <a:pt x="197" y="1120"/>
                  </a:cubicBezTo>
                  <a:cubicBezTo>
                    <a:pt x="203" y="1127"/>
                    <a:pt x="219" y="1130"/>
                    <a:pt x="240" y="1130"/>
                  </a:cubicBezTo>
                  <a:cubicBezTo>
                    <a:pt x="346" y="1130"/>
                    <a:pt x="595" y="1056"/>
                    <a:pt x="626" y="924"/>
                  </a:cubicBezTo>
                  <a:cubicBezTo>
                    <a:pt x="701" y="654"/>
                    <a:pt x="393" y="261"/>
                    <a:pt x="309" y="28"/>
                  </a:cubicBezTo>
                  <a:cubicBezTo>
                    <a:pt x="309" y="9"/>
                    <a:pt x="281" y="0"/>
                    <a:pt x="248" y="0"/>
                  </a:cubicBezTo>
                  <a:close/>
                </a:path>
              </a:pathLst>
            </a:custGeom>
            <a:solidFill>
              <a:srgbClr val="853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0" name="Google Shape;4540;p61"/>
            <p:cNvSpPr/>
            <p:nvPr/>
          </p:nvSpPr>
          <p:spPr>
            <a:xfrm>
              <a:off x="5681404" y="3169015"/>
              <a:ext cx="9536" cy="13176"/>
            </a:xfrm>
            <a:custGeom>
              <a:avLst/>
              <a:gdLst/>
              <a:ahLst/>
              <a:cxnLst/>
              <a:rect l="l" t="t" r="r" b="b"/>
              <a:pathLst>
                <a:path w="393" h="543" extrusionOk="0">
                  <a:moveTo>
                    <a:pt x="196" y="1"/>
                  </a:moveTo>
                  <a:cubicBezTo>
                    <a:pt x="84" y="1"/>
                    <a:pt x="0" y="113"/>
                    <a:pt x="0" y="271"/>
                  </a:cubicBezTo>
                  <a:cubicBezTo>
                    <a:pt x="0" y="393"/>
                    <a:pt x="84" y="542"/>
                    <a:pt x="196" y="542"/>
                  </a:cubicBezTo>
                  <a:cubicBezTo>
                    <a:pt x="317" y="542"/>
                    <a:pt x="392" y="430"/>
                    <a:pt x="392" y="271"/>
                  </a:cubicBezTo>
                  <a:cubicBezTo>
                    <a:pt x="392" y="113"/>
                    <a:pt x="317" y="1"/>
                    <a:pt x="196"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1" name="Google Shape;4541;p61"/>
            <p:cNvSpPr/>
            <p:nvPr/>
          </p:nvSpPr>
          <p:spPr>
            <a:xfrm>
              <a:off x="5613436" y="3175591"/>
              <a:ext cx="9536" cy="13152"/>
            </a:xfrm>
            <a:custGeom>
              <a:avLst/>
              <a:gdLst/>
              <a:ahLst/>
              <a:cxnLst/>
              <a:rect l="l" t="t" r="r" b="b"/>
              <a:pathLst>
                <a:path w="393" h="542" extrusionOk="0">
                  <a:moveTo>
                    <a:pt x="197" y="0"/>
                  </a:moveTo>
                  <a:cubicBezTo>
                    <a:pt x="85" y="0"/>
                    <a:pt x="1" y="122"/>
                    <a:pt x="1" y="271"/>
                  </a:cubicBezTo>
                  <a:cubicBezTo>
                    <a:pt x="1" y="430"/>
                    <a:pt x="85" y="542"/>
                    <a:pt x="197" y="542"/>
                  </a:cubicBezTo>
                  <a:cubicBezTo>
                    <a:pt x="318" y="542"/>
                    <a:pt x="393" y="430"/>
                    <a:pt x="393" y="271"/>
                  </a:cubicBezTo>
                  <a:cubicBezTo>
                    <a:pt x="393" y="122"/>
                    <a:pt x="318" y="0"/>
                    <a:pt x="197"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542" name="Google Shape;4542;p61"/>
            <p:cNvGrpSpPr/>
            <p:nvPr/>
          </p:nvGrpSpPr>
          <p:grpSpPr>
            <a:xfrm>
              <a:off x="5550249" y="3148923"/>
              <a:ext cx="169907" cy="64522"/>
              <a:chOff x="5550249" y="3148923"/>
              <a:chExt cx="169907" cy="64522"/>
            </a:xfrm>
          </p:grpSpPr>
          <p:sp>
            <p:nvSpPr>
              <p:cNvPr id="4543" name="Google Shape;4543;p61"/>
              <p:cNvSpPr/>
              <p:nvPr/>
            </p:nvSpPr>
            <p:spPr>
              <a:xfrm>
                <a:off x="5591937" y="3153801"/>
                <a:ext cx="61173" cy="59644"/>
              </a:xfrm>
              <a:custGeom>
                <a:avLst/>
                <a:gdLst/>
                <a:ahLst/>
                <a:cxnLst/>
                <a:rect l="l" t="t" r="r" b="b"/>
                <a:pathLst>
                  <a:path w="2521" h="2458" extrusionOk="0">
                    <a:moveTo>
                      <a:pt x="1242" y="124"/>
                    </a:moveTo>
                    <a:cubicBezTo>
                      <a:pt x="1820" y="124"/>
                      <a:pt x="2287" y="553"/>
                      <a:pt x="2334" y="1132"/>
                    </a:cubicBezTo>
                    <a:cubicBezTo>
                      <a:pt x="2371" y="1757"/>
                      <a:pt x="1904" y="2261"/>
                      <a:pt x="1316" y="2299"/>
                    </a:cubicBezTo>
                    <a:cubicBezTo>
                      <a:pt x="1295" y="2300"/>
                      <a:pt x="1273" y="2301"/>
                      <a:pt x="1251" y="2301"/>
                    </a:cubicBezTo>
                    <a:cubicBezTo>
                      <a:pt x="697" y="2301"/>
                      <a:pt x="185" y="1847"/>
                      <a:pt x="150" y="1291"/>
                    </a:cubicBezTo>
                    <a:cubicBezTo>
                      <a:pt x="150" y="973"/>
                      <a:pt x="234" y="702"/>
                      <a:pt x="420" y="506"/>
                    </a:cubicBezTo>
                    <a:cubicBezTo>
                      <a:pt x="616" y="273"/>
                      <a:pt x="887" y="161"/>
                      <a:pt x="1204" y="124"/>
                    </a:cubicBezTo>
                    <a:close/>
                    <a:moveTo>
                      <a:pt x="1240" y="0"/>
                    </a:moveTo>
                    <a:cubicBezTo>
                      <a:pt x="1216" y="0"/>
                      <a:pt x="1191" y="1"/>
                      <a:pt x="1167" y="2"/>
                    </a:cubicBezTo>
                    <a:cubicBezTo>
                      <a:pt x="850" y="2"/>
                      <a:pt x="542" y="161"/>
                      <a:pt x="346" y="394"/>
                    </a:cubicBezTo>
                    <a:cubicBezTo>
                      <a:pt x="112" y="665"/>
                      <a:pt x="0" y="973"/>
                      <a:pt x="38" y="1291"/>
                    </a:cubicBezTo>
                    <a:cubicBezTo>
                      <a:pt x="75" y="1953"/>
                      <a:pt x="616" y="2457"/>
                      <a:pt x="1279" y="2457"/>
                    </a:cubicBezTo>
                    <a:lnTo>
                      <a:pt x="1316" y="2457"/>
                    </a:lnTo>
                    <a:cubicBezTo>
                      <a:pt x="2016" y="2373"/>
                      <a:pt x="2520" y="1795"/>
                      <a:pt x="2483" y="1132"/>
                    </a:cubicBezTo>
                    <a:cubicBezTo>
                      <a:pt x="2447" y="492"/>
                      <a:pt x="1907" y="0"/>
                      <a:pt x="1240"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4" name="Google Shape;4544;p61"/>
              <p:cNvSpPr/>
              <p:nvPr/>
            </p:nvSpPr>
            <p:spPr>
              <a:xfrm>
                <a:off x="5666456" y="3148923"/>
                <a:ext cx="53699" cy="59766"/>
              </a:xfrm>
              <a:custGeom>
                <a:avLst/>
                <a:gdLst/>
                <a:ahLst/>
                <a:cxnLst/>
                <a:rect l="l" t="t" r="r" b="b"/>
                <a:pathLst>
                  <a:path w="2213" h="2463" extrusionOk="0">
                    <a:moveTo>
                      <a:pt x="1083" y="129"/>
                    </a:moveTo>
                    <a:cubicBezTo>
                      <a:pt x="1279" y="129"/>
                      <a:pt x="1512" y="203"/>
                      <a:pt x="1671" y="362"/>
                    </a:cubicBezTo>
                    <a:cubicBezTo>
                      <a:pt x="1867" y="558"/>
                      <a:pt x="2016" y="829"/>
                      <a:pt x="2016" y="1137"/>
                    </a:cubicBezTo>
                    <a:cubicBezTo>
                      <a:pt x="2063" y="1762"/>
                      <a:pt x="1671" y="2266"/>
                      <a:pt x="1167" y="2304"/>
                    </a:cubicBezTo>
                    <a:cubicBezTo>
                      <a:pt x="1127" y="2310"/>
                      <a:pt x="1088" y="2313"/>
                      <a:pt x="1051" y="2313"/>
                    </a:cubicBezTo>
                    <a:cubicBezTo>
                      <a:pt x="867" y="2313"/>
                      <a:pt x="704" y="2239"/>
                      <a:pt x="541" y="2108"/>
                    </a:cubicBezTo>
                    <a:cubicBezTo>
                      <a:pt x="345" y="1921"/>
                      <a:pt x="196" y="1604"/>
                      <a:pt x="196" y="1295"/>
                    </a:cubicBezTo>
                    <a:cubicBezTo>
                      <a:pt x="149" y="670"/>
                      <a:pt x="541" y="166"/>
                      <a:pt x="1045" y="129"/>
                    </a:cubicBezTo>
                    <a:close/>
                    <a:moveTo>
                      <a:pt x="1134" y="1"/>
                    </a:moveTo>
                    <a:cubicBezTo>
                      <a:pt x="1104" y="1"/>
                      <a:pt x="1074" y="3"/>
                      <a:pt x="1045" y="7"/>
                    </a:cubicBezTo>
                    <a:cubicBezTo>
                      <a:pt x="467" y="54"/>
                      <a:pt x="0" y="633"/>
                      <a:pt x="37" y="1295"/>
                    </a:cubicBezTo>
                    <a:cubicBezTo>
                      <a:pt x="75" y="1641"/>
                      <a:pt x="233" y="1996"/>
                      <a:pt x="467" y="2192"/>
                    </a:cubicBezTo>
                    <a:cubicBezTo>
                      <a:pt x="663" y="2341"/>
                      <a:pt x="896" y="2462"/>
                      <a:pt x="1129" y="2462"/>
                    </a:cubicBezTo>
                    <a:lnTo>
                      <a:pt x="1167" y="2462"/>
                    </a:lnTo>
                    <a:cubicBezTo>
                      <a:pt x="1745" y="2388"/>
                      <a:pt x="2212" y="1837"/>
                      <a:pt x="2175" y="1137"/>
                    </a:cubicBezTo>
                    <a:cubicBezTo>
                      <a:pt x="2138" y="791"/>
                      <a:pt x="1979" y="474"/>
                      <a:pt x="1745" y="241"/>
                    </a:cubicBezTo>
                    <a:cubicBezTo>
                      <a:pt x="1574" y="110"/>
                      <a:pt x="1345" y="1"/>
                      <a:pt x="1134"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5" name="Google Shape;4545;p61"/>
              <p:cNvSpPr/>
              <p:nvPr/>
            </p:nvSpPr>
            <p:spPr>
              <a:xfrm>
                <a:off x="5649446" y="3176780"/>
                <a:ext cx="20650" cy="6309"/>
              </a:xfrm>
              <a:custGeom>
                <a:avLst/>
                <a:gdLst/>
                <a:ahLst/>
                <a:cxnLst/>
                <a:rect l="l" t="t" r="r" b="b"/>
                <a:pathLst>
                  <a:path w="851" h="260" extrusionOk="0">
                    <a:moveTo>
                      <a:pt x="511" y="1"/>
                    </a:moveTo>
                    <a:cubicBezTo>
                      <a:pt x="338" y="1"/>
                      <a:pt x="163" y="52"/>
                      <a:pt x="1" y="147"/>
                    </a:cubicBezTo>
                    <a:lnTo>
                      <a:pt x="76" y="259"/>
                    </a:lnTo>
                    <a:cubicBezTo>
                      <a:pt x="190" y="194"/>
                      <a:pt x="329" y="155"/>
                      <a:pt x="471" y="155"/>
                    </a:cubicBezTo>
                    <a:cubicBezTo>
                      <a:pt x="574" y="155"/>
                      <a:pt x="678" y="175"/>
                      <a:pt x="776" y="222"/>
                    </a:cubicBezTo>
                    <a:lnTo>
                      <a:pt x="850" y="73"/>
                    </a:lnTo>
                    <a:cubicBezTo>
                      <a:pt x="742" y="24"/>
                      <a:pt x="627" y="1"/>
                      <a:pt x="511"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6" name="Google Shape;4546;p61"/>
              <p:cNvSpPr/>
              <p:nvPr/>
            </p:nvSpPr>
            <p:spPr>
              <a:xfrm>
                <a:off x="5550249" y="3170835"/>
                <a:ext cx="45328" cy="5678"/>
              </a:xfrm>
              <a:custGeom>
                <a:avLst/>
                <a:gdLst/>
                <a:ahLst/>
                <a:cxnLst/>
                <a:rect l="l" t="t" r="r" b="b"/>
                <a:pathLst>
                  <a:path w="1868" h="234" extrusionOk="0">
                    <a:moveTo>
                      <a:pt x="1" y="0"/>
                    </a:moveTo>
                    <a:lnTo>
                      <a:pt x="1" y="159"/>
                    </a:lnTo>
                    <a:lnTo>
                      <a:pt x="1868" y="234"/>
                    </a:lnTo>
                    <a:lnTo>
                      <a:pt x="1868" y="122"/>
                    </a:lnTo>
                    <a:lnTo>
                      <a:pt x="1" y="0"/>
                    </a:ln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547" name="Google Shape;4547;p61"/>
            <p:cNvSpPr/>
            <p:nvPr/>
          </p:nvSpPr>
          <p:spPr>
            <a:xfrm>
              <a:off x="5531467" y="3061956"/>
              <a:ext cx="160370" cy="116595"/>
            </a:xfrm>
            <a:custGeom>
              <a:avLst/>
              <a:gdLst/>
              <a:ahLst/>
              <a:cxnLst/>
              <a:rect l="l" t="t" r="r" b="b"/>
              <a:pathLst>
                <a:path w="6609" h="4805" extrusionOk="0">
                  <a:moveTo>
                    <a:pt x="2887" y="1"/>
                  </a:moveTo>
                  <a:cubicBezTo>
                    <a:pt x="2397" y="1"/>
                    <a:pt x="1850" y="97"/>
                    <a:pt x="1241" y="325"/>
                  </a:cubicBezTo>
                  <a:cubicBezTo>
                    <a:pt x="812" y="483"/>
                    <a:pt x="0" y="3825"/>
                    <a:pt x="579" y="4609"/>
                  </a:cubicBezTo>
                  <a:lnTo>
                    <a:pt x="812" y="4805"/>
                  </a:lnTo>
                  <a:cubicBezTo>
                    <a:pt x="812" y="4805"/>
                    <a:pt x="1596" y="4217"/>
                    <a:pt x="2604" y="1687"/>
                  </a:cubicBezTo>
                  <a:cubicBezTo>
                    <a:pt x="2604" y="1687"/>
                    <a:pt x="4546" y="3094"/>
                    <a:pt x="6389" y="3094"/>
                  </a:cubicBezTo>
                  <a:cubicBezTo>
                    <a:pt x="6462" y="3094"/>
                    <a:pt x="6535" y="3092"/>
                    <a:pt x="6608" y="3087"/>
                  </a:cubicBezTo>
                  <a:cubicBezTo>
                    <a:pt x="6608" y="3087"/>
                    <a:pt x="5658" y="1"/>
                    <a:pt x="288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548" name="Google Shape;4548;p61"/>
            <p:cNvSpPr/>
            <p:nvPr/>
          </p:nvSpPr>
          <p:spPr>
            <a:xfrm>
              <a:off x="5504048" y="3029246"/>
              <a:ext cx="89709" cy="98348"/>
            </a:xfrm>
            <a:custGeom>
              <a:avLst/>
              <a:gdLst/>
              <a:ahLst/>
              <a:cxnLst/>
              <a:rect l="l" t="t" r="r" b="b"/>
              <a:pathLst>
                <a:path w="3697" h="4053" extrusionOk="0">
                  <a:moveTo>
                    <a:pt x="1891" y="1"/>
                  </a:moveTo>
                  <a:cubicBezTo>
                    <a:pt x="1871" y="1"/>
                    <a:pt x="1850" y="1"/>
                    <a:pt x="1830" y="2"/>
                  </a:cubicBezTo>
                  <a:cubicBezTo>
                    <a:pt x="822" y="2"/>
                    <a:pt x="1" y="935"/>
                    <a:pt x="38" y="2027"/>
                  </a:cubicBezTo>
                  <a:cubicBezTo>
                    <a:pt x="38" y="3157"/>
                    <a:pt x="897" y="4053"/>
                    <a:pt x="1905" y="4053"/>
                  </a:cubicBezTo>
                  <a:cubicBezTo>
                    <a:pt x="2922" y="4006"/>
                    <a:pt x="3697" y="3119"/>
                    <a:pt x="3697" y="1990"/>
                  </a:cubicBezTo>
                  <a:cubicBezTo>
                    <a:pt x="3697" y="883"/>
                    <a:pt x="2872" y="1"/>
                    <a:pt x="1891"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872"/>
        <p:cNvGrpSpPr/>
        <p:nvPr/>
      </p:nvGrpSpPr>
      <p:grpSpPr>
        <a:xfrm>
          <a:off x="0" y="0"/>
          <a:ext cx="0" cy="0"/>
          <a:chOff x="0" y="0"/>
          <a:chExt cx="0" cy="0"/>
        </a:xfrm>
      </p:grpSpPr>
      <p:grpSp>
        <p:nvGrpSpPr>
          <p:cNvPr id="2873" name="Google Shape;2873;p53"/>
          <p:cNvGrpSpPr/>
          <p:nvPr/>
        </p:nvGrpSpPr>
        <p:grpSpPr>
          <a:xfrm>
            <a:off x="432703" y="2282430"/>
            <a:ext cx="1867456" cy="3457139"/>
            <a:chOff x="7797029" y="2174230"/>
            <a:chExt cx="1161931" cy="2151032"/>
          </a:xfrm>
        </p:grpSpPr>
        <p:sp>
          <p:nvSpPr>
            <p:cNvPr id="2874" name="Google Shape;2874;p53"/>
            <p:cNvSpPr/>
            <p:nvPr/>
          </p:nvSpPr>
          <p:spPr>
            <a:xfrm>
              <a:off x="7797029" y="2174230"/>
              <a:ext cx="1161931" cy="1382760"/>
            </a:xfrm>
            <a:custGeom>
              <a:avLst/>
              <a:gdLst/>
              <a:ahLst/>
              <a:cxnLst/>
              <a:rect l="l" t="t" r="r" b="b"/>
              <a:pathLst>
                <a:path w="21273" h="25316" extrusionOk="0">
                  <a:moveTo>
                    <a:pt x="11920" y="0"/>
                  </a:moveTo>
                  <a:cubicBezTo>
                    <a:pt x="9767" y="0"/>
                    <a:pt x="7648" y="927"/>
                    <a:pt x="6217" y="2390"/>
                  </a:cubicBezTo>
                  <a:cubicBezTo>
                    <a:pt x="4630" y="4024"/>
                    <a:pt x="3883" y="6245"/>
                    <a:pt x="3883" y="8383"/>
                  </a:cubicBezTo>
                  <a:cubicBezTo>
                    <a:pt x="3846" y="9045"/>
                    <a:pt x="3930" y="9745"/>
                    <a:pt x="3650" y="10361"/>
                  </a:cubicBezTo>
                  <a:cubicBezTo>
                    <a:pt x="3417" y="10828"/>
                    <a:pt x="3034" y="11220"/>
                    <a:pt x="2679" y="11650"/>
                  </a:cubicBezTo>
                  <a:cubicBezTo>
                    <a:pt x="1046" y="13516"/>
                    <a:pt x="0" y="15850"/>
                    <a:pt x="75" y="18183"/>
                  </a:cubicBezTo>
                  <a:cubicBezTo>
                    <a:pt x="150" y="20554"/>
                    <a:pt x="1438" y="22888"/>
                    <a:pt x="3613" y="24213"/>
                  </a:cubicBezTo>
                  <a:cubicBezTo>
                    <a:pt x="4824" y="24931"/>
                    <a:pt x="6299" y="25315"/>
                    <a:pt x="7769" y="25315"/>
                  </a:cubicBezTo>
                  <a:cubicBezTo>
                    <a:pt x="8994" y="25315"/>
                    <a:pt x="10215" y="25048"/>
                    <a:pt x="11276" y="24484"/>
                  </a:cubicBezTo>
                  <a:cubicBezTo>
                    <a:pt x="12090" y="24825"/>
                    <a:pt x="13002" y="24989"/>
                    <a:pt x="13926" y="24989"/>
                  </a:cubicBezTo>
                  <a:cubicBezTo>
                    <a:pt x="15830" y="24989"/>
                    <a:pt x="17782" y="24291"/>
                    <a:pt x="19014" y="23009"/>
                  </a:cubicBezTo>
                  <a:cubicBezTo>
                    <a:pt x="20843" y="21142"/>
                    <a:pt x="21273" y="18417"/>
                    <a:pt x="20498" y="16083"/>
                  </a:cubicBezTo>
                  <a:cubicBezTo>
                    <a:pt x="20143" y="14954"/>
                    <a:pt x="19518" y="13908"/>
                    <a:pt x="18864" y="12891"/>
                  </a:cubicBezTo>
                  <a:cubicBezTo>
                    <a:pt x="18743" y="12742"/>
                    <a:pt x="18668" y="12546"/>
                    <a:pt x="18631" y="12350"/>
                  </a:cubicBezTo>
                  <a:cubicBezTo>
                    <a:pt x="18631" y="12191"/>
                    <a:pt x="18743" y="11995"/>
                    <a:pt x="18780" y="11808"/>
                  </a:cubicBezTo>
                  <a:cubicBezTo>
                    <a:pt x="20843" y="3090"/>
                    <a:pt x="16718" y="561"/>
                    <a:pt x="12835" y="57"/>
                  </a:cubicBezTo>
                  <a:cubicBezTo>
                    <a:pt x="12530" y="19"/>
                    <a:pt x="12225" y="0"/>
                    <a:pt x="119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75" name="Google Shape;2875;p53"/>
            <p:cNvGrpSpPr/>
            <p:nvPr/>
          </p:nvGrpSpPr>
          <p:grpSpPr>
            <a:xfrm>
              <a:off x="8149431" y="2521491"/>
              <a:ext cx="429313" cy="1803771"/>
              <a:chOff x="6097050" y="1346450"/>
              <a:chExt cx="196500" cy="825600"/>
            </a:xfrm>
          </p:grpSpPr>
          <p:sp>
            <p:nvSpPr>
              <p:cNvPr id="2876" name="Google Shape;2876;p53"/>
              <p:cNvSpPr/>
              <p:nvPr/>
            </p:nvSpPr>
            <p:spPr>
              <a:xfrm>
                <a:off x="6203225" y="1432075"/>
                <a:ext cx="20325" cy="739975"/>
              </a:xfrm>
              <a:custGeom>
                <a:avLst/>
                <a:gdLst/>
                <a:ahLst/>
                <a:cxnLst/>
                <a:rect l="l" t="t" r="r" b="b"/>
                <a:pathLst>
                  <a:path w="813" h="29599" extrusionOk="0">
                    <a:moveTo>
                      <a:pt x="420" y="1"/>
                    </a:moveTo>
                    <a:cubicBezTo>
                      <a:pt x="187" y="1"/>
                      <a:pt x="0" y="197"/>
                      <a:pt x="0" y="430"/>
                    </a:cubicBezTo>
                    <a:lnTo>
                      <a:pt x="0" y="29207"/>
                    </a:lnTo>
                    <a:cubicBezTo>
                      <a:pt x="0" y="29440"/>
                      <a:pt x="187" y="29599"/>
                      <a:pt x="420" y="29599"/>
                    </a:cubicBezTo>
                    <a:cubicBezTo>
                      <a:pt x="616" y="29599"/>
                      <a:pt x="812" y="29440"/>
                      <a:pt x="812" y="29207"/>
                    </a:cubicBezTo>
                    <a:lnTo>
                      <a:pt x="812" y="430"/>
                    </a:lnTo>
                    <a:cubicBezTo>
                      <a:pt x="812" y="197"/>
                      <a:pt x="616" y="1"/>
                      <a:pt x="42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7" name="Google Shape;2877;p53"/>
              <p:cNvSpPr/>
              <p:nvPr/>
            </p:nvSpPr>
            <p:spPr>
              <a:xfrm>
                <a:off x="6097050" y="1389375"/>
                <a:ext cx="124625" cy="276800"/>
              </a:xfrm>
              <a:custGeom>
                <a:avLst/>
                <a:gdLst/>
                <a:ahLst/>
                <a:cxnLst/>
                <a:rect l="l" t="t" r="r" b="b"/>
                <a:pathLst>
                  <a:path w="4985" h="11072" extrusionOk="0">
                    <a:moveTo>
                      <a:pt x="430" y="1"/>
                    </a:moveTo>
                    <a:cubicBezTo>
                      <a:pt x="234" y="1"/>
                      <a:pt x="84" y="113"/>
                      <a:pt x="84" y="309"/>
                    </a:cubicBezTo>
                    <a:cubicBezTo>
                      <a:pt x="47" y="971"/>
                      <a:pt x="0" y="1587"/>
                      <a:pt x="0" y="2250"/>
                    </a:cubicBezTo>
                    <a:cubicBezTo>
                      <a:pt x="0" y="3809"/>
                      <a:pt x="159" y="5405"/>
                      <a:pt x="747" y="6917"/>
                    </a:cubicBezTo>
                    <a:cubicBezTo>
                      <a:pt x="1447" y="8672"/>
                      <a:pt x="2763" y="10147"/>
                      <a:pt x="4396" y="11043"/>
                    </a:cubicBezTo>
                    <a:cubicBezTo>
                      <a:pt x="4449" y="11063"/>
                      <a:pt x="4501" y="11072"/>
                      <a:pt x="4550" y="11072"/>
                    </a:cubicBezTo>
                    <a:cubicBezTo>
                      <a:pt x="4688" y="11072"/>
                      <a:pt x="4808" y="11001"/>
                      <a:pt x="4863" y="10884"/>
                    </a:cubicBezTo>
                    <a:cubicBezTo>
                      <a:pt x="4985" y="10735"/>
                      <a:pt x="4901" y="10539"/>
                      <a:pt x="4751" y="10417"/>
                    </a:cubicBezTo>
                    <a:cubicBezTo>
                      <a:pt x="3230" y="9605"/>
                      <a:pt x="2026" y="8243"/>
                      <a:pt x="1363" y="6646"/>
                    </a:cubicBezTo>
                    <a:cubicBezTo>
                      <a:pt x="822" y="5284"/>
                      <a:pt x="700" y="3772"/>
                      <a:pt x="700" y="2250"/>
                    </a:cubicBezTo>
                    <a:cubicBezTo>
                      <a:pt x="700" y="1634"/>
                      <a:pt x="700" y="971"/>
                      <a:pt x="747" y="346"/>
                    </a:cubicBezTo>
                    <a:cubicBezTo>
                      <a:pt x="747" y="150"/>
                      <a:pt x="588" y="1"/>
                      <a:pt x="43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78" name="Google Shape;2878;p53"/>
              <p:cNvSpPr/>
              <p:nvPr/>
            </p:nvSpPr>
            <p:spPr>
              <a:xfrm>
                <a:off x="6207875" y="1346450"/>
                <a:ext cx="85675" cy="205950"/>
              </a:xfrm>
              <a:custGeom>
                <a:avLst/>
                <a:gdLst/>
                <a:ahLst/>
                <a:cxnLst/>
                <a:rect l="l" t="t" r="r" b="b"/>
                <a:pathLst>
                  <a:path w="3427" h="8238" extrusionOk="0">
                    <a:moveTo>
                      <a:pt x="2997" y="0"/>
                    </a:moveTo>
                    <a:cubicBezTo>
                      <a:pt x="2801" y="0"/>
                      <a:pt x="2652" y="159"/>
                      <a:pt x="2689" y="355"/>
                    </a:cubicBezTo>
                    <a:cubicBezTo>
                      <a:pt x="2726" y="1055"/>
                      <a:pt x="2764" y="1718"/>
                      <a:pt x="2764" y="2371"/>
                    </a:cubicBezTo>
                    <a:cubicBezTo>
                      <a:pt x="2764" y="3118"/>
                      <a:pt x="2726" y="3818"/>
                      <a:pt x="2530" y="4518"/>
                    </a:cubicBezTo>
                    <a:cubicBezTo>
                      <a:pt x="2381" y="5171"/>
                      <a:pt x="2101" y="5797"/>
                      <a:pt x="1718" y="6338"/>
                    </a:cubicBezTo>
                    <a:cubicBezTo>
                      <a:pt x="1326" y="6889"/>
                      <a:pt x="822" y="7318"/>
                      <a:pt x="234" y="7589"/>
                    </a:cubicBezTo>
                    <a:cubicBezTo>
                      <a:pt x="85" y="7663"/>
                      <a:pt x="1" y="7859"/>
                      <a:pt x="85" y="8018"/>
                    </a:cubicBezTo>
                    <a:cubicBezTo>
                      <a:pt x="112" y="8156"/>
                      <a:pt x="246" y="8237"/>
                      <a:pt x="378" y="8237"/>
                    </a:cubicBezTo>
                    <a:cubicBezTo>
                      <a:pt x="425" y="8237"/>
                      <a:pt x="472" y="8227"/>
                      <a:pt x="514" y="8205"/>
                    </a:cubicBezTo>
                    <a:cubicBezTo>
                      <a:pt x="1214" y="7897"/>
                      <a:pt x="1830" y="7355"/>
                      <a:pt x="2260" y="6730"/>
                    </a:cubicBezTo>
                    <a:cubicBezTo>
                      <a:pt x="2726" y="6151"/>
                      <a:pt x="3034" y="5405"/>
                      <a:pt x="3193" y="4667"/>
                    </a:cubicBezTo>
                    <a:cubicBezTo>
                      <a:pt x="3389" y="3930"/>
                      <a:pt x="3426" y="3155"/>
                      <a:pt x="3426" y="2371"/>
                    </a:cubicBezTo>
                    <a:cubicBezTo>
                      <a:pt x="3426" y="1671"/>
                      <a:pt x="3389" y="971"/>
                      <a:pt x="3352" y="318"/>
                    </a:cubicBezTo>
                    <a:cubicBezTo>
                      <a:pt x="3352" y="122"/>
                      <a:pt x="3156" y="0"/>
                      <a:pt x="2997"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911" name="Google Shape;2911;p53"/>
          <p:cNvSpPr txBox="1">
            <a:spLocks noGrp="1"/>
          </p:cNvSpPr>
          <p:nvPr>
            <p:ph type="subTitle" idx="1"/>
          </p:nvPr>
        </p:nvSpPr>
        <p:spPr>
          <a:xfrm>
            <a:off x="2379450" y="1364725"/>
            <a:ext cx="4385100" cy="1318500"/>
          </a:xfrm>
          <a:prstGeom prst="rect">
            <a:avLst/>
          </a:prstGeom>
        </p:spPr>
        <p:txBody>
          <a:bodyPr spcFirstLastPara="1" wrap="square" lIns="14400" tIns="14400" rIns="14400" bIns="14400" anchor="t" anchorCtr="0">
            <a:noAutofit/>
          </a:bodyPr>
          <a:lstStyle/>
          <a:p>
            <a:pPr marL="0" lvl="0" indent="0" algn="ctr" rtl="0">
              <a:spcBef>
                <a:spcPts val="0"/>
              </a:spcBef>
              <a:spcAft>
                <a:spcPts val="0"/>
              </a:spcAft>
              <a:buNone/>
            </a:pPr>
            <a:r>
              <a:rPr lang="en" dirty="0"/>
              <a:t>“Improvements that normally take a long time to institute can happen quickly when city officials walk or bicycle to school with students and see firsthand what needs to be done.”</a:t>
            </a:r>
            <a:endParaRPr dirty="0"/>
          </a:p>
        </p:txBody>
      </p:sp>
      <p:sp>
        <p:nvSpPr>
          <p:cNvPr id="2912" name="Google Shape;2912;p53"/>
          <p:cNvSpPr txBox="1">
            <a:spLocks noGrp="1"/>
          </p:cNvSpPr>
          <p:nvPr>
            <p:ph type="title"/>
          </p:nvPr>
        </p:nvSpPr>
        <p:spPr>
          <a:xfrm>
            <a:off x="3142500" y="2716575"/>
            <a:ext cx="2859000" cy="4311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a:t>—Someone Famous</a:t>
            </a:r>
            <a:endParaRPr/>
          </a:p>
        </p:txBody>
      </p:sp>
      <p:grpSp>
        <p:nvGrpSpPr>
          <p:cNvPr id="2913" name="Google Shape;2913;p53"/>
          <p:cNvGrpSpPr/>
          <p:nvPr/>
        </p:nvGrpSpPr>
        <p:grpSpPr>
          <a:xfrm>
            <a:off x="6767612" y="2856155"/>
            <a:ext cx="1608173" cy="2703533"/>
            <a:chOff x="304654" y="2412551"/>
            <a:chExt cx="554772" cy="932574"/>
          </a:xfrm>
        </p:grpSpPr>
        <p:sp>
          <p:nvSpPr>
            <p:cNvPr id="2914" name="Google Shape;2914;p53"/>
            <p:cNvSpPr/>
            <p:nvPr/>
          </p:nvSpPr>
          <p:spPr>
            <a:xfrm>
              <a:off x="304654" y="2412551"/>
              <a:ext cx="554772" cy="601091"/>
            </a:xfrm>
            <a:custGeom>
              <a:avLst/>
              <a:gdLst/>
              <a:ahLst/>
              <a:cxnLst/>
              <a:rect l="l" t="t" r="r" b="b"/>
              <a:pathLst>
                <a:path w="9839" h="10660" extrusionOk="0">
                  <a:moveTo>
                    <a:pt x="4901" y="1"/>
                  </a:moveTo>
                  <a:cubicBezTo>
                    <a:pt x="2213" y="1"/>
                    <a:pt x="1" y="2997"/>
                    <a:pt x="1" y="6693"/>
                  </a:cubicBezTo>
                  <a:cubicBezTo>
                    <a:pt x="1" y="8205"/>
                    <a:pt x="346" y="9568"/>
                    <a:pt x="934" y="10660"/>
                  </a:cubicBezTo>
                  <a:lnTo>
                    <a:pt x="8868" y="10660"/>
                  </a:lnTo>
                  <a:cubicBezTo>
                    <a:pt x="9484" y="9568"/>
                    <a:pt x="9839" y="8205"/>
                    <a:pt x="9839" y="6693"/>
                  </a:cubicBezTo>
                  <a:cubicBezTo>
                    <a:pt x="9839" y="2997"/>
                    <a:pt x="7617" y="1"/>
                    <a:pt x="49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15" name="Google Shape;2915;p53"/>
            <p:cNvGrpSpPr/>
            <p:nvPr/>
          </p:nvGrpSpPr>
          <p:grpSpPr>
            <a:xfrm>
              <a:off x="421718" y="2580213"/>
              <a:ext cx="320633" cy="764912"/>
              <a:chOff x="4503500" y="1320300"/>
              <a:chExt cx="310150" cy="739975"/>
            </a:xfrm>
          </p:grpSpPr>
          <p:sp>
            <p:nvSpPr>
              <p:cNvPr id="2916" name="Google Shape;2916;p53"/>
              <p:cNvSpPr/>
              <p:nvPr/>
            </p:nvSpPr>
            <p:spPr>
              <a:xfrm>
                <a:off x="4637675" y="1320300"/>
                <a:ext cx="20550" cy="739975"/>
              </a:xfrm>
              <a:custGeom>
                <a:avLst/>
                <a:gdLst/>
                <a:ahLst/>
                <a:cxnLst/>
                <a:rect l="l" t="t" r="r" b="b"/>
                <a:pathLst>
                  <a:path w="822" h="29599" extrusionOk="0">
                    <a:moveTo>
                      <a:pt x="430" y="1"/>
                    </a:moveTo>
                    <a:cubicBezTo>
                      <a:pt x="197" y="1"/>
                      <a:pt x="1" y="197"/>
                      <a:pt x="1" y="430"/>
                    </a:cubicBezTo>
                    <a:lnTo>
                      <a:pt x="1" y="29207"/>
                    </a:lnTo>
                    <a:cubicBezTo>
                      <a:pt x="1" y="29440"/>
                      <a:pt x="197" y="29599"/>
                      <a:pt x="430" y="29599"/>
                    </a:cubicBezTo>
                    <a:cubicBezTo>
                      <a:pt x="626" y="29599"/>
                      <a:pt x="822" y="29440"/>
                      <a:pt x="822" y="29207"/>
                    </a:cubicBezTo>
                    <a:lnTo>
                      <a:pt x="822" y="430"/>
                    </a:lnTo>
                    <a:cubicBezTo>
                      <a:pt x="822" y="197"/>
                      <a:pt x="626" y="1"/>
                      <a:pt x="43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7" name="Google Shape;2917;p53"/>
              <p:cNvSpPr/>
              <p:nvPr/>
            </p:nvSpPr>
            <p:spPr>
              <a:xfrm>
                <a:off x="4640700" y="1416275"/>
                <a:ext cx="172950" cy="143250"/>
              </a:xfrm>
              <a:custGeom>
                <a:avLst/>
                <a:gdLst/>
                <a:ahLst/>
                <a:cxnLst/>
                <a:rect l="l" t="t" r="r" b="b"/>
                <a:pathLst>
                  <a:path w="6918" h="5730" extrusionOk="0">
                    <a:moveTo>
                      <a:pt x="6540" y="1"/>
                    </a:moveTo>
                    <a:cubicBezTo>
                      <a:pt x="6378" y="1"/>
                      <a:pt x="6258" y="114"/>
                      <a:pt x="6217" y="278"/>
                    </a:cubicBezTo>
                    <a:cubicBezTo>
                      <a:pt x="5947" y="1604"/>
                      <a:pt x="5209" y="2892"/>
                      <a:pt x="4164" y="3741"/>
                    </a:cubicBezTo>
                    <a:cubicBezTo>
                      <a:pt x="3109" y="4562"/>
                      <a:pt x="1784" y="5029"/>
                      <a:pt x="468" y="5029"/>
                    </a:cubicBezTo>
                    <a:lnTo>
                      <a:pt x="346" y="5029"/>
                    </a:lnTo>
                    <a:cubicBezTo>
                      <a:pt x="150" y="5029"/>
                      <a:pt x="1" y="5178"/>
                      <a:pt x="1" y="5374"/>
                    </a:cubicBezTo>
                    <a:cubicBezTo>
                      <a:pt x="1" y="5533"/>
                      <a:pt x="150" y="5692"/>
                      <a:pt x="309" y="5729"/>
                    </a:cubicBezTo>
                    <a:lnTo>
                      <a:pt x="468" y="5729"/>
                    </a:lnTo>
                    <a:cubicBezTo>
                      <a:pt x="1942" y="5729"/>
                      <a:pt x="3417" y="5178"/>
                      <a:pt x="4584" y="4245"/>
                    </a:cubicBezTo>
                    <a:cubicBezTo>
                      <a:pt x="5751" y="3274"/>
                      <a:pt x="6609" y="1912"/>
                      <a:pt x="6880" y="399"/>
                    </a:cubicBezTo>
                    <a:cubicBezTo>
                      <a:pt x="6917" y="203"/>
                      <a:pt x="6805" y="45"/>
                      <a:pt x="6609" y="7"/>
                    </a:cubicBezTo>
                    <a:cubicBezTo>
                      <a:pt x="6585" y="3"/>
                      <a:pt x="6562" y="1"/>
                      <a:pt x="654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8" name="Google Shape;2918;p53"/>
              <p:cNvSpPr/>
              <p:nvPr/>
            </p:nvSpPr>
            <p:spPr>
              <a:xfrm>
                <a:off x="4546450" y="1326150"/>
                <a:ext cx="107825" cy="154675"/>
              </a:xfrm>
              <a:custGeom>
                <a:avLst/>
                <a:gdLst/>
                <a:ahLst/>
                <a:cxnLst/>
                <a:rect l="l" t="t" r="r" b="b"/>
                <a:pathLst>
                  <a:path w="4313" h="6187" extrusionOk="0">
                    <a:moveTo>
                      <a:pt x="345" y="0"/>
                    </a:moveTo>
                    <a:cubicBezTo>
                      <a:pt x="149" y="0"/>
                      <a:pt x="0" y="112"/>
                      <a:pt x="0" y="308"/>
                    </a:cubicBezTo>
                    <a:lnTo>
                      <a:pt x="0" y="616"/>
                    </a:lnTo>
                    <a:cubicBezTo>
                      <a:pt x="0" y="1783"/>
                      <a:pt x="271" y="2950"/>
                      <a:pt x="849" y="3930"/>
                    </a:cubicBezTo>
                    <a:cubicBezTo>
                      <a:pt x="1512" y="5013"/>
                      <a:pt x="2604" y="5909"/>
                      <a:pt x="3883" y="6179"/>
                    </a:cubicBezTo>
                    <a:cubicBezTo>
                      <a:pt x="3903" y="6184"/>
                      <a:pt x="3924" y="6186"/>
                      <a:pt x="3946" y="6186"/>
                    </a:cubicBezTo>
                    <a:cubicBezTo>
                      <a:pt x="4089" y="6186"/>
                      <a:pt x="4242" y="6079"/>
                      <a:pt x="4275" y="5909"/>
                    </a:cubicBezTo>
                    <a:cubicBezTo>
                      <a:pt x="4312" y="5750"/>
                      <a:pt x="4200" y="5563"/>
                      <a:pt x="4004" y="5517"/>
                    </a:cubicBezTo>
                    <a:cubicBezTo>
                      <a:pt x="2950" y="5283"/>
                      <a:pt x="2016" y="4546"/>
                      <a:pt x="1437" y="3575"/>
                    </a:cubicBezTo>
                    <a:cubicBezTo>
                      <a:pt x="933" y="2716"/>
                      <a:pt x="653" y="1671"/>
                      <a:pt x="653" y="616"/>
                    </a:cubicBezTo>
                    <a:lnTo>
                      <a:pt x="653" y="346"/>
                    </a:lnTo>
                    <a:cubicBezTo>
                      <a:pt x="700" y="150"/>
                      <a:pt x="541" y="0"/>
                      <a:pt x="345"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9" name="Google Shape;2919;p53"/>
              <p:cNvSpPr/>
              <p:nvPr/>
            </p:nvSpPr>
            <p:spPr>
              <a:xfrm>
                <a:off x="4503500" y="1515625"/>
                <a:ext cx="154725" cy="163500"/>
              </a:xfrm>
              <a:custGeom>
                <a:avLst/>
                <a:gdLst/>
                <a:ahLst/>
                <a:cxnLst/>
                <a:rect l="l" t="t" r="r" b="b"/>
                <a:pathLst>
                  <a:path w="6189" h="6540" extrusionOk="0">
                    <a:moveTo>
                      <a:pt x="355" y="0"/>
                    </a:moveTo>
                    <a:cubicBezTo>
                      <a:pt x="159" y="0"/>
                      <a:pt x="1" y="159"/>
                      <a:pt x="1" y="355"/>
                    </a:cubicBezTo>
                    <a:cubicBezTo>
                      <a:pt x="1" y="1904"/>
                      <a:pt x="626" y="3426"/>
                      <a:pt x="1671" y="4555"/>
                    </a:cubicBezTo>
                    <a:cubicBezTo>
                      <a:pt x="2763" y="5722"/>
                      <a:pt x="4238" y="6422"/>
                      <a:pt x="5797" y="6534"/>
                    </a:cubicBezTo>
                    <a:cubicBezTo>
                      <a:pt x="5817" y="6538"/>
                      <a:pt x="5837" y="6540"/>
                      <a:pt x="5857" y="6540"/>
                    </a:cubicBezTo>
                    <a:cubicBezTo>
                      <a:pt x="6024" y="6540"/>
                      <a:pt x="6152" y="6402"/>
                      <a:pt x="6152" y="6226"/>
                    </a:cubicBezTo>
                    <a:cubicBezTo>
                      <a:pt x="6189" y="6067"/>
                      <a:pt x="6030" y="5871"/>
                      <a:pt x="5834" y="5871"/>
                    </a:cubicBezTo>
                    <a:cubicBezTo>
                      <a:pt x="4472" y="5759"/>
                      <a:pt x="3118" y="5097"/>
                      <a:pt x="2185" y="4089"/>
                    </a:cubicBezTo>
                    <a:cubicBezTo>
                      <a:pt x="1251" y="3071"/>
                      <a:pt x="701" y="1718"/>
                      <a:pt x="663" y="318"/>
                    </a:cubicBezTo>
                    <a:cubicBezTo>
                      <a:pt x="663" y="159"/>
                      <a:pt x="505" y="0"/>
                      <a:pt x="355"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2920" name="Google Shape;2920;p53"/>
          <p:cNvSpPr/>
          <p:nvPr/>
        </p:nvSpPr>
        <p:spPr>
          <a:xfrm>
            <a:off x="0" y="0"/>
            <a:ext cx="1819359" cy="1318564"/>
          </a:xfrm>
          <a:custGeom>
            <a:avLst/>
            <a:gdLst/>
            <a:ahLst/>
            <a:cxnLst/>
            <a:rect l="l" t="t" r="r" b="b"/>
            <a:pathLst>
              <a:path w="91059" h="75057" extrusionOk="0">
                <a:moveTo>
                  <a:pt x="0" y="75057"/>
                </a:moveTo>
                <a:cubicBezTo>
                  <a:pt x="4132" y="69375"/>
                  <a:pt x="7051" y="61277"/>
                  <a:pt x="13716" y="59055"/>
                </a:cubicBezTo>
                <a:cubicBezTo>
                  <a:pt x="28445" y="54145"/>
                  <a:pt x="45742" y="56375"/>
                  <a:pt x="59055" y="48387"/>
                </a:cubicBezTo>
                <a:cubicBezTo>
                  <a:pt x="75637" y="38438"/>
                  <a:pt x="77385" y="13674"/>
                  <a:pt x="91059" y="0"/>
                </a:cubicBezTo>
              </a:path>
            </a:pathLst>
          </a:custGeom>
          <a:noFill/>
          <a:ln w="19050" cap="flat" cmpd="sng">
            <a:solidFill>
              <a:schemeClr val="dk2"/>
            </a:solidFill>
            <a:prstDash val="dash"/>
            <a:round/>
            <a:headEnd type="none" w="med" len="med"/>
            <a:tailEnd type="none" w="med" len="med"/>
          </a:ln>
        </p:spPr>
        <p:txBody>
          <a:bodyPr/>
          <a:lstStyle/>
          <a:p>
            <a:endParaRPr lang="pt-BR"/>
          </a:p>
        </p:txBody>
      </p:sp>
      <p:sp>
        <p:nvSpPr>
          <p:cNvPr id="2921" name="Google Shape;2921;p53"/>
          <p:cNvSpPr/>
          <p:nvPr/>
        </p:nvSpPr>
        <p:spPr>
          <a:xfrm>
            <a:off x="7501385" y="1008709"/>
            <a:ext cx="1422450" cy="1132426"/>
          </a:xfrm>
          <a:prstGeom prst="rect">
            <a:avLst/>
          </a:prstGeom>
        </p:spPr>
        <p:txBody>
          <a:bodyPr>
            <a:prstTxWarp prst="textPlain">
              <a:avLst>
                <a:gd name="adj" fmla="val 50854"/>
              </a:avLst>
            </a:prstTxWarp>
          </a:bodyPr>
          <a:lstStyle/>
          <a:p>
            <a:pPr lvl="0" algn="ctr"/>
            <a:endParaRPr b="0" i="0" dirty="0">
              <a:ln>
                <a:noFill/>
              </a:ln>
              <a:solidFill>
                <a:schemeClr val="accent4"/>
              </a:solidFill>
              <a:latin typeface="Nanum Pen Script"/>
            </a:endParaRPr>
          </a:p>
        </p:txBody>
      </p:sp>
      <p:grpSp>
        <p:nvGrpSpPr>
          <p:cNvPr id="2922" name="Google Shape;2922;p53"/>
          <p:cNvGrpSpPr/>
          <p:nvPr/>
        </p:nvGrpSpPr>
        <p:grpSpPr>
          <a:xfrm>
            <a:off x="6169325" y="205800"/>
            <a:ext cx="805900" cy="666588"/>
            <a:chOff x="6169325" y="205800"/>
            <a:chExt cx="805900" cy="666588"/>
          </a:xfrm>
        </p:grpSpPr>
        <p:grpSp>
          <p:nvGrpSpPr>
            <p:cNvPr id="2923" name="Google Shape;2923;p53"/>
            <p:cNvGrpSpPr/>
            <p:nvPr/>
          </p:nvGrpSpPr>
          <p:grpSpPr>
            <a:xfrm flipH="1">
              <a:off x="6736100" y="236100"/>
              <a:ext cx="239125" cy="238150"/>
              <a:chOff x="1597300" y="694800"/>
              <a:chExt cx="239125" cy="238150"/>
            </a:xfrm>
          </p:grpSpPr>
          <p:sp>
            <p:nvSpPr>
              <p:cNvPr id="2924" name="Google Shape;2924;p53"/>
              <p:cNvSpPr/>
              <p:nvPr/>
            </p:nvSpPr>
            <p:spPr>
              <a:xfrm flipH="1">
                <a:off x="1719225" y="694800"/>
                <a:ext cx="117200" cy="230500"/>
              </a:xfrm>
              <a:custGeom>
                <a:avLst/>
                <a:gdLst/>
                <a:ahLst/>
                <a:cxnLst/>
                <a:rect l="l" t="t" r="r" b="b"/>
                <a:pathLst>
                  <a:path w="4688" h="9220" extrusionOk="0">
                    <a:moveTo>
                      <a:pt x="2030" y="0"/>
                    </a:moveTo>
                    <a:cubicBezTo>
                      <a:pt x="1431" y="0"/>
                      <a:pt x="806" y="388"/>
                      <a:pt x="621" y="1030"/>
                    </a:cubicBezTo>
                    <a:cubicBezTo>
                      <a:pt x="0" y="3558"/>
                      <a:pt x="591" y="6049"/>
                      <a:pt x="680" y="8548"/>
                    </a:cubicBezTo>
                    <a:cubicBezTo>
                      <a:pt x="777" y="8948"/>
                      <a:pt x="1148" y="9220"/>
                      <a:pt x="1504" y="9220"/>
                    </a:cubicBezTo>
                    <a:cubicBezTo>
                      <a:pt x="1720" y="9220"/>
                      <a:pt x="1930" y="9120"/>
                      <a:pt x="2070" y="8888"/>
                    </a:cubicBezTo>
                    <a:cubicBezTo>
                      <a:pt x="3327" y="6389"/>
                      <a:pt x="4687" y="3033"/>
                      <a:pt x="3024" y="505"/>
                    </a:cubicBezTo>
                    <a:cubicBezTo>
                      <a:pt x="2782" y="157"/>
                      <a:pt x="2411" y="0"/>
                      <a:pt x="2030"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5" name="Google Shape;2925;p53"/>
              <p:cNvSpPr/>
              <p:nvPr/>
            </p:nvSpPr>
            <p:spPr>
              <a:xfrm flipH="1">
                <a:off x="1597300" y="754900"/>
                <a:ext cx="221175" cy="178050"/>
              </a:xfrm>
              <a:custGeom>
                <a:avLst/>
                <a:gdLst/>
                <a:ahLst/>
                <a:cxnLst/>
                <a:rect l="l" t="t" r="r" b="b"/>
                <a:pathLst>
                  <a:path w="8847" h="7122" extrusionOk="0">
                    <a:moveTo>
                      <a:pt x="7058" y="0"/>
                    </a:moveTo>
                    <a:cubicBezTo>
                      <a:pt x="6847" y="0"/>
                      <a:pt x="6633" y="42"/>
                      <a:pt x="6431" y="134"/>
                    </a:cubicBezTo>
                    <a:cubicBezTo>
                      <a:pt x="3939" y="1524"/>
                      <a:pt x="2335" y="3830"/>
                      <a:pt x="391" y="5745"/>
                    </a:cubicBezTo>
                    <a:cubicBezTo>
                      <a:pt x="0" y="6304"/>
                      <a:pt x="297" y="7122"/>
                      <a:pt x="935" y="7122"/>
                    </a:cubicBezTo>
                    <a:cubicBezTo>
                      <a:pt x="997" y="7122"/>
                      <a:pt x="1062" y="7114"/>
                      <a:pt x="1130" y="7098"/>
                    </a:cubicBezTo>
                    <a:cubicBezTo>
                      <a:pt x="4124" y="6299"/>
                      <a:pt x="7821" y="4910"/>
                      <a:pt x="8649" y="1708"/>
                    </a:cubicBezTo>
                    <a:cubicBezTo>
                      <a:pt x="8847" y="784"/>
                      <a:pt x="7972" y="0"/>
                      <a:pt x="7058"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926" name="Google Shape;2926;p53"/>
            <p:cNvGrpSpPr/>
            <p:nvPr/>
          </p:nvGrpSpPr>
          <p:grpSpPr>
            <a:xfrm flipH="1">
              <a:off x="6736100" y="236100"/>
              <a:ext cx="239125" cy="238150"/>
              <a:chOff x="1597300" y="694800"/>
              <a:chExt cx="239125" cy="238150"/>
            </a:xfrm>
          </p:grpSpPr>
          <p:sp>
            <p:nvSpPr>
              <p:cNvPr id="2927" name="Google Shape;2927;p53"/>
              <p:cNvSpPr/>
              <p:nvPr/>
            </p:nvSpPr>
            <p:spPr>
              <a:xfrm flipH="1">
                <a:off x="1719225" y="694800"/>
                <a:ext cx="117200" cy="230500"/>
              </a:xfrm>
              <a:custGeom>
                <a:avLst/>
                <a:gdLst/>
                <a:ahLst/>
                <a:cxnLst/>
                <a:rect l="l" t="t" r="r" b="b"/>
                <a:pathLst>
                  <a:path w="4688" h="9220" extrusionOk="0">
                    <a:moveTo>
                      <a:pt x="2030" y="0"/>
                    </a:moveTo>
                    <a:cubicBezTo>
                      <a:pt x="1431" y="0"/>
                      <a:pt x="806" y="388"/>
                      <a:pt x="621" y="1030"/>
                    </a:cubicBezTo>
                    <a:cubicBezTo>
                      <a:pt x="0" y="3558"/>
                      <a:pt x="591" y="6049"/>
                      <a:pt x="680" y="8548"/>
                    </a:cubicBezTo>
                    <a:cubicBezTo>
                      <a:pt x="777" y="8948"/>
                      <a:pt x="1148" y="9220"/>
                      <a:pt x="1504" y="9220"/>
                    </a:cubicBezTo>
                    <a:cubicBezTo>
                      <a:pt x="1720" y="9220"/>
                      <a:pt x="1930" y="9120"/>
                      <a:pt x="2070" y="8888"/>
                    </a:cubicBezTo>
                    <a:cubicBezTo>
                      <a:pt x="3327" y="6389"/>
                      <a:pt x="4687" y="3033"/>
                      <a:pt x="3024" y="505"/>
                    </a:cubicBezTo>
                    <a:cubicBezTo>
                      <a:pt x="2782" y="157"/>
                      <a:pt x="2411" y="0"/>
                      <a:pt x="2030" y="0"/>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28" name="Google Shape;2928;p53"/>
              <p:cNvSpPr/>
              <p:nvPr/>
            </p:nvSpPr>
            <p:spPr>
              <a:xfrm flipH="1">
                <a:off x="1597300" y="754900"/>
                <a:ext cx="221175" cy="178050"/>
              </a:xfrm>
              <a:custGeom>
                <a:avLst/>
                <a:gdLst/>
                <a:ahLst/>
                <a:cxnLst/>
                <a:rect l="l" t="t" r="r" b="b"/>
                <a:pathLst>
                  <a:path w="8847" h="7122" extrusionOk="0">
                    <a:moveTo>
                      <a:pt x="7058" y="0"/>
                    </a:moveTo>
                    <a:cubicBezTo>
                      <a:pt x="6847" y="0"/>
                      <a:pt x="6633" y="42"/>
                      <a:pt x="6431" y="134"/>
                    </a:cubicBezTo>
                    <a:cubicBezTo>
                      <a:pt x="3939" y="1524"/>
                      <a:pt x="2335" y="3830"/>
                      <a:pt x="391" y="5745"/>
                    </a:cubicBezTo>
                    <a:cubicBezTo>
                      <a:pt x="0" y="6304"/>
                      <a:pt x="297" y="7122"/>
                      <a:pt x="935" y="7122"/>
                    </a:cubicBezTo>
                    <a:cubicBezTo>
                      <a:pt x="997" y="7122"/>
                      <a:pt x="1062" y="7114"/>
                      <a:pt x="1130" y="7098"/>
                    </a:cubicBezTo>
                    <a:cubicBezTo>
                      <a:pt x="4124" y="6299"/>
                      <a:pt x="7821" y="4910"/>
                      <a:pt x="8649" y="1708"/>
                    </a:cubicBezTo>
                    <a:cubicBezTo>
                      <a:pt x="8847" y="784"/>
                      <a:pt x="7972" y="0"/>
                      <a:pt x="7058" y="0"/>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29" name="Google Shape;2929;p53"/>
            <p:cNvSpPr/>
            <p:nvPr/>
          </p:nvSpPr>
          <p:spPr>
            <a:xfrm>
              <a:off x="6752175" y="205800"/>
              <a:ext cx="176525" cy="268575"/>
            </a:xfrm>
            <a:custGeom>
              <a:avLst/>
              <a:gdLst/>
              <a:ahLst/>
              <a:cxnLst/>
              <a:rect l="l" t="t" r="r" b="b"/>
              <a:pathLst>
                <a:path w="7061" h="10743" extrusionOk="0">
                  <a:moveTo>
                    <a:pt x="4600" y="0"/>
                  </a:moveTo>
                  <a:cubicBezTo>
                    <a:pt x="4049" y="0"/>
                    <a:pt x="3483" y="230"/>
                    <a:pt x="3120" y="704"/>
                  </a:cubicBezTo>
                  <a:cubicBezTo>
                    <a:pt x="1360" y="3410"/>
                    <a:pt x="991" y="6618"/>
                    <a:pt x="67" y="9575"/>
                  </a:cubicBezTo>
                  <a:cubicBezTo>
                    <a:pt x="1" y="10192"/>
                    <a:pt x="480" y="10743"/>
                    <a:pt x="1007" y="10743"/>
                  </a:cubicBezTo>
                  <a:cubicBezTo>
                    <a:pt x="1187" y="10743"/>
                    <a:pt x="1374" y="10678"/>
                    <a:pt x="1545" y="10529"/>
                  </a:cubicBezTo>
                  <a:cubicBezTo>
                    <a:pt x="4103" y="8126"/>
                    <a:pt x="7060" y="4770"/>
                    <a:pt x="6195" y="1103"/>
                  </a:cubicBezTo>
                  <a:cubicBezTo>
                    <a:pt x="5988" y="377"/>
                    <a:pt x="5305" y="0"/>
                    <a:pt x="4600"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0" name="Google Shape;2930;p53"/>
            <p:cNvSpPr/>
            <p:nvPr/>
          </p:nvSpPr>
          <p:spPr>
            <a:xfrm>
              <a:off x="6418200" y="686600"/>
              <a:ext cx="63050" cy="185775"/>
            </a:xfrm>
            <a:custGeom>
              <a:avLst/>
              <a:gdLst/>
              <a:ahLst/>
              <a:cxnLst/>
              <a:rect l="l" t="t" r="r" b="b"/>
              <a:pathLst>
                <a:path w="2522" h="7431" extrusionOk="0">
                  <a:moveTo>
                    <a:pt x="2215" y="0"/>
                  </a:moveTo>
                  <a:cubicBezTo>
                    <a:pt x="2091" y="0"/>
                    <a:pt x="1967" y="76"/>
                    <a:pt x="1967" y="228"/>
                  </a:cubicBezTo>
                  <a:cubicBezTo>
                    <a:pt x="1967" y="1921"/>
                    <a:pt x="1937" y="3621"/>
                    <a:pt x="1937" y="5314"/>
                  </a:cubicBezTo>
                  <a:cubicBezTo>
                    <a:pt x="1412" y="5188"/>
                    <a:pt x="828" y="5159"/>
                    <a:pt x="303" y="5063"/>
                  </a:cubicBezTo>
                  <a:cubicBezTo>
                    <a:pt x="295" y="5062"/>
                    <a:pt x="286" y="5061"/>
                    <a:pt x="278" y="5061"/>
                  </a:cubicBezTo>
                  <a:cubicBezTo>
                    <a:pt x="1" y="5061"/>
                    <a:pt x="9" y="5529"/>
                    <a:pt x="303" y="5558"/>
                  </a:cubicBezTo>
                  <a:cubicBezTo>
                    <a:pt x="673" y="5617"/>
                    <a:pt x="1072" y="5654"/>
                    <a:pt x="1479" y="5713"/>
                  </a:cubicBezTo>
                  <a:cubicBezTo>
                    <a:pt x="1412" y="5743"/>
                    <a:pt x="1383" y="5772"/>
                    <a:pt x="1324" y="5802"/>
                  </a:cubicBezTo>
                  <a:cubicBezTo>
                    <a:pt x="1013" y="5927"/>
                    <a:pt x="740" y="6053"/>
                    <a:pt x="429" y="6171"/>
                  </a:cubicBezTo>
                  <a:cubicBezTo>
                    <a:pt x="190" y="6304"/>
                    <a:pt x="337" y="6641"/>
                    <a:pt x="555" y="6641"/>
                  </a:cubicBezTo>
                  <a:cubicBezTo>
                    <a:pt x="593" y="6641"/>
                    <a:pt x="633" y="6630"/>
                    <a:pt x="673" y="6608"/>
                  </a:cubicBezTo>
                  <a:cubicBezTo>
                    <a:pt x="954" y="6482"/>
                    <a:pt x="1228" y="6356"/>
                    <a:pt x="1508" y="6238"/>
                  </a:cubicBezTo>
                  <a:cubicBezTo>
                    <a:pt x="1693" y="6171"/>
                    <a:pt x="1849" y="6053"/>
                    <a:pt x="2033" y="5987"/>
                  </a:cubicBezTo>
                  <a:lnTo>
                    <a:pt x="2033" y="5987"/>
                  </a:lnTo>
                  <a:cubicBezTo>
                    <a:pt x="1996" y="6356"/>
                    <a:pt x="1967" y="6763"/>
                    <a:pt x="1878" y="7132"/>
                  </a:cubicBezTo>
                  <a:cubicBezTo>
                    <a:pt x="1839" y="7313"/>
                    <a:pt x="1988" y="7431"/>
                    <a:pt x="2127" y="7431"/>
                  </a:cubicBezTo>
                  <a:cubicBezTo>
                    <a:pt x="2222" y="7431"/>
                    <a:pt x="2313" y="7376"/>
                    <a:pt x="2336" y="7251"/>
                  </a:cubicBezTo>
                  <a:cubicBezTo>
                    <a:pt x="2462" y="6763"/>
                    <a:pt x="2521" y="6208"/>
                    <a:pt x="2521" y="5684"/>
                  </a:cubicBezTo>
                  <a:cubicBezTo>
                    <a:pt x="2521" y="5558"/>
                    <a:pt x="2492" y="5499"/>
                    <a:pt x="2433" y="5469"/>
                  </a:cubicBezTo>
                  <a:cubicBezTo>
                    <a:pt x="2433" y="3710"/>
                    <a:pt x="2462" y="1987"/>
                    <a:pt x="2462" y="228"/>
                  </a:cubicBezTo>
                  <a:cubicBezTo>
                    <a:pt x="2462" y="76"/>
                    <a:pt x="2338" y="0"/>
                    <a:pt x="2215"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1" name="Google Shape;2931;p53"/>
            <p:cNvSpPr/>
            <p:nvPr/>
          </p:nvSpPr>
          <p:spPr>
            <a:xfrm>
              <a:off x="6169325" y="405800"/>
              <a:ext cx="643850" cy="374425"/>
            </a:xfrm>
            <a:custGeom>
              <a:avLst/>
              <a:gdLst/>
              <a:ahLst/>
              <a:cxnLst/>
              <a:rect l="l" t="t" r="r" b="b"/>
              <a:pathLst>
                <a:path w="25754" h="14977" extrusionOk="0">
                  <a:moveTo>
                    <a:pt x="25480" y="1"/>
                  </a:moveTo>
                  <a:lnTo>
                    <a:pt x="25480" y="1"/>
                  </a:lnTo>
                  <a:cubicBezTo>
                    <a:pt x="22580" y="335"/>
                    <a:pt x="19679" y="811"/>
                    <a:pt x="16757" y="811"/>
                  </a:cubicBezTo>
                  <a:cubicBezTo>
                    <a:pt x="15612" y="811"/>
                    <a:pt x="14464" y="738"/>
                    <a:pt x="13312" y="555"/>
                  </a:cubicBezTo>
                  <a:cubicBezTo>
                    <a:pt x="12816" y="496"/>
                    <a:pt x="12321" y="466"/>
                    <a:pt x="11892" y="437"/>
                  </a:cubicBezTo>
                  <a:cubicBezTo>
                    <a:pt x="11321" y="304"/>
                    <a:pt x="10729" y="240"/>
                    <a:pt x="10129" y="240"/>
                  </a:cubicBezTo>
                  <a:cubicBezTo>
                    <a:pt x="5296" y="240"/>
                    <a:pt x="1" y="4370"/>
                    <a:pt x="1698" y="9552"/>
                  </a:cubicBezTo>
                  <a:cubicBezTo>
                    <a:pt x="2067" y="10476"/>
                    <a:pt x="2622" y="11275"/>
                    <a:pt x="3331" y="11984"/>
                  </a:cubicBezTo>
                  <a:cubicBezTo>
                    <a:pt x="4071" y="12694"/>
                    <a:pt x="4928" y="13278"/>
                    <a:pt x="5889" y="13744"/>
                  </a:cubicBezTo>
                  <a:cubicBezTo>
                    <a:pt x="6377" y="13988"/>
                    <a:pt x="6873" y="14173"/>
                    <a:pt x="7397" y="14358"/>
                  </a:cubicBezTo>
                  <a:cubicBezTo>
                    <a:pt x="8573" y="14781"/>
                    <a:pt x="9754" y="14976"/>
                    <a:pt x="10913" y="14976"/>
                  </a:cubicBezTo>
                  <a:cubicBezTo>
                    <a:pt x="13638" y="14976"/>
                    <a:pt x="16236" y="13897"/>
                    <a:pt x="18331" y="12169"/>
                  </a:cubicBezTo>
                  <a:cubicBezTo>
                    <a:pt x="18760" y="11829"/>
                    <a:pt x="19196" y="11430"/>
                    <a:pt x="19566" y="11031"/>
                  </a:cubicBezTo>
                  <a:cubicBezTo>
                    <a:pt x="22117" y="7889"/>
                    <a:pt x="25754" y="4281"/>
                    <a:pt x="25480"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2" name="Google Shape;2932;p53"/>
            <p:cNvSpPr/>
            <p:nvPr/>
          </p:nvSpPr>
          <p:spPr>
            <a:xfrm>
              <a:off x="6351850" y="533725"/>
              <a:ext cx="406200" cy="246525"/>
            </a:xfrm>
            <a:custGeom>
              <a:avLst/>
              <a:gdLst/>
              <a:ahLst/>
              <a:cxnLst/>
              <a:rect l="l" t="t" r="r" b="b"/>
              <a:pathLst>
                <a:path w="16248" h="9861" extrusionOk="0">
                  <a:moveTo>
                    <a:pt x="15623" y="0"/>
                  </a:moveTo>
                  <a:cubicBezTo>
                    <a:pt x="15151" y="0"/>
                    <a:pt x="14522" y="352"/>
                    <a:pt x="14172" y="613"/>
                  </a:cubicBezTo>
                  <a:cubicBezTo>
                    <a:pt x="12905" y="1566"/>
                    <a:pt x="11546" y="1867"/>
                    <a:pt x="10103" y="1867"/>
                  </a:cubicBezTo>
                  <a:cubicBezTo>
                    <a:pt x="9542" y="1867"/>
                    <a:pt x="8969" y="1822"/>
                    <a:pt x="8384" y="1752"/>
                  </a:cubicBezTo>
                  <a:cubicBezTo>
                    <a:pt x="7835" y="1685"/>
                    <a:pt x="7280" y="1651"/>
                    <a:pt x="6725" y="1651"/>
                  </a:cubicBezTo>
                  <a:cubicBezTo>
                    <a:pt x="5746" y="1651"/>
                    <a:pt x="4766" y="1756"/>
                    <a:pt x="3822" y="1973"/>
                  </a:cubicBezTo>
                  <a:cubicBezTo>
                    <a:pt x="2063" y="2617"/>
                    <a:pt x="555" y="3822"/>
                    <a:pt x="252" y="5818"/>
                  </a:cubicBezTo>
                  <a:cubicBezTo>
                    <a:pt x="0" y="7481"/>
                    <a:pt x="836" y="8841"/>
                    <a:pt x="2033" y="9736"/>
                  </a:cubicBezTo>
                  <a:cubicBezTo>
                    <a:pt x="2568" y="9820"/>
                    <a:pt x="3099" y="9860"/>
                    <a:pt x="3626" y="9860"/>
                  </a:cubicBezTo>
                  <a:cubicBezTo>
                    <a:pt x="6350" y="9860"/>
                    <a:pt x="8937" y="8781"/>
                    <a:pt x="11030" y="7052"/>
                  </a:cubicBezTo>
                  <a:cubicBezTo>
                    <a:pt x="11459" y="6712"/>
                    <a:pt x="11895" y="6313"/>
                    <a:pt x="12265" y="5914"/>
                  </a:cubicBezTo>
                  <a:cubicBezTo>
                    <a:pt x="13522" y="4376"/>
                    <a:pt x="15067" y="2713"/>
                    <a:pt x="16235" y="894"/>
                  </a:cubicBezTo>
                  <a:lnTo>
                    <a:pt x="16235" y="798"/>
                  </a:lnTo>
                  <a:cubicBezTo>
                    <a:pt x="16248" y="202"/>
                    <a:pt x="15980" y="0"/>
                    <a:pt x="15623"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3" name="Google Shape;2933;p53"/>
            <p:cNvSpPr/>
            <p:nvPr/>
          </p:nvSpPr>
          <p:spPr>
            <a:xfrm>
              <a:off x="6256475" y="658275"/>
              <a:ext cx="33100" cy="31775"/>
            </a:xfrm>
            <a:custGeom>
              <a:avLst/>
              <a:gdLst/>
              <a:ahLst/>
              <a:cxnLst/>
              <a:rect l="l" t="t" r="r" b="b"/>
              <a:pathLst>
                <a:path w="1324" h="1271" extrusionOk="0">
                  <a:moveTo>
                    <a:pt x="662" y="0"/>
                  </a:moveTo>
                  <a:cubicBezTo>
                    <a:pt x="331" y="0"/>
                    <a:pt x="1" y="207"/>
                    <a:pt x="1" y="621"/>
                  </a:cubicBezTo>
                  <a:cubicBezTo>
                    <a:pt x="1" y="1054"/>
                    <a:pt x="331" y="1270"/>
                    <a:pt x="662" y="1270"/>
                  </a:cubicBezTo>
                  <a:cubicBezTo>
                    <a:pt x="993" y="1270"/>
                    <a:pt x="1324" y="1054"/>
                    <a:pt x="1324" y="621"/>
                  </a:cubicBezTo>
                  <a:cubicBezTo>
                    <a:pt x="1324" y="207"/>
                    <a:pt x="993" y="0"/>
                    <a:pt x="662"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4" name="Google Shape;2934;p53"/>
            <p:cNvSpPr/>
            <p:nvPr/>
          </p:nvSpPr>
          <p:spPr>
            <a:xfrm rot="232915">
              <a:off x="6277923" y="705576"/>
              <a:ext cx="50100" cy="78350"/>
            </a:xfrm>
            <a:custGeom>
              <a:avLst/>
              <a:gdLst/>
              <a:ahLst/>
              <a:cxnLst/>
              <a:rect l="l" t="t" r="r" b="b"/>
              <a:pathLst>
                <a:path w="2004" h="3134" extrusionOk="0">
                  <a:moveTo>
                    <a:pt x="1175" y="1"/>
                  </a:moveTo>
                  <a:cubicBezTo>
                    <a:pt x="751" y="1"/>
                    <a:pt x="269" y="206"/>
                    <a:pt x="126" y="548"/>
                  </a:cubicBezTo>
                  <a:cubicBezTo>
                    <a:pt x="0" y="918"/>
                    <a:pt x="0" y="1317"/>
                    <a:pt x="96" y="1627"/>
                  </a:cubicBezTo>
                  <a:cubicBezTo>
                    <a:pt x="126" y="1842"/>
                    <a:pt x="215" y="1997"/>
                    <a:pt x="311" y="2182"/>
                  </a:cubicBezTo>
                  <a:cubicBezTo>
                    <a:pt x="436" y="2396"/>
                    <a:pt x="525" y="2640"/>
                    <a:pt x="651" y="2825"/>
                  </a:cubicBezTo>
                  <a:cubicBezTo>
                    <a:pt x="743" y="2923"/>
                    <a:pt x="934" y="3134"/>
                    <a:pt x="1144" y="3134"/>
                  </a:cubicBezTo>
                  <a:cubicBezTo>
                    <a:pt x="1203" y="3134"/>
                    <a:pt x="1263" y="3117"/>
                    <a:pt x="1324" y="3076"/>
                  </a:cubicBezTo>
                  <a:cubicBezTo>
                    <a:pt x="1479" y="2980"/>
                    <a:pt x="1479" y="2795"/>
                    <a:pt x="1508" y="2677"/>
                  </a:cubicBezTo>
                  <a:cubicBezTo>
                    <a:pt x="1575" y="2396"/>
                    <a:pt x="1693" y="1812"/>
                    <a:pt x="1693" y="1812"/>
                  </a:cubicBezTo>
                  <a:cubicBezTo>
                    <a:pt x="1730" y="1686"/>
                    <a:pt x="1760" y="1568"/>
                    <a:pt x="1789" y="1442"/>
                  </a:cubicBezTo>
                  <a:cubicBezTo>
                    <a:pt x="1878" y="1102"/>
                    <a:pt x="2004" y="644"/>
                    <a:pt x="1848" y="334"/>
                  </a:cubicBezTo>
                  <a:cubicBezTo>
                    <a:pt x="1747" y="104"/>
                    <a:pt x="1476" y="1"/>
                    <a:pt x="1175"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5" name="Google Shape;2935;p53"/>
            <p:cNvSpPr/>
            <p:nvPr/>
          </p:nvSpPr>
          <p:spPr>
            <a:xfrm>
              <a:off x="6301750" y="615775"/>
              <a:ext cx="46650" cy="29000"/>
            </a:xfrm>
            <a:custGeom>
              <a:avLst/>
              <a:gdLst/>
              <a:ahLst/>
              <a:cxnLst/>
              <a:rect l="l" t="t" r="r" b="b"/>
              <a:pathLst>
                <a:path w="1866" h="1160" extrusionOk="0">
                  <a:moveTo>
                    <a:pt x="1600" y="0"/>
                  </a:moveTo>
                  <a:cubicBezTo>
                    <a:pt x="1417" y="0"/>
                    <a:pt x="1182" y="71"/>
                    <a:pt x="1080" y="103"/>
                  </a:cubicBezTo>
                  <a:cubicBezTo>
                    <a:pt x="740" y="259"/>
                    <a:pt x="252" y="540"/>
                    <a:pt x="38" y="909"/>
                  </a:cubicBezTo>
                  <a:lnTo>
                    <a:pt x="38" y="968"/>
                  </a:lnTo>
                  <a:cubicBezTo>
                    <a:pt x="1" y="968"/>
                    <a:pt x="1" y="998"/>
                    <a:pt x="38" y="998"/>
                  </a:cubicBezTo>
                  <a:cubicBezTo>
                    <a:pt x="89" y="1116"/>
                    <a:pt x="194" y="1159"/>
                    <a:pt x="321" y="1159"/>
                  </a:cubicBezTo>
                  <a:cubicBezTo>
                    <a:pt x="561" y="1159"/>
                    <a:pt x="882" y="1006"/>
                    <a:pt x="1080" y="909"/>
                  </a:cubicBezTo>
                  <a:cubicBezTo>
                    <a:pt x="1332" y="784"/>
                    <a:pt x="1790" y="503"/>
                    <a:pt x="1849" y="200"/>
                  </a:cubicBezTo>
                  <a:cubicBezTo>
                    <a:pt x="1866" y="47"/>
                    <a:pt x="1750" y="0"/>
                    <a:pt x="1600"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6" name="Google Shape;2936;p53"/>
            <p:cNvSpPr/>
            <p:nvPr/>
          </p:nvSpPr>
          <p:spPr>
            <a:xfrm>
              <a:off x="6307300" y="596975"/>
              <a:ext cx="36450" cy="20525"/>
            </a:xfrm>
            <a:custGeom>
              <a:avLst/>
              <a:gdLst/>
              <a:ahLst/>
              <a:cxnLst/>
              <a:rect l="l" t="t" r="r" b="b"/>
              <a:pathLst>
                <a:path w="1458" h="821" extrusionOk="0">
                  <a:moveTo>
                    <a:pt x="1335" y="0"/>
                  </a:moveTo>
                  <a:cubicBezTo>
                    <a:pt x="1236" y="0"/>
                    <a:pt x="1099" y="40"/>
                    <a:pt x="1043" y="57"/>
                  </a:cubicBezTo>
                  <a:cubicBezTo>
                    <a:pt x="673" y="183"/>
                    <a:pt x="304" y="368"/>
                    <a:pt x="30" y="671"/>
                  </a:cubicBezTo>
                  <a:cubicBezTo>
                    <a:pt x="1" y="700"/>
                    <a:pt x="1" y="700"/>
                    <a:pt x="1" y="737"/>
                  </a:cubicBezTo>
                  <a:lnTo>
                    <a:pt x="1" y="767"/>
                  </a:lnTo>
                  <a:cubicBezTo>
                    <a:pt x="46" y="805"/>
                    <a:pt x="109" y="820"/>
                    <a:pt x="182" y="820"/>
                  </a:cubicBezTo>
                  <a:cubicBezTo>
                    <a:pt x="409" y="820"/>
                    <a:pt x="735" y="671"/>
                    <a:pt x="925" y="582"/>
                  </a:cubicBezTo>
                  <a:cubicBezTo>
                    <a:pt x="1043" y="515"/>
                    <a:pt x="1442" y="301"/>
                    <a:pt x="1442" y="87"/>
                  </a:cubicBezTo>
                  <a:cubicBezTo>
                    <a:pt x="1458" y="21"/>
                    <a:pt x="1407" y="0"/>
                    <a:pt x="1335"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37" name="Google Shape;2937;p53"/>
            <p:cNvSpPr/>
            <p:nvPr/>
          </p:nvSpPr>
          <p:spPr>
            <a:xfrm>
              <a:off x="6307300" y="640200"/>
              <a:ext cx="40700" cy="20000"/>
            </a:xfrm>
            <a:custGeom>
              <a:avLst/>
              <a:gdLst/>
              <a:ahLst/>
              <a:cxnLst/>
              <a:rect l="l" t="t" r="r" b="b"/>
              <a:pathLst>
                <a:path w="1628" h="800" extrusionOk="0">
                  <a:moveTo>
                    <a:pt x="1256" y="0"/>
                  </a:moveTo>
                  <a:cubicBezTo>
                    <a:pt x="1014" y="0"/>
                    <a:pt x="686" y="181"/>
                    <a:pt x="400" y="361"/>
                  </a:cubicBezTo>
                  <a:cubicBezTo>
                    <a:pt x="245" y="420"/>
                    <a:pt x="1" y="575"/>
                    <a:pt x="30" y="701"/>
                  </a:cubicBezTo>
                  <a:cubicBezTo>
                    <a:pt x="47" y="772"/>
                    <a:pt x="117" y="799"/>
                    <a:pt x="212" y="799"/>
                  </a:cubicBezTo>
                  <a:cubicBezTo>
                    <a:pt x="444" y="799"/>
                    <a:pt x="832" y="635"/>
                    <a:pt x="984" y="546"/>
                  </a:cubicBezTo>
                  <a:cubicBezTo>
                    <a:pt x="1169" y="450"/>
                    <a:pt x="1627" y="117"/>
                    <a:pt x="1383" y="21"/>
                  </a:cubicBezTo>
                  <a:cubicBezTo>
                    <a:pt x="1344" y="7"/>
                    <a:pt x="1302" y="0"/>
                    <a:pt x="1256"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38" name="Google Shape;2938;p53"/>
            <p:cNvGrpSpPr/>
            <p:nvPr/>
          </p:nvGrpSpPr>
          <p:grpSpPr>
            <a:xfrm flipH="1">
              <a:off x="6515782" y="512922"/>
              <a:ext cx="248068" cy="201860"/>
              <a:chOff x="1808700" y="965100"/>
              <a:chExt cx="262450" cy="208275"/>
            </a:xfrm>
          </p:grpSpPr>
          <p:sp>
            <p:nvSpPr>
              <p:cNvPr id="2939" name="Google Shape;2939;p53"/>
              <p:cNvSpPr/>
              <p:nvPr/>
            </p:nvSpPr>
            <p:spPr>
              <a:xfrm flipH="1">
                <a:off x="1808700" y="965100"/>
                <a:ext cx="262450" cy="105075"/>
              </a:xfrm>
              <a:custGeom>
                <a:avLst/>
                <a:gdLst/>
                <a:ahLst/>
                <a:cxnLst/>
                <a:rect l="l" t="t" r="r" b="b"/>
                <a:pathLst>
                  <a:path w="10498" h="4203" extrusionOk="0">
                    <a:moveTo>
                      <a:pt x="5545" y="1"/>
                    </a:moveTo>
                    <a:cubicBezTo>
                      <a:pt x="4604" y="1"/>
                      <a:pt x="3667" y="67"/>
                      <a:pt x="2735" y="139"/>
                    </a:cubicBezTo>
                    <a:cubicBezTo>
                      <a:pt x="2307" y="723"/>
                      <a:pt x="1811" y="1248"/>
                      <a:pt x="1294" y="1617"/>
                    </a:cubicBezTo>
                    <a:cubicBezTo>
                      <a:pt x="858" y="1921"/>
                      <a:pt x="429" y="2172"/>
                      <a:pt x="0" y="2386"/>
                    </a:cubicBezTo>
                    <a:cubicBezTo>
                      <a:pt x="1897" y="3327"/>
                      <a:pt x="4096" y="4203"/>
                      <a:pt x="6190" y="4203"/>
                    </a:cubicBezTo>
                    <a:cubicBezTo>
                      <a:pt x="7321" y="4203"/>
                      <a:pt x="8420" y="3948"/>
                      <a:pt x="9426" y="3310"/>
                    </a:cubicBezTo>
                    <a:cubicBezTo>
                      <a:pt x="10498" y="2571"/>
                      <a:pt x="10069" y="782"/>
                      <a:pt x="8805" y="353"/>
                    </a:cubicBezTo>
                    <a:cubicBezTo>
                      <a:pt x="7717" y="88"/>
                      <a:pt x="6629" y="1"/>
                      <a:pt x="5545"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0" name="Google Shape;2940;p53"/>
              <p:cNvSpPr/>
              <p:nvPr/>
            </p:nvSpPr>
            <p:spPr>
              <a:xfrm flipH="1">
                <a:off x="1832700" y="980025"/>
                <a:ext cx="236975" cy="193350"/>
              </a:xfrm>
              <a:custGeom>
                <a:avLst/>
                <a:gdLst/>
                <a:ahLst/>
                <a:cxnLst/>
                <a:rect l="l" t="t" r="r" b="b"/>
                <a:pathLst>
                  <a:path w="9479" h="7734" extrusionOk="0">
                    <a:moveTo>
                      <a:pt x="2307" y="0"/>
                    </a:moveTo>
                    <a:cubicBezTo>
                      <a:pt x="2004" y="399"/>
                      <a:pt x="1634" y="739"/>
                      <a:pt x="1235" y="1020"/>
                    </a:cubicBezTo>
                    <a:cubicBezTo>
                      <a:pt x="828" y="1294"/>
                      <a:pt x="399" y="1545"/>
                      <a:pt x="0" y="1760"/>
                    </a:cubicBezTo>
                    <a:cubicBezTo>
                      <a:pt x="1634" y="4650"/>
                      <a:pt x="3911" y="7548"/>
                      <a:pt x="7297" y="7733"/>
                    </a:cubicBezTo>
                    <a:cubicBezTo>
                      <a:pt x="7308" y="7733"/>
                      <a:pt x="7319" y="7733"/>
                      <a:pt x="7331" y="7733"/>
                    </a:cubicBezTo>
                    <a:cubicBezTo>
                      <a:pt x="8728" y="7733"/>
                      <a:pt x="9479" y="5905"/>
                      <a:pt x="8657" y="4746"/>
                    </a:cubicBezTo>
                    <a:cubicBezTo>
                      <a:pt x="6898" y="2684"/>
                      <a:pt x="4562" y="1390"/>
                      <a:pt x="2307"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41" name="Google Shape;2941;p53"/>
            <p:cNvSpPr/>
            <p:nvPr/>
          </p:nvSpPr>
          <p:spPr>
            <a:xfrm>
              <a:off x="6498975" y="686588"/>
              <a:ext cx="63225" cy="185800"/>
            </a:xfrm>
            <a:custGeom>
              <a:avLst/>
              <a:gdLst/>
              <a:ahLst/>
              <a:cxnLst/>
              <a:rect l="l" t="t" r="r" b="b"/>
              <a:pathLst>
                <a:path w="2529" h="7432" extrusionOk="0">
                  <a:moveTo>
                    <a:pt x="2218" y="1"/>
                  </a:moveTo>
                  <a:cubicBezTo>
                    <a:pt x="2096" y="1"/>
                    <a:pt x="1974" y="77"/>
                    <a:pt x="1974" y="228"/>
                  </a:cubicBezTo>
                  <a:cubicBezTo>
                    <a:pt x="1974" y="1921"/>
                    <a:pt x="1944" y="3621"/>
                    <a:pt x="1944" y="5314"/>
                  </a:cubicBezTo>
                  <a:cubicBezTo>
                    <a:pt x="1390" y="5189"/>
                    <a:pt x="835" y="5159"/>
                    <a:pt x="311" y="5063"/>
                  </a:cubicBezTo>
                  <a:cubicBezTo>
                    <a:pt x="302" y="5062"/>
                    <a:pt x="293" y="5062"/>
                    <a:pt x="284" y="5062"/>
                  </a:cubicBezTo>
                  <a:cubicBezTo>
                    <a:pt x="0" y="5062"/>
                    <a:pt x="9" y="5530"/>
                    <a:pt x="311" y="5558"/>
                  </a:cubicBezTo>
                  <a:cubicBezTo>
                    <a:pt x="680" y="5618"/>
                    <a:pt x="1079" y="5654"/>
                    <a:pt x="1479" y="5714"/>
                  </a:cubicBezTo>
                  <a:cubicBezTo>
                    <a:pt x="1419" y="5743"/>
                    <a:pt x="1353" y="5773"/>
                    <a:pt x="1323" y="5802"/>
                  </a:cubicBezTo>
                  <a:cubicBezTo>
                    <a:pt x="1020" y="5928"/>
                    <a:pt x="710" y="6054"/>
                    <a:pt x="429" y="6172"/>
                  </a:cubicBezTo>
                  <a:cubicBezTo>
                    <a:pt x="196" y="6304"/>
                    <a:pt x="339" y="6641"/>
                    <a:pt x="560" y="6641"/>
                  </a:cubicBezTo>
                  <a:cubicBezTo>
                    <a:pt x="598" y="6641"/>
                    <a:pt x="639" y="6631"/>
                    <a:pt x="680" y="6608"/>
                  </a:cubicBezTo>
                  <a:cubicBezTo>
                    <a:pt x="954" y="6482"/>
                    <a:pt x="1235" y="6357"/>
                    <a:pt x="1508" y="6239"/>
                  </a:cubicBezTo>
                  <a:cubicBezTo>
                    <a:pt x="1663" y="6172"/>
                    <a:pt x="1848" y="6054"/>
                    <a:pt x="2033" y="5987"/>
                  </a:cubicBezTo>
                  <a:lnTo>
                    <a:pt x="2033" y="5987"/>
                  </a:lnTo>
                  <a:cubicBezTo>
                    <a:pt x="2003" y="6357"/>
                    <a:pt x="1944" y="6763"/>
                    <a:pt x="1878" y="7133"/>
                  </a:cubicBezTo>
                  <a:cubicBezTo>
                    <a:pt x="1843" y="7314"/>
                    <a:pt x="1991" y="7431"/>
                    <a:pt x="2131" y="7431"/>
                  </a:cubicBezTo>
                  <a:cubicBezTo>
                    <a:pt x="2226" y="7431"/>
                    <a:pt x="2317" y="7377"/>
                    <a:pt x="2344" y="7251"/>
                  </a:cubicBezTo>
                  <a:cubicBezTo>
                    <a:pt x="2462" y="6763"/>
                    <a:pt x="2528" y="6209"/>
                    <a:pt x="2528" y="5684"/>
                  </a:cubicBezTo>
                  <a:cubicBezTo>
                    <a:pt x="2528" y="5558"/>
                    <a:pt x="2499" y="5499"/>
                    <a:pt x="2403" y="5470"/>
                  </a:cubicBezTo>
                  <a:cubicBezTo>
                    <a:pt x="2432" y="3710"/>
                    <a:pt x="2462" y="1988"/>
                    <a:pt x="2462" y="228"/>
                  </a:cubicBezTo>
                  <a:cubicBezTo>
                    <a:pt x="2462" y="77"/>
                    <a:pt x="2340" y="1"/>
                    <a:pt x="2218"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42" name="Google Shape;2942;p53"/>
            <p:cNvGrpSpPr/>
            <p:nvPr/>
          </p:nvGrpSpPr>
          <p:grpSpPr>
            <a:xfrm flipH="1">
              <a:off x="6515782" y="512922"/>
              <a:ext cx="248068" cy="201860"/>
              <a:chOff x="1808700" y="965100"/>
              <a:chExt cx="262450" cy="208275"/>
            </a:xfrm>
          </p:grpSpPr>
          <p:sp>
            <p:nvSpPr>
              <p:cNvPr id="2943" name="Google Shape;2943;p53"/>
              <p:cNvSpPr/>
              <p:nvPr/>
            </p:nvSpPr>
            <p:spPr>
              <a:xfrm flipH="1">
                <a:off x="1808700" y="965100"/>
                <a:ext cx="262450" cy="105075"/>
              </a:xfrm>
              <a:custGeom>
                <a:avLst/>
                <a:gdLst/>
                <a:ahLst/>
                <a:cxnLst/>
                <a:rect l="l" t="t" r="r" b="b"/>
                <a:pathLst>
                  <a:path w="10498" h="4203" extrusionOk="0">
                    <a:moveTo>
                      <a:pt x="5545" y="1"/>
                    </a:moveTo>
                    <a:cubicBezTo>
                      <a:pt x="4604" y="1"/>
                      <a:pt x="3667" y="67"/>
                      <a:pt x="2735" y="139"/>
                    </a:cubicBezTo>
                    <a:cubicBezTo>
                      <a:pt x="2307" y="723"/>
                      <a:pt x="1811" y="1248"/>
                      <a:pt x="1294" y="1617"/>
                    </a:cubicBezTo>
                    <a:cubicBezTo>
                      <a:pt x="858" y="1921"/>
                      <a:pt x="429" y="2172"/>
                      <a:pt x="0" y="2386"/>
                    </a:cubicBezTo>
                    <a:cubicBezTo>
                      <a:pt x="1897" y="3327"/>
                      <a:pt x="4096" y="4203"/>
                      <a:pt x="6190" y="4203"/>
                    </a:cubicBezTo>
                    <a:cubicBezTo>
                      <a:pt x="7321" y="4203"/>
                      <a:pt x="8420" y="3948"/>
                      <a:pt x="9426" y="3310"/>
                    </a:cubicBezTo>
                    <a:cubicBezTo>
                      <a:pt x="10498" y="2571"/>
                      <a:pt x="10069" y="782"/>
                      <a:pt x="8805" y="353"/>
                    </a:cubicBezTo>
                    <a:cubicBezTo>
                      <a:pt x="7717" y="88"/>
                      <a:pt x="6629" y="1"/>
                      <a:pt x="5545" y="1"/>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44" name="Google Shape;2944;p53"/>
              <p:cNvSpPr/>
              <p:nvPr/>
            </p:nvSpPr>
            <p:spPr>
              <a:xfrm flipH="1">
                <a:off x="1832700" y="980025"/>
                <a:ext cx="236975" cy="193350"/>
              </a:xfrm>
              <a:custGeom>
                <a:avLst/>
                <a:gdLst/>
                <a:ahLst/>
                <a:cxnLst/>
                <a:rect l="l" t="t" r="r" b="b"/>
                <a:pathLst>
                  <a:path w="9479" h="7734" extrusionOk="0">
                    <a:moveTo>
                      <a:pt x="2307" y="0"/>
                    </a:moveTo>
                    <a:cubicBezTo>
                      <a:pt x="2004" y="399"/>
                      <a:pt x="1634" y="739"/>
                      <a:pt x="1235" y="1020"/>
                    </a:cubicBezTo>
                    <a:cubicBezTo>
                      <a:pt x="828" y="1294"/>
                      <a:pt x="399" y="1545"/>
                      <a:pt x="0" y="1760"/>
                    </a:cubicBezTo>
                    <a:cubicBezTo>
                      <a:pt x="1634" y="4650"/>
                      <a:pt x="3911" y="7548"/>
                      <a:pt x="7297" y="7733"/>
                    </a:cubicBezTo>
                    <a:cubicBezTo>
                      <a:pt x="7308" y="7733"/>
                      <a:pt x="7319" y="7733"/>
                      <a:pt x="7331" y="7733"/>
                    </a:cubicBezTo>
                    <a:cubicBezTo>
                      <a:pt x="8728" y="7733"/>
                      <a:pt x="9479" y="5905"/>
                      <a:pt x="8657" y="4746"/>
                    </a:cubicBezTo>
                    <a:cubicBezTo>
                      <a:pt x="6898" y="2684"/>
                      <a:pt x="4562" y="1390"/>
                      <a:pt x="2307"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945" name="Google Shape;2945;p53"/>
            <p:cNvSpPr/>
            <p:nvPr/>
          </p:nvSpPr>
          <p:spPr>
            <a:xfrm>
              <a:off x="6506725" y="512825"/>
              <a:ext cx="286500" cy="162250"/>
            </a:xfrm>
            <a:custGeom>
              <a:avLst/>
              <a:gdLst/>
              <a:ahLst/>
              <a:cxnLst/>
              <a:rect l="l" t="t" r="r" b="b"/>
              <a:pathLst>
                <a:path w="11460" h="6490" extrusionOk="0">
                  <a:moveTo>
                    <a:pt x="2433" y="0"/>
                  </a:moveTo>
                  <a:cubicBezTo>
                    <a:pt x="2034" y="525"/>
                    <a:pt x="1568" y="1020"/>
                    <a:pt x="1080" y="1360"/>
                  </a:cubicBezTo>
                  <a:cubicBezTo>
                    <a:pt x="710" y="1604"/>
                    <a:pt x="341" y="1819"/>
                    <a:pt x="1" y="2033"/>
                  </a:cubicBezTo>
                  <a:cubicBezTo>
                    <a:pt x="2297" y="4442"/>
                    <a:pt x="4688" y="6489"/>
                    <a:pt x="7863" y="6489"/>
                  </a:cubicBezTo>
                  <a:cubicBezTo>
                    <a:pt x="8429" y="6489"/>
                    <a:pt x="9021" y="6424"/>
                    <a:pt x="9641" y="6284"/>
                  </a:cubicBezTo>
                  <a:cubicBezTo>
                    <a:pt x="11208" y="5855"/>
                    <a:pt x="11459" y="3608"/>
                    <a:pt x="10166" y="2588"/>
                  </a:cubicBezTo>
                  <a:cubicBezTo>
                    <a:pt x="7482" y="806"/>
                    <a:pt x="5360" y="806"/>
                    <a:pt x="2433"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79" name="Google Shape;2879;p53"/>
          <p:cNvGrpSpPr/>
          <p:nvPr/>
        </p:nvGrpSpPr>
        <p:grpSpPr>
          <a:xfrm>
            <a:off x="1660496" y="0"/>
            <a:ext cx="5736737" cy="6072061"/>
            <a:chOff x="1931550" y="838350"/>
            <a:chExt cx="5280900" cy="4305100"/>
          </a:xfrm>
        </p:grpSpPr>
        <p:grpSp>
          <p:nvGrpSpPr>
            <p:cNvPr id="2880" name="Google Shape;2880;p53"/>
            <p:cNvGrpSpPr/>
            <p:nvPr/>
          </p:nvGrpSpPr>
          <p:grpSpPr>
            <a:xfrm>
              <a:off x="2088500" y="838350"/>
              <a:ext cx="4967400" cy="139800"/>
              <a:chOff x="2088975" y="850175"/>
              <a:chExt cx="4967400" cy="139800"/>
            </a:xfrm>
          </p:grpSpPr>
          <p:cxnSp>
            <p:nvCxnSpPr>
              <p:cNvPr id="2881" name="Google Shape;2881;p53"/>
              <p:cNvCxnSpPr/>
              <p:nvPr/>
            </p:nvCxnSpPr>
            <p:spPr>
              <a:xfrm>
                <a:off x="2088975" y="856250"/>
                <a:ext cx="4967400" cy="0"/>
              </a:xfrm>
              <a:prstGeom prst="straightConnector1">
                <a:avLst/>
              </a:prstGeom>
              <a:noFill/>
              <a:ln w="19050" cap="flat" cmpd="sng">
                <a:solidFill>
                  <a:schemeClr val="accent2"/>
                </a:solidFill>
                <a:prstDash val="solid"/>
                <a:round/>
                <a:headEnd type="none" w="med" len="med"/>
                <a:tailEnd type="none" w="med" len="med"/>
              </a:ln>
            </p:spPr>
          </p:cxnSp>
          <p:cxnSp>
            <p:nvCxnSpPr>
              <p:cNvPr id="2882" name="Google Shape;2882;p53"/>
              <p:cNvCxnSpPr/>
              <p:nvPr/>
            </p:nvCxnSpPr>
            <p:spPr>
              <a:xfrm>
                <a:off x="2301525" y="850175"/>
                <a:ext cx="0" cy="139800"/>
              </a:xfrm>
              <a:prstGeom prst="straightConnector1">
                <a:avLst/>
              </a:prstGeom>
              <a:noFill/>
              <a:ln w="19050" cap="flat" cmpd="sng">
                <a:solidFill>
                  <a:schemeClr val="accent2"/>
                </a:solidFill>
                <a:prstDash val="solid"/>
                <a:round/>
                <a:headEnd type="none" w="med" len="med"/>
                <a:tailEnd type="none" w="med" len="med"/>
              </a:ln>
            </p:spPr>
          </p:cxnSp>
          <p:cxnSp>
            <p:nvCxnSpPr>
              <p:cNvPr id="2883" name="Google Shape;2883;p53"/>
              <p:cNvCxnSpPr/>
              <p:nvPr/>
            </p:nvCxnSpPr>
            <p:spPr>
              <a:xfrm>
                <a:off x="2857175" y="850175"/>
                <a:ext cx="0" cy="139800"/>
              </a:xfrm>
              <a:prstGeom prst="straightConnector1">
                <a:avLst/>
              </a:prstGeom>
              <a:noFill/>
              <a:ln w="19050" cap="flat" cmpd="sng">
                <a:solidFill>
                  <a:schemeClr val="accent2"/>
                </a:solidFill>
                <a:prstDash val="solid"/>
                <a:round/>
                <a:headEnd type="none" w="med" len="med"/>
                <a:tailEnd type="none" w="med" len="med"/>
              </a:ln>
            </p:spPr>
          </p:cxnSp>
          <p:cxnSp>
            <p:nvCxnSpPr>
              <p:cNvPr id="2884" name="Google Shape;2884;p53"/>
              <p:cNvCxnSpPr/>
              <p:nvPr/>
            </p:nvCxnSpPr>
            <p:spPr>
              <a:xfrm>
                <a:off x="3412775" y="850175"/>
                <a:ext cx="0" cy="139800"/>
              </a:xfrm>
              <a:prstGeom prst="straightConnector1">
                <a:avLst/>
              </a:prstGeom>
              <a:noFill/>
              <a:ln w="19050" cap="flat" cmpd="sng">
                <a:solidFill>
                  <a:schemeClr val="accent2"/>
                </a:solidFill>
                <a:prstDash val="solid"/>
                <a:round/>
                <a:headEnd type="none" w="med" len="med"/>
                <a:tailEnd type="none" w="med" len="med"/>
              </a:ln>
            </p:spPr>
          </p:cxnSp>
          <p:cxnSp>
            <p:nvCxnSpPr>
              <p:cNvPr id="2885" name="Google Shape;2885;p53"/>
              <p:cNvCxnSpPr/>
              <p:nvPr/>
            </p:nvCxnSpPr>
            <p:spPr>
              <a:xfrm>
                <a:off x="3968375" y="850175"/>
                <a:ext cx="0" cy="139800"/>
              </a:xfrm>
              <a:prstGeom prst="straightConnector1">
                <a:avLst/>
              </a:prstGeom>
              <a:noFill/>
              <a:ln w="19050" cap="flat" cmpd="sng">
                <a:solidFill>
                  <a:schemeClr val="accent2"/>
                </a:solidFill>
                <a:prstDash val="solid"/>
                <a:round/>
                <a:headEnd type="none" w="med" len="med"/>
                <a:tailEnd type="none" w="med" len="med"/>
              </a:ln>
            </p:spPr>
          </p:cxnSp>
          <p:cxnSp>
            <p:nvCxnSpPr>
              <p:cNvPr id="2886" name="Google Shape;2886;p53"/>
              <p:cNvCxnSpPr/>
              <p:nvPr/>
            </p:nvCxnSpPr>
            <p:spPr>
              <a:xfrm>
                <a:off x="4525375" y="850175"/>
                <a:ext cx="0" cy="139800"/>
              </a:xfrm>
              <a:prstGeom prst="straightConnector1">
                <a:avLst/>
              </a:prstGeom>
              <a:noFill/>
              <a:ln w="19050" cap="flat" cmpd="sng">
                <a:solidFill>
                  <a:schemeClr val="accent2"/>
                </a:solidFill>
                <a:prstDash val="solid"/>
                <a:round/>
                <a:headEnd type="none" w="med" len="med"/>
                <a:tailEnd type="none" w="med" len="med"/>
              </a:ln>
            </p:spPr>
          </p:cxnSp>
          <p:cxnSp>
            <p:nvCxnSpPr>
              <p:cNvPr id="2887" name="Google Shape;2887;p53"/>
              <p:cNvCxnSpPr/>
              <p:nvPr/>
            </p:nvCxnSpPr>
            <p:spPr>
              <a:xfrm>
                <a:off x="5080975" y="850175"/>
                <a:ext cx="0" cy="139800"/>
              </a:xfrm>
              <a:prstGeom prst="straightConnector1">
                <a:avLst/>
              </a:prstGeom>
              <a:noFill/>
              <a:ln w="19050" cap="flat" cmpd="sng">
                <a:solidFill>
                  <a:schemeClr val="accent2"/>
                </a:solidFill>
                <a:prstDash val="solid"/>
                <a:round/>
                <a:headEnd type="none" w="med" len="med"/>
                <a:tailEnd type="none" w="med" len="med"/>
              </a:ln>
            </p:spPr>
          </p:cxnSp>
          <p:cxnSp>
            <p:nvCxnSpPr>
              <p:cNvPr id="2888" name="Google Shape;2888;p53"/>
              <p:cNvCxnSpPr/>
              <p:nvPr/>
            </p:nvCxnSpPr>
            <p:spPr>
              <a:xfrm>
                <a:off x="5637300" y="850175"/>
                <a:ext cx="0" cy="139800"/>
              </a:xfrm>
              <a:prstGeom prst="straightConnector1">
                <a:avLst/>
              </a:prstGeom>
              <a:noFill/>
              <a:ln w="19050" cap="flat" cmpd="sng">
                <a:solidFill>
                  <a:schemeClr val="accent2"/>
                </a:solidFill>
                <a:prstDash val="solid"/>
                <a:round/>
                <a:headEnd type="none" w="med" len="med"/>
                <a:tailEnd type="none" w="med" len="med"/>
              </a:ln>
            </p:spPr>
          </p:cxnSp>
          <p:cxnSp>
            <p:nvCxnSpPr>
              <p:cNvPr id="2889" name="Google Shape;2889;p53"/>
              <p:cNvCxnSpPr/>
              <p:nvPr/>
            </p:nvCxnSpPr>
            <p:spPr>
              <a:xfrm>
                <a:off x="6193600" y="850175"/>
                <a:ext cx="0" cy="139800"/>
              </a:xfrm>
              <a:prstGeom prst="straightConnector1">
                <a:avLst/>
              </a:prstGeom>
              <a:noFill/>
              <a:ln w="19050" cap="flat" cmpd="sng">
                <a:solidFill>
                  <a:schemeClr val="accent2"/>
                </a:solidFill>
                <a:prstDash val="solid"/>
                <a:round/>
                <a:headEnd type="none" w="med" len="med"/>
                <a:tailEnd type="none" w="med" len="med"/>
              </a:ln>
            </p:spPr>
          </p:cxnSp>
          <p:cxnSp>
            <p:nvCxnSpPr>
              <p:cNvPr id="2890" name="Google Shape;2890;p53"/>
              <p:cNvCxnSpPr/>
              <p:nvPr/>
            </p:nvCxnSpPr>
            <p:spPr>
              <a:xfrm>
                <a:off x="6749225" y="850175"/>
                <a:ext cx="0" cy="139800"/>
              </a:xfrm>
              <a:prstGeom prst="straightConnector1">
                <a:avLst/>
              </a:prstGeom>
              <a:noFill/>
              <a:ln w="19050" cap="flat" cmpd="sng">
                <a:solidFill>
                  <a:schemeClr val="accent2"/>
                </a:solidFill>
                <a:prstDash val="solid"/>
                <a:round/>
                <a:headEnd type="none" w="med" len="med"/>
                <a:tailEnd type="none" w="med" len="med"/>
              </a:ln>
            </p:spPr>
          </p:cxnSp>
        </p:grpSp>
        <p:sp>
          <p:nvSpPr>
            <p:cNvPr id="2891" name="Google Shape;2891;p53"/>
            <p:cNvSpPr/>
            <p:nvPr/>
          </p:nvSpPr>
          <p:spPr>
            <a:xfrm>
              <a:off x="1967700" y="978150"/>
              <a:ext cx="5208600" cy="2444400"/>
            </a:xfrm>
            <a:prstGeom prst="roundRect">
              <a:avLst>
                <a:gd name="adj" fmla="val 1980"/>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892" name="Google Shape;2892;p53"/>
            <p:cNvGrpSpPr/>
            <p:nvPr/>
          </p:nvGrpSpPr>
          <p:grpSpPr>
            <a:xfrm>
              <a:off x="2738488" y="978150"/>
              <a:ext cx="3667425" cy="103200"/>
              <a:chOff x="2738488" y="978150"/>
              <a:chExt cx="3667425" cy="103200"/>
            </a:xfrm>
          </p:grpSpPr>
          <p:sp>
            <p:nvSpPr>
              <p:cNvPr id="2893" name="Google Shape;2893;p53"/>
              <p:cNvSpPr/>
              <p:nvPr/>
            </p:nvSpPr>
            <p:spPr>
              <a:xfrm>
                <a:off x="2738488" y="978150"/>
                <a:ext cx="406800" cy="103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4" name="Google Shape;2894;p53"/>
              <p:cNvSpPr/>
              <p:nvPr/>
            </p:nvSpPr>
            <p:spPr>
              <a:xfrm>
                <a:off x="4368800" y="978150"/>
                <a:ext cx="406800" cy="103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895" name="Google Shape;2895;p53"/>
              <p:cNvSpPr/>
              <p:nvPr/>
            </p:nvSpPr>
            <p:spPr>
              <a:xfrm>
                <a:off x="5999113" y="978150"/>
                <a:ext cx="406800" cy="1032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2896" name="Google Shape;2896;p53"/>
            <p:cNvGrpSpPr/>
            <p:nvPr/>
          </p:nvGrpSpPr>
          <p:grpSpPr>
            <a:xfrm>
              <a:off x="2088500" y="3273475"/>
              <a:ext cx="4967400" cy="139800"/>
              <a:chOff x="2088975" y="850175"/>
              <a:chExt cx="4967400" cy="139800"/>
            </a:xfrm>
          </p:grpSpPr>
          <p:cxnSp>
            <p:nvCxnSpPr>
              <p:cNvPr id="2897" name="Google Shape;2897;p53"/>
              <p:cNvCxnSpPr/>
              <p:nvPr/>
            </p:nvCxnSpPr>
            <p:spPr>
              <a:xfrm>
                <a:off x="2088975" y="856250"/>
                <a:ext cx="4967400" cy="0"/>
              </a:xfrm>
              <a:prstGeom prst="straightConnector1">
                <a:avLst/>
              </a:prstGeom>
              <a:noFill/>
              <a:ln w="19050" cap="flat" cmpd="sng">
                <a:solidFill>
                  <a:schemeClr val="accent2"/>
                </a:solidFill>
                <a:prstDash val="solid"/>
                <a:round/>
                <a:headEnd type="none" w="med" len="med"/>
                <a:tailEnd type="none" w="med" len="med"/>
              </a:ln>
            </p:spPr>
          </p:cxnSp>
          <p:cxnSp>
            <p:nvCxnSpPr>
              <p:cNvPr id="2898" name="Google Shape;2898;p53"/>
              <p:cNvCxnSpPr/>
              <p:nvPr/>
            </p:nvCxnSpPr>
            <p:spPr>
              <a:xfrm>
                <a:off x="2301525" y="850175"/>
                <a:ext cx="0" cy="139800"/>
              </a:xfrm>
              <a:prstGeom prst="straightConnector1">
                <a:avLst/>
              </a:prstGeom>
              <a:noFill/>
              <a:ln w="19050" cap="flat" cmpd="sng">
                <a:solidFill>
                  <a:schemeClr val="accent2"/>
                </a:solidFill>
                <a:prstDash val="solid"/>
                <a:round/>
                <a:headEnd type="none" w="med" len="med"/>
                <a:tailEnd type="none" w="med" len="med"/>
              </a:ln>
            </p:spPr>
          </p:cxnSp>
          <p:cxnSp>
            <p:nvCxnSpPr>
              <p:cNvPr id="2899" name="Google Shape;2899;p53"/>
              <p:cNvCxnSpPr/>
              <p:nvPr/>
            </p:nvCxnSpPr>
            <p:spPr>
              <a:xfrm>
                <a:off x="2857175" y="850175"/>
                <a:ext cx="0" cy="139800"/>
              </a:xfrm>
              <a:prstGeom prst="straightConnector1">
                <a:avLst/>
              </a:prstGeom>
              <a:noFill/>
              <a:ln w="19050" cap="flat" cmpd="sng">
                <a:solidFill>
                  <a:schemeClr val="accent2"/>
                </a:solidFill>
                <a:prstDash val="solid"/>
                <a:round/>
                <a:headEnd type="none" w="med" len="med"/>
                <a:tailEnd type="none" w="med" len="med"/>
              </a:ln>
            </p:spPr>
          </p:cxnSp>
          <p:cxnSp>
            <p:nvCxnSpPr>
              <p:cNvPr id="2900" name="Google Shape;2900;p53"/>
              <p:cNvCxnSpPr/>
              <p:nvPr/>
            </p:nvCxnSpPr>
            <p:spPr>
              <a:xfrm>
                <a:off x="3412775" y="850175"/>
                <a:ext cx="0" cy="139800"/>
              </a:xfrm>
              <a:prstGeom prst="straightConnector1">
                <a:avLst/>
              </a:prstGeom>
              <a:noFill/>
              <a:ln w="19050" cap="flat" cmpd="sng">
                <a:solidFill>
                  <a:schemeClr val="accent2"/>
                </a:solidFill>
                <a:prstDash val="solid"/>
                <a:round/>
                <a:headEnd type="none" w="med" len="med"/>
                <a:tailEnd type="none" w="med" len="med"/>
              </a:ln>
            </p:spPr>
          </p:cxnSp>
          <p:cxnSp>
            <p:nvCxnSpPr>
              <p:cNvPr id="2901" name="Google Shape;2901;p53"/>
              <p:cNvCxnSpPr/>
              <p:nvPr/>
            </p:nvCxnSpPr>
            <p:spPr>
              <a:xfrm>
                <a:off x="3968375" y="850175"/>
                <a:ext cx="0" cy="139800"/>
              </a:xfrm>
              <a:prstGeom prst="straightConnector1">
                <a:avLst/>
              </a:prstGeom>
              <a:noFill/>
              <a:ln w="19050" cap="flat" cmpd="sng">
                <a:solidFill>
                  <a:schemeClr val="accent2"/>
                </a:solidFill>
                <a:prstDash val="solid"/>
                <a:round/>
                <a:headEnd type="none" w="med" len="med"/>
                <a:tailEnd type="none" w="med" len="med"/>
              </a:ln>
            </p:spPr>
          </p:cxnSp>
          <p:cxnSp>
            <p:nvCxnSpPr>
              <p:cNvPr id="2902" name="Google Shape;2902;p53"/>
              <p:cNvCxnSpPr/>
              <p:nvPr/>
            </p:nvCxnSpPr>
            <p:spPr>
              <a:xfrm>
                <a:off x="4525375" y="850175"/>
                <a:ext cx="0" cy="139800"/>
              </a:xfrm>
              <a:prstGeom prst="straightConnector1">
                <a:avLst/>
              </a:prstGeom>
              <a:noFill/>
              <a:ln w="19050" cap="flat" cmpd="sng">
                <a:solidFill>
                  <a:schemeClr val="accent2"/>
                </a:solidFill>
                <a:prstDash val="solid"/>
                <a:round/>
                <a:headEnd type="none" w="med" len="med"/>
                <a:tailEnd type="none" w="med" len="med"/>
              </a:ln>
            </p:spPr>
          </p:cxnSp>
          <p:cxnSp>
            <p:nvCxnSpPr>
              <p:cNvPr id="2903" name="Google Shape;2903;p53"/>
              <p:cNvCxnSpPr/>
              <p:nvPr/>
            </p:nvCxnSpPr>
            <p:spPr>
              <a:xfrm>
                <a:off x="5080975" y="850175"/>
                <a:ext cx="0" cy="139800"/>
              </a:xfrm>
              <a:prstGeom prst="straightConnector1">
                <a:avLst/>
              </a:prstGeom>
              <a:noFill/>
              <a:ln w="19050" cap="flat" cmpd="sng">
                <a:solidFill>
                  <a:schemeClr val="accent2"/>
                </a:solidFill>
                <a:prstDash val="solid"/>
                <a:round/>
                <a:headEnd type="none" w="med" len="med"/>
                <a:tailEnd type="none" w="med" len="med"/>
              </a:ln>
            </p:spPr>
          </p:cxnSp>
          <p:cxnSp>
            <p:nvCxnSpPr>
              <p:cNvPr id="2904" name="Google Shape;2904;p53"/>
              <p:cNvCxnSpPr/>
              <p:nvPr/>
            </p:nvCxnSpPr>
            <p:spPr>
              <a:xfrm>
                <a:off x="5637300" y="850175"/>
                <a:ext cx="0" cy="139800"/>
              </a:xfrm>
              <a:prstGeom prst="straightConnector1">
                <a:avLst/>
              </a:prstGeom>
              <a:noFill/>
              <a:ln w="19050" cap="flat" cmpd="sng">
                <a:solidFill>
                  <a:schemeClr val="accent2"/>
                </a:solidFill>
                <a:prstDash val="solid"/>
                <a:round/>
                <a:headEnd type="none" w="med" len="med"/>
                <a:tailEnd type="none" w="med" len="med"/>
              </a:ln>
            </p:spPr>
          </p:cxnSp>
          <p:cxnSp>
            <p:nvCxnSpPr>
              <p:cNvPr id="2905" name="Google Shape;2905;p53"/>
              <p:cNvCxnSpPr/>
              <p:nvPr/>
            </p:nvCxnSpPr>
            <p:spPr>
              <a:xfrm>
                <a:off x="6193600" y="850175"/>
                <a:ext cx="0" cy="139800"/>
              </a:xfrm>
              <a:prstGeom prst="straightConnector1">
                <a:avLst/>
              </a:prstGeom>
              <a:noFill/>
              <a:ln w="19050" cap="flat" cmpd="sng">
                <a:solidFill>
                  <a:schemeClr val="accent2"/>
                </a:solidFill>
                <a:prstDash val="solid"/>
                <a:round/>
                <a:headEnd type="none" w="med" len="med"/>
                <a:tailEnd type="none" w="med" len="med"/>
              </a:ln>
            </p:spPr>
          </p:cxnSp>
          <p:cxnSp>
            <p:nvCxnSpPr>
              <p:cNvPr id="2906" name="Google Shape;2906;p53"/>
              <p:cNvCxnSpPr/>
              <p:nvPr/>
            </p:nvCxnSpPr>
            <p:spPr>
              <a:xfrm>
                <a:off x="6749225" y="850175"/>
                <a:ext cx="0" cy="139800"/>
              </a:xfrm>
              <a:prstGeom prst="straightConnector1">
                <a:avLst/>
              </a:prstGeom>
              <a:noFill/>
              <a:ln w="19050" cap="flat" cmpd="sng">
                <a:solidFill>
                  <a:schemeClr val="accent2"/>
                </a:solidFill>
                <a:prstDash val="solid"/>
                <a:round/>
                <a:headEnd type="none" w="med" len="med"/>
                <a:tailEnd type="none" w="med" len="med"/>
              </a:ln>
            </p:spPr>
          </p:cxnSp>
        </p:grpSp>
        <p:grpSp>
          <p:nvGrpSpPr>
            <p:cNvPr id="2907" name="Google Shape;2907;p53"/>
            <p:cNvGrpSpPr/>
            <p:nvPr/>
          </p:nvGrpSpPr>
          <p:grpSpPr>
            <a:xfrm>
              <a:off x="1931550" y="3419425"/>
              <a:ext cx="5280900" cy="1724025"/>
              <a:chOff x="1931550" y="3419425"/>
              <a:chExt cx="5280900" cy="1724025"/>
            </a:xfrm>
          </p:grpSpPr>
          <p:sp>
            <p:nvSpPr>
              <p:cNvPr id="2908" name="Google Shape;2908;p53"/>
              <p:cNvSpPr/>
              <p:nvPr/>
            </p:nvSpPr>
            <p:spPr>
              <a:xfrm rot="5400000">
                <a:off x="1845625" y="4216900"/>
                <a:ext cx="1609200" cy="243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09" name="Google Shape;2909;p53"/>
              <p:cNvSpPr/>
              <p:nvPr/>
            </p:nvSpPr>
            <p:spPr>
              <a:xfrm rot="5400000">
                <a:off x="5446250" y="4216900"/>
                <a:ext cx="1609200" cy="243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10" name="Google Shape;2910;p53"/>
              <p:cNvSpPr/>
              <p:nvPr/>
            </p:nvSpPr>
            <p:spPr>
              <a:xfrm>
                <a:off x="1931550" y="3419425"/>
                <a:ext cx="5280900" cy="1608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pic>
        <p:nvPicPr>
          <p:cNvPr id="8" name="Imagem 7" descr="Uma imagem contendo Diagrama&#10;&#10;Descrição gerada automaticamente">
            <a:extLst>
              <a:ext uri="{FF2B5EF4-FFF2-40B4-BE49-F238E27FC236}">
                <a16:creationId xmlns:a16="http://schemas.microsoft.com/office/drawing/2014/main" id="{359D10A2-25D6-EA8D-EA89-9AE614369836}"/>
              </a:ext>
            </a:extLst>
          </p:cNvPr>
          <p:cNvPicPr>
            <a:picLocks noChangeAspect="1"/>
          </p:cNvPicPr>
          <p:nvPr/>
        </p:nvPicPr>
        <p:blipFill>
          <a:blip r:embed="rId3"/>
          <a:stretch>
            <a:fillRect/>
          </a:stretch>
        </p:blipFill>
        <p:spPr>
          <a:xfrm>
            <a:off x="1699766" y="181499"/>
            <a:ext cx="5658196" cy="3458938"/>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5480"/>
        <p:cNvGrpSpPr/>
        <p:nvPr/>
      </p:nvGrpSpPr>
      <p:grpSpPr>
        <a:xfrm>
          <a:off x="0" y="0"/>
          <a:ext cx="0" cy="0"/>
          <a:chOff x="0" y="0"/>
          <a:chExt cx="0" cy="0"/>
        </a:xfrm>
      </p:grpSpPr>
      <p:grpSp>
        <p:nvGrpSpPr>
          <p:cNvPr id="5481" name="Google Shape;5481;p70"/>
          <p:cNvGrpSpPr/>
          <p:nvPr/>
        </p:nvGrpSpPr>
        <p:grpSpPr>
          <a:xfrm>
            <a:off x="3803851" y="539100"/>
            <a:ext cx="1536300" cy="1462500"/>
            <a:chOff x="1827188" y="1273500"/>
            <a:chExt cx="1536300" cy="1462500"/>
          </a:xfrm>
        </p:grpSpPr>
        <p:sp>
          <p:nvSpPr>
            <p:cNvPr id="5482" name="Google Shape;5482;p70"/>
            <p:cNvSpPr/>
            <p:nvPr/>
          </p:nvSpPr>
          <p:spPr>
            <a:xfrm>
              <a:off x="1827188" y="1273500"/>
              <a:ext cx="1536300" cy="1462500"/>
            </a:xfrm>
            <a:prstGeom prst="roundRect">
              <a:avLst>
                <a:gd name="adj" fmla="val 1221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3" name="Google Shape;5483;p70"/>
            <p:cNvSpPr/>
            <p:nvPr/>
          </p:nvSpPr>
          <p:spPr>
            <a:xfrm>
              <a:off x="1931926" y="1381869"/>
              <a:ext cx="1326954" cy="1245762"/>
            </a:xfrm>
            <a:custGeom>
              <a:avLst/>
              <a:gdLst/>
              <a:ahLst/>
              <a:cxnLst/>
              <a:rect l="l" t="t" r="r" b="b"/>
              <a:pathLst>
                <a:path w="10502" h="10539" extrusionOk="0">
                  <a:moveTo>
                    <a:pt x="9568" y="159"/>
                  </a:moveTo>
                  <a:cubicBezTo>
                    <a:pt x="9764" y="159"/>
                    <a:pt x="9997" y="234"/>
                    <a:pt x="10119" y="392"/>
                  </a:cubicBezTo>
                  <a:cubicBezTo>
                    <a:pt x="10268" y="551"/>
                    <a:pt x="10352" y="738"/>
                    <a:pt x="10352" y="934"/>
                  </a:cubicBezTo>
                  <a:lnTo>
                    <a:pt x="10352" y="9568"/>
                  </a:lnTo>
                  <a:cubicBezTo>
                    <a:pt x="10352" y="9801"/>
                    <a:pt x="10268" y="9997"/>
                    <a:pt x="10119" y="10156"/>
                  </a:cubicBezTo>
                  <a:cubicBezTo>
                    <a:pt x="9997" y="10268"/>
                    <a:pt x="9764" y="10389"/>
                    <a:pt x="9568" y="10389"/>
                  </a:cubicBezTo>
                  <a:lnTo>
                    <a:pt x="934" y="10389"/>
                  </a:lnTo>
                  <a:cubicBezTo>
                    <a:pt x="701" y="10389"/>
                    <a:pt x="514" y="10268"/>
                    <a:pt x="355" y="10156"/>
                  </a:cubicBezTo>
                  <a:cubicBezTo>
                    <a:pt x="234" y="9997"/>
                    <a:pt x="159" y="9801"/>
                    <a:pt x="159" y="9568"/>
                  </a:cubicBezTo>
                  <a:lnTo>
                    <a:pt x="159" y="934"/>
                  </a:lnTo>
                  <a:cubicBezTo>
                    <a:pt x="159" y="738"/>
                    <a:pt x="234" y="551"/>
                    <a:pt x="355" y="392"/>
                  </a:cubicBezTo>
                  <a:cubicBezTo>
                    <a:pt x="514" y="234"/>
                    <a:pt x="701" y="159"/>
                    <a:pt x="934" y="159"/>
                  </a:cubicBezTo>
                  <a:close/>
                  <a:moveTo>
                    <a:pt x="934" y="0"/>
                  </a:moveTo>
                  <a:cubicBezTo>
                    <a:pt x="393" y="0"/>
                    <a:pt x="1" y="430"/>
                    <a:pt x="1" y="934"/>
                  </a:cubicBezTo>
                  <a:lnTo>
                    <a:pt x="1" y="9568"/>
                  </a:lnTo>
                  <a:cubicBezTo>
                    <a:pt x="1" y="10118"/>
                    <a:pt x="393" y="10538"/>
                    <a:pt x="934" y="10538"/>
                  </a:cubicBezTo>
                  <a:lnTo>
                    <a:pt x="9568" y="10538"/>
                  </a:lnTo>
                  <a:cubicBezTo>
                    <a:pt x="10081" y="10538"/>
                    <a:pt x="10501" y="10118"/>
                    <a:pt x="10501" y="9568"/>
                  </a:cubicBezTo>
                  <a:lnTo>
                    <a:pt x="10501" y="934"/>
                  </a:lnTo>
                  <a:cubicBezTo>
                    <a:pt x="10501" y="430"/>
                    <a:pt x="10081" y="0"/>
                    <a:pt x="9568"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84" name="Google Shape;5484;p70"/>
          <p:cNvSpPr txBox="1">
            <a:spLocks noGrp="1"/>
          </p:cNvSpPr>
          <p:nvPr>
            <p:ph type="title"/>
          </p:nvPr>
        </p:nvSpPr>
        <p:spPr>
          <a:xfrm>
            <a:off x="2481751" y="2224125"/>
            <a:ext cx="4180500" cy="14073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dirty="0"/>
              <a:t>Criação de tabelas</a:t>
            </a:r>
            <a:endParaRPr dirty="0"/>
          </a:p>
        </p:txBody>
      </p:sp>
      <p:sp>
        <p:nvSpPr>
          <p:cNvPr id="5485" name="Google Shape;5485;p70"/>
          <p:cNvSpPr txBox="1">
            <a:spLocks noGrp="1"/>
          </p:cNvSpPr>
          <p:nvPr>
            <p:ph type="title" idx="2"/>
          </p:nvPr>
        </p:nvSpPr>
        <p:spPr>
          <a:xfrm>
            <a:off x="3975601" y="780000"/>
            <a:ext cx="1192800" cy="9807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dirty="0"/>
              <a:t>01</a:t>
            </a:r>
            <a:endParaRPr dirty="0"/>
          </a:p>
        </p:txBody>
      </p:sp>
      <p:sp>
        <p:nvSpPr>
          <p:cNvPr id="5486" name="Google Shape;5486;p70"/>
          <p:cNvSpPr txBox="1">
            <a:spLocks noGrp="1"/>
          </p:cNvSpPr>
          <p:nvPr>
            <p:ph type="subTitle" idx="1"/>
          </p:nvPr>
        </p:nvSpPr>
        <p:spPr>
          <a:xfrm>
            <a:off x="2934301" y="3818625"/>
            <a:ext cx="3275400" cy="534000"/>
          </a:xfrm>
          <a:prstGeom prst="rect">
            <a:avLst/>
          </a:prstGeom>
        </p:spPr>
        <p:txBody>
          <a:bodyPr spcFirstLastPara="1" wrap="square" lIns="14400" tIns="14400" rIns="14400" bIns="14400" anchor="t" anchorCtr="0">
            <a:noAutofit/>
          </a:bodyPr>
          <a:lstStyle/>
          <a:p>
            <a:pPr marL="0" lvl="0" indent="0" algn="ctr" rtl="0">
              <a:spcBef>
                <a:spcPts val="0"/>
              </a:spcBef>
              <a:spcAft>
                <a:spcPts val="0"/>
              </a:spcAft>
              <a:buNone/>
            </a:pPr>
            <a:r>
              <a:rPr lang="en-US" dirty="0"/>
              <a:t>An SQL query goes to a restaurant, walks up to 2 tables and says "Can I join you?"?</a:t>
            </a:r>
          </a:p>
        </p:txBody>
      </p:sp>
      <p:grpSp>
        <p:nvGrpSpPr>
          <p:cNvPr id="5487" name="Google Shape;5487;p70"/>
          <p:cNvGrpSpPr/>
          <p:nvPr/>
        </p:nvGrpSpPr>
        <p:grpSpPr>
          <a:xfrm>
            <a:off x="6953259" y="2366425"/>
            <a:ext cx="1192822" cy="2418881"/>
            <a:chOff x="6953259" y="2366425"/>
            <a:chExt cx="1192822" cy="2418881"/>
          </a:xfrm>
        </p:grpSpPr>
        <p:sp>
          <p:nvSpPr>
            <p:cNvPr id="5488" name="Google Shape;5488;p70"/>
            <p:cNvSpPr/>
            <p:nvPr/>
          </p:nvSpPr>
          <p:spPr>
            <a:xfrm>
              <a:off x="7206083" y="4487720"/>
              <a:ext cx="145517" cy="248254"/>
            </a:xfrm>
            <a:custGeom>
              <a:avLst/>
              <a:gdLst/>
              <a:ahLst/>
              <a:cxnLst/>
              <a:rect l="l" t="t" r="r" b="b"/>
              <a:pathLst>
                <a:path w="2643" h="4509" extrusionOk="0">
                  <a:moveTo>
                    <a:pt x="2409" y="0"/>
                  </a:moveTo>
                  <a:lnTo>
                    <a:pt x="1" y="234"/>
                  </a:lnTo>
                  <a:lnTo>
                    <a:pt x="113" y="3613"/>
                  </a:lnTo>
                  <a:lnTo>
                    <a:pt x="579" y="4434"/>
                  </a:lnTo>
                  <a:lnTo>
                    <a:pt x="2334" y="4509"/>
                  </a:lnTo>
                  <a:lnTo>
                    <a:pt x="2642" y="3687"/>
                  </a:lnTo>
                  <a:cubicBezTo>
                    <a:pt x="2371" y="3575"/>
                    <a:pt x="2409" y="1"/>
                    <a:pt x="2409"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9" name="Google Shape;5489;p70"/>
            <p:cNvSpPr/>
            <p:nvPr/>
          </p:nvSpPr>
          <p:spPr>
            <a:xfrm>
              <a:off x="7208121" y="4677778"/>
              <a:ext cx="299678" cy="107527"/>
            </a:xfrm>
            <a:custGeom>
              <a:avLst/>
              <a:gdLst/>
              <a:ahLst/>
              <a:cxnLst/>
              <a:rect l="l" t="t" r="r" b="b"/>
              <a:pathLst>
                <a:path w="5443" h="1953" extrusionOk="0">
                  <a:moveTo>
                    <a:pt x="50" y="1"/>
                  </a:moveTo>
                  <a:cubicBezTo>
                    <a:pt x="17" y="1"/>
                    <a:pt x="1" y="2"/>
                    <a:pt x="1" y="2"/>
                  </a:cubicBezTo>
                  <a:lnTo>
                    <a:pt x="76" y="1915"/>
                  </a:lnTo>
                  <a:lnTo>
                    <a:pt x="5405" y="1953"/>
                  </a:lnTo>
                  <a:cubicBezTo>
                    <a:pt x="5443" y="1757"/>
                    <a:pt x="5331" y="1290"/>
                    <a:pt x="5172" y="1169"/>
                  </a:cubicBezTo>
                  <a:lnTo>
                    <a:pt x="2530" y="198"/>
                  </a:lnTo>
                  <a:cubicBezTo>
                    <a:pt x="2530" y="198"/>
                    <a:pt x="2398" y="399"/>
                    <a:pt x="2051" y="399"/>
                  </a:cubicBezTo>
                  <a:cubicBezTo>
                    <a:pt x="1936" y="399"/>
                    <a:pt x="1798" y="377"/>
                    <a:pt x="1634" y="319"/>
                  </a:cubicBezTo>
                  <a:cubicBezTo>
                    <a:pt x="732" y="26"/>
                    <a:pt x="206" y="1"/>
                    <a:pt x="50"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0" name="Google Shape;5490;p70"/>
            <p:cNvSpPr/>
            <p:nvPr/>
          </p:nvSpPr>
          <p:spPr>
            <a:xfrm>
              <a:off x="7210213" y="4746710"/>
              <a:ext cx="297586" cy="38595"/>
            </a:xfrm>
            <a:custGeom>
              <a:avLst/>
              <a:gdLst/>
              <a:ahLst/>
              <a:cxnLst/>
              <a:rect l="l" t="t" r="r" b="b"/>
              <a:pathLst>
                <a:path w="5405" h="701" extrusionOk="0">
                  <a:moveTo>
                    <a:pt x="0" y="1"/>
                  </a:moveTo>
                  <a:lnTo>
                    <a:pt x="38" y="663"/>
                  </a:lnTo>
                  <a:lnTo>
                    <a:pt x="5367" y="701"/>
                  </a:lnTo>
                  <a:cubicBezTo>
                    <a:pt x="5405" y="505"/>
                    <a:pt x="5330" y="113"/>
                    <a:pt x="5171"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1" name="Google Shape;5491;p70"/>
            <p:cNvSpPr/>
            <p:nvPr/>
          </p:nvSpPr>
          <p:spPr>
            <a:xfrm>
              <a:off x="7208121" y="4677833"/>
              <a:ext cx="23730" cy="71024"/>
            </a:xfrm>
            <a:custGeom>
              <a:avLst/>
              <a:gdLst/>
              <a:ahLst/>
              <a:cxnLst/>
              <a:rect l="l" t="t" r="r" b="b"/>
              <a:pathLst>
                <a:path w="431" h="1290" extrusionOk="0">
                  <a:moveTo>
                    <a:pt x="1" y="1"/>
                  </a:moveTo>
                  <a:lnTo>
                    <a:pt x="38" y="1289"/>
                  </a:lnTo>
                  <a:lnTo>
                    <a:pt x="430" y="1252"/>
                  </a:lnTo>
                  <a:lnTo>
                    <a:pt x="356" y="48"/>
                  </a:lnTo>
                  <a:cubicBezTo>
                    <a:pt x="309" y="48"/>
                    <a:pt x="1" y="1"/>
                    <a:pt x="1" y="1"/>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2" name="Google Shape;5492;p70"/>
            <p:cNvSpPr/>
            <p:nvPr/>
          </p:nvSpPr>
          <p:spPr>
            <a:xfrm>
              <a:off x="7212250" y="4746710"/>
              <a:ext cx="287345" cy="2147"/>
            </a:xfrm>
            <a:custGeom>
              <a:avLst/>
              <a:gdLst/>
              <a:ahLst/>
              <a:cxnLst/>
              <a:rect l="l" t="t" r="r" b="b"/>
              <a:pathLst>
                <a:path w="5219" h="39" extrusionOk="0">
                  <a:moveTo>
                    <a:pt x="1" y="38"/>
                  </a:moveTo>
                  <a:lnTo>
                    <a:pt x="5218" y="1"/>
                  </a:lnTo>
                  <a:close/>
                </a:path>
              </a:pathLst>
            </a:custGeom>
            <a:solidFill>
              <a:srgbClr val="FBF8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3" name="Google Shape;5493;p70"/>
            <p:cNvSpPr/>
            <p:nvPr/>
          </p:nvSpPr>
          <p:spPr>
            <a:xfrm>
              <a:off x="7212250" y="4746710"/>
              <a:ext cx="287345" cy="2147"/>
            </a:xfrm>
            <a:custGeom>
              <a:avLst/>
              <a:gdLst/>
              <a:ahLst/>
              <a:cxnLst/>
              <a:rect l="l" t="t" r="r" b="b"/>
              <a:pathLst>
                <a:path w="5219" h="39" extrusionOk="0">
                  <a:moveTo>
                    <a:pt x="1" y="1"/>
                  </a:moveTo>
                  <a:lnTo>
                    <a:pt x="1" y="38"/>
                  </a:lnTo>
                  <a:lnTo>
                    <a:pt x="5218" y="38"/>
                  </a:lnTo>
                  <a:lnTo>
                    <a:pt x="5218" y="1"/>
                  </a:lnTo>
                  <a:close/>
                </a:path>
              </a:pathLst>
            </a:custGeom>
            <a:solidFill>
              <a:srgbClr val="FBF8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4" name="Google Shape;5494;p70"/>
            <p:cNvSpPr/>
            <p:nvPr/>
          </p:nvSpPr>
          <p:spPr>
            <a:xfrm>
              <a:off x="7121942" y="3628934"/>
              <a:ext cx="323793" cy="982667"/>
            </a:xfrm>
            <a:custGeom>
              <a:avLst/>
              <a:gdLst/>
              <a:ahLst/>
              <a:cxnLst/>
              <a:rect l="l" t="t" r="r" b="b"/>
              <a:pathLst>
                <a:path w="5881" h="17848" extrusionOk="0">
                  <a:moveTo>
                    <a:pt x="5722" y="1"/>
                  </a:moveTo>
                  <a:lnTo>
                    <a:pt x="0" y="776"/>
                  </a:lnTo>
                  <a:lnTo>
                    <a:pt x="1092" y="8709"/>
                  </a:lnTo>
                  <a:cubicBezTo>
                    <a:pt x="1251" y="9913"/>
                    <a:pt x="1400" y="17577"/>
                    <a:pt x="1400" y="17577"/>
                  </a:cubicBezTo>
                  <a:lnTo>
                    <a:pt x="4088" y="17847"/>
                  </a:lnTo>
                  <a:lnTo>
                    <a:pt x="5489" y="12331"/>
                  </a:lnTo>
                  <a:cubicBezTo>
                    <a:pt x="5759" y="11351"/>
                    <a:pt x="5881" y="10343"/>
                    <a:pt x="5881" y="9335"/>
                  </a:cubicBezTo>
                  <a:lnTo>
                    <a:pt x="5722"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5" name="Google Shape;5495;p70"/>
            <p:cNvSpPr/>
            <p:nvPr/>
          </p:nvSpPr>
          <p:spPr>
            <a:xfrm>
              <a:off x="7510331" y="3747911"/>
              <a:ext cx="19050" cy="16572"/>
            </a:xfrm>
            <a:custGeom>
              <a:avLst/>
              <a:gdLst/>
              <a:ahLst/>
              <a:cxnLst/>
              <a:rect l="l" t="t" r="r" b="b"/>
              <a:pathLst>
                <a:path w="346" h="301" extrusionOk="0">
                  <a:moveTo>
                    <a:pt x="163" y="1"/>
                  </a:moveTo>
                  <a:cubicBezTo>
                    <a:pt x="98" y="1"/>
                    <a:pt x="38" y="35"/>
                    <a:pt x="38" y="90"/>
                  </a:cubicBezTo>
                  <a:cubicBezTo>
                    <a:pt x="0" y="174"/>
                    <a:pt x="38" y="249"/>
                    <a:pt x="112" y="286"/>
                  </a:cubicBezTo>
                  <a:cubicBezTo>
                    <a:pt x="132" y="296"/>
                    <a:pt x="153" y="301"/>
                    <a:pt x="173" y="301"/>
                  </a:cubicBezTo>
                  <a:cubicBezTo>
                    <a:pt x="229" y="301"/>
                    <a:pt x="281" y="266"/>
                    <a:pt x="308" y="211"/>
                  </a:cubicBezTo>
                  <a:cubicBezTo>
                    <a:pt x="346" y="137"/>
                    <a:pt x="308" y="15"/>
                    <a:pt x="234" y="15"/>
                  </a:cubicBezTo>
                  <a:cubicBezTo>
                    <a:pt x="211" y="5"/>
                    <a:pt x="187" y="1"/>
                    <a:pt x="163"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6" name="Google Shape;5496;p70"/>
            <p:cNvSpPr/>
            <p:nvPr/>
          </p:nvSpPr>
          <p:spPr>
            <a:xfrm>
              <a:off x="7433251" y="3716859"/>
              <a:ext cx="19050" cy="17839"/>
            </a:xfrm>
            <a:custGeom>
              <a:avLst/>
              <a:gdLst/>
              <a:ahLst/>
              <a:cxnLst/>
              <a:rect l="l" t="t" r="r" b="b"/>
              <a:pathLst>
                <a:path w="346" h="324" extrusionOk="0">
                  <a:moveTo>
                    <a:pt x="234" y="1"/>
                  </a:moveTo>
                  <a:cubicBezTo>
                    <a:pt x="150" y="1"/>
                    <a:pt x="75" y="38"/>
                    <a:pt x="38" y="113"/>
                  </a:cubicBezTo>
                  <a:cubicBezTo>
                    <a:pt x="0" y="187"/>
                    <a:pt x="38" y="271"/>
                    <a:pt x="112" y="309"/>
                  </a:cubicBezTo>
                  <a:cubicBezTo>
                    <a:pt x="132" y="319"/>
                    <a:pt x="156" y="323"/>
                    <a:pt x="179" y="323"/>
                  </a:cubicBezTo>
                  <a:cubicBezTo>
                    <a:pt x="243" y="323"/>
                    <a:pt x="308" y="289"/>
                    <a:pt x="308" y="234"/>
                  </a:cubicBezTo>
                  <a:cubicBezTo>
                    <a:pt x="346" y="150"/>
                    <a:pt x="308" y="38"/>
                    <a:pt x="234"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7" name="Google Shape;5497;p70"/>
            <p:cNvSpPr/>
            <p:nvPr/>
          </p:nvSpPr>
          <p:spPr>
            <a:xfrm>
              <a:off x="7542155" y="3666702"/>
              <a:ext cx="19600" cy="16572"/>
            </a:xfrm>
            <a:custGeom>
              <a:avLst/>
              <a:gdLst/>
              <a:ahLst/>
              <a:cxnLst/>
              <a:rect l="l" t="t" r="r" b="b"/>
              <a:pathLst>
                <a:path w="356" h="301" extrusionOk="0">
                  <a:moveTo>
                    <a:pt x="167" y="1"/>
                  </a:moveTo>
                  <a:cubicBezTo>
                    <a:pt x="103" y="1"/>
                    <a:pt x="38" y="36"/>
                    <a:pt x="38" y="90"/>
                  </a:cubicBezTo>
                  <a:cubicBezTo>
                    <a:pt x="1" y="165"/>
                    <a:pt x="38" y="249"/>
                    <a:pt x="122" y="286"/>
                  </a:cubicBezTo>
                  <a:cubicBezTo>
                    <a:pt x="142" y="296"/>
                    <a:pt x="162" y="301"/>
                    <a:pt x="182" y="301"/>
                  </a:cubicBezTo>
                  <a:cubicBezTo>
                    <a:pt x="234" y="301"/>
                    <a:pt x="282" y="266"/>
                    <a:pt x="309" y="212"/>
                  </a:cubicBezTo>
                  <a:cubicBezTo>
                    <a:pt x="356" y="128"/>
                    <a:pt x="309" y="53"/>
                    <a:pt x="234" y="16"/>
                  </a:cubicBezTo>
                  <a:cubicBezTo>
                    <a:pt x="214" y="5"/>
                    <a:pt x="191" y="1"/>
                    <a:pt x="167"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8" name="Google Shape;5498;p70"/>
            <p:cNvSpPr/>
            <p:nvPr/>
          </p:nvSpPr>
          <p:spPr>
            <a:xfrm>
              <a:off x="7465074" y="3636420"/>
              <a:ext cx="19600" cy="17068"/>
            </a:xfrm>
            <a:custGeom>
              <a:avLst/>
              <a:gdLst/>
              <a:ahLst/>
              <a:cxnLst/>
              <a:rect l="l" t="t" r="r" b="b"/>
              <a:pathLst>
                <a:path w="356" h="310" extrusionOk="0">
                  <a:moveTo>
                    <a:pt x="174" y="0"/>
                  </a:moveTo>
                  <a:cubicBezTo>
                    <a:pt x="119" y="0"/>
                    <a:pt x="66" y="37"/>
                    <a:pt x="38" y="99"/>
                  </a:cubicBezTo>
                  <a:cubicBezTo>
                    <a:pt x="1" y="173"/>
                    <a:pt x="38" y="248"/>
                    <a:pt x="122" y="295"/>
                  </a:cubicBezTo>
                  <a:cubicBezTo>
                    <a:pt x="142" y="305"/>
                    <a:pt x="164" y="309"/>
                    <a:pt x="187" y="309"/>
                  </a:cubicBezTo>
                  <a:cubicBezTo>
                    <a:pt x="251" y="309"/>
                    <a:pt x="321" y="273"/>
                    <a:pt x="356" y="211"/>
                  </a:cubicBezTo>
                  <a:cubicBezTo>
                    <a:pt x="356" y="136"/>
                    <a:pt x="309" y="15"/>
                    <a:pt x="234" y="15"/>
                  </a:cubicBezTo>
                  <a:cubicBezTo>
                    <a:pt x="215" y="5"/>
                    <a:pt x="194" y="0"/>
                    <a:pt x="174" y="0"/>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9" name="Google Shape;5499;p70"/>
            <p:cNvSpPr/>
            <p:nvPr/>
          </p:nvSpPr>
          <p:spPr>
            <a:xfrm>
              <a:off x="7121942" y="3628934"/>
              <a:ext cx="323793" cy="982666"/>
            </a:xfrm>
            <a:custGeom>
              <a:avLst/>
              <a:gdLst/>
              <a:ahLst/>
              <a:cxnLst/>
              <a:rect l="l" t="t" r="r" b="b"/>
              <a:pathLst>
                <a:path w="5881" h="17848" extrusionOk="0">
                  <a:moveTo>
                    <a:pt x="5722" y="1"/>
                  </a:moveTo>
                  <a:lnTo>
                    <a:pt x="0" y="776"/>
                  </a:lnTo>
                  <a:lnTo>
                    <a:pt x="1092" y="8709"/>
                  </a:lnTo>
                  <a:cubicBezTo>
                    <a:pt x="1251" y="9913"/>
                    <a:pt x="1400" y="17577"/>
                    <a:pt x="1400" y="17577"/>
                  </a:cubicBezTo>
                  <a:lnTo>
                    <a:pt x="4088" y="17847"/>
                  </a:lnTo>
                  <a:lnTo>
                    <a:pt x="5489" y="12331"/>
                  </a:lnTo>
                  <a:cubicBezTo>
                    <a:pt x="5759" y="11351"/>
                    <a:pt x="5881" y="10343"/>
                    <a:pt x="5881" y="9335"/>
                  </a:cubicBezTo>
                  <a:lnTo>
                    <a:pt x="5722" y="1"/>
                  </a:ln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0" name="Google Shape;5500;p70"/>
            <p:cNvSpPr/>
            <p:nvPr/>
          </p:nvSpPr>
          <p:spPr>
            <a:xfrm>
              <a:off x="7734911" y="4372099"/>
              <a:ext cx="235426" cy="254421"/>
            </a:xfrm>
            <a:custGeom>
              <a:avLst/>
              <a:gdLst/>
              <a:ahLst/>
              <a:cxnLst/>
              <a:rect l="l" t="t" r="r" b="b"/>
              <a:pathLst>
                <a:path w="4276" h="4621" extrusionOk="0">
                  <a:moveTo>
                    <a:pt x="1988" y="0"/>
                  </a:moveTo>
                  <a:lnTo>
                    <a:pt x="0" y="1316"/>
                  </a:lnTo>
                  <a:lnTo>
                    <a:pt x="1904" y="4117"/>
                  </a:lnTo>
                  <a:lnTo>
                    <a:pt x="2688" y="4621"/>
                  </a:lnTo>
                  <a:lnTo>
                    <a:pt x="4275" y="3921"/>
                  </a:lnTo>
                  <a:lnTo>
                    <a:pt x="4200" y="3071"/>
                  </a:lnTo>
                  <a:cubicBezTo>
                    <a:pt x="3892" y="3071"/>
                    <a:pt x="1988" y="0"/>
                    <a:pt x="1988"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1" name="Google Shape;5501;p70"/>
            <p:cNvSpPr/>
            <p:nvPr/>
          </p:nvSpPr>
          <p:spPr>
            <a:xfrm>
              <a:off x="7833574" y="4521635"/>
              <a:ext cx="312507" cy="165007"/>
            </a:xfrm>
            <a:custGeom>
              <a:avLst/>
              <a:gdLst/>
              <a:ahLst/>
              <a:cxnLst/>
              <a:rect l="l" t="t" r="r" b="b"/>
              <a:pathLst>
                <a:path w="5676" h="2997" extrusionOk="0">
                  <a:moveTo>
                    <a:pt x="5134" y="0"/>
                  </a:moveTo>
                  <a:lnTo>
                    <a:pt x="2334" y="318"/>
                  </a:lnTo>
                  <a:cubicBezTo>
                    <a:pt x="2334" y="318"/>
                    <a:pt x="2250" y="738"/>
                    <a:pt x="1596" y="859"/>
                  </a:cubicBezTo>
                  <a:cubicBezTo>
                    <a:pt x="467" y="1018"/>
                    <a:pt x="0" y="1326"/>
                    <a:pt x="0" y="1326"/>
                  </a:cubicBezTo>
                  <a:lnTo>
                    <a:pt x="934" y="2997"/>
                  </a:lnTo>
                  <a:lnTo>
                    <a:pt x="5675" y="589"/>
                  </a:lnTo>
                  <a:cubicBezTo>
                    <a:pt x="5638" y="392"/>
                    <a:pt x="5330" y="0"/>
                    <a:pt x="5134"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2" name="Google Shape;5502;p70"/>
            <p:cNvSpPr/>
            <p:nvPr/>
          </p:nvSpPr>
          <p:spPr>
            <a:xfrm>
              <a:off x="7833574" y="4585887"/>
              <a:ext cx="51424" cy="68877"/>
            </a:xfrm>
            <a:custGeom>
              <a:avLst/>
              <a:gdLst/>
              <a:ahLst/>
              <a:cxnLst/>
              <a:rect l="l" t="t" r="r" b="b"/>
              <a:pathLst>
                <a:path w="934" h="1251" extrusionOk="0">
                  <a:moveTo>
                    <a:pt x="308" y="0"/>
                  </a:moveTo>
                  <a:cubicBezTo>
                    <a:pt x="271" y="0"/>
                    <a:pt x="0" y="159"/>
                    <a:pt x="0" y="159"/>
                  </a:cubicBezTo>
                  <a:lnTo>
                    <a:pt x="616" y="1251"/>
                  </a:lnTo>
                  <a:lnTo>
                    <a:pt x="934" y="1055"/>
                  </a:lnTo>
                  <a:lnTo>
                    <a:pt x="308" y="0"/>
                  </a:ln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3" name="Google Shape;5503;p70"/>
            <p:cNvSpPr/>
            <p:nvPr/>
          </p:nvSpPr>
          <p:spPr>
            <a:xfrm>
              <a:off x="7865453" y="4526260"/>
              <a:ext cx="280628" cy="160383"/>
            </a:xfrm>
            <a:custGeom>
              <a:avLst/>
              <a:gdLst/>
              <a:ahLst/>
              <a:cxnLst/>
              <a:rect l="l" t="t" r="r" b="b"/>
              <a:pathLst>
                <a:path w="5097" h="2913" extrusionOk="0">
                  <a:moveTo>
                    <a:pt x="4704" y="0"/>
                  </a:moveTo>
                  <a:cubicBezTo>
                    <a:pt x="3388" y="654"/>
                    <a:pt x="1204" y="1709"/>
                    <a:pt x="0" y="2287"/>
                  </a:cubicBezTo>
                  <a:lnTo>
                    <a:pt x="355" y="2913"/>
                  </a:lnTo>
                  <a:lnTo>
                    <a:pt x="5096" y="505"/>
                  </a:lnTo>
                  <a:cubicBezTo>
                    <a:pt x="5059" y="346"/>
                    <a:pt x="4863" y="112"/>
                    <a:pt x="4704"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4" name="Google Shape;5504;p70"/>
            <p:cNvSpPr/>
            <p:nvPr/>
          </p:nvSpPr>
          <p:spPr>
            <a:xfrm>
              <a:off x="7867490" y="4523672"/>
              <a:ext cx="257009" cy="131092"/>
            </a:xfrm>
            <a:custGeom>
              <a:avLst/>
              <a:gdLst/>
              <a:ahLst/>
              <a:cxnLst/>
              <a:rect l="l" t="t" r="r" b="b"/>
              <a:pathLst>
                <a:path w="4668" h="2381" extrusionOk="0">
                  <a:moveTo>
                    <a:pt x="0" y="2381"/>
                  </a:moveTo>
                  <a:lnTo>
                    <a:pt x="4667" y="1"/>
                  </a:lnTo>
                  <a:close/>
                </a:path>
              </a:pathLst>
            </a:custGeom>
            <a:solidFill>
              <a:srgbClr val="FBF8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5" name="Google Shape;5505;p70"/>
            <p:cNvSpPr/>
            <p:nvPr/>
          </p:nvSpPr>
          <p:spPr>
            <a:xfrm>
              <a:off x="7867490" y="4521635"/>
              <a:ext cx="257009" cy="133129"/>
            </a:xfrm>
            <a:custGeom>
              <a:avLst/>
              <a:gdLst/>
              <a:ahLst/>
              <a:cxnLst/>
              <a:rect l="l" t="t" r="r" b="b"/>
              <a:pathLst>
                <a:path w="4668" h="2418" extrusionOk="0">
                  <a:moveTo>
                    <a:pt x="4667" y="0"/>
                  </a:moveTo>
                  <a:lnTo>
                    <a:pt x="0" y="2371"/>
                  </a:lnTo>
                  <a:lnTo>
                    <a:pt x="0" y="2418"/>
                  </a:lnTo>
                  <a:lnTo>
                    <a:pt x="4667" y="84"/>
                  </a:lnTo>
                  <a:lnTo>
                    <a:pt x="4667" y="0"/>
                  </a:lnTo>
                  <a:close/>
                </a:path>
              </a:pathLst>
            </a:custGeom>
            <a:solidFill>
              <a:srgbClr val="FBF8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6" name="Google Shape;5506;p70"/>
            <p:cNvSpPr/>
            <p:nvPr/>
          </p:nvSpPr>
          <p:spPr>
            <a:xfrm>
              <a:off x="7118212" y="3695276"/>
              <a:ext cx="811493" cy="831039"/>
            </a:xfrm>
            <a:custGeom>
              <a:avLst/>
              <a:gdLst/>
              <a:ahLst/>
              <a:cxnLst/>
              <a:rect l="l" t="t" r="r" b="b"/>
              <a:pathLst>
                <a:path w="14739" h="15094" extrusionOk="0">
                  <a:moveTo>
                    <a:pt x="6889" y="1"/>
                  </a:moveTo>
                  <a:lnTo>
                    <a:pt x="542" y="234"/>
                  </a:lnTo>
                  <a:lnTo>
                    <a:pt x="0" y="271"/>
                  </a:lnTo>
                  <a:cubicBezTo>
                    <a:pt x="355" y="2642"/>
                    <a:pt x="1009" y="4359"/>
                    <a:pt x="2763" y="5946"/>
                  </a:cubicBezTo>
                  <a:lnTo>
                    <a:pt x="6534" y="8830"/>
                  </a:lnTo>
                  <a:cubicBezTo>
                    <a:pt x="7309" y="9530"/>
                    <a:pt x="8056" y="10268"/>
                    <a:pt x="8672" y="11127"/>
                  </a:cubicBezTo>
                  <a:lnTo>
                    <a:pt x="11743" y="15093"/>
                  </a:lnTo>
                  <a:lnTo>
                    <a:pt x="14739" y="13647"/>
                  </a:lnTo>
                  <a:lnTo>
                    <a:pt x="12676" y="8980"/>
                  </a:lnTo>
                  <a:cubicBezTo>
                    <a:pt x="12023" y="7430"/>
                    <a:pt x="11164" y="5946"/>
                    <a:pt x="10193" y="4546"/>
                  </a:cubicBezTo>
                  <a:lnTo>
                    <a:pt x="6889"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7" name="Google Shape;5507;p70"/>
            <p:cNvSpPr/>
            <p:nvPr/>
          </p:nvSpPr>
          <p:spPr>
            <a:xfrm>
              <a:off x="6953259" y="3075439"/>
              <a:ext cx="261633" cy="459070"/>
            </a:xfrm>
            <a:custGeom>
              <a:avLst/>
              <a:gdLst/>
              <a:ahLst/>
              <a:cxnLst/>
              <a:rect l="l" t="t" r="r" b="b"/>
              <a:pathLst>
                <a:path w="4752" h="8338" extrusionOk="0">
                  <a:moveTo>
                    <a:pt x="4244" y="1"/>
                  </a:moveTo>
                  <a:cubicBezTo>
                    <a:pt x="3242" y="1"/>
                    <a:pt x="1068" y="208"/>
                    <a:pt x="626" y="1962"/>
                  </a:cubicBezTo>
                  <a:cubicBezTo>
                    <a:pt x="392" y="2895"/>
                    <a:pt x="122" y="3987"/>
                    <a:pt x="38" y="5425"/>
                  </a:cubicBezTo>
                  <a:cubicBezTo>
                    <a:pt x="0" y="6433"/>
                    <a:pt x="504" y="7992"/>
                    <a:pt x="2026" y="8337"/>
                  </a:cubicBezTo>
                  <a:lnTo>
                    <a:pt x="3426" y="7796"/>
                  </a:lnTo>
                  <a:lnTo>
                    <a:pt x="4751" y="21"/>
                  </a:lnTo>
                  <a:cubicBezTo>
                    <a:pt x="4751" y="21"/>
                    <a:pt x="4554" y="1"/>
                    <a:pt x="4244" y="1"/>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8" name="Google Shape;5508;p70"/>
            <p:cNvSpPr/>
            <p:nvPr/>
          </p:nvSpPr>
          <p:spPr>
            <a:xfrm>
              <a:off x="6959921" y="3023354"/>
              <a:ext cx="237463" cy="301440"/>
            </a:xfrm>
            <a:custGeom>
              <a:avLst/>
              <a:gdLst/>
              <a:ahLst/>
              <a:cxnLst/>
              <a:rect l="l" t="t" r="r" b="b"/>
              <a:pathLst>
                <a:path w="4313" h="5475" extrusionOk="0">
                  <a:moveTo>
                    <a:pt x="3282" y="1"/>
                  </a:moveTo>
                  <a:cubicBezTo>
                    <a:pt x="2828" y="1"/>
                    <a:pt x="2373" y="121"/>
                    <a:pt x="1979" y="341"/>
                  </a:cubicBezTo>
                  <a:cubicBezTo>
                    <a:pt x="430" y="1275"/>
                    <a:pt x="1" y="4233"/>
                    <a:pt x="113" y="4663"/>
                  </a:cubicBezTo>
                  <a:cubicBezTo>
                    <a:pt x="219" y="5063"/>
                    <a:pt x="394" y="5474"/>
                    <a:pt x="656" y="5474"/>
                  </a:cubicBezTo>
                  <a:cubicBezTo>
                    <a:pt x="876" y="5474"/>
                    <a:pt x="1158" y="5182"/>
                    <a:pt x="1513" y="4345"/>
                  </a:cubicBezTo>
                  <a:cubicBezTo>
                    <a:pt x="1942" y="3375"/>
                    <a:pt x="3342" y="845"/>
                    <a:pt x="3342" y="845"/>
                  </a:cubicBezTo>
                  <a:lnTo>
                    <a:pt x="4313" y="229"/>
                  </a:lnTo>
                  <a:cubicBezTo>
                    <a:pt x="3990" y="74"/>
                    <a:pt x="3636" y="1"/>
                    <a:pt x="3282"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9" name="Google Shape;5509;p70"/>
            <p:cNvSpPr/>
            <p:nvPr/>
          </p:nvSpPr>
          <p:spPr>
            <a:xfrm>
              <a:off x="7379294" y="2994339"/>
              <a:ext cx="244125" cy="568414"/>
            </a:xfrm>
            <a:custGeom>
              <a:avLst/>
              <a:gdLst/>
              <a:ahLst/>
              <a:cxnLst/>
              <a:rect l="l" t="t" r="r" b="b"/>
              <a:pathLst>
                <a:path w="4434" h="10324" extrusionOk="0">
                  <a:moveTo>
                    <a:pt x="975" y="1"/>
                  </a:moveTo>
                  <a:cubicBezTo>
                    <a:pt x="948" y="1"/>
                    <a:pt x="922" y="3"/>
                    <a:pt x="896" y="9"/>
                  </a:cubicBezTo>
                  <a:cubicBezTo>
                    <a:pt x="747" y="9"/>
                    <a:pt x="663" y="56"/>
                    <a:pt x="663" y="56"/>
                  </a:cubicBezTo>
                  <a:lnTo>
                    <a:pt x="551" y="93"/>
                  </a:lnTo>
                  <a:cubicBezTo>
                    <a:pt x="0" y="868"/>
                    <a:pt x="4434" y="10323"/>
                    <a:pt x="4434" y="10323"/>
                  </a:cubicBezTo>
                  <a:cubicBezTo>
                    <a:pt x="4434" y="10323"/>
                    <a:pt x="4163" y="7169"/>
                    <a:pt x="4126" y="6935"/>
                  </a:cubicBezTo>
                  <a:cubicBezTo>
                    <a:pt x="3463" y="2576"/>
                    <a:pt x="1867" y="672"/>
                    <a:pt x="1400" y="205"/>
                  </a:cubicBezTo>
                  <a:cubicBezTo>
                    <a:pt x="1275" y="80"/>
                    <a:pt x="1116" y="1"/>
                    <a:pt x="97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0" name="Google Shape;5510;p70"/>
            <p:cNvSpPr/>
            <p:nvPr/>
          </p:nvSpPr>
          <p:spPr>
            <a:xfrm>
              <a:off x="7268243" y="2939336"/>
              <a:ext cx="169137" cy="177836"/>
            </a:xfrm>
            <a:custGeom>
              <a:avLst/>
              <a:gdLst/>
              <a:ahLst/>
              <a:cxnLst/>
              <a:rect l="l" t="t" r="r" b="b"/>
              <a:pathLst>
                <a:path w="3072" h="3230" extrusionOk="0">
                  <a:moveTo>
                    <a:pt x="468" y="0"/>
                  </a:moveTo>
                  <a:lnTo>
                    <a:pt x="272" y="1167"/>
                  </a:lnTo>
                  <a:lnTo>
                    <a:pt x="1" y="2838"/>
                  </a:lnTo>
                  <a:lnTo>
                    <a:pt x="2876" y="3230"/>
                  </a:lnTo>
                  <a:lnTo>
                    <a:pt x="3072" y="75"/>
                  </a:lnTo>
                  <a:lnTo>
                    <a:pt x="468" y="0"/>
                  </a:ln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1" name="Google Shape;5511;p70"/>
            <p:cNvSpPr/>
            <p:nvPr/>
          </p:nvSpPr>
          <p:spPr>
            <a:xfrm>
              <a:off x="7281127" y="2939336"/>
              <a:ext cx="156253" cy="79173"/>
            </a:xfrm>
            <a:custGeom>
              <a:avLst/>
              <a:gdLst/>
              <a:ahLst/>
              <a:cxnLst/>
              <a:rect l="l" t="t" r="r" b="b"/>
              <a:pathLst>
                <a:path w="2838" h="1438" extrusionOk="0">
                  <a:moveTo>
                    <a:pt x="234" y="0"/>
                  </a:moveTo>
                  <a:lnTo>
                    <a:pt x="38" y="1167"/>
                  </a:lnTo>
                  <a:lnTo>
                    <a:pt x="0" y="1438"/>
                  </a:lnTo>
                  <a:cubicBezTo>
                    <a:pt x="2334" y="1130"/>
                    <a:pt x="2838" y="75"/>
                    <a:pt x="2838" y="75"/>
                  </a:cubicBezTo>
                  <a:lnTo>
                    <a:pt x="234" y="0"/>
                  </a:ln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2" name="Google Shape;5512;p70"/>
            <p:cNvSpPr/>
            <p:nvPr/>
          </p:nvSpPr>
          <p:spPr>
            <a:xfrm>
              <a:off x="7000499" y="3057049"/>
              <a:ext cx="257009" cy="402911"/>
            </a:xfrm>
            <a:custGeom>
              <a:avLst/>
              <a:gdLst/>
              <a:ahLst/>
              <a:cxnLst/>
              <a:rect l="l" t="t" r="r" b="b"/>
              <a:pathLst>
                <a:path w="4668" h="7318" extrusionOk="0">
                  <a:moveTo>
                    <a:pt x="3278" y="0"/>
                  </a:moveTo>
                  <a:cubicBezTo>
                    <a:pt x="1878" y="0"/>
                    <a:pt x="1242" y="1400"/>
                    <a:pt x="1242" y="1400"/>
                  </a:cubicBezTo>
                  <a:cubicBezTo>
                    <a:pt x="309" y="2996"/>
                    <a:pt x="1" y="6926"/>
                    <a:pt x="1" y="6926"/>
                  </a:cubicBezTo>
                  <a:lnTo>
                    <a:pt x="3231" y="7318"/>
                  </a:lnTo>
                  <a:cubicBezTo>
                    <a:pt x="3968" y="6422"/>
                    <a:pt x="4668" y="6338"/>
                    <a:pt x="4668" y="6338"/>
                  </a:cubicBezTo>
                  <a:lnTo>
                    <a:pt x="4397" y="270"/>
                  </a:lnTo>
                  <a:cubicBezTo>
                    <a:pt x="3981" y="78"/>
                    <a:pt x="3608" y="0"/>
                    <a:pt x="3278" y="0"/>
                  </a:cubicBezTo>
                  <a:close/>
                </a:path>
              </a:pathLst>
            </a:custGeom>
            <a:solidFill>
              <a:srgbClr val="FD7D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3" name="Google Shape;5513;p70"/>
            <p:cNvSpPr/>
            <p:nvPr/>
          </p:nvSpPr>
          <p:spPr>
            <a:xfrm>
              <a:off x="7182464" y="3395653"/>
              <a:ext cx="87927" cy="51479"/>
            </a:xfrm>
            <a:custGeom>
              <a:avLst/>
              <a:gdLst/>
              <a:ahLst/>
              <a:cxnLst/>
              <a:rect l="l" t="t" r="r" b="b"/>
              <a:pathLst>
                <a:path w="1597" h="935" extrusionOk="0">
                  <a:moveTo>
                    <a:pt x="1522" y="1"/>
                  </a:moveTo>
                  <a:cubicBezTo>
                    <a:pt x="1363" y="1"/>
                    <a:pt x="1204" y="38"/>
                    <a:pt x="1055" y="76"/>
                  </a:cubicBezTo>
                  <a:cubicBezTo>
                    <a:pt x="934" y="113"/>
                    <a:pt x="775" y="150"/>
                    <a:pt x="663" y="234"/>
                  </a:cubicBezTo>
                  <a:cubicBezTo>
                    <a:pt x="504" y="309"/>
                    <a:pt x="392" y="384"/>
                    <a:pt x="271" y="505"/>
                  </a:cubicBezTo>
                  <a:cubicBezTo>
                    <a:pt x="196" y="580"/>
                    <a:pt x="75" y="738"/>
                    <a:pt x="0" y="850"/>
                  </a:cubicBezTo>
                  <a:cubicBezTo>
                    <a:pt x="0" y="888"/>
                    <a:pt x="0" y="888"/>
                    <a:pt x="38" y="934"/>
                  </a:cubicBezTo>
                  <a:cubicBezTo>
                    <a:pt x="38" y="934"/>
                    <a:pt x="75" y="934"/>
                    <a:pt x="122" y="888"/>
                  </a:cubicBezTo>
                  <a:cubicBezTo>
                    <a:pt x="196" y="776"/>
                    <a:pt x="271" y="654"/>
                    <a:pt x="392" y="580"/>
                  </a:cubicBezTo>
                  <a:cubicBezTo>
                    <a:pt x="467" y="505"/>
                    <a:pt x="588" y="421"/>
                    <a:pt x="738" y="346"/>
                  </a:cubicBezTo>
                  <a:cubicBezTo>
                    <a:pt x="859" y="309"/>
                    <a:pt x="971" y="272"/>
                    <a:pt x="1130" y="234"/>
                  </a:cubicBezTo>
                  <a:cubicBezTo>
                    <a:pt x="1242" y="188"/>
                    <a:pt x="1400" y="188"/>
                    <a:pt x="1522" y="188"/>
                  </a:cubicBezTo>
                  <a:cubicBezTo>
                    <a:pt x="1559" y="188"/>
                    <a:pt x="1596" y="150"/>
                    <a:pt x="1596" y="76"/>
                  </a:cubicBezTo>
                  <a:cubicBezTo>
                    <a:pt x="1596" y="38"/>
                    <a:pt x="1559" y="1"/>
                    <a:pt x="1522" y="1"/>
                  </a:cubicBezTo>
                  <a:close/>
                </a:path>
              </a:pathLst>
            </a:custGeom>
            <a:solidFill>
              <a:srgbClr val="415C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4" name="Google Shape;5514;p70"/>
            <p:cNvSpPr/>
            <p:nvPr/>
          </p:nvSpPr>
          <p:spPr>
            <a:xfrm>
              <a:off x="6966088" y="3022748"/>
              <a:ext cx="271929" cy="546171"/>
            </a:xfrm>
            <a:custGeom>
              <a:avLst/>
              <a:gdLst/>
              <a:ahLst/>
              <a:cxnLst/>
              <a:rect l="l" t="t" r="r" b="b"/>
              <a:pathLst>
                <a:path w="4939" h="9920" extrusionOk="0">
                  <a:moveTo>
                    <a:pt x="3786" y="0"/>
                  </a:moveTo>
                  <a:cubicBezTo>
                    <a:pt x="2769" y="0"/>
                    <a:pt x="1355" y="659"/>
                    <a:pt x="738" y="4011"/>
                  </a:cubicBezTo>
                  <a:cubicBezTo>
                    <a:pt x="738" y="4011"/>
                    <a:pt x="271" y="5486"/>
                    <a:pt x="122" y="7082"/>
                  </a:cubicBezTo>
                  <a:cubicBezTo>
                    <a:pt x="1" y="8211"/>
                    <a:pt x="785" y="9257"/>
                    <a:pt x="1905" y="9453"/>
                  </a:cubicBezTo>
                  <a:lnTo>
                    <a:pt x="4397" y="9919"/>
                  </a:lnTo>
                  <a:lnTo>
                    <a:pt x="4938" y="277"/>
                  </a:lnTo>
                  <a:cubicBezTo>
                    <a:pt x="4938" y="277"/>
                    <a:pt x="4446" y="0"/>
                    <a:pt x="3786"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5" name="Google Shape;5515;p70"/>
            <p:cNvSpPr/>
            <p:nvPr/>
          </p:nvSpPr>
          <p:spPr>
            <a:xfrm>
              <a:off x="7092500" y="3003588"/>
              <a:ext cx="563294" cy="871561"/>
            </a:xfrm>
            <a:custGeom>
              <a:avLst/>
              <a:gdLst/>
              <a:ahLst/>
              <a:cxnLst/>
              <a:rect l="l" t="t" r="r" b="b"/>
              <a:pathLst>
                <a:path w="10231" h="15830" extrusionOk="0">
                  <a:moveTo>
                    <a:pt x="3426" y="0"/>
                  </a:moveTo>
                  <a:cubicBezTo>
                    <a:pt x="1" y="4275"/>
                    <a:pt x="467" y="13338"/>
                    <a:pt x="467" y="13338"/>
                  </a:cubicBezTo>
                  <a:cubicBezTo>
                    <a:pt x="309" y="15634"/>
                    <a:pt x="4705" y="15709"/>
                    <a:pt x="4705" y="15709"/>
                  </a:cubicBezTo>
                  <a:cubicBezTo>
                    <a:pt x="5417" y="15791"/>
                    <a:pt x="6025" y="15829"/>
                    <a:pt x="6545" y="15829"/>
                  </a:cubicBezTo>
                  <a:cubicBezTo>
                    <a:pt x="9267" y="15829"/>
                    <a:pt x="9580" y="14792"/>
                    <a:pt x="9643" y="13656"/>
                  </a:cubicBezTo>
                  <a:cubicBezTo>
                    <a:pt x="10231" y="5096"/>
                    <a:pt x="6189" y="429"/>
                    <a:pt x="6189" y="429"/>
                  </a:cubicBezTo>
                  <a:cubicBezTo>
                    <a:pt x="6075" y="730"/>
                    <a:pt x="5826" y="840"/>
                    <a:pt x="5522" y="840"/>
                  </a:cubicBezTo>
                  <a:cubicBezTo>
                    <a:pt x="4684" y="840"/>
                    <a:pt x="3426" y="0"/>
                    <a:pt x="34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6" name="Google Shape;5516;p70"/>
            <p:cNvSpPr/>
            <p:nvPr/>
          </p:nvSpPr>
          <p:spPr>
            <a:xfrm>
              <a:off x="7114082" y="3735854"/>
              <a:ext cx="507300" cy="75098"/>
            </a:xfrm>
            <a:custGeom>
              <a:avLst/>
              <a:gdLst/>
              <a:ahLst/>
              <a:cxnLst/>
              <a:rect l="l" t="t" r="r" b="b"/>
              <a:pathLst>
                <a:path w="9214" h="1364" extrusionOk="0">
                  <a:moveTo>
                    <a:pt x="1" y="1"/>
                  </a:moveTo>
                  <a:cubicBezTo>
                    <a:pt x="1" y="38"/>
                    <a:pt x="1" y="76"/>
                    <a:pt x="38" y="76"/>
                  </a:cubicBezTo>
                  <a:cubicBezTo>
                    <a:pt x="38" y="122"/>
                    <a:pt x="1597" y="1205"/>
                    <a:pt x="4546" y="1364"/>
                  </a:cubicBezTo>
                  <a:lnTo>
                    <a:pt x="5480" y="1364"/>
                  </a:lnTo>
                  <a:cubicBezTo>
                    <a:pt x="7813" y="1364"/>
                    <a:pt x="9176" y="934"/>
                    <a:pt x="9176" y="934"/>
                  </a:cubicBezTo>
                  <a:cubicBezTo>
                    <a:pt x="9213" y="934"/>
                    <a:pt x="9213" y="897"/>
                    <a:pt x="9213" y="860"/>
                  </a:cubicBezTo>
                  <a:cubicBezTo>
                    <a:pt x="9213" y="822"/>
                    <a:pt x="9176" y="822"/>
                    <a:pt x="9139" y="822"/>
                  </a:cubicBezTo>
                  <a:cubicBezTo>
                    <a:pt x="9139" y="822"/>
                    <a:pt x="7788" y="1260"/>
                    <a:pt x="5391" y="1260"/>
                  </a:cubicBezTo>
                  <a:cubicBezTo>
                    <a:pt x="5123" y="1260"/>
                    <a:pt x="4841" y="1255"/>
                    <a:pt x="4546" y="1242"/>
                  </a:cubicBezTo>
                  <a:cubicBezTo>
                    <a:pt x="1634" y="1093"/>
                    <a:pt x="113" y="1"/>
                    <a:pt x="75"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7" name="Google Shape;5517;p70"/>
            <p:cNvSpPr/>
            <p:nvPr/>
          </p:nvSpPr>
          <p:spPr>
            <a:xfrm>
              <a:off x="7131040" y="3748737"/>
              <a:ext cx="10846" cy="53461"/>
            </a:xfrm>
            <a:custGeom>
              <a:avLst/>
              <a:gdLst/>
              <a:ahLst/>
              <a:cxnLst/>
              <a:rect l="l" t="t" r="r" b="b"/>
              <a:pathLst>
                <a:path w="197" h="971" extrusionOk="0">
                  <a:moveTo>
                    <a:pt x="122" y="0"/>
                  </a:moveTo>
                  <a:cubicBezTo>
                    <a:pt x="75" y="0"/>
                    <a:pt x="75" y="0"/>
                    <a:pt x="38" y="38"/>
                  </a:cubicBezTo>
                  <a:cubicBezTo>
                    <a:pt x="38" y="38"/>
                    <a:pt x="1" y="467"/>
                    <a:pt x="75" y="896"/>
                  </a:cubicBezTo>
                  <a:cubicBezTo>
                    <a:pt x="122" y="934"/>
                    <a:pt x="122" y="971"/>
                    <a:pt x="159" y="971"/>
                  </a:cubicBezTo>
                  <a:cubicBezTo>
                    <a:pt x="197" y="934"/>
                    <a:pt x="197" y="934"/>
                    <a:pt x="197" y="896"/>
                  </a:cubicBezTo>
                  <a:cubicBezTo>
                    <a:pt x="122" y="467"/>
                    <a:pt x="159" y="38"/>
                    <a:pt x="159" y="38"/>
                  </a:cubicBezTo>
                  <a:cubicBezTo>
                    <a:pt x="159" y="0"/>
                    <a:pt x="159" y="0"/>
                    <a:pt x="122"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8" name="Google Shape;5518;p70"/>
            <p:cNvSpPr/>
            <p:nvPr/>
          </p:nvSpPr>
          <p:spPr>
            <a:xfrm>
              <a:off x="7160881" y="3761566"/>
              <a:ext cx="10846" cy="62270"/>
            </a:xfrm>
            <a:custGeom>
              <a:avLst/>
              <a:gdLst/>
              <a:ahLst/>
              <a:cxnLst/>
              <a:rect l="l" t="t" r="r" b="b"/>
              <a:pathLst>
                <a:path w="197" h="1131" extrusionOk="0">
                  <a:moveTo>
                    <a:pt x="122" y="1"/>
                  </a:moveTo>
                  <a:lnTo>
                    <a:pt x="84" y="38"/>
                  </a:lnTo>
                  <a:cubicBezTo>
                    <a:pt x="84" y="75"/>
                    <a:pt x="0" y="663"/>
                    <a:pt x="84" y="1093"/>
                  </a:cubicBezTo>
                  <a:cubicBezTo>
                    <a:pt x="84" y="1130"/>
                    <a:pt x="122" y="1130"/>
                    <a:pt x="159" y="1130"/>
                  </a:cubicBezTo>
                  <a:cubicBezTo>
                    <a:pt x="196" y="1130"/>
                    <a:pt x="196" y="1130"/>
                    <a:pt x="196" y="1093"/>
                  </a:cubicBezTo>
                  <a:cubicBezTo>
                    <a:pt x="122" y="663"/>
                    <a:pt x="159" y="75"/>
                    <a:pt x="159" y="75"/>
                  </a:cubicBezTo>
                  <a:cubicBezTo>
                    <a:pt x="196" y="38"/>
                    <a:pt x="159" y="1"/>
                    <a:pt x="122"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9" name="Google Shape;5519;p70"/>
            <p:cNvSpPr/>
            <p:nvPr/>
          </p:nvSpPr>
          <p:spPr>
            <a:xfrm>
              <a:off x="7195292" y="3776486"/>
              <a:ext cx="10846" cy="64307"/>
            </a:xfrm>
            <a:custGeom>
              <a:avLst/>
              <a:gdLst/>
              <a:ahLst/>
              <a:cxnLst/>
              <a:rect l="l" t="t" r="r" b="b"/>
              <a:pathLst>
                <a:path w="197" h="1168" extrusionOk="0">
                  <a:moveTo>
                    <a:pt x="122" y="0"/>
                  </a:moveTo>
                  <a:cubicBezTo>
                    <a:pt x="75" y="0"/>
                    <a:pt x="75" y="38"/>
                    <a:pt x="75" y="84"/>
                  </a:cubicBezTo>
                  <a:cubicBezTo>
                    <a:pt x="38" y="84"/>
                    <a:pt x="1" y="663"/>
                    <a:pt x="75" y="1130"/>
                  </a:cubicBezTo>
                  <a:lnTo>
                    <a:pt x="122" y="1167"/>
                  </a:lnTo>
                  <a:lnTo>
                    <a:pt x="159" y="1167"/>
                  </a:lnTo>
                  <a:cubicBezTo>
                    <a:pt x="197" y="1167"/>
                    <a:pt x="197" y="1130"/>
                    <a:pt x="197" y="1092"/>
                  </a:cubicBezTo>
                  <a:cubicBezTo>
                    <a:pt x="122" y="663"/>
                    <a:pt x="159" y="84"/>
                    <a:pt x="159" y="84"/>
                  </a:cubicBezTo>
                  <a:cubicBezTo>
                    <a:pt x="159" y="38"/>
                    <a:pt x="159" y="0"/>
                    <a:pt x="122"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0" name="Google Shape;5520;p70"/>
            <p:cNvSpPr/>
            <p:nvPr/>
          </p:nvSpPr>
          <p:spPr>
            <a:xfrm>
              <a:off x="7237962" y="3789315"/>
              <a:ext cx="10846" cy="64307"/>
            </a:xfrm>
            <a:custGeom>
              <a:avLst/>
              <a:gdLst/>
              <a:ahLst/>
              <a:cxnLst/>
              <a:rect l="l" t="t" r="r" b="b"/>
              <a:pathLst>
                <a:path w="197" h="1168" extrusionOk="0">
                  <a:moveTo>
                    <a:pt x="122" y="1"/>
                  </a:moveTo>
                  <a:cubicBezTo>
                    <a:pt x="84" y="1"/>
                    <a:pt x="84" y="38"/>
                    <a:pt x="47" y="38"/>
                  </a:cubicBezTo>
                  <a:cubicBezTo>
                    <a:pt x="47" y="85"/>
                    <a:pt x="0" y="663"/>
                    <a:pt x="84" y="1130"/>
                  </a:cubicBezTo>
                  <a:lnTo>
                    <a:pt x="122" y="1167"/>
                  </a:lnTo>
                  <a:lnTo>
                    <a:pt x="159" y="1167"/>
                  </a:lnTo>
                  <a:cubicBezTo>
                    <a:pt x="159" y="1130"/>
                    <a:pt x="196" y="1130"/>
                    <a:pt x="196" y="1093"/>
                  </a:cubicBezTo>
                  <a:cubicBezTo>
                    <a:pt x="84" y="663"/>
                    <a:pt x="159" y="85"/>
                    <a:pt x="159" y="85"/>
                  </a:cubicBezTo>
                  <a:cubicBezTo>
                    <a:pt x="159" y="38"/>
                    <a:pt x="159" y="1"/>
                    <a:pt x="122"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1" name="Google Shape;5521;p70"/>
            <p:cNvSpPr/>
            <p:nvPr/>
          </p:nvSpPr>
          <p:spPr>
            <a:xfrm>
              <a:off x="7285201" y="3799280"/>
              <a:ext cx="10901" cy="63096"/>
            </a:xfrm>
            <a:custGeom>
              <a:avLst/>
              <a:gdLst/>
              <a:ahLst/>
              <a:cxnLst/>
              <a:rect l="l" t="t" r="r" b="b"/>
              <a:pathLst>
                <a:path w="198" h="1146" extrusionOk="0">
                  <a:moveTo>
                    <a:pt x="113" y="0"/>
                  </a:moveTo>
                  <a:cubicBezTo>
                    <a:pt x="99" y="0"/>
                    <a:pt x="76" y="27"/>
                    <a:pt x="76" y="53"/>
                  </a:cubicBezTo>
                  <a:cubicBezTo>
                    <a:pt x="76" y="53"/>
                    <a:pt x="1" y="641"/>
                    <a:pt x="76" y="1108"/>
                  </a:cubicBezTo>
                  <a:cubicBezTo>
                    <a:pt x="76" y="1108"/>
                    <a:pt x="122" y="1145"/>
                    <a:pt x="160" y="1145"/>
                  </a:cubicBezTo>
                  <a:cubicBezTo>
                    <a:pt x="197" y="1145"/>
                    <a:pt x="197" y="1108"/>
                    <a:pt x="197" y="1070"/>
                  </a:cubicBezTo>
                  <a:cubicBezTo>
                    <a:pt x="122" y="641"/>
                    <a:pt x="160" y="53"/>
                    <a:pt x="160" y="53"/>
                  </a:cubicBezTo>
                  <a:cubicBezTo>
                    <a:pt x="197" y="16"/>
                    <a:pt x="160" y="16"/>
                    <a:pt x="122" y="16"/>
                  </a:cubicBezTo>
                  <a:cubicBezTo>
                    <a:pt x="122" y="5"/>
                    <a:pt x="118" y="0"/>
                    <a:pt x="113"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2" name="Google Shape;5522;p70"/>
            <p:cNvSpPr/>
            <p:nvPr/>
          </p:nvSpPr>
          <p:spPr>
            <a:xfrm>
              <a:off x="7330458" y="3804235"/>
              <a:ext cx="10351" cy="64307"/>
            </a:xfrm>
            <a:custGeom>
              <a:avLst/>
              <a:gdLst/>
              <a:ahLst/>
              <a:cxnLst/>
              <a:rect l="l" t="t" r="r" b="b"/>
              <a:pathLst>
                <a:path w="188" h="1168" extrusionOk="0">
                  <a:moveTo>
                    <a:pt x="112" y="0"/>
                  </a:moveTo>
                  <a:cubicBezTo>
                    <a:pt x="75" y="0"/>
                    <a:pt x="75" y="47"/>
                    <a:pt x="38" y="47"/>
                  </a:cubicBezTo>
                  <a:cubicBezTo>
                    <a:pt x="38" y="84"/>
                    <a:pt x="0" y="663"/>
                    <a:pt x="75" y="1130"/>
                  </a:cubicBezTo>
                  <a:lnTo>
                    <a:pt x="112" y="1167"/>
                  </a:lnTo>
                  <a:lnTo>
                    <a:pt x="150" y="1167"/>
                  </a:lnTo>
                  <a:cubicBezTo>
                    <a:pt x="150" y="1130"/>
                    <a:pt x="187" y="1130"/>
                    <a:pt x="187" y="1092"/>
                  </a:cubicBezTo>
                  <a:cubicBezTo>
                    <a:pt x="75" y="663"/>
                    <a:pt x="150" y="84"/>
                    <a:pt x="150" y="84"/>
                  </a:cubicBezTo>
                  <a:cubicBezTo>
                    <a:pt x="150" y="47"/>
                    <a:pt x="150" y="0"/>
                    <a:pt x="112"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3" name="Google Shape;5523;p70"/>
            <p:cNvSpPr/>
            <p:nvPr/>
          </p:nvSpPr>
          <p:spPr>
            <a:xfrm>
              <a:off x="7379294" y="3808860"/>
              <a:ext cx="10846" cy="62215"/>
            </a:xfrm>
            <a:custGeom>
              <a:avLst/>
              <a:gdLst/>
              <a:ahLst/>
              <a:cxnLst/>
              <a:rect l="l" t="t" r="r" b="b"/>
              <a:pathLst>
                <a:path w="197" h="1130" extrusionOk="0">
                  <a:moveTo>
                    <a:pt x="159" y="0"/>
                  </a:moveTo>
                  <a:cubicBezTo>
                    <a:pt x="121" y="0"/>
                    <a:pt x="84" y="0"/>
                    <a:pt x="84" y="38"/>
                  </a:cubicBezTo>
                  <a:cubicBezTo>
                    <a:pt x="84" y="38"/>
                    <a:pt x="0" y="616"/>
                    <a:pt x="121" y="1083"/>
                  </a:cubicBezTo>
                  <a:cubicBezTo>
                    <a:pt x="121" y="1130"/>
                    <a:pt x="121" y="1130"/>
                    <a:pt x="159" y="1130"/>
                  </a:cubicBezTo>
                  <a:cubicBezTo>
                    <a:pt x="196" y="1130"/>
                    <a:pt x="196" y="1083"/>
                    <a:pt x="196" y="1046"/>
                  </a:cubicBezTo>
                  <a:cubicBezTo>
                    <a:pt x="121" y="616"/>
                    <a:pt x="196" y="38"/>
                    <a:pt x="196" y="38"/>
                  </a:cubicBezTo>
                  <a:cubicBezTo>
                    <a:pt x="196" y="0"/>
                    <a:pt x="159" y="0"/>
                    <a:pt x="159"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4" name="Google Shape;5524;p70"/>
            <p:cNvSpPr/>
            <p:nvPr/>
          </p:nvSpPr>
          <p:spPr>
            <a:xfrm>
              <a:off x="7569959" y="3791352"/>
              <a:ext cx="10846" cy="62270"/>
            </a:xfrm>
            <a:custGeom>
              <a:avLst/>
              <a:gdLst/>
              <a:ahLst/>
              <a:cxnLst/>
              <a:rect l="l" t="t" r="r" b="b"/>
              <a:pathLst>
                <a:path w="197" h="1131" extrusionOk="0">
                  <a:moveTo>
                    <a:pt x="37" y="1"/>
                  </a:moveTo>
                  <a:cubicBezTo>
                    <a:pt x="0" y="48"/>
                    <a:pt x="0" y="48"/>
                    <a:pt x="0" y="85"/>
                  </a:cubicBezTo>
                  <a:cubicBezTo>
                    <a:pt x="84" y="514"/>
                    <a:pt x="0" y="1056"/>
                    <a:pt x="0" y="1056"/>
                  </a:cubicBezTo>
                  <a:cubicBezTo>
                    <a:pt x="0" y="1093"/>
                    <a:pt x="37" y="1130"/>
                    <a:pt x="84" y="1130"/>
                  </a:cubicBezTo>
                  <a:cubicBezTo>
                    <a:pt x="84" y="1130"/>
                    <a:pt x="121" y="1093"/>
                    <a:pt x="121" y="1056"/>
                  </a:cubicBezTo>
                  <a:cubicBezTo>
                    <a:pt x="121" y="1056"/>
                    <a:pt x="196" y="514"/>
                    <a:pt x="84" y="48"/>
                  </a:cubicBezTo>
                  <a:cubicBezTo>
                    <a:pt x="84" y="48"/>
                    <a:pt x="84" y="1"/>
                    <a:pt x="3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5" name="Google Shape;5525;p70"/>
            <p:cNvSpPr/>
            <p:nvPr/>
          </p:nvSpPr>
          <p:spPr>
            <a:xfrm>
              <a:off x="7529326" y="3800106"/>
              <a:ext cx="12883" cy="68437"/>
            </a:xfrm>
            <a:custGeom>
              <a:avLst/>
              <a:gdLst/>
              <a:ahLst/>
              <a:cxnLst/>
              <a:rect l="l" t="t" r="r" b="b"/>
              <a:pathLst>
                <a:path w="234" h="1243" extrusionOk="0">
                  <a:moveTo>
                    <a:pt x="75" y="1"/>
                  </a:moveTo>
                  <a:cubicBezTo>
                    <a:pt x="38" y="38"/>
                    <a:pt x="38" y="38"/>
                    <a:pt x="38" y="75"/>
                  </a:cubicBezTo>
                  <a:cubicBezTo>
                    <a:pt x="122" y="505"/>
                    <a:pt x="38" y="1167"/>
                    <a:pt x="38" y="1167"/>
                  </a:cubicBezTo>
                  <a:cubicBezTo>
                    <a:pt x="1" y="1205"/>
                    <a:pt x="38" y="1242"/>
                    <a:pt x="75" y="1242"/>
                  </a:cubicBezTo>
                  <a:cubicBezTo>
                    <a:pt x="122" y="1242"/>
                    <a:pt x="122" y="1205"/>
                    <a:pt x="122" y="1205"/>
                  </a:cubicBezTo>
                  <a:cubicBezTo>
                    <a:pt x="122" y="1167"/>
                    <a:pt x="234" y="505"/>
                    <a:pt x="122" y="38"/>
                  </a:cubicBezTo>
                  <a:cubicBezTo>
                    <a:pt x="122" y="38"/>
                    <a:pt x="122" y="1"/>
                    <a:pt x="75"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6" name="Google Shape;5526;p70"/>
            <p:cNvSpPr/>
            <p:nvPr/>
          </p:nvSpPr>
          <p:spPr>
            <a:xfrm>
              <a:off x="7477958" y="3805722"/>
              <a:ext cx="12883" cy="69483"/>
            </a:xfrm>
            <a:custGeom>
              <a:avLst/>
              <a:gdLst/>
              <a:ahLst/>
              <a:cxnLst/>
              <a:rect l="l" t="t" r="r" b="b"/>
              <a:pathLst>
                <a:path w="234" h="1262" extrusionOk="0">
                  <a:moveTo>
                    <a:pt x="85" y="0"/>
                  </a:moveTo>
                  <a:cubicBezTo>
                    <a:pt x="79" y="0"/>
                    <a:pt x="75" y="6"/>
                    <a:pt x="75" y="20"/>
                  </a:cubicBezTo>
                  <a:cubicBezTo>
                    <a:pt x="38" y="20"/>
                    <a:pt x="0" y="20"/>
                    <a:pt x="38" y="57"/>
                  </a:cubicBezTo>
                  <a:cubicBezTo>
                    <a:pt x="122" y="487"/>
                    <a:pt x="38" y="1224"/>
                    <a:pt x="38" y="1224"/>
                  </a:cubicBezTo>
                  <a:cubicBezTo>
                    <a:pt x="38" y="1261"/>
                    <a:pt x="75" y="1261"/>
                    <a:pt x="75" y="1261"/>
                  </a:cubicBezTo>
                  <a:lnTo>
                    <a:pt x="122" y="1261"/>
                  </a:lnTo>
                  <a:cubicBezTo>
                    <a:pt x="122" y="1261"/>
                    <a:pt x="159" y="1261"/>
                    <a:pt x="159" y="1224"/>
                  </a:cubicBezTo>
                  <a:cubicBezTo>
                    <a:pt x="159" y="1187"/>
                    <a:pt x="234" y="487"/>
                    <a:pt x="122" y="57"/>
                  </a:cubicBezTo>
                  <a:cubicBezTo>
                    <a:pt x="122" y="31"/>
                    <a:pt x="99" y="0"/>
                    <a:pt x="85"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7" name="Google Shape;5527;p70"/>
            <p:cNvSpPr/>
            <p:nvPr/>
          </p:nvSpPr>
          <p:spPr>
            <a:xfrm>
              <a:off x="7437325" y="3806768"/>
              <a:ext cx="10846" cy="70474"/>
            </a:xfrm>
            <a:custGeom>
              <a:avLst/>
              <a:gdLst/>
              <a:ahLst/>
              <a:cxnLst/>
              <a:rect l="l" t="t" r="r" b="b"/>
              <a:pathLst>
                <a:path w="197" h="1280" extrusionOk="0">
                  <a:moveTo>
                    <a:pt x="38" y="1"/>
                  </a:moveTo>
                  <a:cubicBezTo>
                    <a:pt x="38" y="38"/>
                    <a:pt x="1" y="38"/>
                    <a:pt x="1" y="76"/>
                  </a:cubicBezTo>
                  <a:cubicBezTo>
                    <a:pt x="113" y="505"/>
                    <a:pt x="1" y="1205"/>
                    <a:pt x="1" y="1205"/>
                  </a:cubicBezTo>
                  <a:cubicBezTo>
                    <a:pt x="1" y="1242"/>
                    <a:pt x="1" y="1280"/>
                    <a:pt x="38" y="1280"/>
                  </a:cubicBezTo>
                  <a:cubicBezTo>
                    <a:pt x="76" y="1280"/>
                    <a:pt x="113" y="1242"/>
                    <a:pt x="113" y="1242"/>
                  </a:cubicBezTo>
                  <a:cubicBezTo>
                    <a:pt x="113" y="1205"/>
                    <a:pt x="197" y="505"/>
                    <a:pt x="113" y="38"/>
                  </a:cubicBezTo>
                  <a:cubicBezTo>
                    <a:pt x="113" y="38"/>
                    <a:pt x="76" y="1"/>
                    <a:pt x="38"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8" name="Google Shape;5528;p70"/>
            <p:cNvSpPr/>
            <p:nvPr/>
          </p:nvSpPr>
          <p:spPr>
            <a:xfrm>
              <a:off x="7118212" y="3035962"/>
              <a:ext cx="148050" cy="252384"/>
            </a:xfrm>
            <a:custGeom>
              <a:avLst/>
              <a:gdLst/>
              <a:ahLst/>
              <a:cxnLst/>
              <a:rect l="l" t="t" r="r" b="b"/>
              <a:pathLst>
                <a:path w="2689" h="4584" extrusionOk="0">
                  <a:moveTo>
                    <a:pt x="2689" y="0"/>
                  </a:moveTo>
                  <a:lnTo>
                    <a:pt x="2689" y="0"/>
                  </a:lnTo>
                  <a:cubicBezTo>
                    <a:pt x="2689" y="0"/>
                    <a:pt x="1597" y="37"/>
                    <a:pt x="1522" y="149"/>
                  </a:cubicBezTo>
                  <a:cubicBezTo>
                    <a:pt x="1522" y="149"/>
                    <a:pt x="542" y="1279"/>
                    <a:pt x="0" y="4583"/>
                  </a:cubicBezTo>
                  <a:lnTo>
                    <a:pt x="2026" y="971"/>
                  </a:lnTo>
                  <a:cubicBezTo>
                    <a:pt x="2026" y="971"/>
                    <a:pt x="2175" y="653"/>
                    <a:pt x="2689"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9" name="Google Shape;5529;p70"/>
            <p:cNvSpPr/>
            <p:nvPr/>
          </p:nvSpPr>
          <p:spPr>
            <a:xfrm>
              <a:off x="7000499" y="3025171"/>
              <a:ext cx="188682" cy="490287"/>
            </a:xfrm>
            <a:custGeom>
              <a:avLst/>
              <a:gdLst/>
              <a:ahLst/>
              <a:cxnLst/>
              <a:rect l="l" t="t" r="r" b="b"/>
              <a:pathLst>
                <a:path w="3427" h="8905" extrusionOk="0">
                  <a:moveTo>
                    <a:pt x="3343" y="0"/>
                  </a:moveTo>
                  <a:cubicBezTo>
                    <a:pt x="3305" y="0"/>
                    <a:pt x="2176" y="75"/>
                    <a:pt x="1513" y="1708"/>
                  </a:cubicBezTo>
                  <a:cubicBezTo>
                    <a:pt x="972" y="3034"/>
                    <a:pt x="1" y="6263"/>
                    <a:pt x="197" y="8867"/>
                  </a:cubicBezTo>
                  <a:cubicBezTo>
                    <a:pt x="197" y="8905"/>
                    <a:pt x="234" y="8905"/>
                    <a:pt x="272" y="8905"/>
                  </a:cubicBezTo>
                  <a:cubicBezTo>
                    <a:pt x="309" y="8905"/>
                    <a:pt x="346" y="8867"/>
                    <a:pt x="346" y="8830"/>
                  </a:cubicBezTo>
                  <a:cubicBezTo>
                    <a:pt x="160" y="6301"/>
                    <a:pt x="1130" y="3108"/>
                    <a:pt x="1672" y="1746"/>
                  </a:cubicBezTo>
                  <a:cubicBezTo>
                    <a:pt x="2297" y="233"/>
                    <a:pt x="3305" y="196"/>
                    <a:pt x="3343" y="196"/>
                  </a:cubicBezTo>
                  <a:cubicBezTo>
                    <a:pt x="3380" y="149"/>
                    <a:pt x="3427" y="149"/>
                    <a:pt x="3427" y="75"/>
                  </a:cubicBezTo>
                  <a:cubicBezTo>
                    <a:pt x="3427" y="37"/>
                    <a:pt x="3380" y="0"/>
                    <a:pt x="3343" y="0"/>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0" name="Google Shape;5530;p70"/>
            <p:cNvSpPr/>
            <p:nvPr/>
          </p:nvSpPr>
          <p:spPr>
            <a:xfrm>
              <a:off x="7253378" y="3448123"/>
              <a:ext cx="96130" cy="84403"/>
            </a:xfrm>
            <a:custGeom>
              <a:avLst/>
              <a:gdLst/>
              <a:ahLst/>
              <a:cxnLst/>
              <a:rect l="l" t="t" r="r" b="b"/>
              <a:pathLst>
                <a:path w="1746" h="1533" extrusionOk="0">
                  <a:moveTo>
                    <a:pt x="831" y="0"/>
                  </a:moveTo>
                  <a:cubicBezTo>
                    <a:pt x="734" y="0"/>
                    <a:pt x="636" y="18"/>
                    <a:pt x="542" y="56"/>
                  </a:cubicBezTo>
                  <a:cubicBezTo>
                    <a:pt x="150" y="252"/>
                    <a:pt x="0" y="681"/>
                    <a:pt x="150" y="1064"/>
                  </a:cubicBezTo>
                  <a:cubicBezTo>
                    <a:pt x="293" y="1351"/>
                    <a:pt x="562" y="1533"/>
                    <a:pt x="849" y="1533"/>
                  </a:cubicBezTo>
                  <a:cubicBezTo>
                    <a:pt x="954" y="1533"/>
                    <a:pt x="1062" y="1509"/>
                    <a:pt x="1167" y="1456"/>
                  </a:cubicBezTo>
                  <a:cubicBezTo>
                    <a:pt x="1550" y="1297"/>
                    <a:pt x="1746" y="831"/>
                    <a:pt x="1550" y="448"/>
                  </a:cubicBezTo>
                  <a:cubicBezTo>
                    <a:pt x="1436" y="178"/>
                    <a:pt x="1139" y="0"/>
                    <a:pt x="831"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1" name="Google Shape;5531;p70"/>
            <p:cNvSpPr/>
            <p:nvPr/>
          </p:nvSpPr>
          <p:spPr>
            <a:xfrm>
              <a:off x="7011288" y="2480707"/>
              <a:ext cx="666086" cy="434512"/>
            </a:xfrm>
            <a:custGeom>
              <a:avLst/>
              <a:gdLst/>
              <a:ahLst/>
              <a:cxnLst/>
              <a:rect l="l" t="t" r="r" b="b"/>
              <a:pathLst>
                <a:path w="12098" h="8406" extrusionOk="0">
                  <a:moveTo>
                    <a:pt x="6891" y="1"/>
                  </a:moveTo>
                  <a:cubicBezTo>
                    <a:pt x="5031" y="1"/>
                    <a:pt x="4029" y="1079"/>
                    <a:pt x="3613" y="1685"/>
                  </a:cubicBezTo>
                  <a:cubicBezTo>
                    <a:pt x="3501" y="1918"/>
                    <a:pt x="3417" y="2105"/>
                    <a:pt x="3343" y="2338"/>
                  </a:cubicBezTo>
                  <a:cubicBezTo>
                    <a:pt x="3231" y="2693"/>
                    <a:pt x="2876" y="3122"/>
                    <a:pt x="2176" y="3318"/>
                  </a:cubicBezTo>
                  <a:cubicBezTo>
                    <a:pt x="1205" y="3626"/>
                    <a:pt x="1" y="5063"/>
                    <a:pt x="972" y="8022"/>
                  </a:cubicBezTo>
                  <a:lnTo>
                    <a:pt x="10847" y="8405"/>
                  </a:lnTo>
                  <a:cubicBezTo>
                    <a:pt x="10847" y="8405"/>
                    <a:pt x="12098" y="4951"/>
                    <a:pt x="10614" y="4055"/>
                  </a:cubicBezTo>
                  <a:cubicBezTo>
                    <a:pt x="9568" y="3430"/>
                    <a:pt x="9764" y="2963"/>
                    <a:pt x="9606" y="2105"/>
                  </a:cubicBezTo>
                  <a:cubicBezTo>
                    <a:pt x="9372" y="826"/>
                    <a:pt x="8084" y="51"/>
                    <a:pt x="7076" y="4"/>
                  </a:cubicBezTo>
                  <a:cubicBezTo>
                    <a:pt x="7013" y="2"/>
                    <a:pt x="6952" y="1"/>
                    <a:pt x="6891"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2" name="Google Shape;5532;p70"/>
            <p:cNvSpPr/>
            <p:nvPr/>
          </p:nvSpPr>
          <p:spPr>
            <a:xfrm>
              <a:off x="7199421" y="2579480"/>
              <a:ext cx="364371" cy="394377"/>
            </a:xfrm>
            <a:custGeom>
              <a:avLst/>
              <a:gdLst/>
              <a:ahLst/>
              <a:cxnLst/>
              <a:rect l="l" t="t" r="r" b="b"/>
              <a:pathLst>
                <a:path w="6618" h="7163" extrusionOk="0">
                  <a:moveTo>
                    <a:pt x="3317" y="0"/>
                  </a:moveTo>
                  <a:cubicBezTo>
                    <a:pt x="3275" y="0"/>
                    <a:pt x="3234" y="1"/>
                    <a:pt x="3192" y="3"/>
                  </a:cubicBezTo>
                  <a:cubicBezTo>
                    <a:pt x="1400" y="40"/>
                    <a:pt x="0" y="1711"/>
                    <a:pt x="84" y="3699"/>
                  </a:cubicBezTo>
                  <a:cubicBezTo>
                    <a:pt x="158" y="5617"/>
                    <a:pt x="1599" y="7162"/>
                    <a:pt x="3363" y="7162"/>
                  </a:cubicBezTo>
                  <a:cubicBezTo>
                    <a:pt x="3384" y="7162"/>
                    <a:pt x="3405" y="7162"/>
                    <a:pt x="3426" y="7162"/>
                  </a:cubicBezTo>
                  <a:cubicBezTo>
                    <a:pt x="5218" y="7078"/>
                    <a:pt x="6618" y="5444"/>
                    <a:pt x="6534" y="3465"/>
                  </a:cubicBezTo>
                  <a:cubicBezTo>
                    <a:pt x="6498" y="1523"/>
                    <a:pt x="5054" y="0"/>
                    <a:pt x="3317"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3" name="Google Shape;5533;p70"/>
            <p:cNvSpPr/>
            <p:nvPr/>
          </p:nvSpPr>
          <p:spPr>
            <a:xfrm>
              <a:off x="7158789" y="2746635"/>
              <a:ext cx="87927" cy="86000"/>
            </a:xfrm>
            <a:custGeom>
              <a:avLst/>
              <a:gdLst/>
              <a:ahLst/>
              <a:cxnLst/>
              <a:rect l="l" t="t" r="r" b="b"/>
              <a:pathLst>
                <a:path w="1597" h="1562" extrusionOk="0">
                  <a:moveTo>
                    <a:pt x="822" y="0"/>
                  </a:moveTo>
                  <a:cubicBezTo>
                    <a:pt x="393" y="0"/>
                    <a:pt x="38" y="355"/>
                    <a:pt x="38" y="775"/>
                  </a:cubicBezTo>
                  <a:cubicBezTo>
                    <a:pt x="1" y="1204"/>
                    <a:pt x="356" y="1559"/>
                    <a:pt x="785" y="1559"/>
                  </a:cubicBezTo>
                  <a:cubicBezTo>
                    <a:pt x="805" y="1561"/>
                    <a:pt x="826" y="1562"/>
                    <a:pt x="846" y="1562"/>
                  </a:cubicBezTo>
                  <a:cubicBezTo>
                    <a:pt x="1239" y="1562"/>
                    <a:pt x="1561" y="1221"/>
                    <a:pt x="1597" y="822"/>
                  </a:cubicBezTo>
                  <a:cubicBezTo>
                    <a:pt x="1597" y="392"/>
                    <a:pt x="1252" y="37"/>
                    <a:pt x="822"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4" name="Google Shape;5534;p70"/>
            <p:cNvSpPr/>
            <p:nvPr/>
          </p:nvSpPr>
          <p:spPr>
            <a:xfrm>
              <a:off x="7178334" y="2781046"/>
              <a:ext cx="19050" cy="27804"/>
            </a:xfrm>
            <a:custGeom>
              <a:avLst/>
              <a:gdLst/>
              <a:ahLst/>
              <a:cxnLst/>
              <a:rect l="l" t="t" r="r" b="b"/>
              <a:pathLst>
                <a:path w="346" h="505" extrusionOk="0">
                  <a:moveTo>
                    <a:pt x="346" y="1"/>
                  </a:moveTo>
                  <a:cubicBezTo>
                    <a:pt x="271" y="1"/>
                    <a:pt x="234" y="1"/>
                    <a:pt x="150" y="38"/>
                  </a:cubicBezTo>
                  <a:cubicBezTo>
                    <a:pt x="113" y="75"/>
                    <a:pt x="38" y="150"/>
                    <a:pt x="38" y="234"/>
                  </a:cubicBezTo>
                  <a:cubicBezTo>
                    <a:pt x="1" y="346"/>
                    <a:pt x="75" y="430"/>
                    <a:pt x="113" y="467"/>
                  </a:cubicBezTo>
                  <a:cubicBezTo>
                    <a:pt x="150" y="467"/>
                    <a:pt x="197" y="505"/>
                    <a:pt x="234" y="505"/>
                  </a:cubicBezTo>
                  <a:lnTo>
                    <a:pt x="346" y="505"/>
                  </a:lnTo>
                  <a:lnTo>
                    <a:pt x="197" y="383"/>
                  </a:lnTo>
                  <a:cubicBezTo>
                    <a:pt x="150" y="346"/>
                    <a:pt x="150" y="309"/>
                    <a:pt x="150" y="271"/>
                  </a:cubicBezTo>
                  <a:cubicBezTo>
                    <a:pt x="150" y="234"/>
                    <a:pt x="197" y="150"/>
                    <a:pt x="234" y="113"/>
                  </a:cubicBezTo>
                  <a:cubicBezTo>
                    <a:pt x="271" y="75"/>
                    <a:pt x="309" y="38"/>
                    <a:pt x="346" y="1"/>
                  </a:cubicBezTo>
                  <a:close/>
                </a:path>
              </a:pathLst>
            </a:custGeom>
            <a:solidFill>
              <a:srgbClr val="853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5" name="Google Shape;5535;p70"/>
            <p:cNvSpPr/>
            <p:nvPr/>
          </p:nvSpPr>
          <p:spPr>
            <a:xfrm>
              <a:off x="7400877" y="2849372"/>
              <a:ext cx="85835" cy="32979"/>
            </a:xfrm>
            <a:custGeom>
              <a:avLst/>
              <a:gdLst/>
              <a:ahLst/>
              <a:cxnLst/>
              <a:rect l="l" t="t" r="r" b="b"/>
              <a:pathLst>
                <a:path w="1559" h="599" extrusionOk="0">
                  <a:moveTo>
                    <a:pt x="0" y="1"/>
                  </a:moveTo>
                  <a:cubicBezTo>
                    <a:pt x="37" y="76"/>
                    <a:pt x="75" y="122"/>
                    <a:pt x="121" y="197"/>
                  </a:cubicBezTo>
                  <a:cubicBezTo>
                    <a:pt x="159" y="272"/>
                    <a:pt x="233" y="309"/>
                    <a:pt x="271" y="393"/>
                  </a:cubicBezTo>
                  <a:cubicBezTo>
                    <a:pt x="430" y="468"/>
                    <a:pt x="542" y="542"/>
                    <a:pt x="738" y="589"/>
                  </a:cubicBezTo>
                  <a:cubicBezTo>
                    <a:pt x="771" y="595"/>
                    <a:pt x="803" y="598"/>
                    <a:pt x="834" y="598"/>
                  </a:cubicBezTo>
                  <a:cubicBezTo>
                    <a:pt x="987" y="598"/>
                    <a:pt x="1117" y="530"/>
                    <a:pt x="1242" y="468"/>
                  </a:cubicBezTo>
                  <a:cubicBezTo>
                    <a:pt x="1363" y="356"/>
                    <a:pt x="1475" y="234"/>
                    <a:pt x="1559" y="76"/>
                  </a:cubicBezTo>
                  <a:lnTo>
                    <a:pt x="1559" y="76"/>
                  </a:lnTo>
                  <a:cubicBezTo>
                    <a:pt x="1400" y="197"/>
                    <a:pt x="1288" y="272"/>
                    <a:pt x="1167" y="309"/>
                  </a:cubicBezTo>
                  <a:cubicBezTo>
                    <a:pt x="1084" y="371"/>
                    <a:pt x="976" y="407"/>
                    <a:pt x="877" y="407"/>
                  </a:cubicBezTo>
                  <a:cubicBezTo>
                    <a:pt x="841" y="407"/>
                    <a:pt x="807" y="403"/>
                    <a:pt x="775" y="393"/>
                  </a:cubicBezTo>
                  <a:cubicBezTo>
                    <a:pt x="626" y="393"/>
                    <a:pt x="504" y="309"/>
                    <a:pt x="392" y="234"/>
                  </a:cubicBezTo>
                  <a:lnTo>
                    <a:pt x="196" y="122"/>
                  </a:lnTo>
                  <a:cubicBezTo>
                    <a:pt x="121" y="76"/>
                    <a:pt x="75" y="38"/>
                    <a:pt x="0" y="1"/>
                  </a:cubicBezTo>
                  <a:close/>
                </a:path>
              </a:pathLst>
            </a:custGeom>
            <a:solidFill>
              <a:srgbClr val="853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6" name="Google Shape;5536;p70"/>
            <p:cNvSpPr/>
            <p:nvPr/>
          </p:nvSpPr>
          <p:spPr>
            <a:xfrm>
              <a:off x="7450209" y="2762712"/>
              <a:ext cx="34466" cy="61389"/>
            </a:xfrm>
            <a:custGeom>
              <a:avLst/>
              <a:gdLst/>
              <a:ahLst/>
              <a:cxnLst/>
              <a:rect l="l" t="t" r="r" b="b"/>
              <a:pathLst>
                <a:path w="626" h="1115" extrusionOk="0">
                  <a:moveTo>
                    <a:pt x="90" y="1"/>
                  </a:moveTo>
                  <a:cubicBezTo>
                    <a:pt x="57" y="1"/>
                    <a:pt x="0" y="29"/>
                    <a:pt x="0" y="63"/>
                  </a:cubicBezTo>
                  <a:cubicBezTo>
                    <a:pt x="0" y="371"/>
                    <a:pt x="0" y="912"/>
                    <a:pt x="196" y="1108"/>
                  </a:cubicBezTo>
                  <a:cubicBezTo>
                    <a:pt x="200" y="1112"/>
                    <a:pt x="208" y="1114"/>
                    <a:pt x="219" y="1114"/>
                  </a:cubicBezTo>
                  <a:cubicBezTo>
                    <a:pt x="312" y="1114"/>
                    <a:pt x="626" y="980"/>
                    <a:pt x="626" y="838"/>
                  </a:cubicBezTo>
                  <a:cubicBezTo>
                    <a:pt x="626" y="604"/>
                    <a:pt x="234" y="249"/>
                    <a:pt x="112" y="16"/>
                  </a:cubicBezTo>
                  <a:cubicBezTo>
                    <a:pt x="112" y="5"/>
                    <a:pt x="103" y="1"/>
                    <a:pt x="90" y="1"/>
                  </a:cubicBezTo>
                  <a:close/>
                </a:path>
              </a:pathLst>
            </a:custGeom>
            <a:solidFill>
              <a:srgbClr val="853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7" name="Google Shape;5537;p70"/>
            <p:cNvSpPr/>
            <p:nvPr/>
          </p:nvSpPr>
          <p:spPr>
            <a:xfrm>
              <a:off x="7338662" y="2746635"/>
              <a:ext cx="58141" cy="42670"/>
            </a:xfrm>
            <a:custGeom>
              <a:avLst/>
              <a:gdLst/>
              <a:ahLst/>
              <a:cxnLst/>
              <a:rect l="l" t="t" r="r" b="b"/>
              <a:pathLst>
                <a:path w="1056" h="775" extrusionOk="0">
                  <a:moveTo>
                    <a:pt x="589" y="0"/>
                  </a:moveTo>
                  <a:cubicBezTo>
                    <a:pt x="159" y="37"/>
                    <a:pt x="1" y="626"/>
                    <a:pt x="1" y="663"/>
                  </a:cubicBezTo>
                  <a:cubicBezTo>
                    <a:pt x="1" y="700"/>
                    <a:pt x="1" y="738"/>
                    <a:pt x="38" y="738"/>
                  </a:cubicBezTo>
                  <a:cubicBezTo>
                    <a:pt x="85" y="738"/>
                    <a:pt x="122" y="738"/>
                    <a:pt x="159" y="700"/>
                  </a:cubicBezTo>
                  <a:cubicBezTo>
                    <a:pt x="159" y="663"/>
                    <a:pt x="271" y="196"/>
                    <a:pt x="626" y="159"/>
                  </a:cubicBezTo>
                  <a:cubicBezTo>
                    <a:pt x="663" y="159"/>
                    <a:pt x="738" y="159"/>
                    <a:pt x="785" y="196"/>
                  </a:cubicBezTo>
                  <a:cubicBezTo>
                    <a:pt x="859" y="308"/>
                    <a:pt x="859" y="588"/>
                    <a:pt x="859" y="700"/>
                  </a:cubicBezTo>
                  <a:cubicBezTo>
                    <a:pt x="859" y="738"/>
                    <a:pt x="897" y="775"/>
                    <a:pt x="934" y="775"/>
                  </a:cubicBezTo>
                  <a:cubicBezTo>
                    <a:pt x="971" y="775"/>
                    <a:pt x="1018" y="738"/>
                    <a:pt x="1018" y="700"/>
                  </a:cubicBezTo>
                  <a:cubicBezTo>
                    <a:pt x="1018" y="700"/>
                    <a:pt x="1055" y="308"/>
                    <a:pt x="859" y="121"/>
                  </a:cubicBezTo>
                  <a:cubicBezTo>
                    <a:pt x="822" y="37"/>
                    <a:pt x="701" y="0"/>
                    <a:pt x="589"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8" name="Google Shape;5538;p70"/>
            <p:cNvSpPr/>
            <p:nvPr/>
          </p:nvSpPr>
          <p:spPr>
            <a:xfrm>
              <a:off x="7488749" y="2741680"/>
              <a:ext cx="57590" cy="41458"/>
            </a:xfrm>
            <a:custGeom>
              <a:avLst/>
              <a:gdLst/>
              <a:ahLst/>
              <a:cxnLst/>
              <a:rect l="l" t="t" r="r" b="b"/>
              <a:pathLst>
                <a:path w="1046" h="753" extrusionOk="0">
                  <a:moveTo>
                    <a:pt x="668" y="1"/>
                  </a:moveTo>
                  <a:cubicBezTo>
                    <a:pt x="641" y="1"/>
                    <a:pt x="611" y="5"/>
                    <a:pt x="579" y="15"/>
                  </a:cubicBezTo>
                  <a:cubicBezTo>
                    <a:pt x="159" y="15"/>
                    <a:pt x="0" y="631"/>
                    <a:pt x="0" y="631"/>
                  </a:cubicBezTo>
                  <a:cubicBezTo>
                    <a:pt x="0" y="678"/>
                    <a:pt x="0" y="716"/>
                    <a:pt x="38" y="753"/>
                  </a:cubicBezTo>
                  <a:cubicBezTo>
                    <a:pt x="75" y="753"/>
                    <a:pt x="112" y="716"/>
                    <a:pt x="159" y="678"/>
                  </a:cubicBezTo>
                  <a:cubicBezTo>
                    <a:pt x="159" y="678"/>
                    <a:pt x="271" y="165"/>
                    <a:pt x="579" y="127"/>
                  </a:cubicBezTo>
                  <a:cubicBezTo>
                    <a:pt x="663" y="127"/>
                    <a:pt x="700" y="165"/>
                    <a:pt x="738" y="211"/>
                  </a:cubicBezTo>
                  <a:cubicBezTo>
                    <a:pt x="859" y="323"/>
                    <a:pt x="859" y="594"/>
                    <a:pt x="859" y="678"/>
                  </a:cubicBezTo>
                  <a:cubicBezTo>
                    <a:pt x="859" y="716"/>
                    <a:pt x="896" y="753"/>
                    <a:pt x="934" y="753"/>
                  </a:cubicBezTo>
                  <a:cubicBezTo>
                    <a:pt x="971" y="753"/>
                    <a:pt x="1008" y="753"/>
                    <a:pt x="1008" y="716"/>
                  </a:cubicBezTo>
                  <a:cubicBezTo>
                    <a:pt x="1008" y="678"/>
                    <a:pt x="1046" y="286"/>
                    <a:pt x="859" y="90"/>
                  </a:cubicBezTo>
                  <a:cubicBezTo>
                    <a:pt x="797" y="35"/>
                    <a:pt x="741" y="1"/>
                    <a:pt x="668"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9" name="Google Shape;5539;p70"/>
            <p:cNvSpPr/>
            <p:nvPr/>
          </p:nvSpPr>
          <p:spPr>
            <a:xfrm>
              <a:off x="7113830" y="3047891"/>
              <a:ext cx="148050" cy="252384"/>
            </a:xfrm>
            <a:custGeom>
              <a:avLst/>
              <a:gdLst/>
              <a:ahLst/>
              <a:cxnLst/>
              <a:rect l="l" t="t" r="r" b="b"/>
              <a:pathLst>
                <a:path w="2689" h="4584" extrusionOk="0">
                  <a:moveTo>
                    <a:pt x="2689" y="0"/>
                  </a:moveTo>
                  <a:lnTo>
                    <a:pt x="2689" y="0"/>
                  </a:lnTo>
                  <a:cubicBezTo>
                    <a:pt x="2689" y="0"/>
                    <a:pt x="1597" y="37"/>
                    <a:pt x="1522" y="149"/>
                  </a:cubicBezTo>
                  <a:cubicBezTo>
                    <a:pt x="1522" y="149"/>
                    <a:pt x="542" y="1279"/>
                    <a:pt x="0" y="4583"/>
                  </a:cubicBezTo>
                  <a:lnTo>
                    <a:pt x="2026" y="971"/>
                  </a:lnTo>
                  <a:cubicBezTo>
                    <a:pt x="2026" y="971"/>
                    <a:pt x="2175" y="653"/>
                    <a:pt x="2689"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0" name="Google Shape;5540;p70"/>
            <p:cNvSpPr/>
            <p:nvPr/>
          </p:nvSpPr>
          <p:spPr>
            <a:xfrm>
              <a:off x="7122341" y="3014710"/>
              <a:ext cx="355671" cy="621654"/>
            </a:xfrm>
            <a:custGeom>
              <a:avLst/>
              <a:gdLst/>
              <a:ahLst/>
              <a:cxnLst/>
              <a:rect l="l" t="t" r="r" b="b"/>
              <a:pathLst>
                <a:path w="6460" h="11291" extrusionOk="0">
                  <a:moveTo>
                    <a:pt x="2487" y="1"/>
                  </a:moveTo>
                  <a:cubicBezTo>
                    <a:pt x="1971" y="1"/>
                    <a:pt x="1217" y="459"/>
                    <a:pt x="747" y="1786"/>
                  </a:cubicBezTo>
                  <a:cubicBezTo>
                    <a:pt x="747" y="1786"/>
                    <a:pt x="1244" y="760"/>
                    <a:pt x="1980" y="760"/>
                  </a:cubicBezTo>
                  <a:cubicBezTo>
                    <a:pt x="2140" y="760"/>
                    <a:pt x="2312" y="809"/>
                    <a:pt x="2492" y="927"/>
                  </a:cubicBezTo>
                  <a:cubicBezTo>
                    <a:pt x="3659" y="1740"/>
                    <a:pt x="4667" y="4157"/>
                    <a:pt x="5218" y="8087"/>
                  </a:cubicBezTo>
                  <a:cubicBezTo>
                    <a:pt x="5367" y="9095"/>
                    <a:pt x="4788" y="9795"/>
                    <a:pt x="3780" y="10065"/>
                  </a:cubicBezTo>
                  <a:cubicBezTo>
                    <a:pt x="3391" y="10173"/>
                    <a:pt x="2980" y="10215"/>
                    <a:pt x="2577" y="10215"/>
                  </a:cubicBezTo>
                  <a:cubicBezTo>
                    <a:pt x="1241" y="10215"/>
                    <a:pt x="0" y="9757"/>
                    <a:pt x="0" y="9757"/>
                  </a:cubicBezTo>
                  <a:lnTo>
                    <a:pt x="0" y="10765"/>
                  </a:lnTo>
                  <a:cubicBezTo>
                    <a:pt x="0" y="10765"/>
                    <a:pt x="672" y="11290"/>
                    <a:pt x="1899" y="11290"/>
                  </a:cubicBezTo>
                  <a:cubicBezTo>
                    <a:pt x="2471" y="11290"/>
                    <a:pt x="3165" y="11176"/>
                    <a:pt x="3967" y="10840"/>
                  </a:cubicBezTo>
                  <a:cubicBezTo>
                    <a:pt x="6459" y="9757"/>
                    <a:pt x="6189" y="8432"/>
                    <a:pt x="6189" y="8432"/>
                  </a:cubicBezTo>
                  <a:cubicBezTo>
                    <a:pt x="6189" y="8432"/>
                    <a:pt x="6030" y="1702"/>
                    <a:pt x="2800" y="69"/>
                  </a:cubicBezTo>
                  <a:cubicBezTo>
                    <a:pt x="2713" y="25"/>
                    <a:pt x="2606" y="1"/>
                    <a:pt x="2487"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41" name="Google Shape;5541;p70"/>
            <p:cNvGrpSpPr/>
            <p:nvPr/>
          </p:nvGrpSpPr>
          <p:grpSpPr>
            <a:xfrm>
              <a:off x="7283164" y="3323968"/>
              <a:ext cx="203548" cy="204374"/>
              <a:chOff x="744556" y="3329990"/>
              <a:chExt cx="204037" cy="204865"/>
            </a:xfrm>
          </p:grpSpPr>
          <p:sp>
            <p:nvSpPr>
              <p:cNvPr id="5542" name="Google Shape;5542;p70"/>
              <p:cNvSpPr/>
              <p:nvPr/>
            </p:nvSpPr>
            <p:spPr>
              <a:xfrm>
                <a:off x="744556" y="3386394"/>
                <a:ext cx="167502" cy="148461"/>
              </a:xfrm>
              <a:custGeom>
                <a:avLst/>
                <a:gdLst/>
                <a:ahLst/>
                <a:cxnLst/>
                <a:rect l="l" t="t" r="r" b="b"/>
                <a:pathLst>
                  <a:path w="3035" h="2690" extrusionOk="0">
                    <a:moveTo>
                      <a:pt x="1746" y="1"/>
                    </a:moveTo>
                    <a:cubicBezTo>
                      <a:pt x="1746" y="48"/>
                      <a:pt x="1709" y="85"/>
                      <a:pt x="1671" y="122"/>
                    </a:cubicBezTo>
                    <a:cubicBezTo>
                      <a:pt x="1242" y="664"/>
                      <a:pt x="663" y="1056"/>
                      <a:pt x="1" y="1289"/>
                    </a:cubicBezTo>
                    <a:lnTo>
                      <a:pt x="626" y="2689"/>
                    </a:lnTo>
                    <a:cubicBezTo>
                      <a:pt x="1363" y="2334"/>
                      <a:pt x="2960" y="1597"/>
                      <a:pt x="3034" y="1289"/>
                    </a:cubicBezTo>
                    <a:cubicBezTo>
                      <a:pt x="2913" y="430"/>
                      <a:pt x="2259" y="122"/>
                      <a:pt x="1746"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3" name="Google Shape;5543;p70"/>
              <p:cNvSpPr/>
              <p:nvPr/>
            </p:nvSpPr>
            <p:spPr>
              <a:xfrm>
                <a:off x="801125" y="3329990"/>
                <a:ext cx="68160" cy="117389"/>
              </a:xfrm>
              <a:custGeom>
                <a:avLst/>
                <a:gdLst/>
                <a:ahLst/>
                <a:cxnLst/>
                <a:rect l="l" t="t" r="r" b="b"/>
                <a:pathLst>
                  <a:path w="1235" h="2127" extrusionOk="0">
                    <a:moveTo>
                      <a:pt x="778" y="0"/>
                    </a:moveTo>
                    <a:cubicBezTo>
                      <a:pt x="753" y="0"/>
                      <a:pt x="734" y="5"/>
                      <a:pt x="721" y="15"/>
                    </a:cubicBezTo>
                    <a:cubicBezTo>
                      <a:pt x="768" y="248"/>
                      <a:pt x="646" y="640"/>
                      <a:pt x="488" y="1023"/>
                    </a:cubicBezTo>
                    <a:cubicBezTo>
                      <a:pt x="376" y="1256"/>
                      <a:pt x="254" y="1452"/>
                      <a:pt x="142" y="1648"/>
                    </a:cubicBezTo>
                    <a:cubicBezTo>
                      <a:pt x="0" y="1857"/>
                      <a:pt x="143" y="2126"/>
                      <a:pt x="342" y="2126"/>
                    </a:cubicBezTo>
                    <a:cubicBezTo>
                      <a:pt x="365" y="2126"/>
                      <a:pt x="389" y="2123"/>
                      <a:pt x="413" y="2115"/>
                    </a:cubicBezTo>
                    <a:lnTo>
                      <a:pt x="450" y="2115"/>
                    </a:lnTo>
                    <a:cubicBezTo>
                      <a:pt x="805" y="2003"/>
                      <a:pt x="1076" y="1648"/>
                      <a:pt x="1076" y="1256"/>
                    </a:cubicBezTo>
                    <a:cubicBezTo>
                      <a:pt x="1076" y="1107"/>
                      <a:pt x="1113" y="948"/>
                      <a:pt x="1113" y="948"/>
                    </a:cubicBezTo>
                    <a:cubicBezTo>
                      <a:pt x="1113" y="948"/>
                      <a:pt x="1234" y="481"/>
                      <a:pt x="1001" y="89"/>
                    </a:cubicBezTo>
                    <a:cubicBezTo>
                      <a:pt x="940" y="35"/>
                      <a:pt x="843" y="0"/>
                      <a:pt x="778"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4" name="Google Shape;5544;p70"/>
              <p:cNvSpPr/>
              <p:nvPr/>
            </p:nvSpPr>
            <p:spPr>
              <a:xfrm>
                <a:off x="877453" y="3432974"/>
                <a:ext cx="64462" cy="29030"/>
              </a:xfrm>
              <a:custGeom>
                <a:avLst/>
                <a:gdLst/>
                <a:ahLst/>
                <a:cxnLst/>
                <a:rect l="l" t="t" r="r" b="b"/>
                <a:pathLst>
                  <a:path w="1168" h="526" extrusionOk="0">
                    <a:moveTo>
                      <a:pt x="964" y="1"/>
                    </a:moveTo>
                    <a:cubicBezTo>
                      <a:pt x="940" y="1"/>
                      <a:pt x="917" y="6"/>
                      <a:pt x="897" y="16"/>
                    </a:cubicBezTo>
                    <a:cubicBezTo>
                      <a:pt x="552" y="174"/>
                      <a:pt x="1" y="324"/>
                      <a:pt x="38" y="482"/>
                    </a:cubicBezTo>
                    <a:cubicBezTo>
                      <a:pt x="50" y="513"/>
                      <a:pt x="96" y="526"/>
                      <a:pt x="163" y="526"/>
                    </a:cubicBezTo>
                    <a:cubicBezTo>
                      <a:pt x="363" y="526"/>
                      <a:pt x="753" y="414"/>
                      <a:pt x="1018" y="324"/>
                    </a:cubicBezTo>
                    <a:cubicBezTo>
                      <a:pt x="1130" y="324"/>
                      <a:pt x="1168" y="212"/>
                      <a:pt x="1130" y="90"/>
                    </a:cubicBezTo>
                    <a:cubicBezTo>
                      <a:pt x="1103" y="36"/>
                      <a:pt x="1031" y="1"/>
                      <a:pt x="964"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5" name="Google Shape;5545;p70"/>
              <p:cNvSpPr/>
              <p:nvPr/>
            </p:nvSpPr>
            <p:spPr>
              <a:xfrm>
                <a:off x="875411" y="3428890"/>
                <a:ext cx="71140" cy="37419"/>
              </a:xfrm>
              <a:custGeom>
                <a:avLst/>
                <a:gdLst/>
                <a:ahLst/>
                <a:cxnLst/>
                <a:rect l="l" t="t" r="r" b="b"/>
                <a:pathLst>
                  <a:path w="1289" h="678" extrusionOk="0">
                    <a:moveTo>
                      <a:pt x="1009" y="164"/>
                    </a:moveTo>
                    <a:cubicBezTo>
                      <a:pt x="1055" y="164"/>
                      <a:pt x="1055" y="164"/>
                      <a:pt x="1093" y="211"/>
                    </a:cubicBezTo>
                    <a:lnTo>
                      <a:pt x="1093" y="286"/>
                    </a:lnTo>
                    <a:cubicBezTo>
                      <a:pt x="1093" y="323"/>
                      <a:pt x="1055" y="323"/>
                      <a:pt x="1055" y="323"/>
                    </a:cubicBezTo>
                    <a:cubicBezTo>
                      <a:pt x="859" y="398"/>
                      <a:pt x="393" y="519"/>
                      <a:pt x="197" y="519"/>
                    </a:cubicBezTo>
                    <a:cubicBezTo>
                      <a:pt x="271" y="444"/>
                      <a:pt x="505" y="360"/>
                      <a:pt x="663" y="286"/>
                    </a:cubicBezTo>
                    <a:cubicBezTo>
                      <a:pt x="775" y="248"/>
                      <a:pt x="897" y="211"/>
                      <a:pt x="971" y="164"/>
                    </a:cubicBezTo>
                    <a:close/>
                    <a:moveTo>
                      <a:pt x="987" y="1"/>
                    </a:moveTo>
                    <a:cubicBezTo>
                      <a:pt x="955" y="1"/>
                      <a:pt x="925" y="6"/>
                      <a:pt x="897" y="15"/>
                    </a:cubicBezTo>
                    <a:cubicBezTo>
                      <a:pt x="822" y="90"/>
                      <a:pt x="701" y="127"/>
                      <a:pt x="626" y="164"/>
                    </a:cubicBezTo>
                    <a:cubicBezTo>
                      <a:pt x="271" y="286"/>
                      <a:pt x="75" y="360"/>
                      <a:pt x="38" y="482"/>
                    </a:cubicBezTo>
                    <a:cubicBezTo>
                      <a:pt x="0" y="519"/>
                      <a:pt x="0" y="556"/>
                      <a:pt x="38" y="594"/>
                    </a:cubicBezTo>
                    <a:cubicBezTo>
                      <a:pt x="38" y="631"/>
                      <a:pt x="75" y="678"/>
                      <a:pt x="197" y="678"/>
                    </a:cubicBezTo>
                    <a:cubicBezTo>
                      <a:pt x="355" y="678"/>
                      <a:pt x="626" y="631"/>
                      <a:pt x="1093" y="482"/>
                    </a:cubicBezTo>
                    <a:cubicBezTo>
                      <a:pt x="1130" y="482"/>
                      <a:pt x="1205" y="444"/>
                      <a:pt x="1242" y="360"/>
                    </a:cubicBezTo>
                    <a:cubicBezTo>
                      <a:pt x="1289" y="286"/>
                      <a:pt x="1242" y="211"/>
                      <a:pt x="1242" y="127"/>
                    </a:cubicBezTo>
                    <a:cubicBezTo>
                      <a:pt x="1186" y="43"/>
                      <a:pt x="1083" y="1"/>
                      <a:pt x="987"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6" name="Google Shape;5546;p70"/>
              <p:cNvSpPr/>
              <p:nvPr/>
            </p:nvSpPr>
            <p:spPr>
              <a:xfrm>
                <a:off x="869230" y="3411395"/>
                <a:ext cx="77321" cy="36812"/>
              </a:xfrm>
              <a:custGeom>
                <a:avLst/>
                <a:gdLst/>
                <a:ahLst/>
                <a:cxnLst/>
                <a:rect l="l" t="t" r="r" b="b"/>
                <a:pathLst>
                  <a:path w="1401" h="667" extrusionOk="0">
                    <a:moveTo>
                      <a:pt x="1184" y="0"/>
                    </a:moveTo>
                    <a:cubicBezTo>
                      <a:pt x="1164" y="0"/>
                      <a:pt x="1143" y="5"/>
                      <a:pt x="1121" y="15"/>
                    </a:cubicBezTo>
                    <a:cubicBezTo>
                      <a:pt x="738" y="211"/>
                      <a:pt x="0" y="481"/>
                      <a:pt x="112" y="640"/>
                    </a:cubicBezTo>
                    <a:cubicBezTo>
                      <a:pt x="137" y="659"/>
                      <a:pt x="173" y="667"/>
                      <a:pt x="217" y="667"/>
                    </a:cubicBezTo>
                    <a:cubicBezTo>
                      <a:pt x="457" y="667"/>
                      <a:pt x="948" y="421"/>
                      <a:pt x="1279" y="295"/>
                    </a:cubicBezTo>
                    <a:cubicBezTo>
                      <a:pt x="1354" y="248"/>
                      <a:pt x="1401" y="173"/>
                      <a:pt x="1354" y="99"/>
                    </a:cubicBezTo>
                    <a:lnTo>
                      <a:pt x="1317" y="99"/>
                    </a:lnTo>
                    <a:cubicBezTo>
                      <a:pt x="1289" y="37"/>
                      <a:pt x="1241" y="0"/>
                      <a:pt x="1184"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7" name="Google Shape;5547;p70"/>
              <p:cNvSpPr/>
              <p:nvPr/>
            </p:nvSpPr>
            <p:spPr>
              <a:xfrm>
                <a:off x="871272" y="3407311"/>
                <a:ext cx="77321" cy="46139"/>
              </a:xfrm>
              <a:custGeom>
                <a:avLst/>
                <a:gdLst/>
                <a:ahLst/>
                <a:cxnLst/>
                <a:rect l="l" t="t" r="r" b="b"/>
                <a:pathLst>
                  <a:path w="1401" h="836" extrusionOk="0">
                    <a:moveTo>
                      <a:pt x="1163" y="157"/>
                    </a:moveTo>
                    <a:cubicBezTo>
                      <a:pt x="1189" y="157"/>
                      <a:pt x="1216" y="183"/>
                      <a:pt x="1242" y="210"/>
                    </a:cubicBezTo>
                    <a:lnTo>
                      <a:pt x="1242" y="247"/>
                    </a:lnTo>
                    <a:cubicBezTo>
                      <a:pt x="1242" y="285"/>
                      <a:pt x="1205" y="285"/>
                      <a:pt x="1205" y="285"/>
                    </a:cubicBezTo>
                    <a:lnTo>
                      <a:pt x="1130" y="322"/>
                    </a:lnTo>
                    <a:cubicBezTo>
                      <a:pt x="948" y="434"/>
                      <a:pt x="430" y="643"/>
                      <a:pt x="199" y="643"/>
                    </a:cubicBezTo>
                    <a:cubicBezTo>
                      <a:pt x="181" y="643"/>
                      <a:pt x="164" y="642"/>
                      <a:pt x="150" y="639"/>
                    </a:cubicBezTo>
                    <a:cubicBezTo>
                      <a:pt x="272" y="555"/>
                      <a:pt x="580" y="443"/>
                      <a:pt x="776" y="322"/>
                    </a:cubicBezTo>
                    <a:cubicBezTo>
                      <a:pt x="897" y="285"/>
                      <a:pt x="1046" y="210"/>
                      <a:pt x="1130" y="173"/>
                    </a:cubicBezTo>
                    <a:cubicBezTo>
                      <a:pt x="1141" y="162"/>
                      <a:pt x="1152" y="157"/>
                      <a:pt x="1163" y="157"/>
                    </a:cubicBezTo>
                    <a:close/>
                    <a:moveTo>
                      <a:pt x="1139" y="0"/>
                    </a:moveTo>
                    <a:cubicBezTo>
                      <a:pt x="1108" y="0"/>
                      <a:pt x="1076" y="5"/>
                      <a:pt x="1046" y="14"/>
                    </a:cubicBezTo>
                    <a:cubicBezTo>
                      <a:pt x="972" y="89"/>
                      <a:pt x="850" y="135"/>
                      <a:pt x="701" y="173"/>
                    </a:cubicBezTo>
                    <a:cubicBezTo>
                      <a:pt x="234" y="406"/>
                      <a:pt x="1" y="518"/>
                      <a:pt x="1" y="639"/>
                    </a:cubicBezTo>
                    <a:cubicBezTo>
                      <a:pt x="1" y="677"/>
                      <a:pt x="1" y="714"/>
                      <a:pt x="38" y="751"/>
                    </a:cubicBezTo>
                    <a:cubicBezTo>
                      <a:pt x="75" y="789"/>
                      <a:pt x="113" y="835"/>
                      <a:pt x="197" y="835"/>
                    </a:cubicBezTo>
                    <a:cubicBezTo>
                      <a:pt x="430" y="835"/>
                      <a:pt x="776" y="677"/>
                      <a:pt x="1168" y="481"/>
                    </a:cubicBezTo>
                    <a:lnTo>
                      <a:pt x="1280" y="443"/>
                    </a:lnTo>
                    <a:lnTo>
                      <a:pt x="1401" y="322"/>
                    </a:lnTo>
                    <a:cubicBezTo>
                      <a:pt x="1401" y="247"/>
                      <a:pt x="1401" y="173"/>
                      <a:pt x="1364" y="135"/>
                    </a:cubicBezTo>
                    <a:cubicBezTo>
                      <a:pt x="1328" y="44"/>
                      <a:pt x="1235" y="0"/>
                      <a:pt x="1139"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8" name="Google Shape;5548;p70"/>
              <p:cNvSpPr/>
              <p:nvPr/>
            </p:nvSpPr>
            <p:spPr>
              <a:xfrm>
                <a:off x="853777" y="3385621"/>
                <a:ext cx="90180" cy="48236"/>
              </a:xfrm>
              <a:custGeom>
                <a:avLst/>
                <a:gdLst/>
                <a:ahLst/>
                <a:cxnLst/>
                <a:rect l="l" t="t" r="r" b="b"/>
                <a:pathLst>
                  <a:path w="1634" h="874" extrusionOk="0">
                    <a:moveTo>
                      <a:pt x="1377" y="1"/>
                    </a:moveTo>
                    <a:cubicBezTo>
                      <a:pt x="1347" y="1"/>
                      <a:pt x="1316" y="6"/>
                      <a:pt x="1289" y="15"/>
                    </a:cubicBezTo>
                    <a:cubicBezTo>
                      <a:pt x="785" y="295"/>
                      <a:pt x="0" y="603"/>
                      <a:pt x="122" y="836"/>
                    </a:cubicBezTo>
                    <a:cubicBezTo>
                      <a:pt x="128" y="862"/>
                      <a:pt x="154" y="873"/>
                      <a:pt x="197" y="873"/>
                    </a:cubicBezTo>
                    <a:cubicBezTo>
                      <a:pt x="417" y="873"/>
                      <a:pt x="1062" y="571"/>
                      <a:pt x="1485" y="407"/>
                    </a:cubicBezTo>
                    <a:cubicBezTo>
                      <a:pt x="1597" y="370"/>
                      <a:pt x="1634" y="248"/>
                      <a:pt x="1597" y="136"/>
                    </a:cubicBezTo>
                    <a:cubicBezTo>
                      <a:pt x="1568" y="45"/>
                      <a:pt x="1471" y="1"/>
                      <a:pt x="1377"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9" name="Google Shape;5549;p70"/>
              <p:cNvSpPr/>
              <p:nvPr/>
            </p:nvSpPr>
            <p:spPr>
              <a:xfrm>
                <a:off x="849637" y="3380764"/>
                <a:ext cx="98956" cy="57232"/>
              </a:xfrm>
              <a:custGeom>
                <a:avLst/>
                <a:gdLst/>
                <a:ahLst/>
                <a:cxnLst/>
                <a:rect l="l" t="t" r="r" b="b"/>
                <a:pathLst>
                  <a:path w="1793" h="1037" extrusionOk="0">
                    <a:moveTo>
                      <a:pt x="1522" y="187"/>
                    </a:moveTo>
                    <a:cubicBezTo>
                      <a:pt x="1560" y="187"/>
                      <a:pt x="1597" y="224"/>
                      <a:pt x="1597" y="262"/>
                    </a:cubicBezTo>
                    <a:cubicBezTo>
                      <a:pt x="1634" y="336"/>
                      <a:pt x="1597" y="420"/>
                      <a:pt x="1522" y="420"/>
                    </a:cubicBezTo>
                    <a:cubicBezTo>
                      <a:pt x="1401" y="458"/>
                      <a:pt x="1289" y="532"/>
                      <a:pt x="1168" y="570"/>
                    </a:cubicBezTo>
                    <a:cubicBezTo>
                      <a:pt x="882" y="682"/>
                      <a:pt x="428" y="891"/>
                      <a:pt x="266" y="891"/>
                    </a:cubicBezTo>
                    <a:cubicBezTo>
                      <a:pt x="254" y="891"/>
                      <a:pt x="243" y="890"/>
                      <a:pt x="234" y="887"/>
                    </a:cubicBezTo>
                    <a:cubicBezTo>
                      <a:pt x="234" y="766"/>
                      <a:pt x="776" y="495"/>
                      <a:pt x="1009" y="383"/>
                    </a:cubicBezTo>
                    <a:cubicBezTo>
                      <a:pt x="1168" y="299"/>
                      <a:pt x="1289" y="262"/>
                      <a:pt x="1401" y="187"/>
                    </a:cubicBezTo>
                    <a:close/>
                    <a:moveTo>
                      <a:pt x="1462" y="0"/>
                    </a:moveTo>
                    <a:cubicBezTo>
                      <a:pt x="1413" y="0"/>
                      <a:pt x="1364" y="10"/>
                      <a:pt x="1326" y="28"/>
                    </a:cubicBezTo>
                    <a:cubicBezTo>
                      <a:pt x="1205" y="103"/>
                      <a:pt x="1093" y="187"/>
                      <a:pt x="934" y="224"/>
                    </a:cubicBezTo>
                    <a:cubicBezTo>
                      <a:pt x="430" y="495"/>
                      <a:pt x="1" y="728"/>
                      <a:pt x="122" y="924"/>
                    </a:cubicBezTo>
                    <a:cubicBezTo>
                      <a:pt x="122" y="999"/>
                      <a:pt x="197" y="1036"/>
                      <a:pt x="271" y="1036"/>
                    </a:cubicBezTo>
                    <a:cubicBezTo>
                      <a:pt x="467" y="1036"/>
                      <a:pt x="776" y="924"/>
                      <a:pt x="1205" y="728"/>
                    </a:cubicBezTo>
                    <a:cubicBezTo>
                      <a:pt x="1364" y="691"/>
                      <a:pt x="1476" y="616"/>
                      <a:pt x="1597" y="570"/>
                    </a:cubicBezTo>
                    <a:cubicBezTo>
                      <a:pt x="1709" y="532"/>
                      <a:pt x="1793" y="336"/>
                      <a:pt x="1756" y="187"/>
                    </a:cubicBezTo>
                    <a:cubicBezTo>
                      <a:pt x="1709" y="103"/>
                      <a:pt x="1672" y="66"/>
                      <a:pt x="1597" y="28"/>
                    </a:cubicBezTo>
                    <a:cubicBezTo>
                      <a:pt x="1560" y="10"/>
                      <a:pt x="1511" y="0"/>
                      <a:pt x="1462"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0" name="Google Shape;5550;p70"/>
              <p:cNvSpPr/>
              <p:nvPr/>
            </p:nvSpPr>
            <p:spPr>
              <a:xfrm>
                <a:off x="845553" y="3368126"/>
                <a:ext cx="72685" cy="39792"/>
              </a:xfrm>
              <a:custGeom>
                <a:avLst/>
                <a:gdLst/>
                <a:ahLst/>
                <a:cxnLst/>
                <a:rect l="l" t="t" r="r" b="b"/>
                <a:pathLst>
                  <a:path w="1317" h="721" extrusionOk="0">
                    <a:moveTo>
                      <a:pt x="1076" y="0"/>
                    </a:moveTo>
                    <a:cubicBezTo>
                      <a:pt x="1041" y="0"/>
                      <a:pt x="1005" y="8"/>
                      <a:pt x="971" y="24"/>
                    </a:cubicBezTo>
                    <a:cubicBezTo>
                      <a:pt x="429" y="295"/>
                      <a:pt x="0" y="612"/>
                      <a:pt x="112" y="687"/>
                    </a:cubicBezTo>
                    <a:cubicBezTo>
                      <a:pt x="138" y="710"/>
                      <a:pt x="181" y="721"/>
                      <a:pt x="237" y="721"/>
                    </a:cubicBezTo>
                    <a:cubicBezTo>
                      <a:pt x="444" y="721"/>
                      <a:pt x="829" y="578"/>
                      <a:pt x="1167" y="453"/>
                    </a:cubicBezTo>
                    <a:cubicBezTo>
                      <a:pt x="1242" y="453"/>
                      <a:pt x="1316" y="332"/>
                      <a:pt x="1316" y="220"/>
                    </a:cubicBezTo>
                    <a:cubicBezTo>
                      <a:pt x="1316" y="96"/>
                      <a:pt x="1202" y="0"/>
                      <a:pt x="1076"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1" name="Google Shape;5551;p70"/>
              <p:cNvSpPr/>
              <p:nvPr/>
            </p:nvSpPr>
            <p:spPr>
              <a:xfrm>
                <a:off x="847595" y="3363766"/>
                <a:ext cx="75279" cy="48457"/>
              </a:xfrm>
              <a:custGeom>
                <a:avLst/>
                <a:gdLst/>
                <a:ahLst/>
                <a:cxnLst/>
                <a:rect l="l" t="t" r="r" b="b"/>
                <a:pathLst>
                  <a:path w="1364" h="878" extrusionOk="0">
                    <a:moveTo>
                      <a:pt x="1033" y="149"/>
                    </a:moveTo>
                    <a:cubicBezTo>
                      <a:pt x="1058" y="149"/>
                      <a:pt x="1088" y="159"/>
                      <a:pt x="1130" y="177"/>
                    </a:cubicBezTo>
                    <a:cubicBezTo>
                      <a:pt x="1167" y="177"/>
                      <a:pt x="1205" y="262"/>
                      <a:pt x="1205" y="299"/>
                    </a:cubicBezTo>
                    <a:lnTo>
                      <a:pt x="1205" y="336"/>
                    </a:lnTo>
                    <a:cubicBezTo>
                      <a:pt x="1205" y="374"/>
                      <a:pt x="1167" y="458"/>
                      <a:pt x="1093" y="495"/>
                    </a:cubicBezTo>
                    <a:cubicBezTo>
                      <a:pt x="542" y="691"/>
                      <a:pt x="234" y="728"/>
                      <a:pt x="159" y="728"/>
                    </a:cubicBezTo>
                    <a:cubicBezTo>
                      <a:pt x="196" y="644"/>
                      <a:pt x="430" y="458"/>
                      <a:pt x="971" y="177"/>
                    </a:cubicBezTo>
                    <a:cubicBezTo>
                      <a:pt x="990" y="159"/>
                      <a:pt x="1009" y="149"/>
                      <a:pt x="1033" y="149"/>
                    </a:cubicBezTo>
                    <a:close/>
                    <a:moveTo>
                      <a:pt x="1037" y="0"/>
                    </a:moveTo>
                    <a:cubicBezTo>
                      <a:pt x="983" y="0"/>
                      <a:pt x="934" y="9"/>
                      <a:pt x="897" y="28"/>
                    </a:cubicBezTo>
                    <a:cubicBezTo>
                      <a:pt x="467" y="224"/>
                      <a:pt x="0" y="532"/>
                      <a:pt x="0" y="728"/>
                    </a:cubicBezTo>
                    <a:cubicBezTo>
                      <a:pt x="0" y="766"/>
                      <a:pt x="0" y="803"/>
                      <a:pt x="38" y="840"/>
                    </a:cubicBezTo>
                    <a:cubicBezTo>
                      <a:pt x="38" y="840"/>
                      <a:pt x="75" y="878"/>
                      <a:pt x="196" y="878"/>
                    </a:cubicBezTo>
                    <a:cubicBezTo>
                      <a:pt x="346" y="878"/>
                      <a:pt x="626" y="840"/>
                      <a:pt x="1167" y="607"/>
                    </a:cubicBezTo>
                    <a:cubicBezTo>
                      <a:pt x="1279" y="570"/>
                      <a:pt x="1363" y="458"/>
                      <a:pt x="1363" y="299"/>
                    </a:cubicBezTo>
                    <a:cubicBezTo>
                      <a:pt x="1363" y="177"/>
                      <a:pt x="1279" y="103"/>
                      <a:pt x="1205" y="28"/>
                    </a:cubicBezTo>
                    <a:cubicBezTo>
                      <a:pt x="1149" y="9"/>
                      <a:pt x="1090" y="0"/>
                      <a:pt x="1037"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52" name="Google Shape;5552;p70"/>
            <p:cNvSpPr/>
            <p:nvPr/>
          </p:nvSpPr>
          <p:spPr>
            <a:xfrm>
              <a:off x="7049885" y="3051874"/>
              <a:ext cx="321206" cy="549584"/>
            </a:xfrm>
            <a:custGeom>
              <a:avLst/>
              <a:gdLst/>
              <a:ahLst/>
              <a:cxnLst/>
              <a:rect l="l" t="t" r="r" b="b"/>
              <a:pathLst>
                <a:path w="5834" h="9982" extrusionOk="0">
                  <a:moveTo>
                    <a:pt x="4026" y="0"/>
                  </a:moveTo>
                  <a:cubicBezTo>
                    <a:pt x="3597" y="0"/>
                    <a:pt x="3171" y="216"/>
                    <a:pt x="2912" y="598"/>
                  </a:cubicBezTo>
                  <a:cubicBezTo>
                    <a:pt x="0" y="5153"/>
                    <a:pt x="663" y="8420"/>
                    <a:pt x="663" y="8420"/>
                  </a:cubicBezTo>
                  <a:cubicBezTo>
                    <a:pt x="775" y="9857"/>
                    <a:pt x="1633" y="9894"/>
                    <a:pt x="1633" y="9894"/>
                  </a:cubicBezTo>
                  <a:cubicBezTo>
                    <a:pt x="1870" y="9954"/>
                    <a:pt x="2109" y="9982"/>
                    <a:pt x="2346" y="9982"/>
                  </a:cubicBezTo>
                  <a:cubicBezTo>
                    <a:pt x="3658" y="9982"/>
                    <a:pt x="4940" y="9147"/>
                    <a:pt x="5834" y="8420"/>
                  </a:cubicBezTo>
                  <a:cubicBezTo>
                    <a:pt x="5796" y="8261"/>
                    <a:pt x="5750" y="8112"/>
                    <a:pt x="5712" y="7953"/>
                  </a:cubicBezTo>
                  <a:cubicBezTo>
                    <a:pt x="5600" y="7412"/>
                    <a:pt x="5442" y="6898"/>
                    <a:pt x="5367" y="6357"/>
                  </a:cubicBezTo>
                  <a:lnTo>
                    <a:pt x="3696" y="6824"/>
                  </a:lnTo>
                  <a:cubicBezTo>
                    <a:pt x="5050" y="4453"/>
                    <a:pt x="5367" y="3249"/>
                    <a:pt x="5516" y="2231"/>
                  </a:cubicBezTo>
                  <a:cubicBezTo>
                    <a:pt x="5516" y="2119"/>
                    <a:pt x="5563" y="1998"/>
                    <a:pt x="5563" y="1886"/>
                  </a:cubicBezTo>
                  <a:cubicBezTo>
                    <a:pt x="5600" y="953"/>
                    <a:pt x="5171" y="449"/>
                    <a:pt x="4667" y="178"/>
                  </a:cubicBezTo>
                  <a:cubicBezTo>
                    <a:pt x="4467" y="57"/>
                    <a:pt x="4246" y="0"/>
                    <a:pt x="4026" y="0"/>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3" name="Google Shape;5553;p70"/>
            <p:cNvSpPr/>
            <p:nvPr/>
          </p:nvSpPr>
          <p:spPr>
            <a:xfrm>
              <a:off x="7279035" y="3271333"/>
              <a:ext cx="70474" cy="141333"/>
            </a:xfrm>
            <a:custGeom>
              <a:avLst/>
              <a:gdLst/>
              <a:ahLst/>
              <a:cxnLst/>
              <a:rect l="l" t="t" r="r" b="b"/>
              <a:pathLst>
                <a:path w="1280" h="2567" extrusionOk="0">
                  <a:moveTo>
                    <a:pt x="850" y="0"/>
                  </a:moveTo>
                  <a:cubicBezTo>
                    <a:pt x="813" y="0"/>
                    <a:pt x="776" y="0"/>
                    <a:pt x="776" y="37"/>
                  </a:cubicBezTo>
                  <a:cubicBezTo>
                    <a:pt x="738" y="112"/>
                    <a:pt x="1" y="1596"/>
                    <a:pt x="38" y="2371"/>
                  </a:cubicBezTo>
                  <a:cubicBezTo>
                    <a:pt x="38" y="2408"/>
                    <a:pt x="38" y="2492"/>
                    <a:pt x="113" y="2530"/>
                  </a:cubicBezTo>
                  <a:cubicBezTo>
                    <a:pt x="150" y="2567"/>
                    <a:pt x="272" y="2567"/>
                    <a:pt x="384" y="2567"/>
                  </a:cubicBezTo>
                  <a:cubicBezTo>
                    <a:pt x="738" y="2567"/>
                    <a:pt x="1168" y="2446"/>
                    <a:pt x="1242" y="2408"/>
                  </a:cubicBezTo>
                  <a:cubicBezTo>
                    <a:pt x="1280" y="2408"/>
                    <a:pt x="1280" y="2371"/>
                    <a:pt x="1280" y="2371"/>
                  </a:cubicBezTo>
                  <a:cubicBezTo>
                    <a:pt x="1280" y="2334"/>
                    <a:pt x="1242" y="2334"/>
                    <a:pt x="1205" y="2334"/>
                  </a:cubicBezTo>
                  <a:cubicBezTo>
                    <a:pt x="1043" y="2385"/>
                    <a:pt x="692" y="2460"/>
                    <a:pt x="427" y="2460"/>
                  </a:cubicBezTo>
                  <a:cubicBezTo>
                    <a:pt x="310" y="2460"/>
                    <a:pt x="210" y="2445"/>
                    <a:pt x="150" y="2408"/>
                  </a:cubicBezTo>
                  <a:cubicBezTo>
                    <a:pt x="150" y="2408"/>
                    <a:pt x="113" y="2371"/>
                    <a:pt x="113" y="2334"/>
                  </a:cubicBezTo>
                  <a:cubicBezTo>
                    <a:pt x="76" y="1633"/>
                    <a:pt x="850" y="112"/>
                    <a:pt x="850" y="75"/>
                  </a:cubicBezTo>
                  <a:lnTo>
                    <a:pt x="850" y="0"/>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4" name="Google Shape;5554;p70"/>
            <p:cNvSpPr/>
            <p:nvPr/>
          </p:nvSpPr>
          <p:spPr>
            <a:xfrm>
              <a:off x="7163414" y="2536150"/>
              <a:ext cx="417391" cy="214614"/>
            </a:xfrm>
            <a:custGeom>
              <a:avLst/>
              <a:gdLst/>
              <a:ahLst/>
              <a:cxnLst/>
              <a:rect l="l" t="t" r="r" b="b"/>
              <a:pathLst>
                <a:path w="7581" h="3898" extrusionOk="0">
                  <a:moveTo>
                    <a:pt x="4226" y="1"/>
                  </a:moveTo>
                  <a:cubicBezTo>
                    <a:pt x="4026" y="1"/>
                    <a:pt x="3821" y="40"/>
                    <a:pt x="3613" y="127"/>
                  </a:cubicBezTo>
                  <a:cubicBezTo>
                    <a:pt x="1476" y="1023"/>
                    <a:pt x="1" y="1686"/>
                    <a:pt x="738" y="3823"/>
                  </a:cubicBezTo>
                  <a:cubicBezTo>
                    <a:pt x="738" y="3823"/>
                    <a:pt x="850" y="3897"/>
                    <a:pt x="1063" y="3897"/>
                  </a:cubicBezTo>
                  <a:cubicBezTo>
                    <a:pt x="1539" y="3897"/>
                    <a:pt x="2518" y="3528"/>
                    <a:pt x="3884" y="1144"/>
                  </a:cubicBezTo>
                  <a:cubicBezTo>
                    <a:pt x="3884" y="1144"/>
                    <a:pt x="6150" y="3482"/>
                    <a:pt x="7167" y="3482"/>
                  </a:cubicBezTo>
                  <a:cubicBezTo>
                    <a:pt x="7190" y="3482"/>
                    <a:pt x="7213" y="3480"/>
                    <a:pt x="7235" y="3478"/>
                  </a:cubicBezTo>
                  <a:cubicBezTo>
                    <a:pt x="7580" y="3402"/>
                    <a:pt x="6092" y="1"/>
                    <a:pt x="4226"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5" name="Google Shape;5555;p70"/>
            <p:cNvSpPr/>
            <p:nvPr/>
          </p:nvSpPr>
          <p:spPr>
            <a:xfrm>
              <a:off x="7262575" y="2366425"/>
              <a:ext cx="196500" cy="171900"/>
            </a:xfrm>
            <a:prstGeom prst="ellipse">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56" name="Google Shape;5556;p70"/>
          <p:cNvSpPr/>
          <p:nvPr/>
        </p:nvSpPr>
        <p:spPr>
          <a:xfrm>
            <a:off x="5784350" y="-83375"/>
            <a:ext cx="3514725" cy="1630025"/>
          </a:xfrm>
          <a:custGeom>
            <a:avLst/>
            <a:gdLst/>
            <a:ahLst/>
            <a:cxnLst/>
            <a:rect l="l" t="t" r="r" b="b"/>
            <a:pathLst>
              <a:path w="140589" h="65201" extrusionOk="0">
                <a:moveTo>
                  <a:pt x="0" y="0"/>
                </a:moveTo>
                <a:cubicBezTo>
                  <a:pt x="11396" y="6512"/>
                  <a:pt x="30520" y="6217"/>
                  <a:pt x="34671" y="18669"/>
                </a:cubicBezTo>
                <a:cubicBezTo>
                  <a:pt x="37740" y="27876"/>
                  <a:pt x="37719" y="37920"/>
                  <a:pt x="37719" y="47625"/>
                </a:cubicBezTo>
                <a:cubicBezTo>
                  <a:pt x="37719" y="52585"/>
                  <a:pt x="37149" y="59170"/>
                  <a:pt x="41148" y="62103"/>
                </a:cubicBezTo>
                <a:cubicBezTo>
                  <a:pt x="57800" y="74314"/>
                  <a:pt x="81318" y="46009"/>
                  <a:pt x="101727" y="49149"/>
                </a:cubicBezTo>
                <a:cubicBezTo>
                  <a:pt x="115184" y="51219"/>
                  <a:pt x="127673" y="66027"/>
                  <a:pt x="140589" y="61722"/>
                </a:cubicBezTo>
              </a:path>
            </a:pathLst>
          </a:custGeom>
          <a:noFill/>
          <a:ln w="19050" cap="flat" cmpd="sng">
            <a:solidFill>
              <a:schemeClr val="dk2"/>
            </a:solidFill>
            <a:prstDash val="dash"/>
            <a:round/>
            <a:headEnd type="none" w="med" len="med"/>
            <a:tailEnd type="none" w="med" len="med"/>
          </a:ln>
        </p:spPr>
        <p:txBody>
          <a:bodyPr/>
          <a:lstStyle/>
          <a:p>
            <a:endParaRPr lang="pt-BR"/>
          </a:p>
        </p:txBody>
      </p:sp>
      <p:sp>
        <p:nvSpPr>
          <p:cNvPr id="5557" name="Google Shape;5557;p70"/>
          <p:cNvSpPr/>
          <p:nvPr/>
        </p:nvSpPr>
        <p:spPr>
          <a:xfrm rot="-619937">
            <a:off x="1453201" y="790689"/>
            <a:ext cx="1452671" cy="448347"/>
          </a:xfrm>
          <a:prstGeom prst="rect">
            <a:avLst/>
          </a:prstGeom>
        </p:spPr>
        <p:txBody>
          <a:bodyPr>
            <a:prstTxWarp prst="textPlain">
              <a:avLst/>
            </a:prstTxWarp>
          </a:bodyPr>
          <a:lstStyle/>
          <a:p>
            <a:pPr lvl="0" algn="ctr"/>
            <a:r>
              <a:rPr b="0" i="0" dirty="0">
                <a:ln>
                  <a:noFill/>
                </a:ln>
                <a:solidFill>
                  <a:schemeClr val="accent2"/>
                </a:solidFill>
                <a:latin typeface="Nanum Pen Script"/>
              </a:rPr>
              <a:t>Let's go!</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82"/>
        <p:cNvGrpSpPr/>
        <p:nvPr/>
      </p:nvGrpSpPr>
      <p:grpSpPr>
        <a:xfrm>
          <a:off x="0" y="0"/>
          <a:ext cx="0" cy="0"/>
          <a:chOff x="0" y="0"/>
          <a:chExt cx="0" cy="0"/>
        </a:xfrm>
      </p:grpSpPr>
      <p:grpSp>
        <p:nvGrpSpPr>
          <p:cNvPr id="1683" name="Google Shape;1683;p45"/>
          <p:cNvGrpSpPr/>
          <p:nvPr/>
        </p:nvGrpSpPr>
        <p:grpSpPr>
          <a:xfrm flipH="1">
            <a:off x="-10" y="3465490"/>
            <a:ext cx="2600714" cy="1678018"/>
            <a:chOff x="6495640" y="4368540"/>
            <a:chExt cx="2600714" cy="1678018"/>
          </a:xfrm>
        </p:grpSpPr>
        <p:sp>
          <p:nvSpPr>
            <p:cNvPr id="1684" name="Google Shape;1684;p45"/>
            <p:cNvSpPr/>
            <p:nvPr/>
          </p:nvSpPr>
          <p:spPr>
            <a:xfrm>
              <a:off x="6495640" y="4368540"/>
              <a:ext cx="2600714" cy="1678018"/>
            </a:xfrm>
            <a:custGeom>
              <a:avLst/>
              <a:gdLst/>
              <a:ahLst/>
              <a:cxnLst/>
              <a:rect l="l" t="t" r="r" b="b"/>
              <a:pathLst>
                <a:path w="33454" h="21585" extrusionOk="0">
                  <a:moveTo>
                    <a:pt x="31249" y="0"/>
                  </a:moveTo>
                  <a:cubicBezTo>
                    <a:pt x="29319" y="0"/>
                    <a:pt x="27370" y="606"/>
                    <a:pt x="25828" y="1750"/>
                  </a:cubicBezTo>
                  <a:cubicBezTo>
                    <a:pt x="24232" y="2964"/>
                    <a:pt x="22990" y="4747"/>
                    <a:pt x="21124" y="5447"/>
                  </a:cubicBezTo>
                  <a:cubicBezTo>
                    <a:pt x="20245" y="5790"/>
                    <a:pt x="19314" y="5882"/>
                    <a:pt x="18355" y="5882"/>
                  </a:cubicBezTo>
                  <a:cubicBezTo>
                    <a:pt x="17908" y="5882"/>
                    <a:pt x="17455" y="5862"/>
                    <a:pt x="16998" y="5839"/>
                  </a:cubicBezTo>
                  <a:cubicBezTo>
                    <a:pt x="16503" y="5823"/>
                    <a:pt x="16008" y="5800"/>
                    <a:pt x="15516" y="5800"/>
                  </a:cubicBezTo>
                  <a:cubicBezTo>
                    <a:pt x="14810" y="5800"/>
                    <a:pt x="14110" y="5848"/>
                    <a:pt x="13423" y="6035"/>
                  </a:cubicBezTo>
                  <a:cubicBezTo>
                    <a:pt x="11482" y="6539"/>
                    <a:pt x="9886" y="8135"/>
                    <a:pt x="9335" y="10076"/>
                  </a:cubicBezTo>
                  <a:cubicBezTo>
                    <a:pt x="9185" y="10702"/>
                    <a:pt x="9101" y="11364"/>
                    <a:pt x="8756" y="11906"/>
                  </a:cubicBezTo>
                  <a:cubicBezTo>
                    <a:pt x="8252" y="12839"/>
                    <a:pt x="7197" y="13268"/>
                    <a:pt x="6227" y="13698"/>
                  </a:cubicBezTo>
                  <a:cubicBezTo>
                    <a:pt x="4164" y="14631"/>
                    <a:pt x="2101" y="15873"/>
                    <a:pt x="934" y="17814"/>
                  </a:cubicBezTo>
                  <a:cubicBezTo>
                    <a:pt x="356" y="18785"/>
                    <a:pt x="1" y="20540"/>
                    <a:pt x="430" y="21585"/>
                  </a:cubicBezTo>
                  <a:lnTo>
                    <a:pt x="33454" y="21585"/>
                  </a:lnTo>
                  <a:lnTo>
                    <a:pt x="33454" y="276"/>
                  </a:lnTo>
                  <a:cubicBezTo>
                    <a:pt x="32738" y="91"/>
                    <a:pt x="31995" y="0"/>
                    <a:pt x="31249" y="0"/>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5" name="Google Shape;1685;p45"/>
            <p:cNvSpPr/>
            <p:nvPr/>
          </p:nvSpPr>
          <p:spPr>
            <a:xfrm>
              <a:off x="8252390" y="5021936"/>
              <a:ext cx="290281" cy="256931"/>
            </a:xfrm>
            <a:custGeom>
              <a:avLst/>
              <a:gdLst/>
              <a:ahLst/>
              <a:cxnLst/>
              <a:rect l="l" t="t" r="r" b="b"/>
              <a:pathLst>
                <a:path w="3734" h="3305" extrusionOk="0">
                  <a:moveTo>
                    <a:pt x="2885" y="0"/>
                  </a:moveTo>
                  <a:lnTo>
                    <a:pt x="2885" y="0"/>
                  </a:lnTo>
                  <a:cubicBezTo>
                    <a:pt x="2297" y="159"/>
                    <a:pt x="1867" y="542"/>
                    <a:pt x="1671" y="1046"/>
                  </a:cubicBezTo>
                  <a:cubicBezTo>
                    <a:pt x="1326" y="504"/>
                    <a:pt x="859" y="346"/>
                    <a:pt x="588" y="346"/>
                  </a:cubicBezTo>
                  <a:lnTo>
                    <a:pt x="551" y="346"/>
                  </a:lnTo>
                  <a:cubicBezTo>
                    <a:pt x="504" y="775"/>
                    <a:pt x="663" y="1130"/>
                    <a:pt x="896" y="1438"/>
                  </a:cubicBezTo>
                  <a:lnTo>
                    <a:pt x="738" y="1438"/>
                  </a:lnTo>
                  <a:cubicBezTo>
                    <a:pt x="392" y="1438"/>
                    <a:pt x="122" y="1559"/>
                    <a:pt x="0" y="1671"/>
                  </a:cubicBezTo>
                  <a:cubicBezTo>
                    <a:pt x="318" y="2138"/>
                    <a:pt x="784" y="2371"/>
                    <a:pt x="1326" y="2371"/>
                  </a:cubicBezTo>
                  <a:cubicBezTo>
                    <a:pt x="1951" y="1242"/>
                    <a:pt x="2651" y="346"/>
                    <a:pt x="2651" y="346"/>
                  </a:cubicBezTo>
                  <a:cubicBezTo>
                    <a:pt x="2689" y="346"/>
                    <a:pt x="2689" y="308"/>
                    <a:pt x="2726" y="308"/>
                  </a:cubicBezTo>
                  <a:cubicBezTo>
                    <a:pt x="2763" y="308"/>
                    <a:pt x="2763" y="308"/>
                    <a:pt x="2801" y="346"/>
                  </a:cubicBezTo>
                  <a:cubicBezTo>
                    <a:pt x="2838" y="392"/>
                    <a:pt x="2838" y="430"/>
                    <a:pt x="2801" y="467"/>
                  </a:cubicBezTo>
                  <a:cubicBezTo>
                    <a:pt x="2801" y="467"/>
                    <a:pt x="2138" y="1326"/>
                    <a:pt x="1522" y="2371"/>
                  </a:cubicBezTo>
                  <a:cubicBezTo>
                    <a:pt x="1793" y="2913"/>
                    <a:pt x="2259" y="3267"/>
                    <a:pt x="2885" y="3305"/>
                  </a:cubicBezTo>
                  <a:cubicBezTo>
                    <a:pt x="2922" y="3109"/>
                    <a:pt x="2885" y="2801"/>
                    <a:pt x="2605" y="2446"/>
                  </a:cubicBezTo>
                  <a:lnTo>
                    <a:pt x="2885" y="2446"/>
                  </a:lnTo>
                  <a:cubicBezTo>
                    <a:pt x="3155" y="2446"/>
                    <a:pt x="3463" y="2371"/>
                    <a:pt x="3734" y="2213"/>
                  </a:cubicBezTo>
                  <a:cubicBezTo>
                    <a:pt x="3585" y="1979"/>
                    <a:pt x="3230" y="1597"/>
                    <a:pt x="2530" y="1559"/>
                  </a:cubicBezTo>
                  <a:cubicBezTo>
                    <a:pt x="3118" y="934"/>
                    <a:pt x="2959" y="271"/>
                    <a:pt x="288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6" name="Google Shape;1686;p45"/>
            <p:cNvSpPr/>
            <p:nvPr/>
          </p:nvSpPr>
          <p:spPr>
            <a:xfrm>
              <a:off x="8331451" y="5206255"/>
              <a:ext cx="39259" cy="51542"/>
            </a:xfrm>
            <a:custGeom>
              <a:avLst/>
              <a:gdLst/>
              <a:ahLst/>
              <a:cxnLst/>
              <a:rect l="l" t="t" r="r" b="b"/>
              <a:pathLst>
                <a:path w="505" h="663" extrusionOk="0">
                  <a:moveTo>
                    <a:pt x="309" y="0"/>
                  </a:moveTo>
                  <a:cubicBezTo>
                    <a:pt x="234" y="159"/>
                    <a:pt x="113" y="355"/>
                    <a:pt x="38" y="504"/>
                  </a:cubicBezTo>
                  <a:cubicBezTo>
                    <a:pt x="1" y="542"/>
                    <a:pt x="38" y="626"/>
                    <a:pt x="75" y="626"/>
                  </a:cubicBezTo>
                  <a:lnTo>
                    <a:pt x="113" y="663"/>
                  </a:lnTo>
                  <a:cubicBezTo>
                    <a:pt x="150" y="663"/>
                    <a:pt x="187" y="626"/>
                    <a:pt x="187" y="588"/>
                  </a:cubicBezTo>
                  <a:cubicBezTo>
                    <a:pt x="309" y="392"/>
                    <a:pt x="383" y="196"/>
                    <a:pt x="505"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7" name="Google Shape;1687;p45"/>
            <p:cNvSpPr/>
            <p:nvPr/>
          </p:nvSpPr>
          <p:spPr>
            <a:xfrm>
              <a:off x="8355394" y="5045879"/>
              <a:ext cx="117621" cy="160455"/>
            </a:xfrm>
            <a:custGeom>
              <a:avLst/>
              <a:gdLst/>
              <a:ahLst/>
              <a:cxnLst/>
              <a:rect l="l" t="t" r="r" b="b"/>
              <a:pathLst>
                <a:path w="1513" h="2064" extrusionOk="0">
                  <a:moveTo>
                    <a:pt x="1401" y="0"/>
                  </a:moveTo>
                  <a:cubicBezTo>
                    <a:pt x="1364" y="0"/>
                    <a:pt x="1364" y="38"/>
                    <a:pt x="1326" y="38"/>
                  </a:cubicBezTo>
                  <a:cubicBezTo>
                    <a:pt x="1326" y="38"/>
                    <a:pt x="626" y="934"/>
                    <a:pt x="1" y="2063"/>
                  </a:cubicBezTo>
                  <a:lnTo>
                    <a:pt x="197" y="2063"/>
                  </a:lnTo>
                  <a:cubicBezTo>
                    <a:pt x="813" y="1018"/>
                    <a:pt x="1476" y="159"/>
                    <a:pt x="1476" y="159"/>
                  </a:cubicBezTo>
                  <a:cubicBezTo>
                    <a:pt x="1513" y="122"/>
                    <a:pt x="1513" y="84"/>
                    <a:pt x="1476" y="38"/>
                  </a:cubicBezTo>
                  <a:cubicBezTo>
                    <a:pt x="1438" y="0"/>
                    <a:pt x="1438" y="0"/>
                    <a:pt x="1401"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8" name="Google Shape;1688;p45"/>
            <p:cNvSpPr/>
            <p:nvPr/>
          </p:nvSpPr>
          <p:spPr>
            <a:xfrm>
              <a:off x="7946875" y="5571939"/>
              <a:ext cx="199636" cy="184399"/>
            </a:xfrm>
            <a:custGeom>
              <a:avLst/>
              <a:gdLst/>
              <a:ahLst/>
              <a:cxnLst/>
              <a:rect l="l" t="t" r="r" b="b"/>
              <a:pathLst>
                <a:path w="2568" h="2372" extrusionOk="0">
                  <a:moveTo>
                    <a:pt x="514" y="1"/>
                  </a:moveTo>
                  <a:cubicBezTo>
                    <a:pt x="467" y="271"/>
                    <a:pt x="514" y="551"/>
                    <a:pt x="663" y="785"/>
                  </a:cubicBezTo>
                  <a:cubicBezTo>
                    <a:pt x="551" y="785"/>
                    <a:pt x="467" y="738"/>
                    <a:pt x="393" y="738"/>
                  </a:cubicBezTo>
                  <a:cubicBezTo>
                    <a:pt x="197" y="738"/>
                    <a:pt x="85" y="822"/>
                    <a:pt x="1" y="859"/>
                  </a:cubicBezTo>
                  <a:cubicBezTo>
                    <a:pt x="159" y="1251"/>
                    <a:pt x="467" y="1438"/>
                    <a:pt x="860" y="1522"/>
                  </a:cubicBezTo>
                  <a:cubicBezTo>
                    <a:pt x="1448" y="785"/>
                    <a:pt x="2026" y="234"/>
                    <a:pt x="2026" y="197"/>
                  </a:cubicBezTo>
                  <a:lnTo>
                    <a:pt x="2064" y="197"/>
                  </a:lnTo>
                  <a:cubicBezTo>
                    <a:pt x="2101" y="197"/>
                    <a:pt x="2101" y="197"/>
                    <a:pt x="2148" y="234"/>
                  </a:cubicBezTo>
                  <a:cubicBezTo>
                    <a:pt x="2148" y="234"/>
                    <a:pt x="2148" y="271"/>
                    <a:pt x="2101" y="318"/>
                  </a:cubicBezTo>
                  <a:cubicBezTo>
                    <a:pt x="2101" y="318"/>
                    <a:pt x="1560" y="859"/>
                    <a:pt x="1018" y="1559"/>
                  </a:cubicBezTo>
                  <a:cubicBezTo>
                    <a:pt x="1130" y="1951"/>
                    <a:pt x="1401" y="2259"/>
                    <a:pt x="1868" y="2371"/>
                  </a:cubicBezTo>
                  <a:cubicBezTo>
                    <a:pt x="1914" y="2222"/>
                    <a:pt x="1914" y="1989"/>
                    <a:pt x="1793" y="1718"/>
                  </a:cubicBezTo>
                  <a:lnTo>
                    <a:pt x="1793" y="1718"/>
                  </a:lnTo>
                  <a:cubicBezTo>
                    <a:pt x="1868" y="1755"/>
                    <a:pt x="1989" y="1755"/>
                    <a:pt x="2101" y="1755"/>
                  </a:cubicBezTo>
                  <a:cubicBezTo>
                    <a:pt x="2260" y="1755"/>
                    <a:pt x="2418" y="1718"/>
                    <a:pt x="2568" y="1634"/>
                  </a:cubicBezTo>
                  <a:cubicBezTo>
                    <a:pt x="2530" y="1485"/>
                    <a:pt x="2297" y="1167"/>
                    <a:pt x="1793" y="1055"/>
                  </a:cubicBezTo>
                  <a:cubicBezTo>
                    <a:pt x="2297" y="701"/>
                    <a:pt x="2260" y="197"/>
                    <a:pt x="2222" y="1"/>
                  </a:cubicBezTo>
                  <a:lnTo>
                    <a:pt x="2222" y="1"/>
                  </a:lnTo>
                  <a:cubicBezTo>
                    <a:pt x="1793" y="38"/>
                    <a:pt x="1448" y="271"/>
                    <a:pt x="1252" y="626"/>
                  </a:cubicBezTo>
                  <a:cubicBezTo>
                    <a:pt x="1056" y="159"/>
                    <a:pt x="701" y="1"/>
                    <a:pt x="51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89" name="Google Shape;1689;p45"/>
            <p:cNvSpPr/>
            <p:nvPr/>
          </p:nvSpPr>
          <p:spPr>
            <a:xfrm>
              <a:off x="7992585" y="5690180"/>
              <a:ext cx="33506" cy="33506"/>
            </a:xfrm>
            <a:custGeom>
              <a:avLst/>
              <a:gdLst/>
              <a:ahLst/>
              <a:cxnLst/>
              <a:rect l="l" t="t" r="r" b="b"/>
              <a:pathLst>
                <a:path w="431" h="431" extrusionOk="0">
                  <a:moveTo>
                    <a:pt x="272" y="1"/>
                  </a:moveTo>
                  <a:cubicBezTo>
                    <a:pt x="197" y="113"/>
                    <a:pt x="75" y="234"/>
                    <a:pt x="1" y="346"/>
                  </a:cubicBezTo>
                  <a:cubicBezTo>
                    <a:pt x="1" y="346"/>
                    <a:pt x="1" y="384"/>
                    <a:pt x="38" y="430"/>
                  </a:cubicBezTo>
                  <a:lnTo>
                    <a:pt x="75" y="430"/>
                  </a:lnTo>
                  <a:cubicBezTo>
                    <a:pt x="75" y="430"/>
                    <a:pt x="113" y="430"/>
                    <a:pt x="113" y="384"/>
                  </a:cubicBezTo>
                  <a:cubicBezTo>
                    <a:pt x="197" y="272"/>
                    <a:pt x="309" y="150"/>
                    <a:pt x="430" y="38"/>
                  </a:cubicBezTo>
                  <a:lnTo>
                    <a:pt x="393"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0" name="Google Shape;1690;p45"/>
            <p:cNvSpPr/>
            <p:nvPr/>
          </p:nvSpPr>
          <p:spPr>
            <a:xfrm>
              <a:off x="8013653" y="5587175"/>
              <a:ext cx="100207" cy="106037"/>
            </a:xfrm>
            <a:custGeom>
              <a:avLst/>
              <a:gdLst/>
              <a:ahLst/>
              <a:cxnLst/>
              <a:rect l="l" t="t" r="r" b="b"/>
              <a:pathLst>
                <a:path w="1289" h="1364" extrusionOk="0">
                  <a:moveTo>
                    <a:pt x="1167" y="1"/>
                  </a:moveTo>
                  <a:cubicBezTo>
                    <a:pt x="1167" y="38"/>
                    <a:pt x="589" y="589"/>
                    <a:pt x="1" y="1326"/>
                  </a:cubicBezTo>
                  <a:lnTo>
                    <a:pt x="122" y="1326"/>
                  </a:lnTo>
                  <a:lnTo>
                    <a:pt x="159" y="1363"/>
                  </a:lnTo>
                  <a:cubicBezTo>
                    <a:pt x="701" y="663"/>
                    <a:pt x="1242" y="122"/>
                    <a:pt x="1242" y="122"/>
                  </a:cubicBezTo>
                  <a:cubicBezTo>
                    <a:pt x="1289" y="75"/>
                    <a:pt x="1289" y="38"/>
                    <a:pt x="1289" y="38"/>
                  </a:cubicBezTo>
                  <a:cubicBezTo>
                    <a:pt x="1242" y="1"/>
                    <a:pt x="1242" y="1"/>
                    <a:pt x="1205"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1" name="Google Shape;1691;p45"/>
            <p:cNvSpPr/>
            <p:nvPr/>
          </p:nvSpPr>
          <p:spPr>
            <a:xfrm>
              <a:off x="6749614" y="5719954"/>
              <a:ext cx="209043" cy="181523"/>
            </a:xfrm>
            <a:custGeom>
              <a:avLst/>
              <a:gdLst/>
              <a:ahLst/>
              <a:cxnLst/>
              <a:rect l="l" t="t" r="r" b="b"/>
              <a:pathLst>
                <a:path w="2689" h="2335" extrusionOk="0">
                  <a:moveTo>
                    <a:pt x="1718" y="1"/>
                  </a:moveTo>
                  <a:cubicBezTo>
                    <a:pt x="1326" y="197"/>
                    <a:pt x="1093" y="551"/>
                    <a:pt x="1055" y="934"/>
                  </a:cubicBezTo>
                  <a:cubicBezTo>
                    <a:pt x="822" y="701"/>
                    <a:pt x="551" y="626"/>
                    <a:pt x="355" y="626"/>
                  </a:cubicBezTo>
                  <a:cubicBezTo>
                    <a:pt x="281" y="626"/>
                    <a:pt x="197" y="663"/>
                    <a:pt x="159" y="663"/>
                  </a:cubicBezTo>
                  <a:cubicBezTo>
                    <a:pt x="197" y="981"/>
                    <a:pt x="355" y="1214"/>
                    <a:pt x="589" y="1363"/>
                  </a:cubicBezTo>
                  <a:cubicBezTo>
                    <a:pt x="281" y="1401"/>
                    <a:pt x="85" y="1559"/>
                    <a:pt x="1" y="1681"/>
                  </a:cubicBezTo>
                  <a:cubicBezTo>
                    <a:pt x="197" y="1867"/>
                    <a:pt x="467" y="1989"/>
                    <a:pt x="747" y="1989"/>
                  </a:cubicBezTo>
                  <a:cubicBezTo>
                    <a:pt x="859" y="1989"/>
                    <a:pt x="934" y="1951"/>
                    <a:pt x="1055" y="1914"/>
                  </a:cubicBezTo>
                  <a:cubicBezTo>
                    <a:pt x="1289" y="1018"/>
                    <a:pt x="1597" y="281"/>
                    <a:pt x="1597" y="281"/>
                  </a:cubicBezTo>
                  <a:cubicBezTo>
                    <a:pt x="1634" y="234"/>
                    <a:pt x="1634" y="234"/>
                    <a:pt x="1681" y="234"/>
                  </a:cubicBezTo>
                  <a:lnTo>
                    <a:pt x="1718" y="234"/>
                  </a:lnTo>
                  <a:cubicBezTo>
                    <a:pt x="1756" y="281"/>
                    <a:pt x="1756" y="318"/>
                    <a:pt x="1756" y="318"/>
                  </a:cubicBezTo>
                  <a:cubicBezTo>
                    <a:pt x="1718" y="355"/>
                    <a:pt x="1401" y="1055"/>
                    <a:pt x="1214" y="1914"/>
                  </a:cubicBezTo>
                  <a:cubicBezTo>
                    <a:pt x="1401" y="2185"/>
                    <a:pt x="1718" y="2334"/>
                    <a:pt x="2064" y="2334"/>
                  </a:cubicBezTo>
                  <a:cubicBezTo>
                    <a:pt x="2148" y="2334"/>
                    <a:pt x="2222" y="2334"/>
                    <a:pt x="2297" y="2297"/>
                  </a:cubicBezTo>
                  <a:cubicBezTo>
                    <a:pt x="2297" y="2185"/>
                    <a:pt x="2222" y="1951"/>
                    <a:pt x="1989" y="1755"/>
                  </a:cubicBezTo>
                  <a:cubicBezTo>
                    <a:pt x="2260" y="1718"/>
                    <a:pt x="2493" y="1597"/>
                    <a:pt x="2689" y="1363"/>
                  </a:cubicBezTo>
                  <a:cubicBezTo>
                    <a:pt x="2614" y="1251"/>
                    <a:pt x="2381" y="1130"/>
                    <a:pt x="2026" y="1130"/>
                  </a:cubicBezTo>
                  <a:lnTo>
                    <a:pt x="1756" y="1130"/>
                  </a:lnTo>
                  <a:cubicBezTo>
                    <a:pt x="2026" y="626"/>
                    <a:pt x="1830" y="159"/>
                    <a:pt x="17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2" name="Google Shape;1692;p45"/>
            <p:cNvSpPr/>
            <p:nvPr/>
          </p:nvSpPr>
          <p:spPr>
            <a:xfrm>
              <a:off x="6822222" y="5865092"/>
              <a:ext cx="21845" cy="42912"/>
            </a:xfrm>
            <a:custGeom>
              <a:avLst/>
              <a:gdLst/>
              <a:ahLst/>
              <a:cxnLst/>
              <a:rect l="l" t="t" r="r" b="b"/>
              <a:pathLst>
                <a:path w="281" h="552" extrusionOk="0">
                  <a:moveTo>
                    <a:pt x="233" y="0"/>
                  </a:moveTo>
                  <a:cubicBezTo>
                    <a:pt x="196" y="47"/>
                    <a:pt x="159" y="47"/>
                    <a:pt x="121" y="47"/>
                  </a:cubicBezTo>
                  <a:cubicBezTo>
                    <a:pt x="84" y="196"/>
                    <a:pt x="47" y="355"/>
                    <a:pt x="0" y="467"/>
                  </a:cubicBezTo>
                  <a:cubicBezTo>
                    <a:pt x="0" y="514"/>
                    <a:pt x="47" y="551"/>
                    <a:pt x="84" y="551"/>
                  </a:cubicBezTo>
                  <a:cubicBezTo>
                    <a:pt x="121" y="551"/>
                    <a:pt x="121" y="551"/>
                    <a:pt x="159" y="514"/>
                  </a:cubicBezTo>
                  <a:cubicBezTo>
                    <a:pt x="159" y="355"/>
                    <a:pt x="196" y="196"/>
                    <a:pt x="280" y="47"/>
                  </a:cubicBezTo>
                  <a:cubicBezTo>
                    <a:pt x="233" y="47"/>
                    <a:pt x="233" y="47"/>
                    <a:pt x="23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3" name="Google Shape;1693;p45"/>
            <p:cNvSpPr/>
            <p:nvPr/>
          </p:nvSpPr>
          <p:spPr>
            <a:xfrm>
              <a:off x="6831628" y="5738144"/>
              <a:ext cx="54496" cy="130681"/>
            </a:xfrm>
            <a:custGeom>
              <a:avLst/>
              <a:gdLst/>
              <a:ahLst/>
              <a:cxnLst/>
              <a:rect l="l" t="t" r="r" b="b"/>
              <a:pathLst>
                <a:path w="701" h="1681" extrusionOk="0">
                  <a:moveTo>
                    <a:pt x="626" y="0"/>
                  </a:moveTo>
                  <a:cubicBezTo>
                    <a:pt x="579" y="0"/>
                    <a:pt x="579" y="0"/>
                    <a:pt x="542" y="47"/>
                  </a:cubicBezTo>
                  <a:cubicBezTo>
                    <a:pt x="542" y="47"/>
                    <a:pt x="234" y="784"/>
                    <a:pt x="0" y="1680"/>
                  </a:cubicBezTo>
                  <a:cubicBezTo>
                    <a:pt x="38" y="1680"/>
                    <a:pt x="75" y="1680"/>
                    <a:pt x="112" y="1633"/>
                  </a:cubicBezTo>
                  <a:cubicBezTo>
                    <a:pt x="112" y="1680"/>
                    <a:pt x="112" y="1680"/>
                    <a:pt x="159" y="1680"/>
                  </a:cubicBezTo>
                  <a:cubicBezTo>
                    <a:pt x="346" y="821"/>
                    <a:pt x="663" y="121"/>
                    <a:pt x="701" y="84"/>
                  </a:cubicBezTo>
                  <a:cubicBezTo>
                    <a:pt x="701" y="84"/>
                    <a:pt x="701" y="47"/>
                    <a:pt x="663"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4" name="Google Shape;1694;p45"/>
            <p:cNvSpPr/>
            <p:nvPr/>
          </p:nvSpPr>
          <p:spPr>
            <a:xfrm>
              <a:off x="7333746" y="5532758"/>
              <a:ext cx="256931" cy="290359"/>
            </a:xfrm>
            <a:custGeom>
              <a:avLst/>
              <a:gdLst/>
              <a:ahLst/>
              <a:cxnLst/>
              <a:rect l="l" t="t" r="r" b="b"/>
              <a:pathLst>
                <a:path w="3305" h="3735" extrusionOk="0">
                  <a:moveTo>
                    <a:pt x="1942" y="1"/>
                  </a:moveTo>
                  <a:cubicBezTo>
                    <a:pt x="1746" y="159"/>
                    <a:pt x="1438" y="589"/>
                    <a:pt x="1587" y="1289"/>
                  </a:cubicBezTo>
                  <a:cubicBezTo>
                    <a:pt x="1279" y="1130"/>
                    <a:pt x="1009" y="1055"/>
                    <a:pt x="775" y="1055"/>
                  </a:cubicBezTo>
                  <a:cubicBezTo>
                    <a:pt x="421" y="1055"/>
                    <a:pt x="113" y="1205"/>
                    <a:pt x="1" y="1289"/>
                  </a:cubicBezTo>
                  <a:cubicBezTo>
                    <a:pt x="271" y="1830"/>
                    <a:pt x="738" y="2175"/>
                    <a:pt x="1279" y="2222"/>
                  </a:cubicBezTo>
                  <a:cubicBezTo>
                    <a:pt x="775" y="2726"/>
                    <a:pt x="775" y="3230"/>
                    <a:pt x="850" y="3463"/>
                  </a:cubicBezTo>
                  <a:cubicBezTo>
                    <a:pt x="1279" y="3426"/>
                    <a:pt x="1587" y="3230"/>
                    <a:pt x="1821" y="2922"/>
                  </a:cubicBezTo>
                  <a:cubicBezTo>
                    <a:pt x="1867" y="3342"/>
                    <a:pt x="2054" y="3622"/>
                    <a:pt x="2213" y="3734"/>
                  </a:cubicBezTo>
                  <a:cubicBezTo>
                    <a:pt x="2642" y="3305"/>
                    <a:pt x="2754" y="2801"/>
                    <a:pt x="2642" y="2297"/>
                  </a:cubicBezTo>
                  <a:cubicBezTo>
                    <a:pt x="1401" y="1905"/>
                    <a:pt x="383" y="1438"/>
                    <a:pt x="383" y="1438"/>
                  </a:cubicBezTo>
                  <a:cubicBezTo>
                    <a:pt x="309" y="1401"/>
                    <a:pt x="309" y="1363"/>
                    <a:pt x="346" y="1326"/>
                  </a:cubicBezTo>
                  <a:cubicBezTo>
                    <a:pt x="346" y="1289"/>
                    <a:pt x="383" y="1242"/>
                    <a:pt x="421" y="1242"/>
                  </a:cubicBezTo>
                  <a:lnTo>
                    <a:pt x="467" y="1242"/>
                  </a:lnTo>
                  <a:cubicBezTo>
                    <a:pt x="467" y="1289"/>
                    <a:pt x="1438" y="1709"/>
                    <a:pt x="2605" y="2101"/>
                  </a:cubicBezTo>
                  <a:cubicBezTo>
                    <a:pt x="3071" y="1709"/>
                    <a:pt x="3305" y="1167"/>
                    <a:pt x="3221" y="542"/>
                  </a:cubicBezTo>
                  <a:lnTo>
                    <a:pt x="3221" y="542"/>
                  </a:lnTo>
                  <a:cubicBezTo>
                    <a:pt x="3034" y="589"/>
                    <a:pt x="2679" y="663"/>
                    <a:pt x="2409" y="1009"/>
                  </a:cubicBezTo>
                  <a:cubicBezTo>
                    <a:pt x="2409" y="626"/>
                    <a:pt x="2250" y="271"/>
                    <a:pt x="19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5" name="Google Shape;1695;p45"/>
            <p:cNvSpPr/>
            <p:nvPr/>
          </p:nvSpPr>
          <p:spPr>
            <a:xfrm>
              <a:off x="7533302" y="5696010"/>
              <a:ext cx="60326" cy="27675"/>
            </a:xfrm>
            <a:custGeom>
              <a:avLst/>
              <a:gdLst/>
              <a:ahLst/>
              <a:cxnLst/>
              <a:rect l="l" t="t" r="r" b="b"/>
              <a:pathLst>
                <a:path w="776" h="356" extrusionOk="0">
                  <a:moveTo>
                    <a:pt x="0" y="1"/>
                  </a:moveTo>
                  <a:cubicBezTo>
                    <a:pt x="38" y="38"/>
                    <a:pt x="38" y="122"/>
                    <a:pt x="75" y="197"/>
                  </a:cubicBezTo>
                  <a:cubicBezTo>
                    <a:pt x="271" y="234"/>
                    <a:pt x="420" y="271"/>
                    <a:pt x="616" y="355"/>
                  </a:cubicBezTo>
                  <a:lnTo>
                    <a:pt x="654" y="355"/>
                  </a:lnTo>
                  <a:cubicBezTo>
                    <a:pt x="700" y="355"/>
                    <a:pt x="738" y="309"/>
                    <a:pt x="738" y="271"/>
                  </a:cubicBezTo>
                  <a:cubicBezTo>
                    <a:pt x="775" y="234"/>
                    <a:pt x="738" y="159"/>
                    <a:pt x="700" y="159"/>
                  </a:cubicBezTo>
                  <a:cubicBezTo>
                    <a:pt x="467" y="122"/>
                    <a:pt x="234" y="38"/>
                    <a:pt x="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6" name="Google Shape;1696;p45"/>
            <p:cNvSpPr/>
            <p:nvPr/>
          </p:nvSpPr>
          <p:spPr>
            <a:xfrm>
              <a:off x="7357689" y="5629232"/>
              <a:ext cx="181523" cy="82093"/>
            </a:xfrm>
            <a:custGeom>
              <a:avLst/>
              <a:gdLst/>
              <a:ahLst/>
              <a:cxnLst/>
              <a:rect l="l" t="t" r="r" b="b"/>
              <a:pathLst>
                <a:path w="2335" h="1056" extrusionOk="0">
                  <a:moveTo>
                    <a:pt x="113" y="1"/>
                  </a:moveTo>
                  <a:cubicBezTo>
                    <a:pt x="75" y="1"/>
                    <a:pt x="38" y="48"/>
                    <a:pt x="38" y="85"/>
                  </a:cubicBezTo>
                  <a:cubicBezTo>
                    <a:pt x="1" y="122"/>
                    <a:pt x="1" y="160"/>
                    <a:pt x="75" y="197"/>
                  </a:cubicBezTo>
                  <a:cubicBezTo>
                    <a:pt x="75" y="197"/>
                    <a:pt x="1093" y="664"/>
                    <a:pt x="2334" y="1056"/>
                  </a:cubicBezTo>
                  <a:cubicBezTo>
                    <a:pt x="2297" y="981"/>
                    <a:pt x="2297" y="897"/>
                    <a:pt x="2259" y="860"/>
                  </a:cubicBezTo>
                  <a:lnTo>
                    <a:pt x="2297" y="860"/>
                  </a:lnTo>
                  <a:cubicBezTo>
                    <a:pt x="1130" y="468"/>
                    <a:pt x="159" y="48"/>
                    <a:pt x="1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7" name="Google Shape;1697;p45"/>
            <p:cNvSpPr/>
            <p:nvPr/>
          </p:nvSpPr>
          <p:spPr>
            <a:xfrm>
              <a:off x="8639842" y="5553825"/>
              <a:ext cx="259885" cy="275044"/>
            </a:xfrm>
            <a:custGeom>
              <a:avLst/>
              <a:gdLst/>
              <a:ahLst/>
              <a:cxnLst/>
              <a:rect l="l" t="t" r="r" b="b"/>
              <a:pathLst>
                <a:path w="3343" h="3538" extrusionOk="0">
                  <a:moveTo>
                    <a:pt x="1121" y="0"/>
                  </a:moveTo>
                  <a:cubicBezTo>
                    <a:pt x="1046" y="159"/>
                    <a:pt x="971" y="504"/>
                    <a:pt x="1083" y="896"/>
                  </a:cubicBezTo>
                  <a:cubicBezTo>
                    <a:pt x="887" y="784"/>
                    <a:pt x="654" y="738"/>
                    <a:pt x="383" y="738"/>
                  </a:cubicBezTo>
                  <a:cubicBezTo>
                    <a:pt x="271" y="738"/>
                    <a:pt x="113" y="738"/>
                    <a:pt x="1" y="784"/>
                  </a:cubicBezTo>
                  <a:cubicBezTo>
                    <a:pt x="38" y="1055"/>
                    <a:pt x="234" y="1522"/>
                    <a:pt x="887" y="1755"/>
                  </a:cubicBezTo>
                  <a:cubicBezTo>
                    <a:pt x="187" y="2184"/>
                    <a:pt x="75" y="2838"/>
                    <a:pt x="113" y="3118"/>
                  </a:cubicBezTo>
                  <a:cubicBezTo>
                    <a:pt x="150" y="3155"/>
                    <a:pt x="187" y="3155"/>
                    <a:pt x="234" y="3155"/>
                  </a:cubicBezTo>
                  <a:cubicBezTo>
                    <a:pt x="775" y="3155"/>
                    <a:pt x="1242" y="2922"/>
                    <a:pt x="1550" y="2492"/>
                  </a:cubicBezTo>
                  <a:cubicBezTo>
                    <a:pt x="1709" y="3192"/>
                    <a:pt x="2176" y="3463"/>
                    <a:pt x="2409" y="3538"/>
                  </a:cubicBezTo>
                  <a:cubicBezTo>
                    <a:pt x="2568" y="3155"/>
                    <a:pt x="2568" y="2763"/>
                    <a:pt x="2446" y="2418"/>
                  </a:cubicBezTo>
                  <a:lnTo>
                    <a:pt x="2446" y="2418"/>
                  </a:lnTo>
                  <a:cubicBezTo>
                    <a:pt x="2642" y="2492"/>
                    <a:pt x="2838" y="2530"/>
                    <a:pt x="2988" y="2530"/>
                  </a:cubicBezTo>
                  <a:cubicBezTo>
                    <a:pt x="3146" y="2530"/>
                    <a:pt x="3268" y="2492"/>
                    <a:pt x="3342" y="2455"/>
                  </a:cubicBezTo>
                  <a:cubicBezTo>
                    <a:pt x="3184" y="1904"/>
                    <a:pt x="2801" y="1559"/>
                    <a:pt x="2288" y="1363"/>
                  </a:cubicBezTo>
                  <a:cubicBezTo>
                    <a:pt x="1354" y="2259"/>
                    <a:pt x="421" y="2884"/>
                    <a:pt x="421" y="2884"/>
                  </a:cubicBezTo>
                  <a:lnTo>
                    <a:pt x="346" y="2884"/>
                  </a:lnTo>
                  <a:cubicBezTo>
                    <a:pt x="346" y="2884"/>
                    <a:pt x="309" y="2884"/>
                    <a:pt x="271" y="2838"/>
                  </a:cubicBezTo>
                  <a:cubicBezTo>
                    <a:pt x="271" y="2800"/>
                    <a:pt x="271" y="2763"/>
                    <a:pt x="309" y="2726"/>
                  </a:cubicBezTo>
                  <a:cubicBezTo>
                    <a:pt x="309" y="2726"/>
                    <a:pt x="1205" y="2138"/>
                    <a:pt x="2138" y="1288"/>
                  </a:cubicBezTo>
                  <a:cubicBezTo>
                    <a:pt x="2054" y="700"/>
                    <a:pt x="1709" y="234"/>
                    <a:pt x="11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8" name="Google Shape;1698;p45"/>
            <p:cNvSpPr/>
            <p:nvPr/>
          </p:nvSpPr>
          <p:spPr>
            <a:xfrm>
              <a:off x="8806048" y="5617649"/>
              <a:ext cx="47966" cy="42135"/>
            </a:xfrm>
            <a:custGeom>
              <a:avLst/>
              <a:gdLst/>
              <a:ahLst/>
              <a:cxnLst/>
              <a:rect l="l" t="t" r="r" b="b"/>
              <a:pathLst>
                <a:path w="617" h="542" extrusionOk="0">
                  <a:moveTo>
                    <a:pt x="542" y="1"/>
                  </a:moveTo>
                  <a:cubicBezTo>
                    <a:pt x="504" y="1"/>
                    <a:pt x="504" y="1"/>
                    <a:pt x="467" y="38"/>
                  </a:cubicBezTo>
                  <a:cubicBezTo>
                    <a:pt x="308" y="197"/>
                    <a:pt x="150" y="346"/>
                    <a:pt x="0" y="467"/>
                  </a:cubicBezTo>
                  <a:lnTo>
                    <a:pt x="0" y="505"/>
                  </a:lnTo>
                  <a:cubicBezTo>
                    <a:pt x="38" y="505"/>
                    <a:pt x="112" y="542"/>
                    <a:pt x="150" y="542"/>
                  </a:cubicBezTo>
                  <a:cubicBezTo>
                    <a:pt x="308" y="430"/>
                    <a:pt x="467" y="271"/>
                    <a:pt x="579" y="150"/>
                  </a:cubicBezTo>
                  <a:cubicBezTo>
                    <a:pt x="616" y="113"/>
                    <a:pt x="616" y="38"/>
                    <a:pt x="579" y="38"/>
                  </a:cubicBezTo>
                  <a:cubicBezTo>
                    <a:pt x="579" y="1"/>
                    <a:pt x="542" y="1"/>
                    <a:pt x="542"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699" name="Google Shape;1699;p45"/>
            <p:cNvSpPr/>
            <p:nvPr/>
          </p:nvSpPr>
          <p:spPr>
            <a:xfrm>
              <a:off x="8660909" y="5653953"/>
              <a:ext cx="156802" cy="124151"/>
            </a:xfrm>
            <a:custGeom>
              <a:avLst/>
              <a:gdLst/>
              <a:ahLst/>
              <a:cxnLst/>
              <a:rect l="l" t="t" r="r" b="b"/>
              <a:pathLst>
                <a:path w="2017" h="1597" extrusionOk="0">
                  <a:moveTo>
                    <a:pt x="1867" y="0"/>
                  </a:moveTo>
                  <a:cubicBezTo>
                    <a:pt x="934" y="850"/>
                    <a:pt x="38" y="1438"/>
                    <a:pt x="38" y="1438"/>
                  </a:cubicBezTo>
                  <a:cubicBezTo>
                    <a:pt x="0" y="1475"/>
                    <a:pt x="0" y="1512"/>
                    <a:pt x="0" y="1550"/>
                  </a:cubicBezTo>
                  <a:cubicBezTo>
                    <a:pt x="38" y="1596"/>
                    <a:pt x="75" y="1596"/>
                    <a:pt x="75" y="1596"/>
                  </a:cubicBezTo>
                  <a:lnTo>
                    <a:pt x="150" y="1596"/>
                  </a:lnTo>
                  <a:cubicBezTo>
                    <a:pt x="150" y="1596"/>
                    <a:pt x="1083" y="971"/>
                    <a:pt x="2017" y="75"/>
                  </a:cubicBezTo>
                  <a:cubicBezTo>
                    <a:pt x="1979" y="75"/>
                    <a:pt x="1905" y="38"/>
                    <a:pt x="1867" y="38"/>
                  </a:cubicBezTo>
                  <a:lnTo>
                    <a:pt x="1867" y="0"/>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0" name="Google Shape;1700;p45"/>
            <p:cNvSpPr/>
            <p:nvPr/>
          </p:nvSpPr>
          <p:spPr>
            <a:xfrm>
              <a:off x="7635607" y="4949405"/>
              <a:ext cx="260584" cy="275044"/>
            </a:xfrm>
            <a:custGeom>
              <a:avLst/>
              <a:gdLst/>
              <a:ahLst/>
              <a:cxnLst/>
              <a:rect l="l" t="t" r="r" b="b"/>
              <a:pathLst>
                <a:path w="3352" h="3538" extrusionOk="0">
                  <a:moveTo>
                    <a:pt x="1130" y="0"/>
                  </a:moveTo>
                  <a:cubicBezTo>
                    <a:pt x="1055" y="159"/>
                    <a:pt x="971" y="504"/>
                    <a:pt x="1093" y="896"/>
                  </a:cubicBezTo>
                  <a:cubicBezTo>
                    <a:pt x="897" y="775"/>
                    <a:pt x="663" y="737"/>
                    <a:pt x="393" y="737"/>
                  </a:cubicBezTo>
                  <a:cubicBezTo>
                    <a:pt x="271" y="737"/>
                    <a:pt x="122" y="737"/>
                    <a:pt x="1" y="775"/>
                  </a:cubicBezTo>
                  <a:cubicBezTo>
                    <a:pt x="38" y="1045"/>
                    <a:pt x="234" y="1512"/>
                    <a:pt x="897" y="1792"/>
                  </a:cubicBezTo>
                  <a:cubicBezTo>
                    <a:pt x="197" y="2175"/>
                    <a:pt x="85" y="2838"/>
                    <a:pt x="122" y="3146"/>
                  </a:cubicBezTo>
                  <a:lnTo>
                    <a:pt x="234" y="3146"/>
                  </a:lnTo>
                  <a:cubicBezTo>
                    <a:pt x="785" y="3146"/>
                    <a:pt x="1251" y="2912"/>
                    <a:pt x="1559" y="2492"/>
                  </a:cubicBezTo>
                  <a:cubicBezTo>
                    <a:pt x="1718" y="3192"/>
                    <a:pt x="2185" y="3463"/>
                    <a:pt x="2418" y="3538"/>
                  </a:cubicBezTo>
                  <a:cubicBezTo>
                    <a:pt x="2567" y="3146"/>
                    <a:pt x="2567" y="2763"/>
                    <a:pt x="2418" y="2408"/>
                  </a:cubicBezTo>
                  <a:lnTo>
                    <a:pt x="2418" y="2408"/>
                  </a:lnTo>
                  <a:cubicBezTo>
                    <a:pt x="2651" y="2492"/>
                    <a:pt x="2838" y="2530"/>
                    <a:pt x="2997" y="2530"/>
                  </a:cubicBezTo>
                  <a:cubicBezTo>
                    <a:pt x="3118" y="2530"/>
                    <a:pt x="3267" y="2492"/>
                    <a:pt x="3351" y="2492"/>
                  </a:cubicBezTo>
                  <a:cubicBezTo>
                    <a:pt x="3193" y="1904"/>
                    <a:pt x="2801" y="1559"/>
                    <a:pt x="2297" y="1400"/>
                  </a:cubicBezTo>
                  <a:cubicBezTo>
                    <a:pt x="1363" y="2259"/>
                    <a:pt x="430" y="2875"/>
                    <a:pt x="430" y="2875"/>
                  </a:cubicBezTo>
                  <a:lnTo>
                    <a:pt x="355" y="2875"/>
                  </a:lnTo>
                  <a:cubicBezTo>
                    <a:pt x="355" y="2875"/>
                    <a:pt x="318" y="2875"/>
                    <a:pt x="271" y="2838"/>
                  </a:cubicBezTo>
                  <a:cubicBezTo>
                    <a:pt x="271" y="2800"/>
                    <a:pt x="271" y="2763"/>
                    <a:pt x="318" y="2726"/>
                  </a:cubicBezTo>
                  <a:cubicBezTo>
                    <a:pt x="318" y="2726"/>
                    <a:pt x="1205" y="2138"/>
                    <a:pt x="2138" y="1325"/>
                  </a:cubicBezTo>
                  <a:cubicBezTo>
                    <a:pt x="2063" y="700"/>
                    <a:pt x="1718" y="233"/>
                    <a:pt x="113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1" name="Google Shape;1701;p45"/>
            <p:cNvSpPr/>
            <p:nvPr/>
          </p:nvSpPr>
          <p:spPr>
            <a:xfrm>
              <a:off x="7801736" y="5012529"/>
              <a:ext cx="48743" cy="45789"/>
            </a:xfrm>
            <a:custGeom>
              <a:avLst/>
              <a:gdLst/>
              <a:ahLst/>
              <a:cxnLst/>
              <a:rect l="l" t="t" r="r" b="b"/>
              <a:pathLst>
                <a:path w="627" h="589" extrusionOk="0">
                  <a:moveTo>
                    <a:pt x="552" y="0"/>
                  </a:moveTo>
                  <a:cubicBezTo>
                    <a:pt x="514" y="0"/>
                    <a:pt x="468" y="0"/>
                    <a:pt x="468" y="47"/>
                  </a:cubicBezTo>
                  <a:cubicBezTo>
                    <a:pt x="318" y="196"/>
                    <a:pt x="160" y="355"/>
                    <a:pt x="1" y="513"/>
                  </a:cubicBezTo>
                  <a:cubicBezTo>
                    <a:pt x="48" y="551"/>
                    <a:pt x="122" y="551"/>
                    <a:pt x="160" y="588"/>
                  </a:cubicBezTo>
                  <a:cubicBezTo>
                    <a:pt x="318" y="429"/>
                    <a:pt x="468" y="317"/>
                    <a:pt x="589" y="159"/>
                  </a:cubicBezTo>
                  <a:cubicBezTo>
                    <a:pt x="626" y="121"/>
                    <a:pt x="626" y="84"/>
                    <a:pt x="589" y="47"/>
                  </a:cubicBezTo>
                  <a:cubicBezTo>
                    <a:pt x="589" y="0"/>
                    <a:pt x="552" y="0"/>
                    <a:pt x="552"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2" name="Google Shape;1702;p45"/>
            <p:cNvSpPr/>
            <p:nvPr/>
          </p:nvSpPr>
          <p:spPr>
            <a:xfrm>
              <a:off x="7656674" y="5052409"/>
              <a:ext cx="157501" cy="120497"/>
            </a:xfrm>
            <a:custGeom>
              <a:avLst/>
              <a:gdLst/>
              <a:ahLst/>
              <a:cxnLst/>
              <a:rect l="l" t="t" r="r" b="b"/>
              <a:pathLst>
                <a:path w="2026" h="1550" extrusionOk="0">
                  <a:moveTo>
                    <a:pt x="1867" y="0"/>
                  </a:moveTo>
                  <a:cubicBezTo>
                    <a:pt x="934" y="813"/>
                    <a:pt x="47" y="1401"/>
                    <a:pt x="47" y="1401"/>
                  </a:cubicBezTo>
                  <a:cubicBezTo>
                    <a:pt x="0" y="1438"/>
                    <a:pt x="0" y="1475"/>
                    <a:pt x="0" y="1513"/>
                  </a:cubicBezTo>
                  <a:cubicBezTo>
                    <a:pt x="47" y="1550"/>
                    <a:pt x="84" y="1550"/>
                    <a:pt x="84" y="1550"/>
                  </a:cubicBezTo>
                  <a:lnTo>
                    <a:pt x="159" y="1550"/>
                  </a:lnTo>
                  <a:cubicBezTo>
                    <a:pt x="159" y="1550"/>
                    <a:pt x="1092" y="934"/>
                    <a:pt x="2026" y="75"/>
                  </a:cubicBezTo>
                  <a:cubicBezTo>
                    <a:pt x="1988" y="38"/>
                    <a:pt x="1914" y="38"/>
                    <a:pt x="1867" y="0"/>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3" name="Google Shape;1703;p45"/>
            <p:cNvSpPr/>
            <p:nvPr/>
          </p:nvSpPr>
          <p:spPr>
            <a:xfrm>
              <a:off x="8694259" y="4656252"/>
              <a:ext cx="190230" cy="214796"/>
            </a:xfrm>
            <a:custGeom>
              <a:avLst/>
              <a:gdLst/>
              <a:ahLst/>
              <a:cxnLst/>
              <a:rect l="l" t="t" r="r" b="b"/>
              <a:pathLst>
                <a:path w="2447" h="2763" extrusionOk="0">
                  <a:moveTo>
                    <a:pt x="1438" y="0"/>
                  </a:moveTo>
                  <a:cubicBezTo>
                    <a:pt x="1280" y="149"/>
                    <a:pt x="1046" y="467"/>
                    <a:pt x="1168" y="971"/>
                  </a:cubicBezTo>
                  <a:cubicBezTo>
                    <a:pt x="934" y="850"/>
                    <a:pt x="738" y="812"/>
                    <a:pt x="579" y="812"/>
                  </a:cubicBezTo>
                  <a:cubicBezTo>
                    <a:pt x="309" y="812"/>
                    <a:pt x="75" y="896"/>
                    <a:pt x="1" y="971"/>
                  </a:cubicBezTo>
                  <a:cubicBezTo>
                    <a:pt x="187" y="1363"/>
                    <a:pt x="542" y="1596"/>
                    <a:pt x="934" y="1634"/>
                  </a:cubicBezTo>
                  <a:cubicBezTo>
                    <a:pt x="579" y="2016"/>
                    <a:pt x="579" y="2408"/>
                    <a:pt x="617" y="2567"/>
                  </a:cubicBezTo>
                  <a:cubicBezTo>
                    <a:pt x="934" y="2530"/>
                    <a:pt x="1168" y="2371"/>
                    <a:pt x="1317" y="2175"/>
                  </a:cubicBezTo>
                  <a:cubicBezTo>
                    <a:pt x="1354" y="2483"/>
                    <a:pt x="1513" y="2679"/>
                    <a:pt x="1634" y="2763"/>
                  </a:cubicBezTo>
                  <a:cubicBezTo>
                    <a:pt x="1942" y="2446"/>
                    <a:pt x="2017" y="2063"/>
                    <a:pt x="1942" y="1708"/>
                  </a:cubicBezTo>
                  <a:cubicBezTo>
                    <a:pt x="1009" y="1438"/>
                    <a:pt x="271" y="1083"/>
                    <a:pt x="271" y="1083"/>
                  </a:cubicBezTo>
                  <a:cubicBezTo>
                    <a:pt x="234" y="1046"/>
                    <a:pt x="234" y="1008"/>
                    <a:pt x="234" y="971"/>
                  </a:cubicBezTo>
                  <a:cubicBezTo>
                    <a:pt x="234" y="971"/>
                    <a:pt x="271" y="934"/>
                    <a:pt x="309" y="934"/>
                  </a:cubicBezTo>
                  <a:lnTo>
                    <a:pt x="309" y="971"/>
                  </a:lnTo>
                  <a:cubicBezTo>
                    <a:pt x="346" y="971"/>
                    <a:pt x="1046" y="1279"/>
                    <a:pt x="1905" y="1550"/>
                  </a:cubicBezTo>
                  <a:cubicBezTo>
                    <a:pt x="2250" y="1279"/>
                    <a:pt x="2446" y="896"/>
                    <a:pt x="2372" y="430"/>
                  </a:cubicBezTo>
                  <a:lnTo>
                    <a:pt x="2372" y="430"/>
                  </a:lnTo>
                  <a:cubicBezTo>
                    <a:pt x="2213" y="467"/>
                    <a:pt x="1980" y="504"/>
                    <a:pt x="1746" y="738"/>
                  </a:cubicBezTo>
                  <a:cubicBezTo>
                    <a:pt x="1746" y="467"/>
                    <a:pt x="1634" y="234"/>
                    <a:pt x="143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4" name="Google Shape;1704;p45"/>
            <p:cNvSpPr/>
            <p:nvPr/>
          </p:nvSpPr>
          <p:spPr>
            <a:xfrm>
              <a:off x="8842275" y="4776669"/>
              <a:ext cx="42213" cy="21845"/>
            </a:xfrm>
            <a:custGeom>
              <a:avLst/>
              <a:gdLst/>
              <a:ahLst/>
              <a:cxnLst/>
              <a:rect l="l" t="t" r="r" b="b"/>
              <a:pathLst>
                <a:path w="543" h="281" extrusionOk="0">
                  <a:moveTo>
                    <a:pt x="1" y="1"/>
                  </a:moveTo>
                  <a:cubicBezTo>
                    <a:pt x="1" y="47"/>
                    <a:pt x="1" y="122"/>
                    <a:pt x="38" y="159"/>
                  </a:cubicBezTo>
                  <a:cubicBezTo>
                    <a:pt x="150" y="197"/>
                    <a:pt x="309" y="234"/>
                    <a:pt x="430" y="281"/>
                  </a:cubicBezTo>
                  <a:lnTo>
                    <a:pt x="468" y="281"/>
                  </a:lnTo>
                  <a:cubicBezTo>
                    <a:pt x="505" y="281"/>
                    <a:pt x="505" y="234"/>
                    <a:pt x="505" y="197"/>
                  </a:cubicBezTo>
                  <a:cubicBezTo>
                    <a:pt x="542" y="159"/>
                    <a:pt x="505" y="122"/>
                    <a:pt x="468" y="122"/>
                  </a:cubicBezTo>
                  <a:cubicBezTo>
                    <a:pt x="309" y="85"/>
                    <a:pt x="150" y="47"/>
                    <a:pt x="1"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5" name="Google Shape;1705;p45"/>
            <p:cNvSpPr/>
            <p:nvPr/>
          </p:nvSpPr>
          <p:spPr>
            <a:xfrm>
              <a:off x="8712450" y="4728782"/>
              <a:ext cx="132858" cy="60326"/>
            </a:xfrm>
            <a:custGeom>
              <a:avLst/>
              <a:gdLst/>
              <a:ahLst/>
              <a:cxnLst/>
              <a:rect l="l" t="t" r="r" b="b"/>
              <a:pathLst>
                <a:path w="1709" h="776" extrusionOk="0">
                  <a:moveTo>
                    <a:pt x="75" y="1"/>
                  </a:moveTo>
                  <a:cubicBezTo>
                    <a:pt x="37" y="1"/>
                    <a:pt x="0" y="38"/>
                    <a:pt x="0" y="38"/>
                  </a:cubicBezTo>
                  <a:cubicBezTo>
                    <a:pt x="0" y="75"/>
                    <a:pt x="0" y="113"/>
                    <a:pt x="37" y="150"/>
                  </a:cubicBezTo>
                  <a:cubicBezTo>
                    <a:pt x="37" y="150"/>
                    <a:pt x="775" y="505"/>
                    <a:pt x="1708" y="775"/>
                  </a:cubicBezTo>
                  <a:cubicBezTo>
                    <a:pt x="1671" y="738"/>
                    <a:pt x="1671" y="663"/>
                    <a:pt x="1671" y="617"/>
                  </a:cubicBezTo>
                  <a:cubicBezTo>
                    <a:pt x="812" y="346"/>
                    <a:pt x="112" y="38"/>
                    <a:pt x="75" y="38"/>
                  </a:cubicBezTo>
                  <a:lnTo>
                    <a:pt x="75"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6" name="Google Shape;1706;p45"/>
            <p:cNvSpPr/>
            <p:nvPr/>
          </p:nvSpPr>
          <p:spPr>
            <a:xfrm>
              <a:off x="8757384" y="5266425"/>
              <a:ext cx="21145" cy="54573"/>
            </a:xfrm>
            <a:custGeom>
              <a:avLst/>
              <a:gdLst/>
              <a:ahLst/>
              <a:cxnLst/>
              <a:rect l="l" t="t" r="r" b="b"/>
              <a:pathLst>
                <a:path w="272" h="702" extrusionOk="0">
                  <a:moveTo>
                    <a:pt x="159" y="1"/>
                  </a:moveTo>
                  <a:cubicBezTo>
                    <a:pt x="38" y="1"/>
                    <a:pt x="1" y="234"/>
                    <a:pt x="1" y="281"/>
                  </a:cubicBezTo>
                  <a:cubicBezTo>
                    <a:pt x="1" y="393"/>
                    <a:pt x="1" y="514"/>
                    <a:pt x="75" y="626"/>
                  </a:cubicBezTo>
                  <a:cubicBezTo>
                    <a:pt x="75" y="664"/>
                    <a:pt x="122" y="701"/>
                    <a:pt x="159" y="701"/>
                  </a:cubicBezTo>
                  <a:cubicBezTo>
                    <a:pt x="234" y="701"/>
                    <a:pt x="272" y="281"/>
                    <a:pt x="234" y="197"/>
                  </a:cubicBezTo>
                  <a:cubicBezTo>
                    <a:pt x="234" y="122"/>
                    <a:pt x="234" y="85"/>
                    <a:pt x="197" y="85"/>
                  </a:cubicBezTo>
                  <a:cubicBezTo>
                    <a:pt x="197" y="48"/>
                    <a:pt x="159" y="1"/>
                    <a:pt x="159" y="1"/>
                  </a:cubicBezTo>
                  <a:close/>
                </a:path>
              </a:pathLst>
            </a:custGeom>
            <a:solidFill>
              <a:srgbClr val="EB51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7" name="Google Shape;1707;p45"/>
            <p:cNvSpPr/>
            <p:nvPr/>
          </p:nvSpPr>
          <p:spPr>
            <a:xfrm>
              <a:off x="8394575" y="5502285"/>
              <a:ext cx="57450" cy="27675"/>
            </a:xfrm>
            <a:custGeom>
              <a:avLst/>
              <a:gdLst/>
              <a:ahLst/>
              <a:cxnLst/>
              <a:rect l="l" t="t" r="r" b="b"/>
              <a:pathLst>
                <a:path w="739" h="356" extrusionOk="0">
                  <a:moveTo>
                    <a:pt x="505" y="0"/>
                  </a:moveTo>
                  <a:cubicBezTo>
                    <a:pt x="468" y="0"/>
                    <a:pt x="393" y="47"/>
                    <a:pt x="393" y="47"/>
                  </a:cubicBezTo>
                  <a:cubicBezTo>
                    <a:pt x="272" y="85"/>
                    <a:pt x="160" y="122"/>
                    <a:pt x="76" y="197"/>
                  </a:cubicBezTo>
                  <a:cubicBezTo>
                    <a:pt x="1" y="318"/>
                    <a:pt x="38" y="355"/>
                    <a:pt x="122" y="355"/>
                  </a:cubicBezTo>
                  <a:cubicBezTo>
                    <a:pt x="272" y="355"/>
                    <a:pt x="505" y="281"/>
                    <a:pt x="542" y="234"/>
                  </a:cubicBezTo>
                  <a:cubicBezTo>
                    <a:pt x="589" y="234"/>
                    <a:pt x="626" y="197"/>
                    <a:pt x="664" y="159"/>
                  </a:cubicBezTo>
                  <a:cubicBezTo>
                    <a:pt x="738" y="47"/>
                    <a:pt x="626" y="0"/>
                    <a:pt x="505" y="0"/>
                  </a:cubicBezTo>
                  <a:close/>
                </a:path>
              </a:pathLst>
            </a:custGeom>
            <a:solidFill>
              <a:srgbClr val="EB51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8" name="Google Shape;1708;p45"/>
            <p:cNvSpPr/>
            <p:nvPr/>
          </p:nvSpPr>
          <p:spPr>
            <a:xfrm>
              <a:off x="7148727" y="5941276"/>
              <a:ext cx="61026" cy="26898"/>
            </a:xfrm>
            <a:custGeom>
              <a:avLst/>
              <a:gdLst/>
              <a:ahLst/>
              <a:cxnLst/>
              <a:rect l="l" t="t" r="r" b="b"/>
              <a:pathLst>
                <a:path w="785" h="346" extrusionOk="0">
                  <a:moveTo>
                    <a:pt x="551" y="1"/>
                  </a:moveTo>
                  <a:cubicBezTo>
                    <a:pt x="467" y="1"/>
                    <a:pt x="430" y="38"/>
                    <a:pt x="392" y="38"/>
                  </a:cubicBezTo>
                  <a:cubicBezTo>
                    <a:pt x="318" y="75"/>
                    <a:pt x="196" y="113"/>
                    <a:pt x="122" y="187"/>
                  </a:cubicBezTo>
                  <a:cubicBezTo>
                    <a:pt x="0" y="309"/>
                    <a:pt x="84" y="346"/>
                    <a:pt x="159" y="346"/>
                  </a:cubicBezTo>
                  <a:cubicBezTo>
                    <a:pt x="318" y="346"/>
                    <a:pt x="551" y="271"/>
                    <a:pt x="588" y="234"/>
                  </a:cubicBezTo>
                  <a:cubicBezTo>
                    <a:pt x="626" y="234"/>
                    <a:pt x="663" y="187"/>
                    <a:pt x="700" y="150"/>
                  </a:cubicBezTo>
                  <a:cubicBezTo>
                    <a:pt x="784" y="38"/>
                    <a:pt x="663" y="1"/>
                    <a:pt x="551" y="1"/>
                  </a:cubicBezTo>
                  <a:close/>
                </a:path>
              </a:pathLst>
            </a:custGeom>
            <a:solidFill>
              <a:srgbClr val="EB51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09" name="Google Shape;1709;p45"/>
            <p:cNvSpPr/>
            <p:nvPr/>
          </p:nvSpPr>
          <p:spPr>
            <a:xfrm>
              <a:off x="7738611" y="5892689"/>
              <a:ext cx="21145" cy="51542"/>
            </a:xfrm>
            <a:custGeom>
              <a:avLst/>
              <a:gdLst/>
              <a:ahLst/>
              <a:cxnLst/>
              <a:rect l="l" t="t" r="r" b="b"/>
              <a:pathLst>
                <a:path w="272" h="663" extrusionOk="0">
                  <a:moveTo>
                    <a:pt x="160" y="0"/>
                  </a:moveTo>
                  <a:cubicBezTo>
                    <a:pt x="76" y="0"/>
                    <a:pt x="1" y="196"/>
                    <a:pt x="1" y="271"/>
                  </a:cubicBezTo>
                  <a:cubicBezTo>
                    <a:pt x="1" y="345"/>
                    <a:pt x="38" y="504"/>
                    <a:pt x="76" y="579"/>
                  </a:cubicBezTo>
                  <a:cubicBezTo>
                    <a:pt x="113" y="663"/>
                    <a:pt x="113" y="663"/>
                    <a:pt x="160" y="663"/>
                  </a:cubicBezTo>
                  <a:cubicBezTo>
                    <a:pt x="234" y="663"/>
                    <a:pt x="272" y="233"/>
                    <a:pt x="272" y="159"/>
                  </a:cubicBezTo>
                  <a:cubicBezTo>
                    <a:pt x="272" y="112"/>
                    <a:pt x="234" y="75"/>
                    <a:pt x="234" y="37"/>
                  </a:cubicBezTo>
                  <a:cubicBezTo>
                    <a:pt x="197" y="0"/>
                    <a:pt x="160" y="0"/>
                    <a:pt x="160" y="0"/>
                  </a:cubicBezTo>
                  <a:close/>
                </a:path>
              </a:pathLst>
            </a:custGeom>
            <a:solidFill>
              <a:srgbClr val="EB51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0" name="Google Shape;1710;p45"/>
            <p:cNvSpPr/>
            <p:nvPr/>
          </p:nvSpPr>
          <p:spPr>
            <a:xfrm>
              <a:off x="7414983" y="5191018"/>
              <a:ext cx="21145" cy="51542"/>
            </a:xfrm>
            <a:custGeom>
              <a:avLst/>
              <a:gdLst/>
              <a:ahLst/>
              <a:cxnLst/>
              <a:rect l="l" t="t" r="r" b="b"/>
              <a:pathLst>
                <a:path w="272" h="663" extrusionOk="0">
                  <a:moveTo>
                    <a:pt x="160" y="0"/>
                  </a:moveTo>
                  <a:cubicBezTo>
                    <a:pt x="38" y="0"/>
                    <a:pt x="1" y="196"/>
                    <a:pt x="1" y="271"/>
                  </a:cubicBezTo>
                  <a:cubicBezTo>
                    <a:pt x="1" y="392"/>
                    <a:pt x="1" y="504"/>
                    <a:pt x="76" y="588"/>
                  </a:cubicBezTo>
                  <a:cubicBezTo>
                    <a:pt x="76" y="663"/>
                    <a:pt x="122" y="663"/>
                    <a:pt x="160" y="663"/>
                  </a:cubicBezTo>
                  <a:cubicBezTo>
                    <a:pt x="234" y="663"/>
                    <a:pt x="272" y="234"/>
                    <a:pt x="234" y="159"/>
                  </a:cubicBezTo>
                  <a:cubicBezTo>
                    <a:pt x="234" y="122"/>
                    <a:pt x="234" y="84"/>
                    <a:pt x="197" y="38"/>
                  </a:cubicBezTo>
                  <a:cubicBezTo>
                    <a:pt x="197" y="0"/>
                    <a:pt x="160" y="0"/>
                    <a:pt x="160" y="0"/>
                  </a:cubicBezTo>
                  <a:close/>
                </a:path>
              </a:pathLst>
            </a:custGeom>
            <a:solidFill>
              <a:srgbClr val="EB51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1" name="Google Shape;1711;p45"/>
            <p:cNvSpPr/>
            <p:nvPr/>
          </p:nvSpPr>
          <p:spPr>
            <a:xfrm>
              <a:off x="8451946" y="4740365"/>
              <a:ext cx="136434" cy="69733"/>
            </a:xfrm>
            <a:custGeom>
              <a:avLst/>
              <a:gdLst/>
              <a:ahLst/>
              <a:cxnLst/>
              <a:rect l="l" t="t" r="r" b="b"/>
              <a:pathLst>
                <a:path w="1755" h="897" extrusionOk="0">
                  <a:moveTo>
                    <a:pt x="430" y="1"/>
                  </a:moveTo>
                  <a:cubicBezTo>
                    <a:pt x="0" y="48"/>
                    <a:pt x="430" y="514"/>
                    <a:pt x="588" y="626"/>
                  </a:cubicBezTo>
                  <a:cubicBezTo>
                    <a:pt x="738" y="748"/>
                    <a:pt x="971" y="860"/>
                    <a:pt x="1167" y="860"/>
                  </a:cubicBezTo>
                  <a:cubicBezTo>
                    <a:pt x="1204" y="897"/>
                    <a:pt x="1251" y="897"/>
                    <a:pt x="1288" y="897"/>
                  </a:cubicBezTo>
                  <a:cubicBezTo>
                    <a:pt x="1755" y="897"/>
                    <a:pt x="822" y="160"/>
                    <a:pt x="663" y="85"/>
                  </a:cubicBezTo>
                  <a:cubicBezTo>
                    <a:pt x="588" y="48"/>
                    <a:pt x="504" y="1"/>
                    <a:pt x="430" y="1"/>
                  </a:cubicBezTo>
                  <a:close/>
                </a:path>
              </a:pathLst>
            </a:custGeom>
            <a:solidFill>
              <a:srgbClr val="EB51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2" name="Google Shape;1712;p45"/>
            <p:cNvSpPr/>
            <p:nvPr/>
          </p:nvSpPr>
          <p:spPr>
            <a:xfrm>
              <a:off x="8327875" y="5814329"/>
              <a:ext cx="58072" cy="47966"/>
            </a:xfrm>
            <a:custGeom>
              <a:avLst/>
              <a:gdLst/>
              <a:ahLst/>
              <a:cxnLst/>
              <a:rect l="l" t="t" r="r" b="b"/>
              <a:pathLst>
                <a:path w="747" h="617" extrusionOk="0">
                  <a:moveTo>
                    <a:pt x="625" y="0"/>
                  </a:moveTo>
                  <a:cubicBezTo>
                    <a:pt x="513" y="0"/>
                    <a:pt x="392" y="75"/>
                    <a:pt x="317" y="112"/>
                  </a:cubicBezTo>
                  <a:cubicBezTo>
                    <a:pt x="233" y="233"/>
                    <a:pt x="121" y="345"/>
                    <a:pt x="84" y="467"/>
                  </a:cubicBezTo>
                  <a:cubicBezTo>
                    <a:pt x="0" y="579"/>
                    <a:pt x="47" y="616"/>
                    <a:pt x="84" y="616"/>
                  </a:cubicBezTo>
                  <a:cubicBezTo>
                    <a:pt x="233" y="616"/>
                    <a:pt x="588" y="345"/>
                    <a:pt x="663" y="271"/>
                  </a:cubicBezTo>
                  <a:cubicBezTo>
                    <a:pt x="700" y="233"/>
                    <a:pt x="700" y="187"/>
                    <a:pt x="747" y="149"/>
                  </a:cubicBezTo>
                  <a:cubicBezTo>
                    <a:pt x="747" y="37"/>
                    <a:pt x="700" y="0"/>
                    <a:pt x="625" y="0"/>
                  </a:cubicBezTo>
                  <a:close/>
                </a:path>
              </a:pathLst>
            </a:custGeom>
            <a:solidFill>
              <a:srgbClr val="EB51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3" name="Google Shape;1713;p45"/>
            <p:cNvSpPr/>
            <p:nvPr/>
          </p:nvSpPr>
          <p:spPr>
            <a:xfrm>
              <a:off x="8956940" y="4504583"/>
              <a:ext cx="54496" cy="48665"/>
            </a:xfrm>
            <a:custGeom>
              <a:avLst/>
              <a:gdLst/>
              <a:ahLst/>
              <a:cxnLst/>
              <a:rect l="l" t="t" r="r" b="b"/>
              <a:pathLst>
                <a:path w="701" h="626" extrusionOk="0">
                  <a:moveTo>
                    <a:pt x="589" y="0"/>
                  </a:moveTo>
                  <a:cubicBezTo>
                    <a:pt x="505" y="0"/>
                    <a:pt x="355" y="84"/>
                    <a:pt x="271" y="122"/>
                  </a:cubicBezTo>
                  <a:cubicBezTo>
                    <a:pt x="197" y="196"/>
                    <a:pt x="75" y="355"/>
                    <a:pt x="38" y="467"/>
                  </a:cubicBezTo>
                  <a:cubicBezTo>
                    <a:pt x="1" y="588"/>
                    <a:pt x="1" y="626"/>
                    <a:pt x="38" y="626"/>
                  </a:cubicBezTo>
                  <a:cubicBezTo>
                    <a:pt x="197" y="626"/>
                    <a:pt x="542" y="355"/>
                    <a:pt x="626" y="280"/>
                  </a:cubicBezTo>
                  <a:cubicBezTo>
                    <a:pt x="663" y="234"/>
                    <a:pt x="701" y="196"/>
                    <a:pt x="701" y="159"/>
                  </a:cubicBezTo>
                  <a:cubicBezTo>
                    <a:pt x="701" y="47"/>
                    <a:pt x="663" y="0"/>
                    <a:pt x="589" y="0"/>
                  </a:cubicBezTo>
                  <a:close/>
                </a:path>
              </a:pathLst>
            </a:custGeom>
            <a:solidFill>
              <a:srgbClr val="EB51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4" name="Google Shape;1714;p45"/>
            <p:cNvSpPr/>
            <p:nvPr/>
          </p:nvSpPr>
          <p:spPr>
            <a:xfrm>
              <a:off x="8104374" y="4946451"/>
              <a:ext cx="33428" cy="66157"/>
            </a:xfrm>
            <a:custGeom>
              <a:avLst/>
              <a:gdLst/>
              <a:ahLst/>
              <a:cxnLst/>
              <a:rect l="l" t="t" r="r" b="b"/>
              <a:pathLst>
                <a:path w="430" h="851" extrusionOk="0">
                  <a:moveTo>
                    <a:pt x="159" y="1"/>
                  </a:moveTo>
                  <a:cubicBezTo>
                    <a:pt x="38" y="1"/>
                    <a:pt x="0" y="309"/>
                    <a:pt x="38" y="383"/>
                  </a:cubicBezTo>
                  <a:cubicBezTo>
                    <a:pt x="38" y="542"/>
                    <a:pt x="122" y="663"/>
                    <a:pt x="196" y="775"/>
                  </a:cubicBezTo>
                  <a:cubicBezTo>
                    <a:pt x="234" y="850"/>
                    <a:pt x="271" y="850"/>
                    <a:pt x="308" y="850"/>
                  </a:cubicBezTo>
                  <a:cubicBezTo>
                    <a:pt x="430" y="850"/>
                    <a:pt x="355" y="309"/>
                    <a:pt x="308" y="197"/>
                  </a:cubicBezTo>
                  <a:cubicBezTo>
                    <a:pt x="308" y="150"/>
                    <a:pt x="271" y="75"/>
                    <a:pt x="234" y="38"/>
                  </a:cubicBezTo>
                  <a:cubicBezTo>
                    <a:pt x="196" y="38"/>
                    <a:pt x="159" y="1"/>
                    <a:pt x="159" y="1"/>
                  </a:cubicBezTo>
                  <a:close/>
                </a:path>
              </a:pathLst>
            </a:custGeom>
            <a:solidFill>
              <a:srgbClr val="EB51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5" name="Google Shape;1715;p45"/>
            <p:cNvSpPr/>
            <p:nvPr/>
          </p:nvSpPr>
          <p:spPr>
            <a:xfrm>
              <a:off x="8923590" y="4985632"/>
              <a:ext cx="63902" cy="54496"/>
            </a:xfrm>
            <a:custGeom>
              <a:avLst/>
              <a:gdLst/>
              <a:ahLst/>
              <a:cxnLst/>
              <a:rect l="l" t="t" r="r" b="b"/>
              <a:pathLst>
                <a:path w="822" h="701" extrusionOk="0">
                  <a:moveTo>
                    <a:pt x="196" y="1"/>
                  </a:moveTo>
                  <a:cubicBezTo>
                    <a:pt x="0" y="1"/>
                    <a:pt x="122" y="309"/>
                    <a:pt x="196" y="393"/>
                  </a:cubicBezTo>
                  <a:cubicBezTo>
                    <a:pt x="271" y="505"/>
                    <a:pt x="392" y="626"/>
                    <a:pt x="504" y="663"/>
                  </a:cubicBezTo>
                  <a:cubicBezTo>
                    <a:pt x="588" y="663"/>
                    <a:pt x="588" y="701"/>
                    <a:pt x="626" y="701"/>
                  </a:cubicBezTo>
                  <a:cubicBezTo>
                    <a:pt x="822" y="701"/>
                    <a:pt x="430" y="159"/>
                    <a:pt x="355" y="75"/>
                  </a:cubicBezTo>
                  <a:cubicBezTo>
                    <a:pt x="318" y="38"/>
                    <a:pt x="271" y="1"/>
                    <a:pt x="234" y="1"/>
                  </a:cubicBezTo>
                  <a:close/>
                </a:path>
              </a:pathLst>
            </a:custGeom>
            <a:solidFill>
              <a:srgbClr val="EB51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6" name="Google Shape;1716;p45"/>
            <p:cNvSpPr/>
            <p:nvPr/>
          </p:nvSpPr>
          <p:spPr>
            <a:xfrm>
              <a:off x="7064535" y="5556702"/>
              <a:ext cx="60326" cy="58150"/>
            </a:xfrm>
            <a:custGeom>
              <a:avLst/>
              <a:gdLst/>
              <a:ahLst/>
              <a:cxnLst/>
              <a:rect l="l" t="t" r="r" b="b"/>
              <a:pathLst>
                <a:path w="776" h="748" extrusionOk="0">
                  <a:moveTo>
                    <a:pt x="150" y="1"/>
                  </a:moveTo>
                  <a:cubicBezTo>
                    <a:pt x="1" y="1"/>
                    <a:pt x="113" y="355"/>
                    <a:pt x="197" y="430"/>
                  </a:cubicBezTo>
                  <a:cubicBezTo>
                    <a:pt x="234" y="551"/>
                    <a:pt x="383" y="626"/>
                    <a:pt x="505" y="701"/>
                  </a:cubicBezTo>
                  <a:cubicBezTo>
                    <a:pt x="542" y="747"/>
                    <a:pt x="579" y="747"/>
                    <a:pt x="579" y="747"/>
                  </a:cubicBezTo>
                  <a:cubicBezTo>
                    <a:pt x="775" y="747"/>
                    <a:pt x="430" y="197"/>
                    <a:pt x="346" y="122"/>
                  </a:cubicBezTo>
                  <a:cubicBezTo>
                    <a:pt x="309" y="85"/>
                    <a:pt x="271" y="47"/>
                    <a:pt x="234" y="47"/>
                  </a:cubicBezTo>
                  <a:cubicBezTo>
                    <a:pt x="197" y="1"/>
                    <a:pt x="197" y="1"/>
                    <a:pt x="150" y="1"/>
                  </a:cubicBezTo>
                  <a:close/>
                </a:path>
              </a:pathLst>
            </a:custGeom>
            <a:solidFill>
              <a:srgbClr val="EB51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7" name="Google Shape;1717;p45"/>
            <p:cNvSpPr/>
            <p:nvPr/>
          </p:nvSpPr>
          <p:spPr>
            <a:xfrm>
              <a:off x="7817050" y="5423924"/>
              <a:ext cx="45789" cy="33428"/>
            </a:xfrm>
            <a:custGeom>
              <a:avLst/>
              <a:gdLst/>
              <a:ahLst/>
              <a:cxnLst/>
              <a:rect l="l" t="t" r="r" b="b"/>
              <a:pathLst>
                <a:path w="589" h="430" extrusionOk="0">
                  <a:moveTo>
                    <a:pt x="504" y="0"/>
                  </a:moveTo>
                  <a:cubicBezTo>
                    <a:pt x="429" y="0"/>
                    <a:pt x="317" y="38"/>
                    <a:pt x="271" y="75"/>
                  </a:cubicBezTo>
                  <a:cubicBezTo>
                    <a:pt x="196" y="122"/>
                    <a:pt x="84" y="234"/>
                    <a:pt x="37" y="308"/>
                  </a:cubicBezTo>
                  <a:cubicBezTo>
                    <a:pt x="0" y="430"/>
                    <a:pt x="0" y="430"/>
                    <a:pt x="84" y="430"/>
                  </a:cubicBezTo>
                  <a:cubicBezTo>
                    <a:pt x="196" y="430"/>
                    <a:pt x="467" y="271"/>
                    <a:pt x="504" y="196"/>
                  </a:cubicBezTo>
                  <a:cubicBezTo>
                    <a:pt x="551" y="196"/>
                    <a:pt x="588" y="159"/>
                    <a:pt x="588" y="122"/>
                  </a:cubicBezTo>
                  <a:cubicBezTo>
                    <a:pt x="588" y="38"/>
                    <a:pt x="551" y="0"/>
                    <a:pt x="504" y="0"/>
                  </a:cubicBezTo>
                  <a:close/>
                </a:path>
              </a:pathLst>
            </a:custGeom>
            <a:solidFill>
              <a:srgbClr val="EB51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18" name="Google Shape;1718;p45"/>
            <p:cNvSpPr/>
            <p:nvPr/>
          </p:nvSpPr>
          <p:spPr>
            <a:xfrm>
              <a:off x="8956940" y="5919509"/>
              <a:ext cx="57450" cy="39958"/>
            </a:xfrm>
            <a:custGeom>
              <a:avLst/>
              <a:gdLst/>
              <a:ahLst/>
              <a:cxnLst/>
              <a:rect l="l" t="t" r="r" b="b"/>
              <a:pathLst>
                <a:path w="739" h="514" extrusionOk="0">
                  <a:moveTo>
                    <a:pt x="197" y="0"/>
                  </a:moveTo>
                  <a:cubicBezTo>
                    <a:pt x="1" y="0"/>
                    <a:pt x="159" y="234"/>
                    <a:pt x="234" y="318"/>
                  </a:cubicBezTo>
                  <a:cubicBezTo>
                    <a:pt x="271" y="393"/>
                    <a:pt x="393" y="467"/>
                    <a:pt x="505" y="514"/>
                  </a:cubicBezTo>
                  <a:lnTo>
                    <a:pt x="589" y="514"/>
                  </a:lnTo>
                  <a:cubicBezTo>
                    <a:pt x="738" y="514"/>
                    <a:pt x="393" y="122"/>
                    <a:pt x="309" y="47"/>
                  </a:cubicBezTo>
                  <a:cubicBezTo>
                    <a:pt x="271" y="47"/>
                    <a:pt x="234" y="0"/>
                    <a:pt x="197" y="0"/>
                  </a:cubicBezTo>
                  <a:close/>
                </a:path>
              </a:pathLst>
            </a:custGeom>
            <a:solidFill>
              <a:srgbClr val="EB512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20" name="Google Shape;1720;p45"/>
          <p:cNvSpPr txBox="1">
            <a:spLocks noGrp="1"/>
          </p:cNvSpPr>
          <p:nvPr>
            <p:ph type="title"/>
          </p:nvPr>
        </p:nvSpPr>
        <p:spPr>
          <a:xfrm>
            <a:off x="353963" y="422693"/>
            <a:ext cx="3034500" cy="2947257"/>
          </a:xfrm>
          <a:prstGeom prst="rect">
            <a:avLst/>
          </a:prstGeom>
        </p:spPr>
        <p:txBody>
          <a:bodyPr spcFirstLastPara="1" wrap="square" lIns="14400" tIns="14400" rIns="14400" bIns="14400" anchor="t" anchorCtr="0">
            <a:noAutofit/>
          </a:bodyPr>
          <a:lstStyle/>
          <a:p>
            <a:pPr marL="0" lvl="0" indent="0" algn="l" rtl="0">
              <a:spcBef>
                <a:spcPts val="0"/>
              </a:spcBef>
              <a:spcAft>
                <a:spcPts val="0"/>
              </a:spcAft>
              <a:buNone/>
            </a:pPr>
            <a:r>
              <a:rPr lang="en" sz="4800" dirty="0"/>
              <a:t>Um exemplo de uma tabela:</a:t>
            </a:r>
            <a:endParaRPr sz="4800" dirty="0"/>
          </a:p>
        </p:txBody>
      </p:sp>
      <p:sp>
        <p:nvSpPr>
          <p:cNvPr id="1721" name="Google Shape;1721;p45"/>
          <p:cNvSpPr/>
          <p:nvPr/>
        </p:nvSpPr>
        <p:spPr>
          <a:xfrm>
            <a:off x="2181225" y="3400425"/>
            <a:ext cx="4886325" cy="809625"/>
          </a:xfrm>
          <a:custGeom>
            <a:avLst/>
            <a:gdLst/>
            <a:ahLst/>
            <a:cxnLst/>
            <a:rect l="l" t="t" r="r" b="b"/>
            <a:pathLst>
              <a:path w="195453" h="32385" extrusionOk="0">
                <a:moveTo>
                  <a:pt x="0" y="0"/>
                </a:moveTo>
                <a:cubicBezTo>
                  <a:pt x="6477" y="762"/>
                  <a:pt x="24765" y="-444"/>
                  <a:pt x="38862" y="4572"/>
                </a:cubicBezTo>
                <a:cubicBezTo>
                  <a:pt x="52959" y="9589"/>
                  <a:pt x="67374" y="27813"/>
                  <a:pt x="84582" y="30099"/>
                </a:cubicBezTo>
                <a:cubicBezTo>
                  <a:pt x="101791" y="32385"/>
                  <a:pt x="123635" y="17907"/>
                  <a:pt x="142113" y="18288"/>
                </a:cubicBezTo>
                <a:cubicBezTo>
                  <a:pt x="160592" y="18669"/>
                  <a:pt x="186563" y="30036"/>
                  <a:pt x="195453" y="32385"/>
                </a:cubicBezTo>
              </a:path>
            </a:pathLst>
          </a:custGeom>
          <a:noFill/>
          <a:ln w="19050" cap="flat" cmpd="sng">
            <a:solidFill>
              <a:schemeClr val="dk2"/>
            </a:solidFill>
            <a:prstDash val="dash"/>
            <a:round/>
            <a:headEnd type="none" w="med" len="med"/>
            <a:tailEnd type="none" w="med" len="med"/>
          </a:ln>
        </p:spPr>
        <p:txBody>
          <a:bodyPr/>
          <a:lstStyle/>
          <a:p>
            <a:endParaRPr lang="pt-BR"/>
          </a:p>
        </p:txBody>
      </p:sp>
      <p:sp>
        <p:nvSpPr>
          <p:cNvPr id="1722" name="Google Shape;1722;p45"/>
          <p:cNvSpPr/>
          <p:nvPr/>
        </p:nvSpPr>
        <p:spPr>
          <a:xfrm rot="-393093">
            <a:off x="7223697" y="913399"/>
            <a:ext cx="1180985" cy="527198"/>
          </a:xfrm>
          <a:prstGeom prst="rect">
            <a:avLst/>
          </a:prstGeom>
        </p:spPr>
        <p:txBody>
          <a:bodyPr>
            <a:prstTxWarp prst="textPlain">
              <a:avLst/>
            </a:prstTxWarp>
          </a:bodyPr>
          <a:lstStyle/>
          <a:p>
            <a:pPr lvl="0" algn="ctr"/>
            <a:r>
              <a:rPr b="0" i="0">
                <a:ln>
                  <a:noFill/>
                </a:ln>
                <a:solidFill>
                  <a:schemeClr val="lt2"/>
                </a:solidFill>
                <a:latin typeface="Nanum Pen Script"/>
              </a:rPr>
              <a:t>Cool!</a:t>
            </a:r>
          </a:p>
        </p:txBody>
      </p:sp>
      <p:grpSp>
        <p:nvGrpSpPr>
          <p:cNvPr id="1723" name="Google Shape;1723;p45"/>
          <p:cNvGrpSpPr/>
          <p:nvPr/>
        </p:nvGrpSpPr>
        <p:grpSpPr>
          <a:xfrm>
            <a:off x="7197464" y="1798221"/>
            <a:ext cx="965680" cy="2534751"/>
            <a:chOff x="7197464" y="1798221"/>
            <a:chExt cx="965680" cy="2534751"/>
          </a:xfrm>
        </p:grpSpPr>
        <p:sp>
          <p:nvSpPr>
            <p:cNvPr id="1724" name="Google Shape;1724;p45"/>
            <p:cNvSpPr/>
            <p:nvPr/>
          </p:nvSpPr>
          <p:spPr>
            <a:xfrm>
              <a:off x="7383086" y="4002376"/>
              <a:ext cx="167247" cy="276283"/>
            </a:xfrm>
            <a:custGeom>
              <a:avLst/>
              <a:gdLst/>
              <a:ahLst/>
              <a:cxnLst/>
              <a:rect l="l" t="t" r="r" b="b"/>
              <a:pathLst>
                <a:path w="2876" h="4751" extrusionOk="0">
                  <a:moveTo>
                    <a:pt x="2876" y="0"/>
                  </a:moveTo>
                  <a:lnTo>
                    <a:pt x="346" y="233"/>
                  </a:lnTo>
                  <a:lnTo>
                    <a:pt x="1" y="3780"/>
                  </a:lnTo>
                  <a:lnTo>
                    <a:pt x="468" y="4667"/>
                  </a:lnTo>
                  <a:lnTo>
                    <a:pt x="2288" y="4751"/>
                  </a:lnTo>
                  <a:lnTo>
                    <a:pt x="2642" y="3892"/>
                  </a:lnTo>
                  <a:cubicBezTo>
                    <a:pt x="2372" y="3780"/>
                    <a:pt x="2876" y="0"/>
                    <a:pt x="2876"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5" name="Google Shape;1725;p45"/>
            <p:cNvSpPr/>
            <p:nvPr/>
          </p:nvSpPr>
          <p:spPr>
            <a:xfrm>
              <a:off x="7362500" y="4215039"/>
              <a:ext cx="348508" cy="117933"/>
            </a:xfrm>
            <a:custGeom>
              <a:avLst/>
              <a:gdLst/>
              <a:ahLst/>
              <a:cxnLst/>
              <a:rect l="l" t="t" r="r" b="b"/>
              <a:pathLst>
                <a:path w="5993" h="2028" extrusionOk="0">
                  <a:moveTo>
                    <a:pt x="326" y="1"/>
                  </a:moveTo>
                  <a:cubicBezTo>
                    <a:pt x="289" y="1"/>
                    <a:pt x="271" y="2"/>
                    <a:pt x="271" y="2"/>
                  </a:cubicBezTo>
                  <a:lnTo>
                    <a:pt x="0" y="1990"/>
                  </a:lnTo>
                  <a:lnTo>
                    <a:pt x="5955" y="2027"/>
                  </a:lnTo>
                  <a:cubicBezTo>
                    <a:pt x="5993" y="1794"/>
                    <a:pt x="5871" y="1327"/>
                    <a:pt x="5675" y="1206"/>
                  </a:cubicBezTo>
                  <a:lnTo>
                    <a:pt x="2959" y="161"/>
                  </a:lnTo>
                  <a:cubicBezTo>
                    <a:pt x="2959" y="161"/>
                    <a:pt x="2800" y="385"/>
                    <a:pt x="2411" y="385"/>
                  </a:cubicBezTo>
                  <a:cubicBezTo>
                    <a:pt x="2292" y="385"/>
                    <a:pt x="2152" y="364"/>
                    <a:pt x="1988" y="310"/>
                  </a:cubicBezTo>
                  <a:cubicBezTo>
                    <a:pt x="1060" y="26"/>
                    <a:pt x="497" y="1"/>
                    <a:pt x="326"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6" name="Google Shape;1726;p45"/>
            <p:cNvSpPr/>
            <p:nvPr/>
          </p:nvSpPr>
          <p:spPr>
            <a:xfrm>
              <a:off x="7581793" y="4246616"/>
              <a:ext cx="113456" cy="45650"/>
            </a:xfrm>
            <a:custGeom>
              <a:avLst/>
              <a:gdLst/>
              <a:ahLst/>
              <a:cxnLst/>
              <a:rect l="l" t="t" r="r" b="b"/>
              <a:pathLst>
                <a:path w="1951" h="785" extrusionOk="0">
                  <a:moveTo>
                    <a:pt x="159" y="0"/>
                  </a:moveTo>
                  <a:lnTo>
                    <a:pt x="0" y="784"/>
                  </a:lnTo>
                  <a:lnTo>
                    <a:pt x="1951" y="784"/>
                  </a:lnTo>
                  <a:lnTo>
                    <a:pt x="1951" y="747"/>
                  </a:lnTo>
                  <a:lnTo>
                    <a:pt x="159" y="0"/>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7" name="Google Shape;1727;p45"/>
            <p:cNvSpPr/>
            <p:nvPr/>
          </p:nvSpPr>
          <p:spPr>
            <a:xfrm>
              <a:off x="7579584" y="4244406"/>
              <a:ext cx="117875" cy="47860"/>
            </a:xfrm>
            <a:custGeom>
              <a:avLst/>
              <a:gdLst/>
              <a:ahLst/>
              <a:cxnLst/>
              <a:rect l="l" t="t" r="r" b="b"/>
              <a:pathLst>
                <a:path w="2027" h="823" extrusionOk="0">
                  <a:moveTo>
                    <a:pt x="234" y="85"/>
                  </a:moveTo>
                  <a:lnTo>
                    <a:pt x="1905" y="785"/>
                  </a:lnTo>
                  <a:lnTo>
                    <a:pt x="75" y="785"/>
                  </a:lnTo>
                  <a:lnTo>
                    <a:pt x="234" y="85"/>
                  </a:lnTo>
                  <a:close/>
                  <a:moveTo>
                    <a:pt x="159" y="1"/>
                  </a:moveTo>
                  <a:lnTo>
                    <a:pt x="1" y="822"/>
                  </a:lnTo>
                  <a:lnTo>
                    <a:pt x="1989" y="822"/>
                  </a:lnTo>
                  <a:cubicBezTo>
                    <a:pt x="1989" y="822"/>
                    <a:pt x="2026" y="822"/>
                    <a:pt x="2026" y="785"/>
                  </a:cubicBezTo>
                  <a:cubicBezTo>
                    <a:pt x="2026" y="785"/>
                    <a:pt x="2026" y="738"/>
                    <a:pt x="1989" y="738"/>
                  </a:cubicBezTo>
                  <a:lnTo>
                    <a:pt x="197"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8" name="Google Shape;1728;p45"/>
            <p:cNvSpPr/>
            <p:nvPr/>
          </p:nvSpPr>
          <p:spPr>
            <a:xfrm>
              <a:off x="7366804" y="4215097"/>
              <a:ext cx="36462" cy="74959"/>
            </a:xfrm>
            <a:custGeom>
              <a:avLst/>
              <a:gdLst/>
              <a:ahLst/>
              <a:cxnLst/>
              <a:rect l="l" t="t" r="r" b="b"/>
              <a:pathLst>
                <a:path w="627" h="1289" extrusionOk="0">
                  <a:moveTo>
                    <a:pt x="197" y="1"/>
                  </a:moveTo>
                  <a:lnTo>
                    <a:pt x="1" y="1289"/>
                  </a:lnTo>
                  <a:lnTo>
                    <a:pt x="626" y="1289"/>
                  </a:lnTo>
                  <a:lnTo>
                    <a:pt x="552"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29" name="Google Shape;1729;p45"/>
            <p:cNvSpPr/>
            <p:nvPr/>
          </p:nvSpPr>
          <p:spPr>
            <a:xfrm>
              <a:off x="7366804" y="4212946"/>
              <a:ext cx="38613" cy="79320"/>
            </a:xfrm>
            <a:custGeom>
              <a:avLst/>
              <a:gdLst/>
              <a:ahLst/>
              <a:cxnLst/>
              <a:rect l="l" t="t" r="r" b="b"/>
              <a:pathLst>
                <a:path w="664" h="1364" extrusionOk="0">
                  <a:moveTo>
                    <a:pt x="197" y="38"/>
                  </a:moveTo>
                  <a:cubicBezTo>
                    <a:pt x="281" y="38"/>
                    <a:pt x="468" y="75"/>
                    <a:pt x="552" y="75"/>
                  </a:cubicBezTo>
                  <a:lnTo>
                    <a:pt x="626" y="1279"/>
                  </a:lnTo>
                  <a:lnTo>
                    <a:pt x="47" y="1326"/>
                  </a:lnTo>
                  <a:lnTo>
                    <a:pt x="47" y="1326"/>
                  </a:lnTo>
                  <a:lnTo>
                    <a:pt x="197" y="38"/>
                  </a:lnTo>
                  <a:close/>
                  <a:moveTo>
                    <a:pt x="160" y="1"/>
                  </a:moveTo>
                  <a:lnTo>
                    <a:pt x="1" y="1363"/>
                  </a:lnTo>
                  <a:lnTo>
                    <a:pt x="664" y="1363"/>
                  </a:lnTo>
                  <a:lnTo>
                    <a:pt x="589"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0" name="Google Shape;1730;p45"/>
            <p:cNvSpPr/>
            <p:nvPr/>
          </p:nvSpPr>
          <p:spPr>
            <a:xfrm>
              <a:off x="7366804" y="4289998"/>
              <a:ext cx="330655" cy="4420"/>
            </a:xfrm>
            <a:custGeom>
              <a:avLst/>
              <a:gdLst/>
              <a:ahLst/>
              <a:cxnLst/>
              <a:rect l="l" t="t" r="r" b="b"/>
              <a:pathLst>
                <a:path w="5686" h="76" extrusionOk="0">
                  <a:moveTo>
                    <a:pt x="1" y="1"/>
                  </a:moveTo>
                  <a:lnTo>
                    <a:pt x="1" y="38"/>
                  </a:lnTo>
                  <a:lnTo>
                    <a:pt x="5685" y="76"/>
                  </a:lnTo>
                  <a:lnTo>
                    <a:pt x="5685" y="38"/>
                  </a:lnTo>
                  <a:lnTo>
                    <a:pt x="5685"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1" name="Google Shape;1731;p45"/>
            <p:cNvSpPr/>
            <p:nvPr/>
          </p:nvSpPr>
          <p:spPr>
            <a:xfrm>
              <a:off x="7344589" y="3088858"/>
              <a:ext cx="445681" cy="1079078"/>
            </a:xfrm>
            <a:custGeom>
              <a:avLst/>
              <a:gdLst/>
              <a:ahLst/>
              <a:cxnLst/>
              <a:rect l="l" t="t" r="r" b="b"/>
              <a:pathLst>
                <a:path w="7664" h="18556" extrusionOk="0">
                  <a:moveTo>
                    <a:pt x="1512" y="0"/>
                  </a:moveTo>
                  <a:cubicBezTo>
                    <a:pt x="1512" y="0"/>
                    <a:pt x="663" y="10109"/>
                    <a:pt x="0" y="18556"/>
                  </a:cubicBezTo>
                  <a:lnTo>
                    <a:pt x="4238" y="18556"/>
                  </a:lnTo>
                  <a:cubicBezTo>
                    <a:pt x="4630" y="16876"/>
                    <a:pt x="5050" y="15205"/>
                    <a:pt x="5246" y="14309"/>
                  </a:cubicBezTo>
                  <a:cubicBezTo>
                    <a:pt x="6375" y="9875"/>
                    <a:pt x="7663" y="2138"/>
                    <a:pt x="7663" y="2138"/>
                  </a:cubicBezTo>
                  <a:lnTo>
                    <a:pt x="1512" y="0"/>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2" name="Google Shape;1732;p45"/>
            <p:cNvSpPr/>
            <p:nvPr/>
          </p:nvSpPr>
          <p:spPr>
            <a:xfrm>
              <a:off x="7344589" y="3088858"/>
              <a:ext cx="445681" cy="1079078"/>
            </a:xfrm>
            <a:custGeom>
              <a:avLst/>
              <a:gdLst/>
              <a:ahLst/>
              <a:cxnLst/>
              <a:rect l="l" t="t" r="r" b="b"/>
              <a:pathLst>
                <a:path w="7664" h="18556" extrusionOk="0">
                  <a:moveTo>
                    <a:pt x="1512" y="0"/>
                  </a:moveTo>
                  <a:cubicBezTo>
                    <a:pt x="1512" y="0"/>
                    <a:pt x="663" y="10109"/>
                    <a:pt x="0" y="18556"/>
                  </a:cubicBezTo>
                  <a:lnTo>
                    <a:pt x="4238" y="18556"/>
                  </a:lnTo>
                  <a:cubicBezTo>
                    <a:pt x="4630" y="16876"/>
                    <a:pt x="5050" y="15205"/>
                    <a:pt x="5246" y="14309"/>
                  </a:cubicBezTo>
                  <a:cubicBezTo>
                    <a:pt x="6375" y="9875"/>
                    <a:pt x="7663" y="2138"/>
                    <a:pt x="7663" y="2138"/>
                  </a:cubicBezTo>
                  <a:lnTo>
                    <a:pt x="1512" y="0"/>
                  </a:ln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33" name="Google Shape;1733;p45"/>
            <p:cNvGrpSpPr/>
            <p:nvPr/>
          </p:nvGrpSpPr>
          <p:grpSpPr>
            <a:xfrm>
              <a:off x="7197464" y="2414696"/>
              <a:ext cx="337168" cy="608508"/>
              <a:chOff x="9661064" y="2414696"/>
              <a:chExt cx="337168" cy="608508"/>
            </a:xfrm>
          </p:grpSpPr>
          <p:sp>
            <p:nvSpPr>
              <p:cNvPr id="1734" name="Google Shape;1734;p45"/>
              <p:cNvSpPr/>
              <p:nvPr/>
            </p:nvSpPr>
            <p:spPr>
              <a:xfrm>
                <a:off x="9661064" y="2474942"/>
                <a:ext cx="287215" cy="509707"/>
              </a:xfrm>
              <a:custGeom>
                <a:avLst/>
                <a:gdLst/>
                <a:ahLst/>
                <a:cxnLst/>
                <a:rect l="l" t="t" r="r" b="b"/>
                <a:pathLst>
                  <a:path w="4939" h="8765" extrusionOk="0">
                    <a:moveTo>
                      <a:pt x="4447" y="1"/>
                    </a:moveTo>
                    <a:cubicBezTo>
                      <a:pt x="3420" y="1"/>
                      <a:pt x="1102" y="213"/>
                      <a:pt x="626" y="2082"/>
                    </a:cubicBezTo>
                    <a:cubicBezTo>
                      <a:pt x="393" y="3053"/>
                      <a:pt x="113" y="4219"/>
                      <a:pt x="38" y="5731"/>
                    </a:cubicBezTo>
                    <a:cubicBezTo>
                      <a:pt x="1" y="6786"/>
                      <a:pt x="505" y="8420"/>
                      <a:pt x="2138" y="8765"/>
                    </a:cubicBezTo>
                    <a:lnTo>
                      <a:pt x="3576" y="8224"/>
                    </a:lnTo>
                    <a:lnTo>
                      <a:pt x="4938" y="19"/>
                    </a:lnTo>
                    <a:cubicBezTo>
                      <a:pt x="4938" y="19"/>
                      <a:pt x="4748" y="1"/>
                      <a:pt x="4447"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5" name="Google Shape;1735;p45"/>
              <p:cNvSpPr/>
              <p:nvPr/>
            </p:nvSpPr>
            <p:spPr>
              <a:xfrm>
                <a:off x="9667577" y="2417894"/>
                <a:ext cx="262791" cy="335307"/>
              </a:xfrm>
              <a:custGeom>
                <a:avLst/>
                <a:gdLst/>
                <a:ahLst/>
                <a:cxnLst/>
                <a:rect l="l" t="t" r="r" b="b"/>
                <a:pathLst>
                  <a:path w="4519" h="5766" extrusionOk="0">
                    <a:moveTo>
                      <a:pt x="3454" y="0"/>
                    </a:moveTo>
                    <a:cubicBezTo>
                      <a:pt x="2969" y="0"/>
                      <a:pt x="2484" y="130"/>
                      <a:pt x="2063" y="375"/>
                    </a:cubicBezTo>
                    <a:cubicBezTo>
                      <a:pt x="430" y="1308"/>
                      <a:pt x="1" y="4426"/>
                      <a:pt x="122" y="4892"/>
                    </a:cubicBezTo>
                    <a:cubicBezTo>
                      <a:pt x="229" y="5316"/>
                      <a:pt x="406" y="5765"/>
                      <a:pt x="684" y="5765"/>
                    </a:cubicBezTo>
                    <a:cubicBezTo>
                      <a:pt x="914" y="5765"/>
                      <a:pt x="1212" y="5458"/>
                      <a:pt x="1597" y="4575"/>
                    </a:cubicBezTo>
                    <a:cubicBezTo>
                      <a:pt x="2026" y="3530"/>
                      <a:pt x="3501" y="925"/>
                      <a:pt x="3501" y="925"/>
                    </a:cubicBezTo>
                    <a:lnTo>
                      <a:pt x="4518" y="225"/>
                    </a:lnTo>
                    <a:cubicBezTo>
                      <a:pt x="4182" y="73"/>
                      <a:pt x="3818" y="0"/>
                      <a:pt x="3454"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6" name="Google Shape;1736;p45"/>
              <p:cNvSpPr/>
              <p:nvPr/>
            </p:nvSpPr>
            <p:spPr>
              <a:xfrm>
                <a:off x="9711017" y="2455170"/>
                <a:ext cx="287215" cy="445913"/>
              </a:xfrm>
              <a:custGeom>
                <a:avLst/>
                <a:gdLst/>
                <a:ahLst/>
                <a:cxnLst/>
                <a:rect l="l" t="t" r="r" b="b"/>
                <a:pathLst>
                  <a:path w="4939" h="7668" extrusionOk="0">
                    <a:moveTo>
                      <a:pt x="3482" y="0"/>
                    </a:moveTo>
                    <a:cubicBezTo>
                      <a:pt x="2005" y="0"/>
                      <a:pt x="1316" y="1451"/>
                      <a:pt x="1316" y="1451"/>
                    </a:cubicBezTo>
                    <a:cubicBezTo>
                      <a:pt x="346" y="3159"/>
                      <a:pt x="0" y="7285"/>
                      <a:pt x="0" y="7285"/>
                    </a:cubicBezTo>
                    <a:lnTo>
                      <a:pt x="3417" y="7668"/>
                    </a:lnTo>
                    <a:cubicBezTo>
                      <a:pt x="4201" y="6771"/>
                      <a:pt x="4938" y="6659"/>
                      <a:pt x="4938" y="6659"/>
                    </a:cubicBezTo>
                    <a:lnTo>
                      <a:pt x="4667" y="284"/>
                    </a:lnTo>
                    <a:cubicBezTo>
                      <a:pt x="4227" y="82"/>
                      <a:pt x="3832" y="0"/>
                      <a:pt x="3482" y="0"/>
                    </a:cubicBezTo>
                    <a:close/>
                  </a:path>
                </a:pathLst>
              </a:custGeom>
              <a:solidFill>
                <a:srgbClr val="FD7D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7" name="Google Shape;1737;p45"/>
              <p:cNvSpPr/>
              <p:nvPr/>
            </p:nvSpPr>
            <p:spPr>
              <a:xfrm>
                <a:off x="9674613" y="2417894"/>
                <a:ext cx="300765" cy="605309"/>
              </a:xfrm>
              <a:custGeom>
                <a:avLst/>
                <a:gdLst/>
                <a:ahLst/>
                <a:cxnLst/>
                <a:rect l="l" t="t" r="r" b="b"/>
                <a:pathLst>
                  <a:path w="5172" h="10409" extrusionOk="0">
                    <a:moveTo>
                      <a:pt x="3944" y="1"/>
                    </a:moveTo>
                    <a:cubicBezTo>
                      <a:pt x="2876" y="1"/>
                      <a:pt x="1397" y="694"/>
                      <a:pt x="738" y="4192"/>
                    </a:cubicBezTo>
                    <a:cubicBezTo>
                      <a:pt x="738" y="4192"/>
                      <a:pt x="272" y="5742"/>
                      <a:pt x="113" y="7412"/>
                    </a:cubicBezTo>
                    <a:cubicBezTo>
                      <a:pt x="1" y="8626"/>
                      <a:pt x="813" y="9709"/>
                      <a:pt x="2026" y="9942"/>
                    </a:cubicBezTo>
                    <a:lnTo>
                      <a:pt x="4593" y="10409"/>
                    </a:lnTo>
                    <a:lnTo>
                      <a:pt x="5172" y="300"/>
                    </a:lnTo>
                    <a:cubicBezTo>
                      <a:pt x="5172" y="300"/>
                      <a:pt x="4647" y="1"/>
                      <a:pt x="39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38" name="Google Shape;1738;p45"/>
              <p:cNvSpPr/>
              <p:nvPr/>
            </p:nvSpPr>
            <p:spPr>
              <a:xfrm>
                <a:off x="9711017" y="2414696"/>
                <a:ext cx="217141" cy="549890"/>
              </a:xfrm>
              <a:custGeom>
                <a:avLst/>
                <a:gdLst/>
                <a:ahLst/>
                <a:cxnLst/>
                <a:rect l="l" t="t" r="r" b="b"/>
                <a:pathLst>
                  <a:path w="3734" h="9456" extrusionOk="0">
                    <a:moveTo>
                      <a:pt x="3613" y="0"/>
                    </a:moveTo>
                    <a:cubicBezTo>
                      <a:pt x="3575" y="47"/>
                      <a:pt x="2250" y="392"/>
                      <a:pt x="1634" y="1867"/>
                    </a:cubicBezTo>
                    <a:cubicBezTo>
                      <a:pt x="1083" y="3118"/>
                      <a:pt x="0" y="6618"/>
                      <a:pt x="234" y="9381"/>
                    </a:cubicBezTo>
                    <a:cubicBezTo>
                      <a:pt x="234" y="9418"/>
                      <a:pt x="271" y="9456"/>
                      <a:pt x="308" y="9456"/>
                    </a:cubicBezTo>
                    <a:cubicBezTo>
                      <a:pt x="346" y="9456"/>
                      <a:pt x="383" y="9418"/>
                      <a:pt x="383" y="9381"/>
                    </a:cubicBezTo>
                    <a:cubicBezTo>
                      <a:pt x="187" y="6618"/>
                      <a:pt x="1242" y="3155"/>
                      <a:pt x="1783" y="1951"/>
                    </a:cubicBezTo>
                    <a:cubicBezTo>
                      <a:pt x="2409" y="551"/>
                      <a:pt x="3650" y="196"/>
                      <a:pt x="3650" y="196"/>
                    </a:cubicBezTo>
                    <a:cubicBezTo>
                      <a:pt x="3734" y="159"/>
                      <a:pt x="3734" y="122"/>
                      <a:pt x="3734" y="84"/>
                    </a:cubicBezTo>
                    <a:cubicBezTo>
                      <a:pt x="3734" y="47"/>
                      <a:pt x="3650" y="0"/>
                      <a:pt x="3613"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39" name="Google Shape;1739;p45"/>
            <p:cNvSpPr/>
            <p:nvPr/>
          </p:nvSpPr>
          <p:spPr>
            <a:xfrm>
              <a:off x="7828186" y="4002376"/>
              <a:ext cx="160734" cy="276283"/>
            </a:xfrm>
            <a:custGeom>
              <a:avLst/>
              <a:gdLst/>
              <a:ahLst/>
              <a:cxnLst/>
              <a:rect l="l" t="t" r="r" b="b"/>
              <a:pathLst>
                <a:path w="2764" h="4751" extrusionOk="0">
                  <a:moveTo>
                    <a:pt x="2568" y="0"/>
                  </a:moveTo>
                  <a:lnTo>
                    <a:pt x="1" y="233"/>
                  </a:lnTo>
                  <a:lnTo>
                    <a:pt x="122" y="3780"/>
                  </a:lnTo>
                  <a:lnTo>
                    <a:pt x="626" y="4667"/>
                  </a:lnTo>
                  <a:lnTo>
                    <a:pt x="2456" y="4751"/>
                  </a:lnTo>
                  <a:lnTo>
                    <a:pt x="2764" y="3892"/>
                  </a:lnTo>
                  <a:cubicBezTo>
                    <a:pt x="2493" y="3780"/>
                    <a:pt x="2568" y="0"/>
                    <a:pt x="2568"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0" name="Google Shape;1740;p45"/>
            <p:cNvSpPr/>
            <p:nvPr/>
          </p:nvSpPr>
          <p:spPr>
            <a:xfrm>
              <a:off x="7830919" y="4215039"/>
              <a:ext cx="332225" cy="117933"/>
            </a:xfrm>
            <a:custGeom>
              <a:avLst/>
              <a:gdLst/>
              <a:ahLst/>
              <a:cxnLst/>
              <a:rect l="l" t="t" r="r" b="b"/>
              <a:pathLst>
                <a:path w="5713" h="2028" extrusionOk="0">
                  <a:moveTo>
                    <a:pt x="55" y="1"/>
                  </a:moveTo>
                  <a:cubicBezTo>
                    <a:pt x="19" y="1"/>
                    <a:pt x="0" y="2"/>
                    <a:pt x="0" y="2"/>
                  </a:cubicBezTo>
                  <a:lnTo>
                    <a:pt x="75" y="1990"/>
                  </a:lnTo>
                  <a:lnTo>
                    <a:pt x="5675" y="2027"/>
                  </a:lnTo>
                  <a:cubicBezTo>
                    <a:pt x="5713" y="1794"/>
                    <a:pt x="5601" y="1327"/>
                    <a:pt x="5442" y="1206"/>
                  </a:cubicBezTo>
                  <a:lnTo>
                    <a:pt x="2679" y="161"/>
                  </a:lnTo>
                  <a:cubicBezTo>
                    <a:pt x="2679" y="161"/>
                    <a:pt x="2520" y="385"/>
                    <a:pt x="2131" y="385"/>
                  </a:cubicBezTo>
                  <a:cubicBezTo>
                    <a:pt x="2012" y="385"/>
                    <a:pt x="1872" y="364"/>
                    <a:pt x="1708" y="310"/>
                  </a:cubicBezTo>
                  <a:cubicBezTo>
                    <a:pt x="780" y="26"/>
                    <a:pt x="224" y="1"/>
                    <a:pt x="55"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1" name="Google Shape;1741;p45"/>
            <p:cNvSpPr/>
            <p:nvPr/>
          </p:nvSpPr>
          <p:spPr>
            <a:xfrm>
              <a:off x="8034453" y="4246616"/>
              <a:ext cx="112990" cy="45650"/>
            </a:xfrm>
            <a:custGeom>
              <a:avLst/>
              <a:gdLst/>
              <a:ahLst/>
              <a:cxnLst/>
              <a:rect l="l" t="t" r="r" b="b"/>
              <a:pathLst>
                <a:path w="1943" h="785" extrusionOk="0">
                  <a:moveTo>
                    <a:pt x="150" y="0"/>
                  </a:moveTo>
                  <a:lnTo>
                    <a:pt x="1" y="784"/>
                  </a:lnTo>
                  <a:lnTo>
                    <a:pt x="1942" y="784"/>
                  </a:lnTo>
                  <a:lnTo>
                    <a:pt x="1942" y="747"/>
                  </a:lnTo>
                  <a:lnTo>
                    <a:pt x="150" y="0"/>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2" name="Google Shape;1742;p45"/>
            <p:cNvSpPr/>
            <p:nvPr/>
          </p:nvSpPr>
          <p:spPr>
            <a:xfrm>
              <a:off x="8031719" y="4244406"/>
              <a:ext cx="117875" cy="47860"/>
            </a:xfrm>
            <a:custGeom>
              <a:avLst/>
              <a:gdLst/>
              <a:ahLst/>
              <a:cxnLst/>
              <a:rect l="l" t="t" r="r" b="b"/>
              <a:pathLst>
                <a:path w="2027" h="823" extrusionOk="0">
                  <a:moveTo>
                    <a:pt x="234" y="85"/>
                  </a:moveTo>
                  <a:lnTo>
                    <a:pt x="1914" y="785"/>
                  </a:lnTo>
                  <a:lnTo>
                    <a:pt x="85" y="785"/>
                  </a:lnTo>
                  <a:lnTo>
                    <a:pt x="234" y="85"/>
                  </a:lnTo>
                  <a:close/>
                  <a:moveTo>
                    <a:pt x="197" y="1"/>
                  </a:moveTo>
                  <a:lnTo>
                    <a:pt x="1" y="822"/>
                  </a:lnTo>
                  <a:lnTo>
                    <a:pt x="1989" y="822"/>
                  </a:lnTo>
                  <a:cubicBezTo>
                    <a:pt x="1989" y="822"/>
                    <a:pt x="2026" y="822"/>
                    <a:pt x="2026" y="785"/>
                  </a:cubicBezTo>
                  <a:cubicBezTo>
                    <a:pt x="2026" y="785"/>
                    <a:pt x="2026" y="738"/>
                    <a:pt x="1989" y="738"/>
                  </a:cubicBezTo>
                  <a:lnTo>
                    <a:pt x="197"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3" name="Google Shape;1743;p45"/>
            <p:cNvSpPr/>
            <p:nvPr/>
          </p:nvSpPr>
          <p:spPr>
            <a:xfrm>
              <a:off x="7830919" y="4215097"/>
              <a:ext cx="27215" cy="74959"/>
            </a:xfrm>
            <a:custGeom>
              <a:avLst/>
              <a:gdLst/>
              <a:ahLst/>
              <a:cxnLst/>
              <a:rect l="l" t="t" r="r" b="b"/>
              <a:pathLst>
                <a:path w="468" h="1289" extrusionOk="0">
                  <a:moveTo>
                    <a:pt x="0" y="1"/>
                  </a:moveTo>
                  <a:lnTo>
                    <a:pt x="38" y="1289"/>
                  </a:lnTo>
                  <a:lnTo>
                    <a:pt x="467" y="1289"/>
                  </a:lnTo>
                  <a:lnTo>
                    <a:pt x="383"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4" name="Google Shape;1744;p45"/>
            <p:cNvSpPr/>
            <p:nvPr/>
          </p:nvSpPr>
          <p:spPr>
            <a:xfrm>
              <a:off x="7828186" y="4212946"/>
              <a:ext cx="29949" cy="79320"/>
            </a:xfrm>
            <a:custGeom>
              <a:avLst/>
              <a:gdLst/>
              <a:ahLst/>
              <a:cxnLst/>
              <a:rect l="l" t="t" r="r" b="b"/>
              <a:pathLst>
                <a:path w="515" h="1364" extrusionOk="0">
                  <a:moveTo>
                    <a:pt x="85" y="38"/>
                  </a:moveTo>
                  <a:cubicBezTo>
                    <a:pt x="159" y="38"/>
                    <a:pt x="318" y="75"/>
                    <a:pt x="393" y="75"/>
                  </a:cubicBezTo>
                  <a:lnTo>
                    <a:pt x="467" y="1279"/>
                  </a:lnTo>
                  <a:lnTo>
                    <a:pt x="122" y="1326"/>
                  </a:lnTo>
                  <a:lnTo>
                    <a:pt x="85" y="38"/>
                  </a:lnTo>
                  <a:close/>
                  <a:moveTo>
                    <a:pt x="1" y="1"/>
                  </a:moveTo>
                  <a:lnTo>
                    <a:pt x="85" y="1363"/>
                  </a:lnTo>
                  <a:lnTo>
                    <a:pt x="514" y="1363"/>
                  </a:lnTo>
                  <a:lnTo>
                    <a:pt x="430"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5" name="Google Shape;1745;p45"/>
            <p:cNvSpPr/>
            <p:nvPr/>
          </p:nvSpPr>
          <p:spPr>
            <a:xfrm>
              <a:off x="7833070" y="4289998"/>
              <a:ext cx="318676" cy="4420"/>
            </a:xfrm>
            <a:custGeom>
              <a:avLst/>
              <a:gdLst/>
              <a:ahLst/>
              <a:cxnLst/>
              <a:rect l="l" t="t" r="r" b="b"/>
              <a:pathLst>
                <a:path w="5480" h="76" extrusionOk="0">
                  <a:moveTo>
                    <a:pt x="38" y="1"/>
                  </a:moveTo>
                  <a:cubicBezTo>
                    <a:pt x="38" y="1"/>
                    <a:pt x="1" y="1"/>
                    <a:pt x="1" y="38"/>
                  </a:cubicBezTo>
                  <a:lnTo>
                    <a:pt x="38" y="38"/>
                  </a:lnTo>
                  <a:lnTo>
                    <a:pt x="5442" y="76"/>
                  </a:lnTo>
                  <a:lnTo>
                    <a:pt x="5480" y="38"/>
                  </a:lnTo>
                  <a:lnTo>
                    <a:pt x="5442"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6" name="Google Shape;1746;p45"/>
            <p:cNvSpPr/>
            <p:nvPr/>
          </p:nvSpPr>
          <p:spPr>
            <a:xfrm>
              <a:off x="7383086" y="3138753"/>
              <a:ext cx="640026" cy="1015633"/>
            </a:xfrm>
            <a:custGeom>
              <a:avLst/>
              <a:gdLst/>
              <a:ahLst/>
              <a:cxnLst/>
              <a:rect l="l" t="t" r="r" b="b"/>
              <a:pathLst>
                <a:path w="11006" h="17465" extrusionOk="0">
                  <a:moveTo>
                    <a:pt x="8121" y="1"/>
                  </a:moveTo>
                  <a:lnTo>
                    <a:pt x="150" y="271"/>
                  </a:lnTo>
                  <a:cubicBezTo>
                    <a:pt x="150" y="271"/>
                    <a:pt x="1" y="2838"/>
                    <a:pt x="1280" y="4584"/>
                  </a:cubicBezTo>
                  <a:cubicBezTo>
                    <a:pt x="1784" y="5246"/>
                    <a:pt x="4705" y="9335"/>
                    <a:pt x="5209" y="10380"/>
                  </a:cubicBezTo>
                  <a:cubicBezTo>
                    <a:pt x="5872" y="11743"/>
                    <a:pt x="6301" y="13180"/>
                    <a:pt x="6488" y="14664"/>
                  </a:cubicBezTo>
                  <a:cubicBezTo>
                    <a:pt x="6609" y="15476"/>
                    <a:pt x="6805" y="16410"/>
                    <a:pt x="7001" y="17465"/>
                  </a:cubicBezTo>
                  <a:lnTo>
                    <a:pt x="11006" y="17465"/>
                  </a:lnTo>
                  <a:cubicBezTo>
                    <a:pt x="10968" y="14543"/>
                    <a:pt x="10922" y="11043"/>
                    <a:pt x="10810" y="10072"/>
                  </a:cubicBezTo>
                  <a:cubicBezTo>
                    <a:pt x="10306" y="5564"/>
                    <a:pt x="8121" y="1"/>
                    <a:pt x="8121"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7" name="Google Shape;1747;p45"/>
            <p:cNvSpPr/>
            <p:nvPr/>
          </p:nvSpPr>
          <p:spPr>
            <a:xfrm>
              <a:off x="7577432" y="3362931"/>
              <a:ext cx="300765" cy="712194"/>
            </a:xfrm>
            <a:custGeom>
              <a:avLst/>
              <a:gdLst/>
              <a:ahLst/>
              <a:cxnLst/>
              <a:rect l="l" t="t" r="r" b="b"/>
              <a:pathLst>
                <a:path w="5172" h="12247" extrusionOk="0">
                  <a:moveTo>
                    <a:pt x="117" y="1"/>
                  </a:moveTo>
                  <a:cubicBezTo>
                    <a:pt x="87" y="1"/>
                    <a:pt x="56" y="10"/>
                    <a:pt x="38" y="29"/>
                  </a:cubicBezTo>
                  <a:cubicBezTo>
                    <a:pt x="0" y="75"/>
                    <a:pt x="0" y="150"/>
                    <a:pt x="38" y="187"/>
                  </a:cubicBezTo>
                  <a:cubicBezTo>
                    <a:pt x="75" y="187"/>
                    <a:pt x="1559" y="1821"/>
                    <a:pt x="3109" y="4817"/>
                  </a:cubicBezTo>
                  <a:cubicBezTo>
                    <a:pt x="4863" y="8280"/>
                    <a:pt x="4938" y="12088"/>
                    <a:pt x="4938" y="12125"/>
                  </a:cubicBezTo>
                  <a:cubicBezTo>
                    <a:pt x="4938" y="12209"/>
                    <a:pt x="5013" y="12247"/>
                    <a:pt x="5059" y="12247"/>
                  </a:cubicBezTo>
                  <a:cubicBezTo>
                    <a:pt x="5134" y="12247"/>
                    <a:pt x="5171" y="12209"/>
                    <a:pt x="5171" y="12125"/>
                  </a:cubicBezTo>
                  <a:cubicBezTo>
                    <a:pt x="5171" y="12088"/>
                    <a:pt x="5097" y="8196"/>
                    <a:pt x="3305" y="4696"/>
                  </a:cubicBezTo>
                  <a:cubicBezTo>
                    <a:pt x="1746" y="1709"/>
                    <a:pt x="234" y="75"/>
                    <a:pt x="196" y="29"/>
                  </a:cubicBezTo>
                  <a:cubicBezTo>
                    <a:pt x="178" y="10"/>
                    <a:pt x="147" y="1"/>
                    <a:pt x="117"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8" name="Google Shape;1748;p45"/>
            <p:cNvSpPr/>
            <p:nvPr/>
          </p:nvSpPr>
          <p:spPr>
            <a:xfrm>
              <a:off x="7719615" y="3370200"/>
              <a:ext cx="74959" cy="211559"/>
            </a:xfrm>
            <a:custGeom>
              <a:avLst/>
              <a:gdLst/>
              <a:ahLst/>
              <a:cxnLst/>
              <a:rect l="l" t="t" r="r" b="b"/>
              <a:pathLst>
                <a:path w="1289" h="3638" extrusionOk="0">
                  <a:moveTo>
                    <a:pt x="145" y="0"/>
                  </a:moveTo>
                  <a:cubicBezTo>
                    <a:pt x="122" y="0"/>
                    <a:pt x="100" y="10"/>
                    <a:pt x="85" y="25"/>
                  </a:cubicBezTo>
                  <a:cubicBezTo>
                    <a:pt x="48" y="62"/>
                    <a:pt x="1" y="100"/>
                    <a:pt x="48" y="184"/>
                  </a:cubicBezTo>
                  <a:cubicBezTo>
                    <a:pt x="48" y="184"/>
                    <a:pt x="1018" y="1892"/>
                    <a:pt x="48" y="3451"/>
                  </a:cubicBezTo>
                  <a:cubicBezTo>
                    <a:pt x="1" y="3525"/>
                    <a:pt x="48" y="3563"/>
                    <a:pt x="85" y="3600"/>
                  </a:cubicBezTo>
                  <a:cubicBezTo>
                    <a:pt x="122" y="3600"/>
                    <a:pt x="122" y="3637"/>
                    <a:pt x="160" y="3637"/>
                  </a:cubicBezTo>
                  <a:cubicBezTo>
                    <a:pt x="197" y="3637"/>
                    <a:pt x="197" y="3600"/>
                    <a:pt x="234" y="3563"/>
                  </a:cubicBezTo>
                  <a:cubicBezTo>
                    <a:pt x="1289" y="1892"/>
                    <a:pt x="234" y="62"/>
                    <a:pt x="234" y="62"/>
                  </a:cubicBezTo>
                  <a:cubicBezTo>
                    <a:pt x="212" y="19"/>
                    <a:pt x="178" y="0"/>
                    <a:pt x="145"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49" name="Google Shape;1749;p45"/>
            <p:cNvSpPr/>
            <p:nvPr/>
          </p:nvSpPr>
          <p:spPr>
            <a:xfrm>
              <a:off x="7771720" y="4065878"/>
              <a:ext cx="246508" cy="15759"/>
            </a:xfrm>
            <a:custGeom>
              <a:avLst/>
              <a:gdLst/>
              <a:ahLst/>
              <a:cxnLst/>
              <a:rect l="l" t="t" r="r" b="b"/>
              <a:pathLst>
                <a:path w="4239" h="271" extrusionOk="0">
                  <a:moveTo>
                    <a:pt x="4127" y="0"/>
                  </a:moveTo>
                  <a:lnTo>
                    <a:pt x="122" y="37"/>
                  </a:lnTo>
                  <a:cubicBezTo>
                    <a:pt x="38" y="37"/>
                    <a:pt x="1" y="75"/>
                    <a:pt x="1" y="159"/>
                  </a:cubicBezTo>
                  <a:cubicBezTo>
                    <a:pt x="1" y="233"/>
                    <a:pt x="85" y="271"/>
                    <a:pt x="122" y="271"/>
                  </a:cubicBezTo>
                  <a:lnTo>
                    <a:pt x="4127" y="196"/>
                  </a:lnTo>
                  <a:cubicBezTo>
                    <a:pt x="4201" y="196"/>
                    <a:pt x="4239" y="159"/>
                    <a:pt x="4239" y="121"/>
                  </a:cubicBezTo>
                  <a:cubicBezTo>
                    <a:pt x="4239" y="37"/>
                    <a:pt x="4201" y="0"/>
                    <a:pt x="4127"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0" name="Google Shape;1750;p45"/>
            <p:cNvSpPr/>
            <p:nvPr/>
          </p:nvSpPr>
          <p:spPr>
            <a:xfrm>
              <a:off x="7351103" y="4065878"/>
              <a:ext cx="253545" cy="15759"/>
            </a:xfrm>
            <a:custGeom>
              <a:avLst/>
              <a:gdLst/>
              <a:ahLst/>
              <a:cxnLst/>
              <a:rect l="l" t="t" r="r" b="b"/>
              <a:pathLst>
                <a:path w="4360" h="271" extrusionOk="0">
                  <a:moveTo>
                    <a:pt x="4238" y="0"/>
                  </a:moveTo>
                  <a:lnTo>
                    <a:pt x="121" y="37"/>
                  </a:lnTo>
                  <a:cubicBezTo>
                    <a:pt x="37" y="37"/>
                    <a:pt x="0" y="121"/>
                    <a:pt x="0" y="159"/>
                  </a:cubicBezTo>
                  <a:cubicBezTo>
                    <a:pt x="0" y="233"/>
                    <a:pt x="37" y="271"/>
                    <a:pt x="121" y="271"/>
                  </a:cubicBezTo>
                  <a:lnTo>
                    <a:pt x="4238" y="233"/>
                  </a:lnTo>
                  <a:cubicBezTo>
                    <a:pt x="4322" y="233"/>
                    <a:pt x="4359" y="159"/>
                    <a:pt x="4359" y="121"/>
                  </a:cubicBezTo>
                  <a:cubicBezTo>
                    <a:pt x="4359" y="37"/>
                    <a:pt x="4322" y="0"/>
                    <a:pt x="4238"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1" name="Google Shape;1751;p45"/>
            <p:cNvSpPr/>
            <p:nvPr/>
          </p:nvSpPr>
          <p:spPr>
            <a:xfrm>
              <a:off x="7668092" y="2384980"/>
              <a:ext cx="271456" cy="631711"/>
            </a:xfrm>
            <a:custGeom>
              <a:avLst/>
              <a:gdLst/>
              <a:ahLst/>
              <a:cxnLst/>
              <a:rect l="l" t="t" r="r" b="b"/>
              <a:pathLst>
                <a:path w="4668" h="10863" extrusionOk="0">
                  <a:moveTo>
                    <a:pt x="1020" y="0"/>
                  </a:moveTo>
                  <a:cubicBezTo>
                    <a:pt x="992" y="0"/>
                    <a:pt x="963" y="3"/>
                    <a:pt x="934" y="7"/>
                  </a:cubicBezTo>
                  <a:cubicBezTo>
                    <a:pt x="812" y="7"/>
                    <a:pt x="738" y="91"/>
                    <a:pt x="738" y="91"/>
                  </a:cubicBezTo>
                  <a:lnTo>
                    <a:pt x="616" y="91"/>
                  </a:lnTo>
                  <a:cubicBezTo>
                    <a:pt x="0" y="941"/>
                    <a:pt x="4667" y="10863"/>
                    <a:pt x="4667" y="10863"/>
                  </a:cubicBezTo>
                  <a:cubicBezTo>
                    <a:pt x="4667" y="10863"/>
                    <a:pt x="4387" y="7558"/>
                    <a:pt x="4350" y="7325"/>
                  </a:cubicBezTo>
                  <a:cubicBezTo>
                    <a:pt x="3687" y="2733"/>
                    <a:pt x="1979" y="707"/>
                    <a:pt x="1475" y="203"/>
                  </a:cubicBezTo>
                  <a:cubicBezTo>
                    <a:pt x="1369" y="105"/>
                    <a:pt x="1213" y="0"/>
                    <a:pt x="1020"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2" name="Google Shape;1752;p45"/>
            <p:cNvSpPr/>
            <p:nvPr/>
          </p:nvSpPr>
          <p:spPr>
            <a:xfrm>
              <a:off x="7545972" y="2324560"/>
              <a:ext cx="187309" cy="196555"/>
            </a:xfrm>
            <a:custGeom>
              <a:avLst/>
              <a:gdLst/>
              <a:ahLst/>
              <a:cxnLst/>
              <a:rect l="l" t="t" r="r" b="b"/>
              <a:pathLst>
                <a:path w="3221" h="3380" extrusionOk="0">
                  <a:moveTo>
                    <a:pt x="504" y="1"/>
                  </a:moveTo>
                  <a:lnTo>
                    <a:pt x="308" y="1242"/>
                  </a:lnTo>
                  <a:lnTo>
                    <a:pt x="0" y="2997"/>
                  </a:lnTo>
                  <a:lnTo>
                    <a:pt x="3034" y="3380"/>
                  </a:lnTo>
                  <a:lnTo>
                    <a:pt x="3220" y="76"/>
                  </a:lnTo>
                  <a:lnTo>
                    <a:pt x="504" y="1"/>
                  </a:ln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3" name="Google Shape;1753;p45"/>
            <p:cNvSpPr/>
            <p:nvPr/>
          </p:nvSpPr>
          <p:spPr>
            <a:xfrm>
              <a:off x="7559521" y="2324560"/>
              <a:ext cx="173760" cy="87985"/>
            </a:xfrm>
            <a:custGeom>
              <a:avLst/>
              <a:gdLst/>
              <a:ahLst/>
              <a:cxnLst/>
              <a:rect l="l" t="t" r="r" b="b"/>
              <a:pathLst>
                <a:path w="2988" h="1513" extrusionOk="0">
                  <a:moveTo>
                    <a:pt x="271" y="1"/>
                  </a:moveTo>
                  <a:lnTo>
                    <a:pt x="75" y="1242"/>
                  </a:lnTo>
                  <a:lnTo>
                    <a:pt x="0" y="1513"/>
                  </a:lnTo>
                  <a:cubicBezTo>
                    <a:pt x="2483" y="1168"/>
                    <a:pt x="2987" y="76"/>
                    <a:pt x="2987" y="76"/>
                  </a:cubicBezTo>
                  <a:lnTo>
                    <a:pt x="271" y="1"/>
                  </a:lnTo>
                  <a:close/>
                </a:path>
              </a:pathLst>
            </a:custGeom>
            <a:solidFill>
              <a:srgbClr val="000000">
                <a:alpha val="8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4" name="Google Shape;1754;p45"/>
            <p:cNvSpPr/>
            <p:nvPr/>
          </p:nvSpPr>
          <p:spPr>
            <a:xfrm>
              <a:off x="7450950" y="2831010"/>
              <a:ext cx="99383" cy="56524"/>
            </a:xfrm>
            <a:custGeom>
              <a:avLst/>
              <a:gdLst/>
              <a:ahLst/>
              <a:cxnLst/>
              <a:rect l="l" t="t" r="r" b="b"/>
              <a:pathLst>
                <a:path w="1709" h="972" extrusionOk="0">
                  <a:moveTo>
                    <a:pt x="1587" y="0"/>
                  </a:moveTo>
                  <a:cubicBezTo>
                    <a:pt x="1438" y="0"/>
                    <a:pt x="1279" y="38"/>
                    <a:pt x="1121" y="75"/>
                  </a:cubicBezTo>
                  <a:cubicBezTo>
                    <a:pt x="971" y="122"/>
                    <a:pt x="813" y="159"/>
                    <a:pt x="701" y="234"/>
                  </a:cubicBezTo>
                  <a:cubicBezTo>
                    <a:pt x="542" y="308"/>
                    <a:pt x="421" y="430"/>
                    <a:pt x="309" y="504"/>
                  </a:cubicBezTo>
                  <a:cubicBezTo>
                    <a:pt x="187" y="626"/>
                    <a:pt x="75" y="775"/>
                    <a:pt x="1" y="896"/>
                  </a:cubicBezTo>
                  <a:cubicBezTo>
                    <a:pt x="1" y="934"/>
                    <a:pt x="1" y="971"/>
                    <a:pt x="38" y="971"/>
                  </a:cubicBezTo>
                  <a:lnTo>
                    <a:pt x="113" y="971"/>
                  </a:lnTo>
                  <a:lnTo>
                    <a:pt x="113" y="934"/>
                  </a:lnTo>
                  <a:cubicBezTo>
                    <a:pt x="187" y="822"/>
                    <a:pt x="271" y="700"/>
                    <a:pt x="383" y="626"/>
                  </a:cubicBezTo>
                  <a:cubicBezTo>
                    <a:pt x="505" y="504"/>
                    <a:pt x="617" y="430"/>
                    <a:pt x="738" y="392"/>
                  </a:cubicBezTo>
                  <a:cubicBezTo>
                    <a:pt x="887" y="308"/>
                    <a:pt x="1009" y="271"/>
                    <a:pt x="1167" y="234"/>
                  </a:cubicBezTo>
                  <a:cubicBezTo>
                    <a:pt x="1317" y="234"/>
                    <a:pt x="1438" y="196"/>
                    <a:pt x="1587" y="196"/>
                  </a:cubicBezTo>
                  <a:cubicBezTo>
                    <a:pt x="1634" y="196"/>
                    <a:pt x="1709" y="159"/>
                    <a:pt x="1671" y="75"/>
                  </a:cubicBezTo>
                  <a:cubicBezTo>
                    <a:pt x="1671" y="38"/>
                    <a:pt x="1634" y="0"/>
                    <a:pt x="1587" y="0"/>
                  </a:cubicBezTo>
                  <a:close/>
                </a:path>
              </a:pathLst>
            </a:custGeom>
            <a:solidFill>
              <a:srgbClr val="415C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5" name="Google Shape;1755;p45"/>
            <p:cNvSpPr/>
            <p:nvPr/>
          </p:nvSpPr>
          <p:spPr>
            <a:xfrm>
              <a:off x="7351103" y="2396785"/>
              <a:ext cx="624267" cy="966553"/>
            </a:xfrm>
            <a:custGeom>
              <a:avLst/>
              <a:gdLst/>
              <a:ahLst/>
              <a:cxnLst/>
              <a:rect l="l" t="t" r="r" b="b"/>
              <a:pathLst>
                <a:path w="10735" h="16621" extrusionOk="0">
                  <a:moveTo>
                    <a:pt x="3584" y="0"/>
                  </a:moveTo>
                  <a:cubicBezTo>
                    <a:pt x="0" y="4471"/>
                    <a:pt x="467" y="14001"/>
                    <a:pt x="467" y="14001"/>
                  </a:cubicBezTo>
                  <a:cubicBezTo>
                    <a:pt x="355" y="16409"/>
                    <a:pt x="4938" y="16493"/>
                    <a:pt x="4938" y="16493"/>
                  </a:cubicBezTo>
                  <a:cubicBezTo>
                    <a:pt x="5688" y="16580"/>
                    <a:pt x="6329" y="16620"/>
                    <a:pt x="6877" y="16620"/>
                  </a:cubicBezTo>
                  <a:cubicBezTo>
                    <a:pt x="9735" y="16620"/>
                    <a:pt x="10054" y="15531"/>
                    <a:pt x="10155" y="14356"/>
                  </a:cubicBezTo>
                  <a:cubicBezTo>
                    <a:pt x="10734" y="5330"/>
                    <a:pt x="6497" y="467"/>
                    <a:pt x="6497" y="467"/>
                  </a:cubicBezTo>
                  <a:cubicBezTo>
                    <a:pt x="6384" y="774"/>
                    <a:pt x="6128" y="887"/>
                    <a:pt x="5814" y="887"/>
                  </a:cubicBezTo>
                  <a:cubicBezTo>
                    <a:pt x="4932" y="887"/>
                    <a:pt x="3584" y="0"/>
                    <a:pt x="3584"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6" name="Google Shape;1756;p45"/>
            <p:cNvSpPr/>
            <p:nvPr/>
          </p:nvSpPr>
          <p:spPr>
            <a:xfrm>
              <a:off x="7378202" y="2430979"/>
              <a:ext cx="165095" cy="280121"/>
            </a:xfrm>
            <a:custGeom>
              <a:avLst/>
              <a:gdLst/>
              <a:ahLst/>
              <a:cxnLst/>
              <a:rect l="l" t="t" r="r" b="b"/>
              <a:pathLst>
                <a:path w="2839" h="4817" extrusionOk="0">
                  <a:moveTo>
                    <a:pt x="2838" y="0"/>
                  </a:moveTo>
                  <a:cubicBezTo>
                    <a:pt x="2838" y="0"/>
                    <a:pt x="1718" y="75"/>
                    <a:pt x="1597" y="150"/>
                  </a:cubicBezTo>
                  <a:cubicBezTo>
                    <a:pt x="1597" y="150"/>
                    <a:pt x="589" y="1354"/>
                    <a:pt x="1" y="4817"/>
                  </a:cubicBezTo>
                  <a:lnTo>
                    <a:pt x="2138" y="1046"/>
                  </a:lnTo>
                  <a:cubicBezTo>
                    <a:pt x="2138" y="1046"/>
                    <a:pt x="2297" y="700"/>
                    <a:pt x="2838" y="0"/>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7" name="Google Shape;1757;p45"/>
            <p:cNvSpPr/>
            <p:nvPr/>
          </p:nvSpPr>
          <p:spPr>
            <a:xfrm>
              <a:off x="7373898" y="3206617"/>
              <a:ext cx="562916" cy="83623"/>
            </a:xfrm>
            <a:custGeom>
              <a:avLst/>
              <a:gdLst/>
              <a:ahLst/>
              <a:cxnLst/>
              <a:rect l="l" t="t" r="r" b="b"/>
              <a:pathLst>
                <a:path w="9680" h="1438" extrusionOk="0">
                  <a:moveTo>
                    <a:pt x="0" y="1"/>
                  </a:moveTo>
                  <a:cubicBezTo>
                    <a:pt x="0" y="38"/>
                    <a:pt x="0" y="75"/>
                    <a:pt x="38" y="75"/>
                  </a:cubicBezTo>
                  <a:cubicBezTo>
                    <a:pt x="38" y="113"/>
                    <a:pt x="1671" y="1279"/>
                    <a:pt x="4779" y="1401"/>
                  </a:cubicBezTo>
                  <a:cubicBezTo>
                    <a:pt x="5097" y="1438"/>
                    <a:pt x="5442" y="1438"/>
                    <a:pt x="5759" y="1438"/>
                  </a:cubicBezTo>
                  <a:cubicBezTo>
                    <a:pt x="8205" y="1438"/>
                    <a:pt x="9642" y="971"/>
                    <a:pt x="9642" y="971"/>
                  </a:cubicBezTo>
                  <a:cubicBezTo>
                    <a:pt x="9679" y="971"/>
                    <a:pt x="9679" y="934"/>
                    <a:pt x="9679" y="897"/>
                  </a:cubicBezTo>
                  <a:cubicBezTo>
                    <a:pt x="9679" y="897"/>
                    <a:pt x="9642" y="850"/>
                    <a:pt x="9605" y="850"/>
                  </a:cubicBezTo>
                  <a:cubicBezTo>
                    <a:pt x="9605" y="891"/>
                    <a:pt x="8239" y="1308"/>
                    <a:pt x="5875" y="1308"/>
                  </a:cubicBezTo>
                  <a:cubicBezTo>
                    <a:pt x="5530" y="1308"/>
                    <a:pt x="5165" y="1299"/>
                    <a:pt x="4779" y="1279"/>
                  </a:cubicBezTo>
                  <a:cubicBezTo>
                    <a:pt x="1746" y="1167"/>
                    <a:pt x="112" y="1"/>
                    <a:pt x="75"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8" name="Google Shape;1758;p45"/>
            <p:cNvSpPr/>
            <p:nvPr/>
          </p:nvSpPr>
          <p:spPr>
            <a:xfrm>
              <a:off x="7391809" y="3220166"/>
              <a:ext cx="13608" cy="58676"/>
            </a:xfrm>
            <a:custGeom>
              <a:avLst/>
              <a:gdLst/>
              <a:ahLst/>
              <a:cxnLst/>
              <a:rect l="l" t="t" r="r" b="b"/>
              <a:pathLst>
                <a:path w="234" h="1009" extrusionOk="0">
                  <a:moveTo>
                    <a:pt x="159" y="1"/>
                  </a:moveTo>
                  <a:cubicBezTo>
                    <a:pt x="122" y="1"/>
                    <a:pt x="84" y="38"/>
                    <a:pt x="84" y="38"/>
                  </a:cubicBezTo>
                  <a:cubicBezTo>
                    <a:pt x="84" y="76"/>
                    <a:pt x="0" y="505"/>
                    <a:pt x="122" y="972"/>
                  </a:cubicBezTo>
                  <a:cubicBezTo>
                    <a:pt x="122" y="1009"/>
                    <a:pt x="159" y="1009"/>
                    <a:pt x="159" y="1009"/>
                  </a:cubicBezTo>
                  <a:lnTo>
                    <a:pt x="196" y="1009"/>
                  </a:lnTo>
                  <a:cubicBezTo>
                    <a:pt x="196" y="1009"/>
                    <a:pt x="234" y="972"/>
                    <a:pt x="234" y="934"/>
                  </a:cubicBezTo>
                  <a:cubicBezTo>
                    <a:pt x="122" y="505"/>
                    <a:pt x="196" y="76"/>
                    <a:pt x="196" y="76"/>
                  </a:cubicBezTo>
                  <a:cubicBezTo>
                    <a:pt x="196" y="38"/>
                    <a:pt x="159" y="1"/>
                    <a:pt x="159"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59" name="Google Shape;1759;p45"/>
            <p:cNvSpPr/>
            <p:nvPr/>
          </p:nvSpPr>
          <p:spPr>
            <a:xfrm>
              <a:off x="7426003" y="3235926"/>
              <a:ext cx="11456" cy="70074"/>
            </a:xfrm>
            <a:custGeom>
              <a:avLst/>
              <a:gdLst/>
              <a:ahLst/>
              <a:cxnLst/>
              <a:rect l="l" t="t" r="r" b="b"/>
              <a:pathLst>
                <a:path w="197" h="1205" extrusionOk="0">
                  <a:moveTo>
                    <a:pt x="112" y="1"/>
                  </a:moveTo>
                  <a:cubicBezTo>
                    <a:pt x="112" y="1"/>
                    <a:pt x="75" y="1"/>
                    <a:pt x="75" y="38"/>
                  </a:cubicBezTo>
                  <a:cubicBezTo>
                    <a:pt x="75" y="75"/>
                    <a:pt x="0" y="701"/>
                    <a:pt x="75" y="1167"/>
                  </a:cubicBezTo>
                  <a:cubicBezTo>
                    <a:pt x="112" y="1167"/>
                    <a:pt x="112" y="1205"/>
                    <a:pt x="150" y="1205"/>
                  </a:cubicBezTo>
                  <a:cubicBezTo>
                    <a:pt x="196" y="1205"/>
                    <a:pt x="196" y="1167"/>
                    <a:pt x="196" y="1130"/>
                  </a:cubicBezTo>
                  <a:cubicBezTo>
                    <a:pt x="112" y="663"/>
                    <a:pt x="196" y="75"/>
                    <a:pt x="196" y="38"/>
                  </a:cubicBezTo>
                  <a:cubicBezTo>
                    <a:pt x="196" y="38"/>
                    <a:pt x="150" y="1"/>
                    <a:pt x="112"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0" name="Google Shape;1760;p45"/>
            <p:cNvSpPr/>
            <p:nvPr/>
          </p:nvSpPr>
          <p:spPr>
            <a:xfrm>
              <a:off x="7464500" y="3251685"/>
              <a:ext cx="10933" cy="70074"/>
            </a:xfrm>
            <a:custGeom>
              <a:avLst/>
              <a:gdLst/>
              <a:ahLst/>
              <a:cxnLst/>
              <a:rect l="l" t="t" r="r" b="b"/>
              <a:pathLst>
                <a:path w="188" h="1205" extrusionOk="0">
                  <a:moveTo>
                    <a:pt x="113" y="0"/>
                  </a:moveTo>
                  <a:cubicBezTo>
                    <a:pt x="76" y="0"/>
                    <a:pt x="76" y="38"/>
                    <a:pt x="76" y="75"/>
                  </a:cubicBezTo>
                  <a:cubicBezTo>
                    <a:pt x="38" y="75"/>
                    <a:pt x="1" y="700"/>
                    <a:pt x="76" y="1167"/>
                  </a:cubicBezTo>
                  <a:cubicBezTo>
                    <a:pt x="76" y="1204"/>
                    <a:pt x="113" y="1204"/>
                    <a:pt x="150" y="1204"/>
                  </a:cubicBezTo>
                  <a:cubicBezTo>
                    <a:pt x="188" y="1204"/>
                    <a:pt x="188" y="1167"/>
                    <a:pt x="188" y="1167"/>
                  </a:cubicBezTo>
                  <a:cubicBezTo>
                    <a:pt x="113" y="700"/>
                    <a:pt x="150" y="75"/>
                    <a:pt x="150" y="75"/>
                  </a:cubicBezTo>
                  <a:cubicBezTo>
                    <a:pt x="188" y="38"/>
                    <a:pt x="150" y="38"/>
                    <a:pt x="113"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1" name="Google Shape;1761;p45"/>
            <p:cNvSpPr/>
            <p:nvPr/>
          </p:nvSpPr>
          <p:spPr>
            <a:xfrm>
              <a:off x="7509568" y="3267386"/>
              <a:ext cx="13666" cy="70074"/>
            </a:xfrm>
            <a:custGeom>
              <a:avLst/>
              <a:gdLst/>
              <a:ahLst/>
              <a:cxnLst/>
              <a:rect l="l" t="t" r="r" b="b"/>
              <a:pathLst>
                <a:path w="235" h="1205" extrusionOk="0">
                  <a:moveTo>
                    <a:pt x="159" y="1"/>
                  </a:moveTo>
                  <a:cubicBezTo>
                    <a:pt x="113" y="1"/>
                    <a:pt x="113" y="1"/>
                    <a:pt x="75" y="38"/>
                  </a:cubicBezTo>
                  <a:cubicBezTo>
                    <a:pt x="75" y="85"/>
                    <a:pt x="1" y="664"/>
                    <a:pt x="113" y="1130"/>
                  </a:cubicBezTo>
                  <a:cubicBezTo>
                    <a:pt x="113" y="1168"/>
                    <a:pt x="159" y="1205"/>
                    <a:pt x="159" y="1205"/>
                  </a:cubicBezTo>
                  <a:lnTo>
                    <a:pt x="197" y="1205"/>
                  </a:lnTo>
                  <a:cubicBezTo>
                    <a:pt x="234" y="1168"/>
                    <a:pt x="234" y="1168"/>
                    <a:pt x="234" y="1130"/>
                  </a:cubicBezTo>
                  <a:cubicBezTo>
                    <a:pt x="113" y="664"/>
                    <a:pt x="197" y="38"/>
                    <a:pt x="197" y="38"/>
                  </a:cubicBezTo>
                  <a:cubicBezTo>
                    <a:pt x="197" y="38"/>
                    <a:pt x="197" y="1"/>
                    <a:pt x="159"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2" name="Google Shape;1762;p45"/>
            <p:cNvSpPr/>
            <p:nvPr/>
          </p:nvSpPr>
          <p:spPr>
            <a:xfrm>
              <a:off x="7563883" y="3276632"/>
              <a:ext cx="11456" cy="70074"/>
            </a:xfrm>
            <a:custGeom>
              <a:avLst/>
              <a:gdLst/>
              <a:ahLst/>
              <a:cxnLst/>
              <a:rect l="l" t="t" r="r" b="b"/>
              <a:pathLst>
                <a:path w="197" h="1205" extrusionOk="0">
                  <a:moveTo>
                    <a:pt x="112" y="1"/>
                  </a:moveTo>
                  <a:lnTo>
                    <a:pt x="75" y="38"/>
                  </a:lnTo>
                  <a:cubicBezTo>
                    <a:pt x="75" y="75"/>
                    <a:pt x="0" y="701"/>
                    <a:pt x="75" y="1167"/>
                  </a:cubicBezTo>
                  <a:cubicBezTo>
                    <a:pt x="112" y="1205"/>
                    <a:pt x="112" y="1205"/>
                    <a:pt x="159" y="1205"/>
                  </a:cubicBezTo>
                  <a:cubicBezTo>
                    <a:pt x="196" y="1205"/>
                    <a:pt x="196" y="1167"/>
                    <a:pt x="196" y="1130"/>
                  </a:cubicBezTo>
                  <a:cubicBezTo>
                    <a:pt x="112" y="701"/>
                    <a:pt x="196" y="75"/>
                    <a:pt x="196" y="75"/>
                  </a:cubicBezTo>
                  <a:cubicBezTo>
                    <a:pt x="196" y="38"/>
                    <a:pt x="159" y="1"/>
                    <a:pt x="112"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3" name="Google Shape;1763;p45"/>
            <p:cNvSpPr/>
            <p:nvPr/>
          </p:nvSpPr>
          <p:spPr>
            <a:xfrm>
              <a:off x="7613777" y="3283145"/>
              <a:ext cx="10933" cy="70597"/>
            </a:xfrm>
            <a:custGeom>
              <a:avLst/>
              <a:gdLst/>
              <a:ahLst/>
              <a:cxnLst/>
              <a:rect l="l" t="t" r="r" b="b"/>
              <a:pathLst>
                <a:path w="188" h="1214" extrusionOk="0">
                  <a:moveTo>
                    <a:pt x="113" y="1"/>
                  </a:moveTo>
                  <a:cubicBezTo>
                    <a:pt x="75" y="1"/>
                    <a:pt x="75" y="47"/>
                    <a:pt x="75" y="47"/>
                  </a:cubicBezTo>
                  <a:cubicBezTo>
                    <a:pt x="75" y="85"/>
                    <a:pt x="1" y="701"/>
                    <a:pt x="75" y="1167"/>
                  </a:cubicBezTo>
                  <a:cubicBezTo>
                    <a:pt x="75" y="1167"/>
                    <a:pt x="113" y="1214"/>
                    <a:pt x="150" y="1214"/>
                  </a:cubicBezTo>
                  <a:cubicBezTo>
                    <a:pt x="187" y="1214"/>
                    <a:pt x="187" y="1167"/>
                    <a:pt x="187" y="1130"/>
                  </a:cubicBezTo>
                  <a:cubicBezTo>
                    <a:pt x="113" y="701"/>
                    <a:pt x="150" y="85"/>
                    <a:pt x="187" y="85"/>
                  </a:cubicBezTo>
                  <a:cubicBezTo>
                    <a:pt x="187" y="47"/>
                    <a:pt x="150" y="1"/>
                    <a:pt x="113"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4" name="Google Shape;1764;p45"/>
            <p:cNvSpPr/>
            <p:nvPr/>
          </p:nvSpPr>
          <p:spPr>
            <a:xfrm>
              <a:off x="7670243" y="3285879"/>
              <a:ext cx="11456" cy="70074"/>
            </a:xfrm>
            <a:custGeom>
              <a:avLst/>
              <a:gdLst/>
              <a:ahLst/>
              <a:cxnLst/>
              <a:rect l="l" t="t" r="r" b="b"/>
              <a:pathLst>
                <a:path w="197" h="1205" extrusionOk="0">
                  <a:moveTo>
                    <a:pt x="113" y="0"/>
                  </a:moveTo>
                  <a:cubicBezTo>
                    <a:pt x="75" y="0"/>
                    <a:pt x="75" y="38"/>
                    <a:pt x="38" y="75"/>
                  </a:cubicBezTo>
                  <a:cubicBezTo>
                    <a:pt x="38" y="75"/>
                    <a:pt x="1" y="700"/>
                    <a:pt x="75" y="1167"/>
                  </a:cubicBezTo>
                  <a:cubicBezTo>
                    <a:pt x="75" y="1204"/>
                    <a:pt x="113" y="1204"/>
                    <a:pt x="113" y="1204"/>
                  </a:cubicBezTo>
                  <a:lnTo>
                    <a:pt x="150" y="1204"/>
                  </a:lnTo>
                  <a:cubicBezTo>
                    <a:pt x="197" y="1204"/>
                    <a:pt x="197" y="1167"/>
                    <a:pt x="197" y="1167"/>
                  </a:cubicBezTo>
                  <a:cubicBezTo>
                    <a:pt x="75" y="700"/>
                    <a:pt x="150" y="75"/>
                    <a:pt x="150" y="75"/>
                  </a:cubicBezTo>
                  <a:cubicBezTo>
                    <a:pt x="150" y="38"/>
                    <a:pt x="150" y="38"/>
                    <a:pt x="113"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5" name="Google Shape;1765;p45"/>
            <p:cNvSpPr/>
            <p:nvPr/>
          </p:nvSpPr>
          <p:spPr>
            <a:xfrm>
              <a:off x="7878139" y="3269596"/>
              <a:ext cx="13608" cy="67864"/>
            </a:xfrm>
            <a:custGeom>
              <a:avLst/>
              <a:gdLst/>
              <a:ahLst/>
              <a:cxnLst/>
              <a:rect l="l" t="t" r="r" b="b"/>
              <a:pathLst>
                <a:path w="234" h="1167" extrusionOk="0">
                  <a:moveTo>
                    <a:pt x="75" y="0"/>
                  </a:moveTo>
                  <a:cubicBezTo>
                    <a:pt x="38" y="0"/>
                    <a:pt x="0" y="47"/>
                    <a:pt x="38" y="84"/>
                  </a:cubicBezTo>
                  <a:cubicBezTo>
                    <a:pt x="122" y="514"/>
                    <a:pt x="38" y="1092"/>
                    <a:pt x="38" y="1092"/>
                  </a:cubicBezTo>
                  <a:cubicBezTo>
                    <a:pt x="38" y="1130"/>
                    <a:pt x="75" y="1130"/>
                    <a:pt x="122" y="1167"/>
                  </a:cubicBezTo>
                  <a:cubicBezTo>
                    <a:pt x="122" y="1167"/>
                    <a:pt x="159" y="1130"/>
                    <a:pt x="159" y="1092"/>
                  </a:cubicBezTo>
                  <a:cubicBezTo>
                    <a:pt x="159" y="1092"/>
                    <a:pt x="234" y="514"/>
                    <a:pt x="122" y="47"/>
                  </a:cubicBezTo>
                  <a:cubicBezTo>
                    <a:pt x="122" y="0"/>
                    <a:pt x="75" y="0"/>
                    <a:pt x="75"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6" name="Google Shape;1766;p45"/>
            <p:cNvSpPr/>
            <p:nvPr/>
          </p:nvSpPr>
          <p:spPr>
            <a:xfrm>
              <a:off x="7835280" y="3278784"/>
              <a:ext cx="13608" cy="74959"/>
            </a:xfrm>
            <a:custGeom>
              <a:avLst/>
              <a:gdLst/>
              <a:ahLst/>
              <a:cxnLst/>
              <a:rect l="l" t="t" r="r" b="b"/>
              <a:pathLst>
                <a:path w="234" h="1289" extrusionOk="0">
                  <a:moveTo>
                    <a:pt x="75" y="1"/>
                  </a:moveTo>
                  <a:cubicBezTo>
                    <a:pt x="37" y="1"/>
                    <a:pt x="0" y="38"/>
                    <a:pt x="37" y="76"/>
                  </a:cubicBezTo>
                  <a:cubicBezTo>
                    <a:pt x="112" y="505"/>
                    <a:pt x="37" y="1205"/>
                    <a:pt x="0" y="1242"/>
                  </a:cubicBezTo>
                  <a:cubicBezTo>
                    <a:pt x="0" y="1242"/>
                    <a:pt x="37" y="1289"/>
                    <a:pt x="75" y="1289"/>
                  </a:cubicBezTo>
                  <a:cubicBezTo>
                    <a:pt x="112" y="1289"/>
                    <a:pt x="112" y="1289"/>
                    <a:pt x="112" y="1242"/>
                  </a:cubicBezTo>
                  <a:cubicBezTo>
                    <a:pt x="112" y="1205"/>
                    <a:pt x="233" y="505"/>
                    <a:pt x="112" y="38"/>
                  </a:cubicBezTo>
                  <a:cubicBezTo>
                    <a:pt x="112" y="1"/>
                    <a:pt x="112" y="1"/>
                    <a:pt x="75"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7" name="Google Shape;1767;p45"/>
            <p:cNvSpPr/>
            <p:nvPr/>
          </p:nvSpPr>
          <p:spPr>
            <a:xfrm>
              <a:off x="7778814" y="3283145"/>
              <a:ext cx="13608" cy="79320"/>
            </a:xfrm>
            <a:custGeom>
              <a:avLst/>
              <a:gdLst/>
              <a:ahLst/>
              <a:cxnLst/>
              <a:rect l="l" t="t" r="r" b="b"/>
              <a:pathLst>
                <a:path w="234" h="1364" extrusionOk="0">
                  <a:moveTo>
                    <a:pt x="38" y="1"/>
                  </a:moveTo>
                  <a:cubicBezTo>
                    <a:pt x="38" y="1"/>
                    <a:pt x="0" y="47"/>
                    <a:pt x="0" y="85"/>
                  </a:cubicBezTo>
                  <a:cubicBezTo>
                    <a:pt x="112" y="551"/>
                    <a:pt x="38" y="1289"/>
                    <a:pt x="38" y="1289"/>
                  </a:cubicBezTo>
                  <a:cubicBezTo>
                    <a:pt x="38" y="1326"/>
                    <a:pt x="38" y="1363"/>
                    <a:pt x="75" y="1363"/>
                  </a:cubicBezTo>
                  <a:cubicBezTo>
                    <a:pt x="112" y="1363"/>
                    <a:pt x="150" y="1326"/>
                    <a:pt x="150" y="1326"/>
                  </a:cubicBezTo>
                  <a:cubicBezTo>
                    <a:pt x="150" y="1289"/>
                    <a:pt x="234" y="514"/>
                    <a:pt x="112" y="47"/>
                  </a:cubicBezTo>
                  <a:cubicBezTo>
                    <a:pt x="112" y="47"/>
                    <a:pt x="75" y="1"/>
                    <a:pt x="38"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8" name="Google Shape;1768;p45"/>
            <p:cNvSpPr/>
            <p:nvPr/>
          </p:nvSpPr>
          <p:spPr>
            <a:xfrm>
              <a:off x="7733223" y="3285879"/>
              <a:ext cx="11456" cy="76587"/>
            </a:xfrm>
            <a:custGeom>
              <a:avLst/>
              <a:gdLst/>
              <a:ahLst/>
              <a:cxnLst/>
              <a:rect l="l" t="t" r="r" b="b"/>
              <a:pathLst>
                <a:path w="197" h="1317" extrusionOk="0">
                  <a:moveTo>
                    <a:pt x="47" y="0"/>
                  </a:moveTo>
                  <a:cubicBezTo>
                    <a:pt x="0" y="0"/>
                    <a:pt x="0" y="38"/>
                    <a:pt x="0" y="75"/>
                  </a:cubicBezTo>
                  <a:cubicBezTo>
                    <a:pt x="84" y="504"/>
                    <a:pt x="0" y="1279"/>
                    <a:pt x="0" y="1279"/>
                  </a:cubicBezTo>
                  <a:cubicBezTo>
                    <a:pt x="0" y="1316"/>
                    <a:pt x="0" y="1316"/>
                    <a:pt x="47" y="1316"/>
                  </a:cubicBezTo>
                  <a:cubicBezTo>
                    <a:pt x="84" y="1316"/>
                    <a:pt x="122" y="1316"/>
                    <a:pt x="122" y="1279"/>
                  </a:cubicBezTo>
                  <a:cubicBezTo>
                    <a:pt x="122" y="1242"/>
                    <a:pt x="196" y="504"/>
                    <a:pt x="122" y="38"/>
                  </a:cubicBezTo>
                  <a:cubicBezTo>
                    <a:pt x="122" y="38"/>
                    <a:pt x="84" y="0"/>
                    <a:pt x="47"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69" name="Google Shape;1769;p45"/>
            <p:cNvSpPr/>
            <p:nvPr/>
          </p:nvSpPr>
          <p:spPr>
            <a:xfrm>
              <a:off x="7529689" y="2890035"/>
              <a:ext cx="106419" cy="93509"/>
            </a:xfrm>
            <a:custGeom>
              <a:avLst/>
              <a:gdLst/>
              <a:ahLst/>
              <a:cxnLst/>
              <a:rect l="l" t="t" r="r" b="b"/>
              <a:pathLst>
                <a:path w="1830" h="1608" extrusionOk="0">
                  <a:moveTo>
                    <a:pt x="914" y="0"/>
                  </a:moveTo>
                  <a:cubicBezTo>
                    <a:pt x="804" y="0"/>
                    <a:pt x="693" y="25"/>
                    <a:pt x="588" y="78"/>
                  </a:cubicBezTo>
                  <a:cubicBezTo>
                    <a:pt x="159" y="227"/>
                    <a:pt x="0" y="740"/>
                    <a:pt x="159" y="1123"/>
                  </a:cubicBezTo>
                  <a:cubicBezTo>
                    <a:pt x="308" y="1422"/>
                    <a:pt x="616" y="1607"/>
                    <a:pt x="944" y="1607"/>
                  </a:cubicBezTo>
                  <a:cubicBezTo>
                    <a:pt x="1046" y="1607"/>
                    <a:pt x="1149" y="1590"/>
                    <a:pt x="1251" y="1552"/>
                  </a:cubicBezTo>
                  <a:cubicBezTo>
                    <a:pt x="1633" y="1356"/>
                    <a:pt x="1829" y="890"/>
                    <a:pt x="1633" y="460"/>
                  </a:cubicBezTo>
                  <a:cubicBezTo>
                    <a:pt x="1497" y="180"/>
                    <a:pt x="1211" y="0"/>
                    <a:pt x="914"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0" name="Google Shape;1770;p45"/>
            <p:cNvSpPr/>
            <p:nvPr/>
          </p:nvSpPr>
          <p:spPr>
            <a:xfrm>
              <a:off x="7366804" y="1953314"/>
              <a:ext cx="156430" cy="317047"/>
            </a:xfrm>
            <a:custGeom>
              <a:avLst/>
              <a:gdLst/>
              <a:ahLst/>
              <a:cxnLst/>
              <a:rect l="l" t="t" r="r" b="b"/>
              <a:pathLst>
                <a:path w="2690" h="5452" extrusionOk="0">
                  <a:moveTo>
                    <a:pt x="1830" y="0"/>
                  </a:moveTo>
                  <a:cubicBezTo>
                    <a:pt x="1830" y="0"/>
                    <a:pt x="1" y="514"/>
                    <a:pt x="934" y="3426"/>
                  </a:cubicBezTo>
                  <a:cubicBezTo>
                    <a:pt x="1326" y="4714"/>
                    <a:pt x="2689" y="5452"/>
                    <a:pt x="2689" y="5452"/>
                  </a:cubicBezTo>
                  <a:lnTo>
                    <a:pt x="1830" y="0"/>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1" name="Google Shape;1771;p45"/>
            <p:cNvSpPr/>
            <p:nvPr/>
          </p:nvSpPr>
          <p:spPr>
            <a:xfrm>
              <a:off x="7609881" y="1881147"/>
              <a:ext cx="248253" cy="201324"/>
            </a:xfrm>
            <a:custGeom>
              <a:avLst/>
              <a:gdLst/>
              <a:ahLst/>
              <a:cxnLst/>
              <a:rect l="l" t="t" r="r" b="b"/>
              <a:pathLst>
                <a:path w="4269" h="3462" extrusionOk="0">
                  <a:moveTo>
                    <a:pt x="2476" y="0"/>
                  </a:moveTo>
                  <a:lnTo>
                    <a:pt x="2476" y="0"/>
                  </a:lnTo>
                  <a:cubicBezTo>
                    <a:pt x="1" y="1860"/>
                    <a:pt x="2104" y="3461"/>
                    <a:pt x="3274" y="3461"/>
                  </a:cubicBezTo>
                  <a:cubicBezTo>
                    <a:pt x="3596" y="3461"/>
                    <a:pt x="3847" y="3340"/>
                    <a:pt x="3913" y="3071"/>
                  </a:cubicBezTo>
                  <a:cubicBezTo>
                    <a:pt x="4268" y="1830"/>
                    <a:pt x="2476" y="0"/>
                    <a:pt x="2476"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2" name="Google Shape;1772;p45"/>
            <p:cNvSpPr/>
            <p:nvPr/>
          </p:nvSpPr>
          <p:spPr>
            <a:xfrm>
              <a:off x="7455312" y="1919353"/>
              <a:ext cx="429921" cy="437074"/>
            </a:xfrm>
            <a:custGeom>
              <a:avLst/>
              <a:gdLst/>
              <a:ahLst/>
              <a:cxnLst/>
              <a:rect l="l" t="t" r="r" b="b"/>
              <a:pathLst>
                <a:path w="7393" h="7516" extrusionOk="0">
                  <a:moveTo>
                    <a:pt x="3578" y="1"/>
                  </a:moveTo>
                  <a:cubicBezTo>
                    <a:pt x="3410" y="1"/>
                    <a:pt x="3241" y="15"/>
                    <a:pt x="3071" y="43"/>
                  </a:cubicBezTo>
                  <a:cubicBezTo>
                    <a:pt x="1204" y="398"/>
                    <a:pt x="0" y="2302"/>
                    <a:pt x="346" y="4365"/>
                  </a:cubicBezTo>
                  <a:cubicBezTo>
                    <a:pt x="667" y="6194"/>
                    <a:pt x="2172" y="7515"/>
                    <a:pt x="3842" y="7515"/>
                  </a:cubicBezTo>
                  <a:cubicBezTo>
                    <a:pt x="4013" y="7515"/>
                    <a:pt x="4186" y="7502"/>
                    <a:pt x="4359" y="7473"/>
                  </a:cubicBezTo>
                  <a:cubicBezTo>
                    <a:pt x="6179" y="7165"/>
                    <a:pt x="7393" y="5214"/>
                    <a:pt x="7038" y="3198"/>
                  </a:cubicBezTo>
                  <a:cubicBezTo>
                    <a:pt x="6725" y="1327"/>
                    <a:pt x="5221" y="1"/>
                    <a:pt x="3578" y="1"/>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3" name="Google Shape;1773;p45"/>
            <p:cNvSpPr/>
            <p:nvPr/>
          </p:nvSpPr>
          <p:spPr>
            <a:xfrm>
              <a:off x="7426003" y="2134401"/>
              <a:ext cx="99383" cy="95428"/>
            </a:xfrm>
            <a:custGeom>
              <a:avLst/>
              <a:gdLst/>
              <a:ahLst/>
              <a:cxnLst/>
              <a:rect l="l" t="t" r="r" b="b"/>
              <a:pathLst>
                <a:path w="1709" h="1641" extrusionOk="0">
                  <a:moveTo>
                    <a:pt x="851" y="1"/>
                  </a:moveTo>
                  <a:cubicBezTo>
                    <a:pt x="826" y="1"/>
                    <a:pt x="801" y="2"/>
                    <a:pt x="775" y="4"/>
                  </a:cubicBezTo>
                  <a:cubicBezTo>
                    <a:pt x="308" y="41"/>
                    <a:pt x="0" y="433"/>
                    <a:pt x="38" y="900"/>
                  </a:cubicBezTo>
                  <a:cubicBezTo>
                    <a:pt x="73" y="1341"/>
                    <a:pt x="458" y="1641"/>
                    <a:pt x="863" y="1641"/>
                  </a:cubicBezTo>
                  <a:cubicBezTo>
                    <a:pt x="887" y="1641"/>
                    <a:pt x="910" y="1640"/>
                    <a:pt x="934" y="1637"/>
                  </a:cubicBezTo>
                  <a:cubicBezTo>
                    <a:pt x="1400" y="1600"/>
                    <a:pt x="1708" y="1171"/>
                    <a:pt x="1671" y="741"/>
                  </a:cubicBezTo>
                  <a:cubicBezTo>
                    <a:pt x="1636" y="300"/>
                    <a:pt x="1284" y="1"/>
                    <a:pt x="851" y="1"/>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4" name="Google Shape;1774;p45"/>
            <p:cNvSpPr/>
            <p:nvPr/>
          </p:nvSpPr>
          <p:spPr>
            <a:xfrm>
              <a:off x="7450950" y="2170456"/>
              <a:ext cx="20121" cy="34252"/>
            </a:xfrm>
            <a:custGeom>
              <a:avLst/>
              <a:gdLst/>
              <a:ahLst/>
              <a:cxnLst/>
              <a:rect l="l" t="t" r="r" b="b"/>
              <a:pathLst>
                <a:path w="346" h="589" extrusionOk="0">
                  <a:moveTo>
                    <a:pt x="309" y="0"/>
                  </a:moveTo>
                  <a:lnTo>
                    <a:pt x="309" y="0"/>
                  </a:lnTo>
                  <a:cubicBezTo>
                    <a:pt x="234" y="47"/>
                    <a:pt x="150" y="84"/>
                    <a:pt x="113" y="121"/>
                  </a:cubicBezTo>
                  <a:cubicBezTo>
                    <a:pt x="38" y="159"/>
                    <a:pt x="1" y="233"/>
                    <a:pt x="1" y="317"/>
                  </a:cubicBezTo>
                  <a:cubicBezTo>
                    <a:pt x="1" y="429"/>
                    <a:pt x="75" y="513"/>
                    <a:pt x="150" y="551"/>
                  </a:cubicBezTo>
                  <a:cubicBezTo>
                    <a:pt x="187" y="551"/>
                    <a:pt x="234" y="551"/>
                    <a:pt x="234" y="588"/>
                  </a:cubicBezTo>
                  <a:lnTo>
                    <a:pt x="346" y="588"/>
                  </a:lnTo>
                  <a:lnTo>
                    <a:pt x="187" y="467"/>
                  </a:lnTo>
                  <a:cubicBezTo>
                    <a:pt x="150" y="392"/>
                    <a:pt x="113" y="355"/>
                    <a:pt x="113" y="317"/>
                  </a:cubicBezTo>
                  <a:cubicBezTo>
                    <a:pt x="113" y="280"/>
                    <a:pt x="150" y="233"/>
                    <a:pt x="187" y="196"/>
                  </a:cubicBezTo>
                  <a:cubicBezTo>
                    <a:pt x="234" y="121"/>
                    <a:pt x="271" y="84"/>
                    <a:pt x="309" y="0"/>
                  </a:cubicBezTo>
                  <a:close/>
                </a:path>
              </a:pathLst>
            </a:custGeom>
            <a:solidFill>
              <a:srgbClr val="F974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5" name="Google Shape;1775;p45"/>
            <p:cNvSpPr/>
            <p:nvPr/>
          </p:nvSpPr>
          <p:spPr>
            <a:xfrm>
              <a:off x="7735898" y="2188890"/>
              <a:ext cx="95079" cy="41346"/>
            </a:xfrm>
            <a:custGeom>
              <a:avLst/>
              <a:gdLst/>
              <a:ahLst/>
              <a:cxnLst/>
              <a:rect l="l" t="t" r="r" b="b"/>
              <a:pathLst>
                <a:path w="1635" h="711" extrusionOk="0">
                  <a:moveTo>
                    <a:pt x="1634" y="0"/>
                  </a:moveTo>
                  <a:lnTo>
                    <a:pt x="1634" y="0"/>
                  </a:lnTo>
                  <a:cubicBezTo>
                    <a:pt x="1513" y="150"/>
                    <a:pt x="1401" y="271"/>
                    <a:pt x="1280" y="346"/>
                  </a:cubicBezTo>
                  <a:cubicBezTo>
                    <a:pt x="1168" y="430"/>
                    <a:pt x="1046" y="504"/>
                    <a:pt x="888" y="504"/>
                  </a:cubicBezTo>
                  <a:cubicBezTo>
                    <a:pt x="776" y="504"/>
                    <a:pt x="617" y="467"/>
                    <a:pt x="468" y="430"/>
                  </a:cubicBezTo>
                  <a:lnTo>
                    <a:pt x="234" y="346"/>
                  </a:lnTo>
                  <a:cubicBezTo>
                    <a:pt x="150" y="308"/>
                    <a:pt x="113" y="308"/>
                    <a:pt x="1" y="271"/>
                  </a:cubicBezTo>
                  <a:lnTo>
                    <a:pt x="1" y="271"/>
                  </a:lnTo>
                  <a:cubicBezTo>
                    <a:pt x="76" y="308"/>
                    <a:pt x="113" y="383"/>
                    <a:pt x="188" y="430"/>
                  </a:cubicBezTo>
                  <a:cubicBezTo>
                    <a:pt x="272" y="504"/>
                    <a:pt x="309" y="542"/>
                    <a:pt x="384" y="579"/>
                  </a:cubicBezTo>
                  <a:cubicBezTo>
                    <a:pt x="513" y="648"/>
                    <a:pt x="668" y="710"/>
                    <a:pt x="828" y="710"/>
                  </a:cubicBezTo>
                  <a:cubicBezTo>
                    <a:pt x="863" y="710"/>
                    <a:pt x="899" y="707"/>
                    <a:pt x="934" y="700"/>
                  </a:cubicBezTo>
                  <a:cubicBezTo>
                    <a:pt x="1121" y="700"/>
                    <a:pt x="1280" y="579"/>
                    <a:pt x="1401" y="467"/>
                  </a:cubicBezTo>
                  <a:cubicBezTo>
                    <a:pt x="1513" y="346"/>
                    <a:pt x="1588" y="150"/>
                    <a:pt x="1634" y="0"/>
                  </a:cubicBezTo>
                  <a:close/>
                </a:path>
              </a:pathLst>
            </a:custGeom>
            <a:solidFill>
              <a:srgbClr val="F974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6" name="Google Shape;1776;p45"/>
            <p:cNvSpPr/>
            <p:nvPr/>
          </p:nvSpPr>
          <p:spPr>
            <a:xfrm>
              <a:off x="7771720" y="2104162"/>
              <a:ext cx="40823" cy="66817"/>
            </a:xfrm>
            <a:custGeom>
              <a:avLst/>
              <a:gdLst/>
              <a:ahLst/>
              <a:cxnLst/>
              <a:rect l="l" t="t" r="r" b="b"/>
              <a:pathLst>
                <a:path w="702" h="1149" extrusionOk="0">
                  <a:moveTo>
                    <a:pt x="146" y="0"/>
                  </a:moveTo>
                  <a:cubicBezTo>
                    <a:pt x="98" y="0"/>
                    <a:pt x="38" y="31"/>
                    <a:pt x="38" y="57"/>
                  </a:cubicBezTo>
                  <a:cubicBezTo>
                    <a:pt x="38" y="365"/>
                    <a:pt x="1" y="953"/>
                    <a:pt x="234" y="1140"/>
                  </a:cubicBezTo>
                  <a:cubicBezTo>
                    <a:pt x="239" y="1146"/>
                    <a:pt x="249" y="1148"/>
                    <a:pt x="262" y="1148"/>
                  </a:cubicBezTo>
                  <a:cubicBezTo>
                    <a:pt x="361" y="1148"/>
                    <a:pt x="664" y="1009"/>
                    <a:pt x="664" y="869"/>
                  </a:cubicBezTo>
                  <a:cubicBezTo>
                    <a:pt x="701" y="599"/>
                    <a:pt x="318" y="207"/>
                    <a:pt x="197" y="20"/>
                  </a:cubicBezTo>
                  <a:cubicBezTo>
                    <a:pt x="186" y="6"/>
                    <a:pt x="167" y="0"/>
                    <a:pt x="146" y="0"/>
                  </a:cubicBezTo>
                  <a:close/>
                </a:path>
              </a:pathLst>
            </a:custGeom>
            <a:solidFill>
              <a:srgbClr val="F974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7" name="Google Shape;1777;p45"/>
            <p:cNvSpPr/>
            <p:nvPr/>
          </p:nvSpPr>
          <p:spPr>
            <a:xfrm>
              <a:off x="7826034" y="2086832"/>
              <a:ext cx="25006" cy="32507"/>
            </a:xfrm>
            <a:custGeom>
              <a:avLst/>
              <a:gdLst/>
              <a:ahLst/>
              <a:cxnLst/>
              <a:rect l="l" t="t" r="r" b="b"/>
              <a:pathLst>
                <a:path w="430" h="559" extrusionOk="0">
                  <a:moveTo>
                    <a:pt x="196" y="1"/>
                  </a:moveTo>
                  <a:cubicBezTo>
                    <a:pt x="84" y="38"/>
                    <a:pt x="0" y="159"/>
                    <a:pt x="0" y="318"/>
                  </a:cubicBezTo>
                  <a:cubicBezTo>
                    <a:pt x="33" y="449"/>
                    <a:pt x="102" y="558"/>
                    <a:pt x="193" y="558"/>
                  </a:cubicBezTo>
                  <a:cubicBezTo>
                    <a:pt x="206" y="558"/>
                    <a:pt x="220" y="556"/>
                    <a:pt x="234" y="551"/>
                  </a:cubicBezTo>
                  <a:cubicBezTo>
                    <a:pt x="355" y="551"/>
                    <a:pt x="430" y="430"/>
                    <a:pt x="430" y="271"/>
                  </a:cubicBezTo>
                  <a:cubicBezTo>
                    <a:pt x="392" y="122"/>
                    <a:pt x="318" y="1"/>
                    <a:pt x="196"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8" name="Google Shape;1778;p45"/>
            <p:cNvSpPr/>
            <p:nvPr/>
          </p:nvSpPr>
          <p:spPr>
            <a:xfrm>
              <a:off x="7656694" y="2118874"/>
              <a:ext cx="27157" cy="33728"/>
            </a:xfrm>
            <a:custGeom>
              <a:avLst/>
              <a:gdLst/>
              <a:ahLst/>
              <a:cxnLst/>
              <a:rect l="l" t="t" r="r" b="b"/>
              <a:pathLst>
                <a:path w="467" h="580" extrusionOk="0">
                  <a:moveTo>
                    <a:pt x="196" y="0"/>
                  </a:moveTo>
                  <a:cubicBezTo>
                    <a:pt x="112" y="38"/>
                    <a:pt x="0" y="150"/>
                    <a:pt x="37" y="308"/>
                  </a:cubicBezTo>
                  <a:cubicBezTo>
                    <a:pt x="37" y="467"/>
                    <a:pt x="150" y="579"/>
                    <a:pt x="271" y="579"/>
                  </a:cubicBezTo>
                  <a:cubicBezTo>
                    <a:pt x="346" y="542"/>
                    <a:pt x="467" y="420"/>
                    <a:pt x="430" y="271"/>
                  </a:cubicBezTo>
                  <a:cubicBezTo>
                    <a:pt x="430" y="112"/>
                    <a:pt x="308" y="0"/>
                    <a:pt x="196"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79" name="Google Shape;1779;p45"/>
            <p:cNvSpPr/>
            <p:nvPr/>
          </p:nvSpPr>
          <p:spPr>
            <a:xfrm>
              <a:off x="7457463" y="1798221"/>
              <a:ext cx="376537" cy="217781"/>
            </a:xfrm>
            <a:custGeom>
              <a:avLst/>
              <a:gdLst/>
              <a:ahLst/>
              <a:cxnLst/>
              <a:rect l="l" t="t" r="r" b="b"/>
              <a:pathLst>
                <a:path w="6475" h="3745" extrusionOk="0">
                  <a:moveTo>
                    <a:pt x="4761" y="0"/>
                  </a:moveTo>
                  <a:cubicBezTo>
                    <a:pt x="4278" y="0"/>
                    <a:pt x="3628" y="215"/>
                    <a:pt x="2763" y="763"/>
                  </a:cubicBezTo>
                  <a:cubicBezTo>
                    <a:pt x="234" y="2434"/>
                    <a:pt x="1" y="2864"/>
                    <a:pt x="1130" y="3685"/>
                  </a:cubicBezTo>
                  <a:cubicBezTo>
                    <a:pt x="1130" y="3685"/>
                    <a:pt x="1345" y="3745"/>
                    <a:pt x="1665" y="3745"/>
                  </a:cubicBezTo>
                  <a:cubicBezTo>
                    <a:pt x="2115" y="3745"/>
                    <a:pt x="2775" y="3627"/>
                    <a:pt x="3342" y="3060"/>
                  </a:cubicBezTo>
                  <a:cubicBezTo>
                    <a:pt x="3688" y="2699"/>
                    <a:pt x="4057" y="2591"/>
                    <a:pt x="4403" y="2591"/>
                  </a:cubicBezTo>
                  <a:cubicBezTo>
                    <a:pt x="4925" y="2591"/>
                    <a:pt x="5398" y="2838"/>
                    <a:pt x="5669" y="2838"/>
                  </a:cubicBezTo>
                  <a:cubicBezTo>
                    <a:pt x="5703" y="2838"/>
                    <a:pt x="5733" y="2835"/>
                    <a:pt x="5760" y="2826"/>
                  </a:cubicBezTo>
                  <a:cubicBezTo>
                    <a:pt x="6095" y="2702"/>
                    <a:pt x="6475" y="0"/>
                    <a:pt x="4761"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0" name="Google Shape;1780;p45"/>
            <p:cNvSpPr/>
            <p:nvPr/>
          </p:nvSpPr>
          <p:spPr>
            <a:xfrm>
              <a:off x="7412512" y="1942381"/>
              <a:ext cx="126075" cy="200742"/>
            </a:xfrm>
            <a:custGeom>
              <a:avLst/>
              <a:gdLst/>
              <a:ahLst/>
              <a:cxnLst/>
              <a:rect l="l" t="t" r="r" b="b"/>
              <a:pathLst>
                <a:path w="2168" h="3452" extrusionOk="0">
                  <a:moveTo>
                    <a:pt x="1616" y="1"/>
                  </a:moveTo>
                  <a:cubicBezTo>
                    <a:pt x="1437" y="1"/>
                    <a:pt x="1278" y="151"/>
                    <a:pt x="1278" y="151"/>
                  </a:cubicBezTo>
                  <a:cubicBezTo>
                    <a:pt x="1278" y="151"/>
                    <a:pt x="1275" y="151"/>
                    <a:pt x="1270" y="151"/>
                  </a:cubicBezTo>
                  <a:cubicBezTo>
                    <a:pt x="1166" y="151"/>
                    <a:pt x="1" y="219"/>
                    <a:pt x="848" y="3306"/>
                  </a:cubicBezTo>
                  <a:cubicBezTo>
                    <a:pt x="848" y="3306"/>
                    <a:pt x="1053" y="3452"/>
                    <a:pt x="1297" y="3452"/>
                  </a:cubicBezTo>
                  <a:cubicBezTo>
                    <a:pt x="1683" y="3452"/>
                    <a:pt x="2168" y="3087"/>
                    <a:pt x="2099" y="1206"/>
                  </a:cubicBezTo>
                  <a:cubicBezTo>
                    <a:pt x="2079" y="223"/>
                    <a:pt x="1833" y="1"/>
                    <a:pt x="1616"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1" name="Google Shape;1781;p45"/>
            <p:cNvSpPr/>
            <p:nvPr/>
          </p:nvSpPr>
          <p:spPr>
            <a:xfrm>
              <a:off x="7378202" y="2430979"/>
              <a:ext cx="165095" cy="280121"/>
            </a:xfrm>
            <a:custGeom>
              <a:avLst/>
              <a:gdLst/>
              <a:ahLst/>
              <a:cxnLst/>
              <a:rect l="l" t="t" r="r" b="b"/>
              <a:pathLst>
                <a:path w="2839" h="4817" extrusionOk="0">
                  <a:moveTo>
                    <a:pt x="2838" y="0"/>
                  </a:moveTo>
                  <a:cubicBezTo>
                    <a:pt x="2838" y="0"/>
                    <a:pt x="1718" y="75"/>
                    <a:pt x="1597" y="150"/>
                  </a:cubicBezTo>
                  <a:cubicBezTo>
                    <a:pt x="1597" y="150"/>
                    <a:pt x="589" y="1354"/>
                    <a:pt x="1" y="4817"/>
                  </a:cubicBezTo>
                  <a:lnTo>
                    <a:pt x="2138" y="1046"/>
                  </a:lnTo>
                  <a:cubicBezTo>
                    <a:pt x="2138" y="1046"/>
                    <a:pt x="2297" y="700"/>
                    <a:pt x="2838"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2" name="Google Shape;1782;p45"/>
            <p:cNvSpPr/>
            <p:nvPr/>
          </p:nvSpPr>
          <p:spPr>
            <a:xfrm>
              <a:off x="7383086" y="2408590"/>
              <a:ext cx="390901" cy="682652"/>
            </a:xfrm>
            <a:custGeom>
              <a:avLst/>
              <a:gdLst/>
              <a:ahLst/>
              <a:cxnLst/>
              <a:rect l="l" t="t" r="r" b="b"/>
              <a:pathLst>
                <a:path w="6722" h="11739" extrusionOk="0">
                  <a:moveTo>
                    <a:pt x="2656" y="1"/>
                  </a:moveTo>
                  <a:cubicBezTo>
                    <a:pt x="2101" y="1"/>
                    <a:pt x="1292" y="474"/>
                    <a:pt x="813" y="1897"/>
                  </a:cubicBezTo>
                  <a:cubicBezTo>
                    <a:pt x="813" y="1897"/>
                    <a:pt x="1329" y="810"/>
                    <a:pt x="2091" y="810"/>
                  </a:cubicBezTo>
                  <a:cubicBezTo>
                    <a:pt x="2263" y="810"/>
                    <a:pt x="2448" y="866"/>
                    <a:pt x="2642" y="1001"/>
                  </a:cubicBezTo>
                  <a:cubicBezTo>
                    <a:pt x="3846" y="1823"/>
                    <a:pt x="4939" y="4352"/>
                    <a:pt x="5517" y="8469"/>
                  </a:cubicBezTo>
                  <a:cubicBezTo>
                    <a:pt x="5639" y="9561"/>
                    <a:pt x="5013" y="10606"/>
                    <a:pt x="3968" y="10923"/>
                  </a:cubicBezTo>
                  <a:cubicBezTo>
                    <a:pt x="3667" y="11003"/>
                    <a:pt x="3353" y="11036"/>
                    <a:pt x="3040" y="11036"/>
                  </a:cubicBezTo>
                  <a:cubicBezTo>
                    <a:pt x="1520" y="11036"/>
                    <a:pt x="1" y="10261"/>
                    <a:pt x="1" y="10261"/>
                  </a:cubicBezTo>
                  <a:lnTo>
                    <a:pt x="1" y="11306"/>
                  </a:lnTo>
                  <a:cubicBezTo>
                    <a:pt x="1" y="11306"/>
                    <a:pt x="824" y="11738"/>
                    <a:pt x="2852" y="11738"/>
                  </a:cubicBezTo>
                  <a:cubicBezTo>
                    <a:pt x="3190" y="11738"/>
                    <a:pt x="3561" y="11726"/>
                    <a:pt x="3968" y="11698"/>
                  </a:cubicBezTo>
                  <a:cubicBezTo>
                    <a:pt x="6721" y="11502"/>
                    <a:pt x="6488" y="8861"/>
                    <a:pt x="6488" y="8861"/>
                  </a:cubicBezTo>
                  <a:cubicBezTo>
                    <a:pt x="6488" y="8861"/>
                    <a:pt x="6376" y="1785"/>
                    <a:pt x="2988" y="68"/>
                  </a:cubicBezTo>
                  <a:cubicBezTo>
                    <a:pt x="2895" y="25"/>
                    <a:pt x="2782" y="1"/>
                    <a:pt x="2656"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783" name="Google Shape;1783;p45"/>
            <p:cNvGrpSpPr/>
            <p:nvPr/>
          </p:nvGrpSpPr>
          <p:grpSpPr>
            <a:xfrm>
              <a:off x="7563883" y="2751748"/>
              <a:ext cx="226388" cy="226388"/>
              <a:chOff x="10027483" y="2751748"/>
              <a:chExt cx="226388" cy="226388"/>
            </a:xfrm>
          </p:grpSpPr>
          <p:sp>
            <p:nvSpPr>
              <p:cNvPr id="1784" name="Google Shape;1784;p45"/>
              <p:cNvSpPr/>
              <p:nvPr/>
            </p:nvSpPr>
            <p:spPr>
              <a:xfrm>
                <a:off x="10027483" y="2813099"/>
                <a:ext cx="182948" cy="165037"/>
              </a:xfrm>
              <a:custGeom>
                <a:avLst/>
                <a:gdLst/>
                <a:ahLst/>
                <a:cxnLst/>
                <a:rect l="l" t="t" r="r" b="b"/>
                <a:pathLst>
                  <a:path w="3146" h="2838" extrusionOk="0">
                    <a:moveTo>
                      <a:pt x="1830" y="0"/>
                    </a:moveTo>
                    <a:cubicBezTo>
                      <a:pt x="1792" y="38"/>
                      <a:pt x="1746" y="112"/>
                      <a:pt x="1708" y="150"/>
                    </a:cubicBezTo>
                    <a:cubicBezTo>
                      <a:pt x="1279" y="738"/>
                      <a:pt x="663" y="1130"/>
                      <a:pt x="0" y="1401"/>
                    </a:cubicBezTo>
                    <a:lnTo>
                      <a:pt x="663" y="2838"/>
                    </a:lnTo>
                    <a:cubicBezTo>
                      <a:pt x="1400" y="2483"/>
                      <a:pt x="3108" y="1709"/>
                      <a:pt x="3146" y="1401"/>
                    </a:cubicBezTo>
                    <a:cubicBezTo>
                      <a:pt x="3034" y="504"/>
                      <a:pt x="2334" y="150"/>
                      <a:pt x="1830" y="0"/>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5" name="Google Shape;1785;p45"/>
              <p:cNvSpPr/>
              <p:nvPr/>
            </p:nvSpPr>
            <p:spPr>
              <a:xfrm>
                <a:off x="10087147" y="2751748"/>
                <a:ext cx="78215" cy="129855"/>
              </a:xfrm>
              <a:custGeom>
                <a:avLst/>
                <a:gdLst/>
                <a:ahLst/>
                <a:cxnLst/>
                <a:rect l="l" t="t" r="r" b="b"/>
                <a:pathLst>
                  <a:path w="1345" h="2233" extrusionOk="0">
                    <a:moveTo>
                      <a:pt x="766" y="1"/>
                    </a:moveTo>
                    <a:cubicBezTo>
                      <a:pt x="841" y="271"/>
                      <a:pt x="682" y="663"/>
                      <a:pt x="533" y="1093"/>
                    </a:cubicBezTo>
                    <a:cubicBezTo>
                      <a:pt x="449" y="1326"/>
                      <a:pt x="299" y="1522"/>
                      <a:pt x="178" y="1755"/>
                    </a:cubicBezTo>
                    <a:cubicBezTo>
                      <a:pt x="1" y="1933"/>
                      <a:pt x="175" y="2233"/>
                      <a:pt x="410" y="2233"/>
                    </a:cubicBezTo>
                    <a:cubicBezTo>
                      <a:pt x="435" y="2233"/>
                      <a:pt x="460" y="2229"/>
                      <a:pt x="486" y="2222"/>
                    </a:cubicBezTo>
                    <a:cubicBezTo>
                      <a:pt x="878" y="2101"/>
                      <a:pt x="1149" y="1755"/>
                      <a:pt x="1149" y="1326"/>
                    </a:cubicBezTo>
                    <a:cubicBezTo>
                      <a:pt x="1149" y="1167"/>
                      <a:pt x="1186" y="971"/>
                      <a:pt x="1186" y="971"/>
                    </a:cubicBezTo>
                    <a:cubicBezTo>
                      <a:pt x="1186" y="971"/>
                      <a:pt x="1345" y="505"/>
                      <a:pt x="1074" y="85"/>
                    </a:cubicBezTo>
                    <a:cubicBezTo>
                      <a:pt x="1000" y="1"/>
                      <a:pt x="841" y="1"/>
                      <a:pt x="766" y="1"/>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6" name="Google Shape;1786;p45"/>
              <p:cNvSpPr/>
              <p:nvPr/>
            </p:nvSpPr>
            <p:spPr>
              <a:xfrm>
                <a:off x="10174550" y="2866541"/>
                <a:ext cx="70074" cy="31402"/>
              </a:xfrm>
              <a:custGeom>
                <a:avLst/>
                <a:gdLst/>
                <a:ahLst/>
                <a:cxnLst/>
                <a:rect l="l" t="t" r="r" b="b"/>
                <a:pathLst>
                  <a:path w="1205" h="540" extrusionOk="0">
                    <a:moveTo>
                      <a:pt x="1002" y="0"/>
                    </a:moveTo>
                    <a:cubicBezTo>
                      <a:pt x="977" y="0"/>
                      <a:pt x="954" y="5"/>
                      <a:pt x="934" y="15"/>
                    </a:cubicBezTo>
                    <a:cubicBezTo>
                      <a:pt x="579" y="164"/>
                      <a:pt x="1" y="360"/>
                      <a:pt x="38" y="519"/>
                    </a:cubicBezTo>
                    <a:cubicBezTo>
                      <a:pt x="45" y="533"/>
                      <a:pt x="72" y="539"/>
                      <a:pt x="114" y="539"/>
                    </a:cubicBezTo>
                    <a:cubicBezTo>
                      <a:pt x="291" y="539"/>
                      <a:pt x="736" y="428"/>
                      <a:pt x="1046" y="360"/>
                    </a:cubicBezTo>
                    <a:cubicBezTo>
                      <a:pt x="1167" y="323"/>
                      <a:pt x="1205" y="211"/>
                      <a:pt x="1167" y="89"/>
                    </a:cubicBezTo>
                    <a:cubicBezTo>
                      <a:pt x="1140" y="35"/>
                      <a:pt x="1068" y="0"/>
                      <a:pt x="1002" y="0"/>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7" name="Google Shape;1787;p45"/>
              <p:cNvSpPr/>
              <p:nvPr/>
            </p:nvSpPr>
            <p:spPr>
              <a:xfrm>
                <a:off x="10172399" y="2861656"/>
                <a:ext cx="76587" cy="41579"/>
              </a:xfrm>
              <a:custGeom>
                <a:avLst/>
                <a:gdLst/>
                <a:ahLst/>
                <a:cxnLst/>
                <a:rect l="l" t="t" r="r" b="b"/>
                <a:pathLst>
                  <a:path w="1317" h="715" extrusionOk="0">
                    <a:moveTo>
                      <a:pt x="1046" y="173"/>
                    </a:moveTo>
                    <a:cubicBezTo>
                      <a:pt x="1083" y="173"/>
                      <a:pt x="1083" y="173"/>
                      <a:pt x="1120" y="211"/>
                    </a:cubicBezTo>
                    <a:lnTo>
                      <a:pt x="1120" y="295"/>
                    </a:lnTo>
                    <a:cubicBezTo>
                      <a:pt x="1120" y="332"/>
                      <a:pt x="1083" y="332"/>
                      <a:pt x="1046" y="369"/>
                    </a:cubicBezTo>
                    <a:cubicBezTo>
                      <a:pt x="850" y="407"/>
                      <a:pt x="383" y="528"/>
                      <a:pt x="187" y="528"/>
                    </a:cubicBezTo>
                    <a:cubicBezTo>
                      <a:pt x="271" y="481"/>
                      <a:pt x="542" y="369"/>
                      <a:pt x="700" y="332"/>
                    </a:cubicBezTo>
                    <a:cubicBezTo>
                      <a:pt x="775" y="248"/>
                      <a:pt x="887" y="211"/>
                      <a:pt x="1008" y="173"/>
                    </a:cubicBezTo>
                    <a:close/>
                    <a:moveTo>
                      <a:pt x="1023" y="1"/>
                    </a:moveTo>
                    <a:cubicBezTo>
                      <a:pt x="992" y="1"/>
                      <a:pt x="961" y="6"/>
                      <a:pt x="934" y="15"/>
                    </a:cubicBezTo>
                    <a:cubicBezTo>
                      <a:pt x="850" y="61"/>
                      <a:pt x="738" y="99"/>
                      <a:pt x="616" y="136"/>
                    </a:cubicBezTo>
                    <a:cubicBezTo>
                      <a:pt x="271" y="295"/>
                      <a:pt x="75" y="369"/>
                      <a:pt x="0" y="481"/>
                    </a:cubicBezTo>
                    <a:lnTo>
                      <a:pt x="0" y="603"/>
                    </a:lnTo>
                    <a:cubicBezTo>
                      <a:pt x="38" y="678"/>
                      <a:pt x="75" y="715"/>
                      <a:pt x="187" y="715"/>
                    </a:cubicBezTo>
                    <a:cubicBezTo>
                      <a:pt x="346" y="715"/>
                      <a:pt x="616" y="640"/>
                      <a:pt x="1120" y="528"/>
                    </a:cubicBezTo>
                    <a:cubicBezTo>
                      <a:pt x="1167" y="481"/>
                      <a:pt x="1242" y="444"/>
                      <a:pt x="1279" y="369"/>
                    </a:cubicBezTo>
                    <a:cubicBezTo>
                      <a:pt x="1316" y="295"/>
                      <a:pt x="1316" y="211"/>
                      <a:pt x="1279" y="136"/>
                    </a:cubicBezTo>
                    <a:cubicBezTo>
                      <a:pt x="1223" y="45"/>
                      <a:pt x="1119" y="1"/>
                      <a:pt x="1023" y="1"/>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8" name="Google Shape;1788;p45"/>
              <p:cNvSpPr/>
              <p:nvPr/>
            </p:nvSpPr>
            <p:spPr>
              <a:xfrm>
                <a:off x="10165304" y="2841535"/>
                <a:ext cx="83681" cy="41579"/>
              </a:xfrm>
              <a:custGeom>
                <a:avLst/>
                <a:gdLst/>
                <a:ahLst/>
                <a:cxnLst/>
                <a:rect l="l" t="t" r="r" b="b"/>
                <a:pathLst>
                  <a:path w="1439" h="715" extrusionOk="0">
                    <a:moveTo>
                      <a:pt x="1235" y="1"/>
                    </a:moveTo>
                    <a:cubicBezTo>
                      <a:pt x="1211" y="1"/>
                      <a:pt x="1188" y="5"/>
                      <a:pt x="1168" y="15"/>
                    </a:cubicBezTo>
                    <a:cubicBezTo>
                      <a:pt x="738" y="249"/>
                      <a:pt x="1" y="519"/>
                      <a:pt x="122" y="678"/>
                    </a:cubicBezTo>
                    <a:cubicBezTo>
                      <a:pt x="141" y="704"/>
                      <a:pt x="178" y="715"/>
                      <a:pt x="227" y="715"/>
                    </a:cubicBezTo>
                    <a:cubicBezTo>
                      <a:pt x="465" y="715"/>
                      <a:pt x="1001" y="455"/>
                      <a:pt x="1326" y="323"/>
                    </a:cubicBezTo>
                    <a:cubicBezTo>
                      <a:pt x="1401" y="286"/>
                      <a:pt x="1438" y="174"/>
                      <a:pt x="1401" y="90"/>
                    </a:cubicBezTo>
                    <a:cubicBezTo>
                      <a:pt x="1374" y="35"/>
                      <a:pt x="1301" y="1"/>
                      <a:pt x="1235" y="1"/>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89" name="Google Shape;1789;p45"/>
              <p:cNvSpPr/>
              <p:nvPr/>
            </p:nvSpPr>
            <p:spPr>
              <a:xfrm>
                <a:off x="10165304" y="2837000"/>
                <a:ext cx="88566" cy="50535"/>
              </a:xfrm>
              <a:custGeom>
                <a:avLst/>
                <a:gdLst/>
                <a:ahLst/>
                <a:cxnLst/>
                <a:rect l="l" t="t" r="r" b="b"/>
                <a:pathLst>
                  <a:path w="1523" h="869" extrusionOk="0">
                    <a:moveTo>
                      <a:pt x="1205" y="168"/>
                    </a:moveTo>
                    <a:cubicBezTo>
                      <a:pt x="1242" y="168"/>
                      <a:pt x="1289" y="168"/>
                      <a:pt x="1326" y="205"/>
                    </a:cubicBezTo>
                    <a:lnTo>
                      <a:pt x="1326" y="289"/>
                    </a:lnTo>
                    <a:lnTo>
                      <a:pt x="1289" y="327"/>
                    </a:lnTo>
                    <a:lnTo>
                      <a:pt x="1205" y="364"/>
                    </a:lnTo>
                    <a:cubicBezTo>
                      <a:pt x="972" y="439"/>
                      <a:pt x="356" y="719"/>
                      <a:pt x="197" y="719"/>
                    </a:cubicBezTo>
                    <a:cubicBezTo>
                      <a:pt x="309" y="597"/>
                      <a:pt x="626" y="439"/>
                      <a:pt x="860" y="364"/>
                    </a:cubicBezTo>
                    <a:cubicBezTo>
                      <a:pt x="972" y="289"/>
                      <a:pt x="1093" y="252"/>
                      <a:pt x="1205" y="168"/>
                    </a:cubicBezTo>
                    <a:close/>
                    <a:moveTo>
                      <a:pt x="1225" y="1"/>
                    </a:moveTo>
                    <a:cubicBezTo>
                      <a:pt x="1192" y="1"/>
                      <a:pt x="1159" y="7"/>
                      <a:pt x="1130" y="19"/>
                    </a:cubicBezTo>
                    <a:cubicBezTo>
                      <a:pt x="1009" y="93"/>
                      <a:pt x="897" y="131"/>
                      <a:pt x="776" y="205"/>
                    </a:cubicBezTo>
                    <a:cubicBezTo>
                      <a:pt x="272" y="439"/>
                      <a:pt x="38" y="560"/>
                      <a:pt x="1" y="672"/>
                    </a:cubicBezTo>
                    <a:cubicBezTo>
                      <a:pt x="1" y="719"/>
                      <a:pt x="1" y="756"/>
                      <a:pt x="38" y="793"/>
                    </a:cubicBezTo>
                    <a:cubicBezTo>
                      <a:pt x="76" y="831"/>
                      <a:pt x="160" y="868"/>
                      <a:pt x="234" y="868"/>
                    </a:cubicBezTo>
                    <a:cubicBezTo>
                      <a:pt x="468" y="868"/>
                      <a:pt x="822" y="719"/>
                      <a:pt x="1242" y="523"/>
                    </a:cubicBezTo>
                    <a:lnTo>
                      <a:pt x="1364" y="485"/>
                    </a:lnTo>
                    <a:cubicBezTo>
                      <a:pt x="1401" y="439"/>
                      <a:pt x="1476" y="401"/>
                      <a:pt x="1476" y="327"/>
                    </a:cubicBezTo>
                    <a:cubicBezTo>
                      <a:pt x="1522" y="252"/>
                      <a:pt x="1476" y="205"/>
                      <a:pt x="1476" y="131"/>
                    </a:cubicBezTo>
                    <a:cubicBezTo>
                      <a:pt x="1420" y="48"/>
                      <a:pt x="1319" y="1"/>
                      <a:pt x="1225" y="1"/>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0" name="Google Shape;1790;p45"/>
              <p:cNvSpPr/>
              <p:nvPr/>
            </p:nvSpPr>
            <p:spPr>
              <a:xfrm>
                <a:off x="10147393" y="2813506"/>
                <a:ext cx="99383" cy="52163"/>
              </a:xfrm>
              <a:custGeom>
                <a:avLst/>
                <a:gdLst/>
                <a:ahLst/>
                <a:cxnLst/>
                <a:rect l="l" t="t" r="r" b="b"/>
                <a:pathLst>
                  <a:path w="1709" h="897" extrusionOk="0">
                    <a:moveTo>
                      <a:pt x="1465" y="1"/>
                    </a:moveTo>
                    <a:cubicBezTo>
                      <a:pt x="1430" y="1"/>
                      <a:pt x="1395" y="10"/>
                      <a:pt x="1364" y="31"/>
                    </a:cubicBezTo>
                    <a:cubicBezTo>
                      <a:pt x="813" y="339"/>
                      <a:pt x="1" y="656"/>
                      <a:pt x="113" y="843"/>
                    </a:cubicBezTo>
                    <a:cubicBezTo>
                      <a:pt x="129" y="881"/>
                      <a:pt x="172" y="897"/>
                      <a:pt x="235" y="897"/>
                    </a:cubicBezTo>
                    <a:cubicBezTo>
                      <a:pt x="500" y="897"/>
                      <a:pt x="1113" y="611"/>
                      <a:pt x="1550" y="423"/>
                    </a:cubicBezTo>
                    <a:cubicBezTo>
                      <a:pt x="1672" y="376"/>
                      <a:pt x="1709" y="264"/>
                      <a:pt x="1672" y="143"/>
                    </a:cubicBezTo>
                    <a:cubicBezTo>
                      <a:pt x="1645" y="62"/>
                      <a:pt x="1555" y="1"/>
                      <a:pt x="1465" y="1"/>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1" name="Google Shape;1791;p45"/>
              <p:cNvSpPr/>
              <p:nvPr/>
            </p:nvSpPr>
            <p:spPr>
              <a:xfrm>
                <a:off x="10142508" y="2808912"/>
                <a:ext cx="111362" cy="62863"/>
              </a:xfrm>
              <a:custGeom>
                <a:avLst/>
                <a:gdLst/>
                <a:ahLst/>
                <a:cxnLst/>
                <a:rect l="l" t="t" r="r" b="b"/>
                <a:pathLst>
                  <a:path w="1915" h="1081" extrusionOk="0">
                    <a:moveTo>
                      <a:pt x="1541" y="156"/>
                    </a:moveTo>
                    <a:cubicBezTo>
                      <a:pt x="1560" y="156"/>
                      <a:pt x="1578" y="166"/>
                      <a:pt x="1597" y="184"/>
                    </a:cubicBezTo>
                    <a:cubicBezTo>
                      <a:pt x="1634" y="184"/>
                      <a:pt x="1681" y="222"/>
                      <a:pt x="1681" y="268"/>
                    </a:cubicBezTo>
                    <a:cubicBezTo>
                      <a:pt x="1718" y="343"/>
                      <a:pt x="1681" y="418"/>
                      <a:pt x="1597" y="418"/>
                    </a:cubicBezTo>
                    <a:cubicBezTo>
                      <a:pt x="1485" y="502"/>
                      <a:pt x="1364" y="539"/>
                      <a:pt x="1214" y="576"/>
                    </a:cubicBezTo>
                    <a:cubicBezTo>
                      <a:pt x="959" y="721"/>
                      <a:pt x="455" y="889"/>
                      <a:pt x="312" y="889"/>
                    </a:cubicBezTo>
                    <a:cubicBezTo>
                      <a:pt x="298" y="889"/>
                      <a:pt x="287" y="888"/>
                      <a:pt x="281" y="884"/>
                    </a:cubicBezTo>
                    <a:cubicBezTo>
                      <a:pt x="234" y="810"/>
                      <a:pt x="822" y="502"/>
                      <a:pt x="1093" y="380"/>
                    </a:cubicBezTo>
                    <a:cubicBezTo>
                      <a:pt x="1214" y="306"/>
                      <a:pt x="1364" y="268"/>
                      <a:pt x="1485" y="184"/>
                    </a:cubicBezTo>
                    <a:cubicBezTo>
                      <a:pt x="1504" y="166"/>
                      <a:pt x="1522" y="156"/>
                      <a:pt x="1541" y="156"/>
                    </a:cubicBezTo>
                    <a:close/>
                    <a:moveTo>
                      <a:pt x="1527" y="0"/>
                    </a:moveTo>
                    <a:cubicBezTo>
                      <a:pt x="1483" y="0"/>
                      <a:pt x="1443" y="12"/>
                      <a:pt x="1401" y="35"/>
                    </a:cubicBezTo>
                    <a:cubicBezTo>
                      <a:pt x="1289" y="110"/>
                      <a:pt x="1130" y="147"/>
                      <a:pt x="1018" y="222"/>
                    </a:cubicBezTo>
                    <a:cubicBezTo>
                      <a:pt x="430" y="502"/>
                      <a:pt x="1" y="735"/>
                      <a:pt x="122" y="968"/>
                    </a:cubicBezTo>
                    <a:cubicBezTo>
                      <a:pt x="122" y="1043"/>
                      <a:pt x="197" y="1080"/>
                      <a:pt x="281" y="1080"/>
                    </a:cubicBezTo>
                    <a:cubicBezTo>
                      <a:pt x="468" y="1080"/>
                      <a:pt x="822" y="922"/>
                      <a:pt x="1289" y="735"/>
                    </a:cubicBezTo>
                    <a:cubicBezTo>
                      <a:pt x="1401" y="688"/>
                      <a:pt x="1560" y="651"/>
                      <a:pt x="1681" y="614"/>
                    </a:cubicBezTo>
                    <a:cubicBezTo>
                      <a:pt x="1830" y="539"/>
                      <a:pt x="1914" y="343"/>
                      <a:pt x="1830" y="184"/>
                    </a:cubicBezTo>
                    <a:cubicBezTo>
                      <a:pt x="1793" y="110"/>
                      <a:pt x="1756" y="35"/>
                      <a:pt x="1681" y="35"/>
                    </a:cubicBezTo>
                    <a:cubicBezTo>
                      <a:pt x="1620" y="12"/>
                      <a:pt x="1571" y="0"/>
                      <a:pt x="1527" y="0"/>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2" name="Google Shape;1792;p45"/>
              <p:cNvSpPr/>
              <p:nvPr/>
            </p:nvSpPr>
            <p:spPr>
              <a:xfrm>
                <a:off x="10138205" y="2793327"/>
                <a:ext cx="79262" cy="44545"/>
              </a:xfrm>
              <a:custGeom>
                <a:avLst/>
                <a:gdLst/>
                <a:ahLst/>
                <a:cxnLst/>
                <a:rect l="l" t="t" r="r" b="b"/>
                <a:pathLst>
                  <a:path w="1363" h="766" extrusionOk="0">
                    <a:moveTo>
                      <a:pt x="1108" y="1"/>
                    </a:moveTo>
                    <a:cubicBezTo>
                      <a:pt x="1075" y="1"/>
                      <a:pt x="1041" y="8"/>
                      <a:pt x="1008" y="23"/>
                    </a:cubicBezTo>
                    <a:cubicBezTo>
                      <a:pt x="430" y="340"/>
                      <a:pt x="0" y="648"/>
                      <a:pt x="122" y="723"/>
                    </a:cubicBezTo>
                    <a:cubicBezTo>
                      <a:pt x="149" y="752"/>
                      <a:pt x="201" y="765"/>
                      <a:pt x="271" y="765"/>
                    </a:cubicBezTo>
                    <a:cubicBezTo>
                      <a:pt x="489" y="765"/>
                      <a:pt x="879" y="638"/>
                      <a:pt x="1204" y="490"/>
                    </a:cubicBezTo>
                    <a:cubicBezTo>
                      <a:pt x="1326" y="452"/>
                      <a:pt x="1363" y="378"/>
                      <a:pt x="1363" y="256"/>
                    </a:cubicBezTo>
                    <a:cubicBezTo>
                      <a:pt x="1363" y="108"/>
                      <a:pt x="1239" y="1"/>
                      <a:pt x="1108" y="1"/>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3" name="Google Shape;1793;p45"/>
              <p:cNvSpPr/>
              <p:nvPr/>
            </p:nvSpPr>
            <p:spPr>
              <a:xfrm>
                <a:off x="10138205" y="2788675"/>
                <a:ext cx="85775" cy="53791"/>
              </a:xfrm>
              <a:custGeom>
                <a:avLst/>
                <a:gdLst/>
                <a:ahLst/>
                <a:cxnLst/>
                <a:rect l="l" t="t" r="r" b="b"/>
                <a:pathLst>
                  <a:path w="1475" h="925" extrusionOk="0">
                    <a:moveTo>
                      <a:pt x="1130" y="159"/>
                    </a:moveTo>
                    <a:cubicBezTo>
                      <a:pt x="1158" y="159"/>
                      <a:pt x="1186" y="168"/>
                      <a:pt x="1204" y="187"/>
                    </a:cubicBezTo>
                    <a:cubicBezTo>
                      <a:pt x="1242" y="224"/>
                      <a:pt x="1288" y="262"/>
                      <a:pt x="1288" y="336"/>
                    </a:cubicBezTo>
                    <a:cubicBezTo>
                      <a:pt x="1288" y="420"/>
                      <a:pt x="1242" y="495"/>
                      <a:pt x="1167" y="495"/>
                    </a:cubicBezTo>
                    <a:cubicBezTo>
                      <a:pt x="588" y="728"/>
                      <a:pt x="271" y="766"/>
                      <a:pt x="196" y="766"/>
                    </a:cubicBezTo>
                    <a:cubicBezTo>
                      <a:pt x="234" y="691"/>
                      <a:pt x="504" y="458"/>
                      <a:pt x="1055" y="187"/>
                    </a:cubicBezTo>
                    <a:cubicBezTo>
                      <a:pt x="1074" y="168"/>
                      <a:pt x="1102" y="159"/>
                      <a:pt x="1130" y="159"/>
                    </a:cubicBezTo>
                    <a:close/>
                    <a:moveTo>
                      <a:pt x="1130" y="0"/>
                    </a:moveTo>
                    <a:cubicBezTo>
                      <a:pt x="1071" y="0"/>
                      <a:pt x="1013" y="10"/>
                      <a:pt x="971" y="28"/>
                    </a:cubicBezTo>
                    <a:cubicBezTo>
                      <a:pt x="542" y="262"/>
                      <a:pt x="38" y="570"/>
                      <a:pt x="38" y="766"/>
                    </a:cubicBezTo>
                    <a:cubicBezTo>
                      <a:pt x="0" y="803"/>
                      <a:pt x="38" y="850"/>
                      <a:pt x="75" y="887"/>
                    </a:cubicBezTo>
                    <a:cubicBezTo>
                      <a:pt x="75" y="887"/>
                      <a:pt x="122" y="924"/>
                      <a:pt x="234" y="924"/>
                    </a:cubicBezTo>
                    <a:cubicBezTo>
                      <a:pt x="392" y="924"/>
                      <a:pt x="700" y="887"/>
                      <a:pt x="1242" y="654"/>
                    </a:cubicBezTo>
                    <a:cubicBezTo>
                      <a:pt x="1363" y="616"/>
                      <a:pt x="1475" y="495"/>
                      <a:pt x="1475" y="336"/>
                    </a:cubicBezTo>
                    <a:cubicBezTo>
                      <a:pt x="1475" y="224"/>
                      <a:pt x="1400" y="103"/>
                      <a:pt x="1288" y="28"/>
                    </a:cubicBezTo>
                    <a:cubicBezTo>
                      <a:pt x="1246" y="10"/>
                      <a:pt x="1188" y="0"/>
                      <a:pt x="1130" y="0"/>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794" name="Google Shape;1794;p45"/>
            <p:cNvSpPr/>
            <p:nvPr/>
          </p:nvSpPr>
          <p:spPr>
            <a:xfrm>
              <a:off x="7301673" y="2449122"/>
              <a:ext cx="359382" cy="610834"/>
            </a:xfrm>
            <a:custGeom>
              <a:avLst/>
              <a:gdLst/>
              <a:ahLst/>
              <a:cxnLst/>
              <a:rect l="l" t="t" r="r" b="b"/>
              <a:pathLst>
                <a:path w="6180" h="10504" extrusionOk="0">
                  <a:moveTo>
                    <a:pt x="4271" y="0"/>
                  </a:moveTo>
                  <a:cubicBezTo>
                    <a:pt x="3817" y="0"/>
                    <a:pt x="3370" y="243"/>
                    <a:pt x="3109" y="659"/>
                  </a:cubicBezTo>
                  <a:cubicBezTo>
                    <a:pt x="1" y="5438"/>
                    <a:pt x="701" y="8826"/>
                    <a:pt x="701" y="8826"/>
                  </a:cubicBezTo>
                  <a:cubicBezTo>
                    <a:pt x="850" y="10376"/>
                    <a:pt x="1746" y="10422"/>
                    <a:pt x="1746" y="10422"/>
                  </a:cubicBezTo>
                  <a:cubicBezTo>
                    <a:pt x="1984" y="10478"/>
                    <a:pt x="2223" y="10504"/>
                    <a:pt x="2461" y="10504"/>
                  </a:cubicBezTo>
                  <a:cubicBezTo>
                    <a:pt x="3855" y="10504"/>
                    <a:pt x="5215" y="9629"/>
                    <a:pt x="6180" y="8864"/>
                  </a:cubicBezTo>
                  <a:cubicBezTo>
                    <a:pt x="6105" y="8705"/>
                    <a:pt x="6068" y="8556"/>
                    <a:pt x="6021" y="8360"/>
                  </a:cubicBezTo>
                  <a:cubicBezTo>
                    <a:pt x="5909" y="7809"/>
                    <a:pt x="5750" y="7267"/>
                    <a:pt x="5676" y="6689"/>
                  </a:cubicBezTo>
                  <a:lnTo>
                    <a:pt x="3884" y="7193"/>
                  </a:lnTo>
                  <a:cubicBezTo>
                    <a:pt x="5321" y="4701"/>
                    <a:pt x="5676" y="3422"/>
                    <a:pt x="5834" y="2367"/>
                  </a:cubicBezTo>
                  <a:cubicBezTo>
                    <a:pt x="5834" y="2255"/>
                    <a:pt x="5872" y="2096"/>
                    <a:pt x="5872" y="1975"/>
                  </a:cubicBezTo>
                  <a:cubicBezTo>
                    <a:pt x="5909" y="1004"/>
                    <a:pt x="5442" y="463"/>
                    <a:pt x="4938" y="192"/>
                  </a:cubicBezTo>
                  <a:cubicBezTo>
                    <a:pt x="4729" y="61"/>
                    <a:pt x="4499" y="0"/>
                    <a:pt x="4271"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5" name="Google Shape;1795;p45"/>
            <p:cNvSpPr/>
            <p:nvPr/>
          </p:nvSpPr>
          <p:spPr>
            <a:xfrm>
              <a:off x="7554636" y="2708890"/>
              <a:ext cx="79320" cy="156372"/>
            </a:xfrm>
            <a:custGeom>
              <a:avLst/>
              <a:gdLst/>
              <a:ahLst/>
              <a:cxnLst/>
              <a:rect l="l" t="t" r="r" b="b"/>
              <a:pathLst>
                <a:path w="1364" h="2689" extrusionOk="0">
                  <a:moveTo>
                    <a:pt x="896" y="0"/>
                  </a:moveTo>
                  <a:cubicBezTo>
                    <a:pt x="859" y="0"/>
                    <a:pt x="822" y="0"/>
                    <a:pt x="822" y="38"/>
                  </a:cubicBezTo>
                  <a:cubicBezTo>
                    <a:pt x="784" y="122"/>
                    <a:pt x="0" y="1671"/>
                    <a:pt x="38" y="2492"/>
                  </a:cubicBezTo>
                  <a:cubicBezTo>
                    <a:pt x="38" y="2530"/>
                    <a:pt x="84" y="2604"/>
                    <a:pt x="122" y="2642"/>
                  </a:cubicBezTo>
                  <a:cubicBezTo>
                    <a:pt x="196" y="2688"/>
                    <a:pt x="318" y="2688"/>
                    <a:pt x="430" y="2688"/>
                  </a:cubicBezTo>
                  <a:cubicBezTo>
                    <a:pt x="784" y="2688"/>
                    <a:pt x="1251" y="2567"/>
                    <a:pt x="1326" y="2567"/>
                  </a:cubicBezTo>
                  <a:cubicBezTo>
                    <a:pt x="1363" y="2530"/>
                    <a:pt x="1363" y="2492"/>
                    <a:pt x="1363" y="2492"/>
                  </a:cubicBezTo>
                  <a:cubicBezTo>
                    <a:pt x="1363" y="2455"/>
                    <a:pt x="1326" y="2455"/>
                    <a:pt x="1288" y="2455"/>
                  </a:cubicBezTo>
                  <a:cubicBezTo>
                    <a:pt x="1128" y="2507"/>
                    <a:pt x="763" y="2598"/>
                    <a:pt x="488" y="2598"/>
                  </a:cubicBezTo>
                  <a:cubicBezTo>
                    <a:pt x="364" y="2598"/>
                    <a:pt x="257" y="2579"/>
                    <a:pt x="196" y="2530"/>
                  </a:cubicBezTo>
                  <a:cubicBezTo>
                    <a:pt x="159" y="2530"/>
                    <a:pt x="159" y="2492"/>
                    <a:pt x="159" y="2455"/>
                  </a:cubicBezTo>
                  <a:cubicBezTo>
                    <a:pt x="122" y="1708"/>
                    <a:pt x="896" y="122"/>
                    <a:pt x="934" y="75"/>
                  </a:cubicBezTo>
                  <a:cubicBezTo>
                    <a:pt x="934" y="38"/>
                    <a:pt x="934" y="38"/>
                    <a:pt x="896"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796" name="Google Shape;1796;p45"/>
          <p:cNvGrpSpPr/>
          <p:nvPr/>
        </p:nvGrpSpPr>
        <p:grpSpPr>
          <a:xfrm>
            <a:off x="8100550" y="1798175"/>
            <a:ext cx="1326553" cy="2534787"/>
            <a:chOff x="8100550" y="1798175"/>
            <a:chExt cx="1326553" cy="2534787"/>
          </a:xfrm>
        </p:grpSpPr>
        <p:sp>
          <p:nvSpPr>
            <p:cNvPr id="1797" name="Google Shape;1797;p45"/>
            <p:cNvSpPr/>
            <p:nvPr/>
          </p:nvSpPr>
          <p:spPr>
            <a:xfrm>
              <a:off x="8382262" y="4001446"/>
              <a:ext cx="159778" cy="276560"/>
            </a:xfrm>
            <a:custGeom>
              <a:avLst/>
              <a:gdLst/>
              <a:ahLst/>
              <a:cxnLst/>
              <a:rect l="l" t="t" r="r" b="b"/>
              <a:pathLst>
                <a:path w="2605" h="4509" extrusionOk="0">
                  <a:moveTo>
                    <a:pt x="2408" y="0"/>
                  </a:moveTo>
                  <a:lnTo>
                    <a:pt x="0" y="234"/>
                  </a:lnTo>
                  <a:lnTo>
                    <a:pt x="75" y="3613"/>
                  </a:lnTo>
                  <a:lnTo>
                    <a:pt x="542" y="4434"/>
                  </a:lnTo>
                  <a:lnTo>
                    <a:pt x="2287" y="4509"/>
                  </a:lnTo>
                  <a:lnTo>
                    <a:pt x="2604" y="3687"/>
                  </a:lnTo>
                  <a:cubicBezTo>
                    <a:pt x="2334" y="3575"/>
                    <a:pt x="2408" y="1"/>
                    <a:pt x="2408"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8" name="Google Shape;1798;p45"/>
            <p:cNvSpPr/>
            <p:nvPr/>
          </p:nvSpPr>
          <p:spPr>
            <a:xfrm>
              <a:off x="8382262" y="4213174"/>
              <a:ext cx="333785" cy="119787"/>
            </a:xfrm>
            <a:custGeom>
              <a:avLst/>
              <a:gdLst/>
              <a:ahLst/>
              <a:cxnLst/>
              <a:rect l="l" t="t" r="r" b="b"/>
              <a:pathLst>
                <a:path w="5442" h="1953" extrusionOk="0">
                  <a:moveTo>
                    <a:pt x="52" y="1"/>
                  </a:moveTo>
                  <a:cubicBezTo>
                    <a:pt x="18" y="1"/>
                    <a:pt x="0" y="2"/>
                    <a:pt x="0" y="2"/>
                  </a:cubicBezTo>
                  <a:lnTo>
                    <a:pt x="75" y="1915"/>
                  </a:lnTo>
                  <a:lnTo>
                    <a:pt x="5405" y="1953"/>
                  </a:lnTo>
                  <a:cubicBezTo>
                    <a:pt x="5442" y="1757"/>
                    <a:pt x="5367" y="1290"/>
                    <a:pt x="5171" y="1169"/>
                  </a:cubicBezTo>
                  <a:lnTo>
                    <a:pt x="2567" y="198"/>
                  </a:lnTo>
                  <a:cubicBezTo>
                    <a:pt x="2567" y="198"/>
                    <a:pt x="2408" y="399"/>
                    <a:pt x="2068" y="399"/>
                  </a:cubicBezTo>
                  <a:cubicBezTo>
                    <a:pt x="1955" y="399"/>
                    <a:pt x="1823" y="377"/>
                    <a:pt x="1671" y="319"/>
                  </a:cubicBezTo>
                  <a:cubicBezTo>
                    <a:pt x="769" y="26"/>
                    <a:pt x="217" y="1"/>
                    <a:pt x="52"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799" name="Google Shape;1799;p45"/>
            <p:cNvSpPr/>
            <p:nvPr/>
          </p:nvSpPr>
          <p:spPr>
            <a:xfrm>
              <a:off x="8587182" y="4247031"/>
              <a:ext cx="114574" cy="45327"/>
            </a:xfrm>
            <a:custGeom>
              <a:avLst/>
              <a:gdLst/>
              <a:ahLst/>
              <a:cxnLst/>
              <a:rect l="l" t="t" r="r" b="b"/>
              <a:pathLst>
                <a:path w="1868" h="739" extrusionOk="0">
                  <a:moveTo>
                    <a:pt x="159" y="1"/>
                  </a:moveTo>
                  <a:lnTo>
                    <a:pt x="1" y="738"/>
                  </a:lnTo>
                  <a:lnTo>
                    <a:pt x="1830" y="738"/>
                  </a:lnTo>
                  <a:cubicBezTo>
                    <a:pt x="1868" y="738"/>
                    <a:pt x="1868" y="701"/>
                    <a:pt x="1868" y="701"/>
                  </a:cubicBezTo>
                  <a:lnTo>
                    <a:pt x="159" y="1"/>
                  </a:ln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0" name="Google Shape;1800;p45"/>
            <p:cNvSpPr/>
            <p:nvPr/>
          </p:nvSpPr>
          <p:spPr>
            <a:xfrm>
              <a:off x="8584913" y="4244762"/>
              <a:ext cx="119113" cy="47596"/>
            </a:xfrm>
            <a:custGeom>
              <a:avLst/>
              <a:gdLst/>
              <a:ahLst/>
              <a:cxnLst/>
              <a:rect l="l" t="t" r="r" b="b"/>
              <a:pathLst>
                <a:path w="1942" h="776" extrusionOk="0">
                  <a:moveTo>
                    <a:pt x="234" y="75"/>
                  </a:moveTo>
                  <a:lnTo>
                    <a:pt x="1830" y="738"/>
                  </a:lnTo>
                  <a:lnTo>
                    <a:pt x="75" y="738"/>
                  </a:lnTo>
                  <a:lnTo>
                    <a:pt x="234" y="75"/>
                  </a:lnTo>
                  <a:close/>
                  <a:moveTo>
                    <a:pt x="150" y="0"/>
                  </a:moveTo>
                  <a:lnTo>
                    <a:pt x="0" y="775"/>
                  </a:lnTo>
                  <a:lnTo>
                    <a:pt x="1867" y="775"/>
                  </a:lnTo>
                  <a:cubicBezTo>
                    <a:pt x="1905" y="775"/>
                    <a:pt x="1905" y="775"/>
                    <a:pt x="1905" y="738"/>
                  </a:cubicBezTo>
                  <a:cubicBezTo>
                    <a:pt x="1942" y="738"/>
                    <a:pt x="1905" y="700"/>
                    <a:pt x="1905" y="700"/>
                  </a:cubicBezTo>
                  <a:lnTo>
                    <a:pt x="150" y="0"/>
                  </a:ln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1" name="Google Shape;1801;p45"/>
            <p:cNvSpPr/>
            <p:nvPr/>
          </p:nvSpPr>
          <p:spPr>
            <a:xfrm>
              <a:off x="8382262" y="4213236"/>
              <a:ext cx="28643" cy="79122"/>
            </a:xfrm>
            <a:custGeom>
              <a:avLst/>
              <a:gdLst/>
              <a:ahLst/>
              <a:cxnLst/>
              <a:rect l="l" t="t" r="r" b="b"/>
              <a:pathLst>
                <a:path w="467" h="1290" extrusionOk="0">
                  <a:moveTo>
                    <a:pt x="0" y="1"/>
                  </a:moveTo>
                  <a:lnTo>
                    <a:pt x="75" y="1289"/>
                  </a:lnTo>
                  <a:lnTo>
                    <a:pt x="467" y="1252"/>
                  </a:lnTo>
                  <a:lnTo>
                    <a:pt x="346" y="48"/>
                  </a:lnTo>
                  <a:cubicBezTo>
                    <a:pt x="308" y="48"/>
                    <a:pt x="0" y="1"/>
                    <a:pt x="0" y="1"/>
                  </a:cubicBezTo>
                  <a:close/>
                </a:path>
              </a:pathLst>
            </a:custGeom>
            <a:solidFill>
              <a:srgbClr val="CBD0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2" name="Google Shape;1802;p45"/>
            <p:cNvSpPr/>
            <p:nvPr/>
          </p:nvSpPr>
          <p:spPr>
            <a:xfrm>
              <a:off x="8384531" y="4289966"/>
              <a:ext cx="319494" cy="4661"/>
            </a:xfrm>
            <a:custGeom>
              <a:avLst/>
              <a:gdLst/>
              <a:ahLst/>
              <a:cxnLst/>
              <a:rect l="l" t="t" r="r" b="b"/>
              <a:pathLst>
                <a:path w="5209" h="76" extrusionOk="0">
                  <a:moveTo>
                    <a:pt x="38" y="1"/>
                  </a:moveTo>
                  <a:cubicBezTo>
                    <a:pt x="38" y="1"/>
                    <a:pt x="1" y="1"/>
                    <a:pt x="1" y="38"/>
                  </a:cubicBezTo>
                  <a:lnTo>
                    <a:pt x="38" y="38"/>
                  </a:lnTo>
                  <a:lnTo>
                    <a:pt x="5172" y="75"/>
                  </a:lnTo>
                  <a:cubicBezTo>
                    <a:pt x="5209" y="75"/>
                    <a:pt x="5209" y="38"/>
                    <a:pt x="5209" y="38"/>
                  </a:cubicBezTo>
                  <a:cubicBezTo>
                    <a:pt x="5209" y="38"/>
                    <a:pt x="5209" y="1"/>
                    <a:pt x="5172" y="1"/>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3" name="Google Shape;1803;p45"/>
            <p:cNvSpPr/>
            <p:nvPr/>
          </p:nvSpPr>
          <p:spPr>
            <a:xfrm>
              <a:off x="8288910" y="3059095"/>
              <a:ext cx="357890" cy="1094707"/>
            </a:xfrm>
            <a:custGeom>
              <a:avLst/>
              <a:gdLst/>
              <a:ahLst/>
              <a:cxnLst/>
              <a:rect l="l" t="t" r="r" b="b"/>
              <a:pathLst>
                <a:path w="5835" h="17848" extrusionOk="0">
                  <a:moveTo>
                    <a:pt x="5676" y="1"/>
                  </a:moveTo>
                  <a:lnTo>
                    <a:pt x="1" y="776"/>
                  </a:lnTo>
                  <a:lnTo>
                    <a:pt x="1056" y="8709"/>
                  </a:lnTo>
                  <a:cubicBezTo>
                    <a:pt x="1205" y="9913"/>
                    <a:pt x="1364" y="17577"/>
                    <a:pt x="1364" y="17577"/>
                  </a:cubicBezTo>
                  <a:lnTo>
                    <a:pt x="4089" y="17847"/>
                  </a:lnTo>
                  <a:lnTo>
                    <a:pt x="5489" y="12331"/>
                  </a:lnTo>
                  <a:cubicBezTo>
                    <a:pt x="5722" y="11351"/>
                    <a:pt x="5834" y="10343"/>
                    <a:pt x="5834" y="9335"/>
                  </a:cubicBezTo>
                  <a:lnTo>
                    <a:pt x="5676" y="1"/>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4" name="Google Shape;1804;p45"/>
            <p:cNvSpPr/>
            <p:nvPr/>
          </p:nvSpPr>
          <p:spPr>
            <a:xfrm>
              <a:off x="8288910" y="3060532"/>
              <a:ext cx="357890" cy="1094707"/>
            </a:xfrm>
            <a:custGeom>
              <a:avLst/>
              <a:gdLst/>
              <a:ahLst/>
              <a:cxnLst/>
              <a:rect l="l" t="t" r="r" b="b"/>
              <a:pathLst>
                <a:path w="5835" h="17848" extrusionOk="0">
                  <a:moveTo>
                    <a:pt x="5676" y="1"/>
                  </a:moveTo>
                  <a:lnTo>
                    <a:pt x="1" y="776"/>
                  </a:lnTo>
                  <a:lnTo>
                    <a:pt x="1056" y="8709"/>
                  </a:lnTo>
                  <a:cubicBezTo>
                    <a:pt x="1205" y="9913"/>
                    <a:pt x="1364" y="17577"/>
                    <a:pt x="1364" y="17577"/>
                  </a:cubicBezTo>
                  <a:lnTo>
                    <a:pt x="4089" y="17847"/>
                  </a:lnTo>
                  <a:lnTo>
                    <a:pt x="5489" y="12331"/>
                  </a:lnTo>
                  <a:cubicBezTo>
                    <a:pt x="5722" y="11351"/>
                    <a:pt x="5834" y="10343"/>
                    <a:pt x="5834" y="9335"/>
                  </a:cubicBezTo>
                  <a:lnTo>
                    <a:pt x="5676" y="1"/>
                  </a:ln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5" name="Google Shape;1805;p45"/>
            <p:cNvSpPr/>
            <p:nvPr/>
          </p:nvSpPr>
          <p:spPr>
            <a:xfrm>
              <a:off x="8969054" y="3872642"/>
              <a:ext cx="262268" cy="283429"/>
            </a:xfrm>
            <a:custGeom>
              <a:avLst/>
              <a:gdLst/>
              <a:ahLst/>
              <a:cxnLst/>
              <a:rect l="l" t="t" r="r" b="b"/>
              <a:pathLst>
                <a:path w="4276" h="4621" extrusionOk="0">
                  <a:moveTo>
                    <a:pt x="2017" y="0"/>
                  </a:moveTo>
                  <a:lnTo>
                    <a:pt x="1" y="1316"/>
                  </a:lnTo>
                  <a:lnTo>
                    <a:pt x="1905" y="4117"/>
                  </a:lnTo>
                  <a:lnTo>
                    <a:pt x="2717" y="4621"/>
                  </a:lnTo>
                  <a:lnTo>
                    <a:pt x="4275" y="3921"/>
                  </a:lnTo>
                  <a:lnTo>
                    <a:pt x="4201" y="3071"/>
                  </a:lnTo>
                  <a:cubicBezTo>
                    <a:pt x="3921" y="3071"/>
                    <a:pt x="2017" y="0"/>
                    <a:pt x="2017"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6" name="Google Shape;1806;p45"/>
            <p:cNvSpPr/>
            <p:nvPr/>
          </p:nvSpPr>
          <p:spPr>
            <a:xfrm>
              <a:off x="9078414" y="4039228"/>
              <a:ext cx="348689" cy="183821"/>
            </a:xfrm>
            <a:custGeom>
              <a:avLst/>
              <a:gdLst/>
              <a:ahLst/>
              <a:cxnLst/>
              <a:rect l="l" t="t" r="r" b="b"/>
              <a:pathLst>
                <a:path w="5685" h="2997" extrusionOk="0">
                  <a:moveTo>
                    <a:pt x="5134" y="0"/>
                  </a:moveTo>
                  <a:lnTo>
                    <a:pt x="2334" y="318"/>
                  </a:lnTo>
                  <a:cubicBezTo>
                    <a:pt x="2334" y="318"/>
                    <a:pt x="2296" y="738"/>
                    <a:pt x="1596" y="859"/>
                  </a:cubicBezTo>
                  <a:cubicBezTo>
                    <a:pt x="467" y="1018"/>
                    <a:pt x="0" y="1326"/>
                    <a:pt x="0" y="1326"/>
                  </a:cubicBezTo>
                  <a:lnTo>
                    <a:pt x="934" y="2997"/>
                  </a:lnTo>
                  <a:lnTo>
                    <a:pt x="5685" y="589"/>
                  </a:lnTo>
                  <a:cubicBezTo>
                    <a:pt x="5638" y="392"/>
                    <a:pt x="5330" y="0"/>
                    <a:pt x="5134"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7" name="Google Shape;1807;p45"/>
            <p:cNvSpPr/>
            <p:nvPr/>
          </p:nvSpPr>
          <p:spPr>
            <a:xfrm>
              <a:off x="9283948" y="4041498"/>
              <a:ext cx="114512" cy="55017"/>
            </a:xfrm>
            <a:custGeom>
              <a:avLst/>
              <a:gdLst/>
              <a:ahLst/>
              <a:cxnLst/>
              <a:rect l="l" t="t" r="r" b="b"/>
              <a:pathLst>
                <a:path w="1867" h="897" extrusionOk="0">
                  <a:moveTo>
                    <a:pt x="1820" y="1"/>
                  </a:moveTo>
                  <a:lnTo>
                    <a:pt x="0" y="159"/>
                  </a:lnTo>
                  <a:lnTo>
                    <a:pt x="187" y="897"/>
                  </a:lnTo>
                  <a:lnTo>
                    <a:pt x="1820" y="47"/>
                  </a:lnTo>
                  <a:cubicBezTo>
                    <a:pt x="1867" y="47"/>
                    <a:pt x="1867" y="1"/>
                    <a:pt x="1820" y="1"/>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8" name="Google Shape;1808;p45"/>
            <p:cNvSpPr/>
            <p:nvPr/>
          </p:nvSpPr>
          <p:spPr>
            <a:xfrm>
              <a:off x="9281065" y="4041498"/>
              <a:ext cx="117395" cy="57348"/>
            </a:xfrm>
            <a:custGeom>
              <a:avLst/>
              <a:gdLst/>
              <a:ahLst/>
              <a:cxnLst/>
              <a:rect l="l" t="t" r="r" b="b"/>
              <a:pathLst>
                <a:path w="1914" h="935" extrusionOk="0">
                  <a:moveTo>
                    <a:pt x="1830" y="47"/>
                  </a:moveTo>
                  <a:lnTo>
                    <a:pt x="281" y="860"/>
                  </a:lnTo>
                  <a:lnTo>
                    <a:pt x="85" y="159"/>
                  </a:lnTo>
                  <a:lnTo>
                    <a:pt x="1830" y="47"/>
                  </a:lnTo>
                  <a:close/>
                  <a:moveTo>
                    <a:pt x="1867" y="1"/>
                  </a:moveTo>
                  <a:lnTo>
                    <a:pt x="47" y="122"/>
                  </a:lnTo>
                  <a:lnTo>
                    <a:pt x="1" y="122"/>
                  </a:lnTo>
                  <a:lnTo>
                    <a:pt x="234" y="934"/>
                  </a:lnTo>
                  <a:lnTo>
                    <a:pt x="1914" y="85"/>
                  </a:lnTo>
                  <a:lnTo>
                    <a:pt x="1914" y="47"/>
                  </a:lnTo>
                  <a:cubicBezTo>
                    <a:pt x="1914" y="1"/>
                    <a:pt x="1914" y="1"/>
                    <a:pt x="1867" y="1"/>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09" name="Google Shape;1809;p45"/>
            <p:cNvSpPr/>
            <p:nvPr/>
          </p:nvSpPr>
          <p:spPr>
            <a:xfrm>
              <a:off x="9078414" y="4110806"/>
              <a:ext cx="57287" cy="76730"/>
            </a:xfrm>
            <a:custGeom>
              <a:avLst/>
              <a:gdLst/>
              <a:ahLst/>
              <a:cxnLst/>
              <a:rect l="l" t="t" r="r" b="b"/>
              <a:pathLst>
                <a:path w="934" h="1251" extrusionOk="0">
                  <a:moveTo>
                    <a:pt x="318" y="0"/>
                  </a:moveTo>
                  <a:cubicBezTo>
                    <a:pt x="271" y="0"/>
                    <a:pt x="0" y="159"/>
                    <a:pt x="0" y="159"/>
                  </a:cubicBezTo>
                  <a:lnTo>
                    <a:pt x="626" y="1251"/>
                  </a:lnTo>
                  <a:lnTo>
                    <a:pt x="934" y="1055"/>
                  </a:lnTo>
                  <a:lnTo>
                    <a:pt x="318" y="0"/>
                  </a:lnTo>
                  <a:close/>
                </a:path>
              </a:pathLst>
            </a:custGeom>
            <a:solidFill>
              <a:srgbClr val="CBD0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0" name="Google Shape;1810;p45"/>
            <p:cNvSpPr/>
            <p:nvPr/>
          </p:nvSpPr>
          <p:spPr>
            <a:xfrm>
              <a:off x="9116749" y="4041498"/>
              <a:ext cx="284042" cy="146039"/>
            </a:xfrm>
            <a:custGeom>
              <a:avLst/>
              <a:gdLst/>
              <a:ahLst/>
              <a:cxnLst/>
              <a:rect l="l" t="t" r="r" b="b"/>
              <a:pathLst>
                <a:path w="4631" h="2381" extrusionOk="0">
                  <a:moveTo>
                    <a:pt x="4593" y="1"/>
                  </a:moveTo>
                  <a:lnTo>
                    <a:pt x="1" y="2334"/>
                  </a:lnTo>
                  <a:lnTo>
                    <a:pt x="1" y="2381"/>
                  </a:lnTo>
                  <a:lnTo>
                    <a:pt x="38" y="2381"/>
                  </a:lnTo>
                  <a:lnTo>
                    <a:pt x="4630" y="85"/>
                  </a:lnTo>
                  <a:lnTo>
                    <a:pt x="4630" y="47"/>
                  </a:lnTo>
                  <a:lnTo>
                    <a:pt x="4593" y="1"/>
                  </a:ln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1" name="Google Shape;1811;p45"/>
            <p:cNvSpPr/>
            <p:nvPr/>
          </p:nvSpPr>
          <p:spPr>
            <a:xfrm>
              <a:off x="8284371" y="3118651"/>
              <a:ext cx="901747" cy="925790"/>
            </a:xfrm>
            <a:custGeom>
              <a:avLst/>
              <a:gdLst/>
              <a:ahLst/>
              <a:cxnLst/>
              <a:rect l="l" t="t" r="r" b="b"/>
              <a:pathLst>
                <a:path w="14702" h="15094" extrusionOk="0">
                  <a:moveTo>
                    <a:pt x="6842" y="1"/>
                  </a:moveTo>
                  <a:lnTo>
                    <a:pt x="504" y="234"/>
                  </a:lnTo>
                  <a:lnTo>
                    <a:pt x="0" y="271"/>
                  </a:lnTo>
                  <a:cubicBezTo>
                    <a:pt x="345" y="2642"/>
                    <a:pt x="971" y="4359"/>
                    <a:pt x="2763" y="5946"/>
                  </a:cubicBezTo>
                  <a:lnTo>
                    <a:pt x="6534" y="8830"/>
                  </a:lnTo>
                  <a:cubicBezTo>
                    <a:pt x="7309" y="9530"/>
                    <a:pt x="8009" y="10268"/>
                    <a:pt x="8634" y="11127"/>
                  </a:cubicBezTo>
                  <a:lnTo>
                    <a:pt x="11705" y="15093"/>
                  </a:lnTo>
                  <a:lnTo>
                    <a:pt x="14701" y="13647"/>
                  </a:lnTo>
                  <a:lnTo>
                    <a:pt x="12676" y="8980"/>
                  </a:lnTo>
                  <a:cubicBezTo>
                    <a:pt x="11976" y="7430"/>
                    <a:pt x="11164" y="5946"/>
                    <a:pt x="10146" y="4546"/>
                  </a:cubicBezTo>
                  <a:lnTo>
                    <a:pt x="6842" y="1"/>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2" name="Google Shape;1812;p45"/>
            <p:cNvSpPr/>
            <p:nvPr/>
          </p:nvSpPr>
          <p:spPr>
            <a:xfrm>
              <a:off x="8184375" y="1798175"/>
              <a:ext cx="660524" cy="728222"/>
            </a:xfrm>
            <a:custGeom>
              <a:avLst/>
              <a:gdLst/>
              <a:ahLst/>
              <a:cxnLst/>
              <a:rect l="l" t="t" r="r" b="b"/>
              <a:pathLst>
                <a:path w="9530" h="8659" extrusionOk="0">
                  <a:moveTo>
                    <a:pt x="5306" y="0"/>
                  </a:moveTo>
                  <a:cubicBezTo>
                    <a:pt x="5185" y="0"/>
                    <a:pt x="5062" y="8"/>
                    <a:pt x="4938" y="24"/>
                  </a:cubicBezTo>
                  <a:cubicBezTo>
                    <a:pt x="2455" y="332"/>
                    <a:pt x="1092" y="2899"/>
                    <a:pt x="1092" y="2899"/>
                  </a:cubicBezTo>
                  <a:cubicBezTo>
                    <a:pt x="0" y="4925"/>
                    <a:pt x="1671" y="8658"/>
                    <a:pt x="1671" y="8658"/>
                  </a:cubicBezTo>
                  <a:lnTo>
                    <a:pt x="8755" y="8191"/>
                  </a:lnTo>
                  <a:cubicBezTo>
                    <a:pt x="8755" y="8191"/>
                    <a:pt x="9222" y="6903"/>
                    <a:pt x="9371" y="5429"/>
                  </a:cubicBezTo>
                  <a:cubicBezTo>
                    <a:pt x="9530" y="3636"/>
                    <a:pt x="8830" y="1891"/>
                    <a:pt x="7355" y="762"/>
                  </a:cubicBezTo>
                  <a:cubicBezTo>
                    <a:pt x="6781" y="325"/>
                    <a:pt x="6088" y="0"/>
                    <a:pt x="5306"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3" name="Google Shape;1813;p45"/>
            <p:cNvSpPr/>
            <p:nvPr/>
          </p:nvSpPr>
          <p:spPr>
            <a:xfrm>
              <a:off x="8100550" y="2428142"/>
              <a:ext cx="288643" cy="511411"/>
            </a:xfrm>
            <a:custGeom>
              <a:avLst/>
              <a:gdLst/>
              <a:ahLst/>
              <a:cxnLst/>
              <a:rect l="l" t="t" r="r" b="b"/>
              <a:pathLst>
                <a:path w="4706" h="8338" extrusionOk="0">
                  <a:moveTo>
                    <a:pt x="4199" y="1"/>
                  </a:moveTo>
                  <a:cubicBezTo>
                    <a:pt x="3200" y="1"/>
                    <a:pt x="1029" y="208"/>
                    <a:pt x="580" y="1962"/>
                  </a:cubicBezTo>
                  <a:cubicBezTo>
                    <a:pt x="346" y="2895"/>
                    <a:pt x="76" y="3987"/>
                    <a:pt x="38" y="5425"/>
                  </a:cubicBezTo>
                  <a:cubicBezTo>
                    <a:pt x="1" y="6433"/>
                    <a:pt x="468" y="7992"/>
                    <a:pt x="2026" y="8337"/>
                  </a:cubicBezTo>
                  <a:lnTo>
                    <a:pt x="3426" y="7796"/>
                  </a:lnTo>
                  <a:lnTo>
                    <a:pt x="4705" y="21"/>
                  </a:lnTo>
                  <a:cubicBezTo>
                    <a:pt x="4705" y="21"/>
                    <a:pt x="4508" y="1"/>
                    <a:pt x="4199" y="1"/>
                  </a:cubicBezTo>
                  <a:close/>
                </a:path>
              </a:pathLst>
            </a:custGeom>
            <a:solidFill>
              <a:srgbClr val="FFAE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4" name="Google Shape;1814;p45"/>
            <p:cNvSpPr/>
            <p:nvPr/>
          </p:nvSpPr>
          <p:spPr>
            <a:xfrm>
              <a:off x="8107420" y="2374719"/>
              <a:ext cx="262882" cy="331209"/>
            </a:xfrm>
            <a:custGeom>
              <a:avLst/>
              <a:gdLst/>
              <a:ahLst/>
              <a:cxnLst/>
              <a:rect l="l" t="t" r="r" b="b"/>
              <a:pathLst>
                <a:path w="4286" h="5400" extrusionOk="0">
                  <a:moveTo>
                    <a:pt x="3569" y="0"/>
                  </a:moveTo>
                  <a:cubicBezTo>
                    <a:pt x="3047" y="0"/>
                    <a:pt x="2506" y="190"/>
                    <a:pt x="1952" y="266"/>
                  </a:cubicBezTo>
                  <a:cubicBezTo>
                    <a:pt x="701" y="499"/>
                    <a:pt x="1" y="4158"/>
                    <a:pt x="122" y="4588"/>
                  </a:cubicBezTo>
                  <a:cubicBezTo>
                    <a:pt x="229" y="4988"/>
                    <a:pt x="390" y="5399"/>
                    <a:pt x="641" y="5399"/>
                  </a:cubicBezTo>
                  <a:cubicBezTo>
                    <a:pt x="852" y="5399"/>
                    <a:pt x="1126" y="5107"/>
                    <a:pt x="1485" y="4270"/>
                  </a:cubicBezTo>
                  <a:cubicBezTo>
                    <a:pt x="1914" y="3300"/>
                    <a:pt x="3314" y="770"/>
                    <a:pt x="3314" y="770"/>
                  </a:cubicBezTo>
                  <a:lnTo>
                    <a:pt x="4285" y="154"/>
                  </a:lnTo>
                  <a:cubicBezTo>
                    <a:pt x="4051" y="41"/>
                    <a:pt x="3812" y="0"/>
                    <a:pt x="3569"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5" name="Google Shape;1815;p45"/>
            <p:cNvSpPr/>
            <p:nvPr/>
          </p:nvSpPr>
          <p:spPr>
            <a:xfrm>
              <a:off x="8572891" y="2337795"/>
              <a:ext cx="272021" cy="633223"/>
            </a:xfrm>
            <a:custGeom>
              <a:avLst/>
              <a:gdLst/>
              <a:ahLst/>
              <a:cxnLst/>
              <a:rect l="l" t="t" r="r" b="b"/>
              <a:pathLst>
                <a:path w="4435" h="10324" extrusionOk="0">
                  <a:moveTo>
                    <a:pt x="989" y="1"/>
                  </a:moveTo>
                  <a:cubicBezTo>
                    <a:pt x="959" y="1"/>
                    <a:pt x="928" y="3"/>
                    <a:pt x="896" y="9"/>
                  </a:cubicBezTo>
                  <a:cubicBezTo>
                    <a:pt x="738" y="9"/>
                    <a:pt x="663" y="56"/>
                    <a:pt x="663" y="56"/>
                  </a:cubicBezTo>
                  <a:lnTo>
                    <a:pt x="579" y="93"/>
                  </a:lnTo>
                  <a:cubicBezTo>
                    <a:pt x="0" y="868"/>
                    <a:pt x="4434" y="10323"/>
                    <a:pt x="4434" y="10323"/>
                  </a:cubicBezTo>
                  <a:cubicBezTo>
                    <a:pt x="4434" y="10323"/>
                    <a:pt x="4163" y="7169"/>
                    <a:pt x="4126" y="6935"/>
                  </a:cubicBezTo>
                  <a:cubicBezTo>
                    <a:pt x="3501" y="2576"/>
                    <a:pt x="1867" y="672"/>
                    <a:pt x="1401" y="205"/>
                  </a:cubicBezTo>
                  <a:cubicBezTo>
                    <a:pt x="1299" y="80"/>
                    <a:pt x="1150" y="1"/>
                    <a:pt x="989" y="1"/>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6" name="Google Shape;1816;p45"/>
            <p:cNvSpPr/>
            <p:nvPr/>
          </p:nvSpPr>
          <p:spPr>
            <a:xfrm>
              <a:off x="8448627" y="2276522"/>
              <a:ext cx="188421" cy="198112"/>
            </a:xfrm>
            <a:custGeom>
              <a:avLst/>
              <a:gdLst/>
              <a:ahLst/>
              <a:cxnLst/>
              <a:rect l="l" t="t" r="r" b="b"/>
              <a:pathLst>
                <a:path w="3072" h="3230" extrusionOk="0">
                  <a:moveTo>
                    <a:pt x="505" y="0"/>
                  </a:moveTo>
                  <a:lnTo>
                    <a:pt x="318" y="1167"/>
                  </a:lnTo>
                  <a:lnTo>
                    <a:pt x="1" y="2838"/>
                  </a:lnTo>
                  <a:lnTo>
                    <a:pt x="2922" y="3230"/>
                  </a:lnTo>
                  <a:lnTo>
                    <a:pt x="3072" y="75"/>
                  </a:lnTo>
                  <a:lnTo>
                    <a:pt x="505" y="0"/>
                  </a:ln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7" name="Google Shape;1817;p45"/>
            <p:cNvSpPr/>
            <p:nvPr/>
          </p:nvSpPr>
          <p:spPr>
            <a:xfrm>
              <a:off x="8462979" y="2276522"/>
              <a:ext cx="174069" cy="88200"/>
            </a:xfrm>
            <a:custGeom>
              <a:avLst/>
              <a:gdLst/>
              <a:ahLst/>
              <a:cxnLst/>
              <a:rect l="l" t="t" r="r" b="b"/>
              <a:pathLst>
                <a:path w="2838" h="1438" extrusionOk="0">
                  <a:moveTo>
                    <a:pt x="271" y="0"/>
                  </a:moveTo>
                  <a:lnTo>
                    <a:pt x="84" y="1167"/>
                  </a:lnTo>
                  <a:lnTo>
                    <a:pt x="0" y="1438"/>
                  </a:lnTo>
                  <a:cubicBezTo>
                    <a:pt x="2371" y="1130"/>
                    <a:pt x="2838" y="75"/>
                    <a:pt x="2838" y="75"/>
                  </a:cubicBezTo>
                  <a:lnTo>
                    <a:pt x="271" y="0"/>
                  </a:ln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8" name="Google Shape;1818;p45"/>
            <p:cNvSpPr/>
            <p:nvPr/>
          </p:nvSpPr>
          <p:spPr>
            <a:xfrm>
              <a:off x="8150354" y="2407656"/>
              <a:ext cx="286312" cy="448850"/>
            </a:xfrm>
            <a:custGeom>
              <a:avLst/>
              <a:gdLst/>
              <a:ahLst/>
              <a:cxnLst/>
              <a:rect l="l" t="t" r="r" b="b"/>
              <a:pathLst>
                <a:path w="4668" h="7318" extrusionOk="0">
                  <a:moveTo>
                    <a:pt x="3282" y="0"/>
                  </a:moveTo>
                  <a:cubicBezTo>
                    <a:pt x="1887" y="0"/>
                    <a:pt x="1252" y="1400"/>
                    <a:pt x="1252" y="1400"/>
                  </a:cubicBezTo>
                  <a:cubicBezTo>
                    <a:pt x="318" y="2996"/>
                    <a:pt x="1" y="6926"/>
                    <a:pt x="1" y="6926"/>
                  </a:cubicBezTo>
                  <a:lnTo>
                    <a:pt x="3231" y="7318"/>
                  </a:lnTo>
                  <a:cubicBezTo>
                    <a:pt x="3968" y="6422"/>
                    <a:pt x="4668" y="6338"/>
                    <a:pt x="4668" y="6338"/>
                  </a:cubicBezTo>
                  <a:lnTo>
                    <a:pt x="4397" y="270"/>
                  </a:lnTo>
                  <a:cubicBezTo>
                    <a:pt x="3982" y="78"/>
                    <a:pt x="3611" y="0"/>
                    <a:pt x="3282" y="0"/>
                  </a:cubicBezTo>
                  <a:close/>
                </a:path>
              </a:pathLst>
            </a:custGeom>
            <a:solidFill>
              <a:srgbClr val="FD7D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19" name="Google Shape;1819;p45"/>
            <p:cNvSpPr/>
            <p:nvPr/>
          </p:nvSpPr>
          <p:spPr>
            <a:xfrm>
              <a:off x="8254317" y="2882205"/>
              <a:ext cx="244788" cy="233257"/>
            </a:xfrm>
            <a:custGeom>
              <a:avLst/>
              <a:gdLst/>
              <a:ahLst/>
              <a:cxnLst/>
              <a:rect l="l" t="t" r="r" b="b"/>
              <a:pathLst>
                <a:path w="3991" h="3803" extrusionOk="0">
                  <a:moveTo>
                    <a:pt x="761" y="1"/>
                  </a:moveTo>
                  <a:lnTo>
                    <a:pt x="761" y="1"/>
                  </a:lnTo>
                  <a:cubicBezTo>
                    <a:pt x="761" y="1"/>
                    <a:pt x="1" y="3802"/>
                    <a:pt x="2913" y="3802"/>
                  </a:cubicBezTo>
                  <a:cubicBezTo>
                    <a:pt x="3227" y="3802"/>
                    <a:pt x="3585" y="3758"/>
                    <a:pt x="3990" y="3660"/>
                  </a:cubicBezTo>
                  <a:cubicBezTo>
                    <a:pt x="3990" y="3660"/>
                    <a:pt x="1423" y="3622"/>
                    <a:pt x="1573" y="159"/>
                  </a:cubicBezTo>
                  <a:lnTo>
                    <a:pt x="761" y="1"/>
                  </a:lnTo>
                  <a:close/>
                </a:path>
              </a:pathLst>
            </a:custGeom>
            <a:solidFill>
              <a:srgbClr val="2741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0" name="Google Shape;1820;p45"/>
            <p:cNvSpPr/>
            <p:nvPr/>
          </p:nvSpPr>
          <p:spPr>
            <a:xfrm>
              <a:off x="8355888" y="2784866"/>
              <a:ext cx="97952" cy="57348"/>
            </a:xfrm>
            <a:custGeom>
              <a:avLst/>
              <a:gdLst/>
              <a:ahLst/>
              <a:cxnLst/>
              <a:rect l="l" t="t" r="r" b="b"/>
              <a:pathLst>
                <a:path w="1597" h="935" extrusionOk="0">
                  <a:moveTo>
                    <a:pt x="1476" y="1"/>
                  </a:moveTo>
                  <a:cubicBezTo>
                    <a:pt x="1317" y="1"/>
                    <a:pt x="1168" y="38"/>
                    <a:pt x="1046" y="76"/>
                  </a:cubicBezTo>
                  <a:cubicBezTo>
                    <a:pt x="897" y="113"/>
                    <a:pt x="776" y="150"/>
                    <a:pt x="617" y="234"/>
                  </a:cubicBezTo>
                  <a:cubicBezTo>
                    <a:pt x="505" y="309"/>
                    <a:pt x="384" y="384"/>
                    <a:pt x="272" y="505"/>
                  </a:cubicBezTo>
                  <a:cubicBezTo>
                    <a:pt x="150" y="580"/>
                    <a:pt x="76" y="738"/>
                    <a:pt x="1" y="850"/>
                  </a:cubicBezTo>
                  <a:lnTo>
                    <a:pt x="1" y="934"/>
                  </a:lnTo>
                  <a:cubicBezTo>
                    <a:pt x="38" y="934"/>
                    <a:pt x="76" y="934"/>
                    <a:pt x="76" y="888"/>
                  </a:cubicBezTo>
                  <a:cubicBezTo>
                    <a:pt x="150" y="776"/>
                    <a:pt x="234" y="654"/>
                    <a:pt x="346" y="580"/>
                  </a:cubicBezTo>
                  <a:cubicBezTo>
                    <a:pt x="468" y="505"/>
                    <a:pt x="580" y="421"/>
                    <a:pt x="701" y="346"/>
                  </a:cubicBezTo>
                  <a:cubicBezTo>
                    <a:pt x="813" y="309"/>
                    <a:pt x="934" y="272"/>
                    <a:pt x="1084" y="234"/>
                  </a:cubicBezTo>
                  <a:cubicBezTo>
                    <a:pt x="1205" y="188"/>
                    <a:pt x="1364" y="188"/>
                    <a:pt x="1476" y="188"/>
                  </a:cubicBezTo>
                  <a:cubicBezTo>
                    <a:pt x="1550" y="188"/>
                    <a:pt x="1597" y="150"/>
                    <a:pt x="1597" y="76"/>
                  </a:cubicBezTo>
                  <a:cubicBezTo>
                    <a:pt x="1597" y="38"/>
                    <a:pt x="1513" y="1"/>
                    <a:pt x="1476" y="1"/>
                  </a:cubicBezTo>
                  <a:close/>
                </a:path>
              </a:pathLst>
            </a:custGeom>
            <a:solidFill>
              <a:srgbClr val="415C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1" name="Google Shape;1821;p45"/>
            <p:cNvSpPr/>
            <p:nvPr/>
          </p:nvSpPr>
          <p:spPr>
            <a:xfrm>
              <a:off x="8114903" y="2369444"/>
              <a:ext cx="300603" cy="608443"/>
            </a:xfrm>
            <a:custGeom>
              <a:avLst/>
              <a:gdLst/>
              <a:ahLst/>
              <a:cxnLst/>
              <a:rect l="l" t="t" r="r" b="b"/>
              <a:pathLst>
                <a:path w="4901" h="9920" extrusionOk="0">
                  <a:moveTo>
                    <a:pt x="3746" y="0"/>
                  </a:moveTo>
                  <a:cubicBezTo>
                    <a:pt x="2727" y="0"/>
                    <a:pt x="1312" y="659"/>
                    <a:pt x="700" y="4011"/>
                  </a:cubicBezTo>
                  <a:cubicBezTo>
                    <a:pt x="700" y="4011"/>
                    <a:pt x="234" y="5486"/>
                    <a:pt x="75" y="7082"/>
                  </a:cubicBezTo>
                  <a:cubicBezTo>
                    <a:pt x="0" y="8211"/>
                    <a:pt x="775" y="9257"/>
                    <a:pt x="1904" y="9453"/>
                  </a:cubicBezTo>
                  <a:lnTo>
                    <a:pt x="4359" y="9919"/>
                  </a:lnTo>
                  <a:lnTo>
                    <a:pt x="4901" y="277"/>
                  </a:lnTo>
                  <a:cubicBezTo>
                    <a:pt x="4901" y="277"/>
                    <a:pt x="4406" y="0"/>
                    <a:pt x="3746"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2" name="Google Shape;1822;p45"/>
            <p:cNvSpPr/>
            <p:nvPr/>
          </p:nvSpPr>
          <p:spPr>
            <a:xfrm>
              <a:off x="8255728" y="2348100"/>
              <a:ext cx="624636" cy="970933"/>
            </a:xfrm>
            <a:custGeom>
              <a:avLst/>
              <a:gdLst/>
              <a:ahLst/>
              <a:cxnLst/>
              <a:rect l="l" t="t" r="r" b="b"/>
              <a:pathLst>
                <a:path w="10184" h="15830" extrusionOk="0">
                  <a:moveTo>
                    <a:pt x="3379" y="0"/>
                  </a:moveTo>
                  <a:cubicBezTo>
                    <a:pt x="0" y="4275"/>
                    <a:pt x="430" y="13338"/>
                    <a:pt x="430" y="13338"/>
                  </a:cubicBezTo>
                  <a:cubicBezTo>
                    <a:pt x="308" y="15634"/>
                    <a:pt x="4667" y="15709"/>
                    <a:pt x="4667" y="15709"/>
                  </a:cubicBezTo>
                  <a:cubicBezTo>
                    <a:pt x="5379" y="15791"/>
                    <a:pt x="5987" y="15829"/>
                    <a:pt x="6508" y="15829"/>
                  </a:cubicBezTo>
                  <a:cubicBezTo>
                    <a:pt x="9230" y="15829"/>
                    <a:pt x="9542" y="14792"/>
                    <a:pt x="9605" y="13656"/>
                  </a:cubicBezTo>
                  <a:cubicBezTo>
                    <a:pt x="10184" y="5096"/>
                    <a:pt x="6142" y="429"/>
                    <a:pt x="6142" y="429"/>
                  </a:cubicBezTo>
                  <a:cubicBezTo>
                    <a:pt x="6038" y="730"/>
                    <a:pt x="5794" y="840"/>
                    <a:pt x="5491" y="840"/>
                  </a:cubicBezTo>
                  <a:cubicBezTo>
                    <a:pt x="4657" y="840"/>
                    <a:pt x="3379" y="0"/>
                    <a:pt x="3379"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3" name="Google Shape;1823;p45"/>
            <p:cNvSpPr/>
            <p:nvPr/>
          </p:nvSpPr>
          <p:spPr>
            <a:xfrm>
              <a:off x="8282041" y="2384165"/>
              <a:ext cx="166647" cy="281160"/>
            </a:xfrm>
            <a:custGeom>
              <a:avLst/>
              <a:gdLst/>
              <a:ahLst/>
              <a:cxnLst/>
              <a:rect l="l" t="t" r="r" b="b"/>
              <a:pathLst>
                <a:path w="2717" h="4584" extrusionOk="0">
                  <a:moveTo>
                    <a:pt x="2717" y="0"/>
                  </a:moveTo>
                  <a:lnTo>
                    <a:pt x="2717" y="0"/>
                  </a:lnTo>
                  <a:cubicBezTo>
                    <a:pt x="2717" y="0"/>
                    <a:pt x="1634" y="37"/>
                    <a:pt x="1513" y="149"/>
                  </a:cubicBezTo>
                  <a:cubicBezTo>
                    <a:pt x="1513" y="149"/>
                    <a:pt x="542" y="1279"/>
                    <a:pt x="1" y="4583"/>
                  </a:cubicBezTo>
                  <a:lnTo>
                    <a:pt x="2017" y="971"/>
                  </a:lnTo>
                  <a:cubicBezTo>
                    <a:pt x="2017" y="971"/>
                    <a:pt x="2176" y="653"/>
                    <a:pt x="2717" y="0"/>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4" name="Google Shape;1824;p45"/>
            <p:cNvSpPr/>
            <p:nvPr/>
          </p:nvSpPr>
          <p:spPr>
            <a:xfrm>
              <a:off x="8150354" y="2364660"/>
              <a:ext cx="222217" cy="553671"/>
            </a:xfrm>
            <a:custGeom>
              <a:avLst/>
              <a:gdLst/>
              <a:ahLst/>
              <a:cxnLst/>
              <a:rect l="l" t="t" r="r" b="b"/>
              <a:pathLst>
                <a:path w="3623" h="9027" extrusionOk="0">
                  <a:moveTo>
                    <a:pt x="3548" y="1"/>
                  </a:moveTo>
                  <a:cubicBezTo>
                    <a:pt x="3464" y="1"/>
                    <a:pt x="2185" y="197"/>
                    <a:pt x="1522" y="1830"/>
                  </a:cubicBezTo>
                  <a:cubicBezTo>
                    <a:pt x="981" y="3156"/>
                    <a:pt x="1" y="6385"/>
                    <a:pt x="197" y="8989"/>
                  </a:cubicBezTo>
                  <a:cubicBezTo>
                    <a:pt x="197" y="9027"/>
                    <a:pt x="234" y="9027"/>
                    <a:pt x="281" y="9027"/>
                  </a:cubicBezTo>
                  <a:cubicBezTo>
                    <a:pt x="356" y="9027"/>
                    <a:pt x="356" y="8989"/>
                    <a:pt x="356" y="8952"/>
                  </a:cubicBezTo>
                  <a:cubicBezTo>
                    <a:pt x="160" y="6423"/>
                    <a:pt x="1130" y="3230"/>
                    <a:pt x="1681" y="1868"/>
                  </a:cubicBezTo>
                  <a:cubicBezTo>
                    <a:pt x="2297" y="355"/>
                    <a:pt x="3548" y="159"/>
                    <a:pt x="3548" y="159"/>
                  </a:cubicBezTo>
                  <a:cubicBezTo>
                    <a:pt x="3623" y="159"/>
                    <a:pt x="3623" y="122"/>
                    <a:pt x="3623" y="85"/>
                  </a:cubicBezTo>
                  <a:cubicBezTo>
                    <a:pt x="3623" y="38"/>
                    <a:pt x="3585" y="1"/>
                    <a:pt x="3548"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5" name="Google Shape;1825;p45"/>
            <p:cNvSpPr/>
            <p:nvPr/>
          </p:nvSpPr>
          <p:spPr>
            <a:xfrm>
              <a:off x="8358219" y="1871404"/>
              <a:ext cx="424806" cy="437687"/>
            </a:xfrm>
            <a:custGeom>
              <a:avLst/>
              <a:gdLst/>
              <a:ahLst/>
              <a:cxnLst/>
              <a:rect l="l" t="t" r="r" b="b"/>
              <a:pathLst>
                <a:path w="6926" h="7136" extrusionOk="0">
                  <a:moveTo>
                    <a:pt x="3401" y="1"/>
                  </a:moveTo>
                  <a:cubicBezTo>
                    <a:pt x="3255" y="1"/>
                    <a:pt x="3108" y="12"/>
                    <a:pt x="2959" y="34"/>
                  </a:cubicBezTo>
                  <a:cubicBezTo>
                    <a:pt x="1204" y="268"/>
                    <a:pt x="0" y="2060"/>
                    <a:pt x="271" y="4001"/>
                  </a:cubicBezTo>
                  <a:cubicBezTo>
                    <a:pt x="521" y="5832"/>
                    <a:pt x="1938" y="7135"/>
                    <a:pt x="3568" y="7135"/>
                  </a:cubicBezTo>
                  <a:cubicBezTo>
                    <a:pt x="3700" y="7135"/>
                    <a:pt x="3833" y="7127"/>
                    <a:pt x="3967" y="7109"/>
                  </a:cubicBezTo>
                  <a:cubicBezTo>
                    <a:pt x="5713" y="6876"/>
                    <a:pt x="6926" y="5093"/>
                    <a:pt x="6646" y="3142"/>
                  </a:cubicBezTo>
                  <a:cubicBezTo>
                    <a:pt x="6398" y="1328"/>
                    <a:pt x="5004" y="1"/>
                    <a:pt x="3401"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6" name="Google Shape;1826;p45"/>
            <p:cNvSpPr/>
            <p:nvPr/>
          </p:nvSpPr>
          <p:spPr>
            <a:xfrm>
              <a:off x="8324975" y="2078410"/>
              <a:ext cx="97400" cy="95867"/>
            </a:xfrm>
            <a:custGeom>
              <a:avLst/>
              <a:gdLst/>
              <a:ahLst/>
              <a:cxnLst/>
              <a:rect l="l" t="t" r="r" b="b"/>
              <a:pathLst>
                <a:path w="1588" h="1563" extrusionOk="0">
                  <a:moveTo>
                    <a:pt x="738" y="1"/>
                  </a:moveTo>
                  <a:cubicBezTo>
                    <a:pt x="309" y="38"/>
                    <a:pt x="1" y="430"/>
                    <a:pt x="38" y="860"/>
                  </a:cubicBezTo>
                  <a:cubicBezTo>
                    <a:pt x="38" y="1265"/>
                    <a:pt x="380" y="1563"/>
                    <a:pt x="780" y="1563"/>
                  </a:cubicBezTo>
                  <a:cubicBezTo>
                    <a:pt x="803" y="1563"/>
                    <a:pt x="827" y="1562"/>
                    <a:pt x="850" y="1560"/>
                  </a:cubicBezTo>
                  <a:cubicBezTo>
                    <a:pt x="1280" y="1522"/>
                    <a:pt x="1588" y="1168"/>
                    <a:pt x="1588" y="738"/>
                  </a:cubicBezTo>
                  <a:cubicBezTo>
                    <a:pt x="1550" y="318"/>
                    <a:pt x="1168" y="1"/>
                    <a:pt x="738"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7" name="Google Shape;1827;p45"/>
            <p:cNvSpPr/>
            <p:nvPr/>
          </p:nvSpPr>
          <p:spPr>
            <a:xfrm>
              <a:off x="8348466" y="2116805"/>
              <a:ext cx="19505" cy="33244"/>
            </a:xfrm>
            <a:custGeom>
              <a:avLst/>
              <a:gdLst/>
              <a:ahLst/>
              <a:cxnLst/>
              <a:rect l="l" t="t" r="r" b="b"/>
              <a:pathLst>
                <a:path w="318" h="542" extrusionOk="0">
                  <a:moveTo>
                    <a:pt x="318" y="0"/>
                  </a:moveTo>
                  <a:cubicBezTo>
                    <a:pt x="234" y="0"/>
                    <a:pt x="159" y="38"/>
                    <a:pt x="122" y="75"/>
                  </a:cubicBezTo>
                  <a:cubicBezTo>
                    <a:pt x="38" y="112"/>
                    <a:pt x="1" y="196"/>
                    <a:pt x="1" y="271"/>
                  </a:cubicBezTo>
                  <a:cubicBezTo>
                    <a:pt x="1" y="392"/>
                    <a:pt x="85" y="430"/>
                    <a:pt x="122" y="467"/>
                  </a:cubicBezTo>
                  <a:cubicBezTo>
                    <a:pt x="159" y="504"/>
                    <a:pt x="197" y="504"/>
                    <a:pt x="234" y="504"/>
                  </a:cubicBezTo>
                  <a:cubicBezTo>
                    <a:pt x="271" y="504"/>
                    <a:pt x="318" y="542"/>
                    <a:pt x="318" y="542"/>
                  </a:cubicBezTo>
                  <a:lnTo>
                    <a:pt x="197" y="392"/>
                  </a:lnTo>
                  <a:cubicBezTo>
                    <a:pt x="159" y="346"/>
                    <a:pt x="122" y="308"/>
                    <a:pt x="122" y="271"/>
                  </a:cubicBezTo>
                  <a:cubicBezTo>
                    <a:pt x="122" y="234"/>
                    <a:pt x="159" y="196"/>
                    <a:pt x="159" y="159"/>
                  </a:cubicBezTo>
                  <a:cubicBezTo>
                    <a:pt x="197" y="75"/>
                    <a:pt x="234" y="38"/>
                    <a:pt x="318" y="0"/>
                  </a:cubicBezTo>
                  <a:close/>
                </a:path>
              </a:pathLst>
            </a:custGeom>
            <a:solidFill>
              <a:srgbClr val="853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8" name="Google Shape;1828;p45"/>
            <p:cNvSpPr/>
            <p:nvPr/>
          </p:nvSpPr>
          <p:spPr>
            <a:xfrm>
              <a:off x="8599204" y="2164279"/>
              <a:ext cx="95131" cy="36126"/>
            </a:xfrm>
            <a:custGeom>
              <a:avLst/>
              <a:gdLst/>
              <a:ahLst/>
              <a:cxnLst/>
              <a:rect l="l" t="t" r="r" b="b"/>
              <a:pathLst>
                <a:path w="1551" h="589" extrusionOk="0">
                  <a:moveTo>
                    <a:pt x="1550" y="1"/>
                  </a:moveTo>
                  <a:cubicBezTo>
                    <a:pt x="1438" y="122"/>
                    <a:pt x="1317" y="197"/>
                    <a:pt x="1205" y="272"/>
                  </a:cubicBezTo>
                  <a:cubicBezTo>
                    <a:pt x="1084" y="356"/>
                    <a:pt x="934" y="393"/>
                    <a:pt x="813" y="393"/>
                  </a:cubicBezTo>
                  <a:cubicBezTo>
                    <a:pt x="663" y="393"/>
                    <a:pt x="542" y="356"/>
                    <a:pt x="430" y="272"/>
                  </a:cubicBezTo>
                  <a:lnTo>
                    <a:pt x="197" y="197"/>
                  </a:lnTo>
                  <a:cubicBezTo>
                    <a:pt x="150" y="160"/>
                    <a:pt x="75" y="122"/>
                    <a:pt x="1" y="85"/>
                  </a:cubicBezTo>
                  <a:lnTo>
                    <a:pt x="1" y="85"/>
                  </a:lnTo>
                  <a:cubicBezTo>
                    <a:pt x="38" y="122"/>
                    <a:pt x="113" y="197"/>
                    <a:pt x="150" y="272"/>
                  </a:cubicBezTo>
                  <a:cubicBezTo>
                    <a:pt x="197" y="318"/>
                    <a:pt x="271" y="356"/>
                    <a:pt x="346" y="430"/>
                  </a:cubicBezTo>
                  <a:cubicBezTo>
                    <a:pt x="467" y="505"/>
                    <a:pt x="617" y="589"/>
                    <a:pt x="813" y="589"/>
                  </a:cubicBezTo>
                  <a:cubicBezTo>
                    <a:pt x="972" y="589"/>
                    <a:pt x="1168" y="505"/>
                    <a:pt x="1280" y="393"/>
                  </a:cubicBezTo>
                  <a:cubicBezTo>
                    <a:pt x="1438" y="272"/>
                    <a:pt x="1513" y="160"/>
                    <a:pt x="1550" y="1"/>
                  </a:cubicBezTo>
                  <a:close/>
                </a:path>
              </a:pathLst>
            </a:custGeom>
            <a:solidFill>
              <a:srgbClr val="853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29" name="Google Shape;1829;p45"/>
            <p:cNvSpPr/>
            <p:nvPr/>
          </p:nvSpPr>
          <p:spPr>
            <a:xfrm>
              <a:off x="8639869" y="2072889"/>
              <a:ext cx="42996" cy="68573"/>
            </a:xfrm>
            <a:custGeom>
              <a:avLst/>
              <a:gdLst/>
              <a:ahLst/>
              <a:cxnLst/>
              <a:rect l="l" t="t" r="r" b="b"/>
              <a:pathLst>
                <a:path w="701" h="1118" extrusionOk="0">
                  <a:moveTo>
                    <a:pt x="222" y="1"/>
                  </a:moveTo>
                  <a:cubicBezTo>
                    <a:pt x="173" y="1"/>
                    <a:pt x="112" y="27"/>
                    <a:pt x="112" y="53"/>
                  </a:cubicBezTo>
                  <a:cubicBezTo>
                    <a:pt x="112" y="361"/>
                    <a:pt x="0" y="912"/>
                    <a:pt x="187" y="1108"/>
                  </a:cubicBezTo>
                  <a:cubicBezTo>
                    <a:pt x="195" y="1114"/>
                    <a:pt x="211" y="1117"/>
                    <a:pt x="232" y="1117"/>
                  </a:cubicBezTo>
                  <a:cubicBezTo>
                    <a:pt x="346" y="1117"/>
                    <a:pt x="617" y="1038"/>
                    <a:pt x="617" y="912"/>
                  </a:cubicBezTo>
                  <a:cubicBezTo>
                    <a:pt x="701" y="642"/>
                    <a:pt x="346" y="249"/>
                    <a:pt x="271" y="16"/>
                  </a:cubicBezTo>
                  <a:cubicBezTo>
                    <a:pt x="260" y="5"/>
                    <a:pt x="242" y="1"/>
                    <a:pt x="222" y="1"/>
                  </a:cubicBezTo>
                  <a:close/>
                </a:path>
              </a:pathLst>
            </a:custGeom>
            <a:solidFill>
              <a:srgbClr val="853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0" name="Google Shape;1830;p45"/>
            <p:cNvSpPr/>
            <p:nvPr/>
          </p:nvSpPr>
          <p:spPr>
            <a:xfrm>
              <a:off x="8713716" y="2040627"/>
              <a:ext cx="26374" cy="33305"/>
            </a:xfrm>
            <a:custGeom>
              <a:avLst/>
              <a:gdLst/>
              <a:ahLst/>
              <a:cxnLst/>
              <a:rect l="l" t="t" r="r" b="b"/>
              <a:pathLst>
                <a:path w="430" h="543" extrusionOk="0">
                  <a:moveTo>
                    <a:pt x="197" y="1"/>
                  </a:moveTo>
                  <a:cubicBezTo>
                    <a:pt x="113" y="1"/>
                    <a:pt x="1" y="113"/>
                    <a:pt x="38" y="271"/>
                  </a:cubicBezTo>
                  <a:cubicBezTo>
                    <a:pt x="38" y="421"/>
                    <a:pt x="113" y="542"/>
                    <a:pt x="234" y="542"/>
                  </a:cubicBezTo>
                  <a:cubicBezTo>
                    <a:pt x="346" y="542"/>
                    <a:pt x="430" y="383"/>
                    <a:pt x="430" y="271"/>
                  </a:cubicBezTo>
                  <a:cubicBezTo>
                    <a:pt x="383" y="113"/>
                    <a:pt x="309" y="1"/>
                    <a:pt x="19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1" name="Google Shape;1831;p45"/>
            <p:cNvSpPr/>
            <p:nvPr/>
          </p:nvSpPr>
          <p:spPr>
            <a:xfrm>
              <a:off x="8544248" y="2066388"/>
              <a:ext cx="26435" cy="33857"/>
            </a:xfrm>
            <a:custGeom>
              <a:avLst/>
              <a:gdLst/>
              <a:ahLst/>
              <a:cxnLst/>
              <a:rect l="l" t="t" r="r" b="b"/>
              <a:pathLst>
                <a:path w="431" h="552" extrusionOk="0">
                  <a:moveTo>
                    <a:pt x="197" y="1"/>
                  </a:moveTo>
                  <a:cubicBezTo>
                    <a:pt x="75" y="1"/>
                    <a:pt x="1" y="122"/>
                    <a:pt x="1" y="281"/>
                  </a:cubicBezTo>
                  <a:cubicBezTo>
                    <a:pt x="38" y="430"/>
                    <a:pt x="113" y="552"/>
                    <a:pt x="234" y="552"/>
                  </a:cubicBezTo>
                  <a:cubicBezTo>
                    <a:pt x="309" y="514"/>
                    <a:pt x="430" y="393"/>
                    <a:pt x="393" y="281"/>
                  </a:cubicBezTo>
                  <a:cubicBezTo>
                    <a:pt x="393" y="122"/>
                    <a:pt x="309" y="1"/>
                    <a:pt x="19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2" name="Google Shape;1832;p45"/>
            <p:cNvSpPr/>
            <p:nvPr/>
          </p:nvSpPr>
          <p:spPr>
            <a:xfrm>
              <a:off x="8339328" y="1834480"/>
              <a:ext cx="436276" cy="243991"/>
            </a:xfrm>
            <a:custGeom>
              <a:avLst/>
              <a:gdLst/>
              <a:ahLst/>
              <a:cxnLst/>
              <a:rect l="l" t="t" r="r" b="b"/>
              <a:pathLst>
                <a:path w="7113" h="3978" extrusionOk="0">
                  <a:moveTo>
                    <a:pt x="3661" y="1"/>
                  </a:moveTo>
                  <a:cubicBezTo>
                    <a:pt x="3151" y="1"/>
                    <a:pt x="2569" y="84"/>
                    <a:pt x="1904" y="282"/>
                  </a:cubicBezTo>
                  <a:cubicBezTo>
                    <a:pt x="112" y="832"/>
                    <a:pt x="0" y="3828"/>
                    <a:pt x="579" y="3978"/>
                  </a:cubicBezTo>
                  <a:cubicBezTo>
                    <a:pt x="579" y="3978"/>
                    <a:pt x="2016" y="3632"/>
                    <a:pt x="1942" y="1215"/>
                  </a:cubicBezTo>
                  <a:lnTo>
                    <a:pt x="1942" y="1215"/>
                  </a:lnTo>
                  <a:cubicBezTo>
                    <a:pt x="1942" y="1215"/>
                    <a:pt x="2371" y="2074"/>
                    <a:pt x="3920" y="2662"/>
                  </a:cubicBezTo>
                  <a:cubicBezTo>
                    <a:pt x="4540" y="2904"/>
                    <a:pt x="5112" y="2983"/>
                    <a:pt x="5597" y="2983"/>
                  </a:cubicBezTo>
                  <a:cubicBezTo>
                    <a:pt x="6513" y="2983"/>
                    <a:pt x="7113" y="2699"/>
                    <a:pt x="7113" y="2699"/>
                  </a:cubicBezTo>
                  <a:cubicBezTo>
                    <a:pt x="7113" y="2699"/>
                    <a:pt x="6553" y="1"/>
                    <a:pt x="3661"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3" name="Google Shape;1833;p45"/>
            <p:cNvSpPr/>
            <p:nvPr/>
          </p:nvSpPr>
          <p:spPr>
            <a:xfrm rot="791838">
              <a:off x="8401685" y="1992826"/>
              <a:ext cx="57274" cy="41823"/>
            </a:xfrm>
            <a:custGeom>
              <a:avLst/>
              <a:gdLst/>
              <a:ahLst/>
              <a:cxnLst/>
              <a:rect l="l" t="t" r="r" b="b"/>
              <a:pathLst>
                <a:path w="2794" h="2041" extrusionOk="0">
                  <a:moveTo>
                    <a:pt x="2794" y="1"/>
                  </a:moveTo>
                  <a:lnTo>
                    <a:pt x="0" y="462"/>
                  </a:lnTo>
                  <a:lnTo>
                    <a:pt x="126" y="2040"/>
                  </a:lnTo>
                  <a:lnTo>
                    <a:pt x="2794" y="1565"/>
                  </a:lnTo>
                  <a:lnTo>
                    <a:pt x="2794" y="1"/>
                  </a:ln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4" name="Google Shape;1834;p45"/>
            <p:cNvSpPr/>
            <p:nvPr/>
          </p:nvSpPr>
          <p:spPr>
            <a:xfrm>
              <a:off x="8282053" y="2384165"/>
              <a:ext cx="166647" cy="281160"/>
            </a:xfrm>
            <a:custGeom>
              <a:avLst/>
              <a:gdLst/>
              <a:ahLst/>
              <a:cxnLst/>
              <a:rect l="l" t="t" r="r" b="b"/>
              <a:pathLst>
                <a:path w="2717" h="4584" extrusionOk="0">
                  <a:moveTo>
                    <a:pt x="2717" y="0"/>
                  </a:moveTo>
                  <a:lnTo>
                    <a:pt x="2717" y="0"/>
                  </a:lnTo>
                  <a:cubicBezTo>
                    <a:pt x="2717" y="0"/>
                    <a:pt x="1634" y="37"/>
                    <a:pt x="1513" y="149"/>
                  </a:cubicBezTo>
                  <a:cubicBezTo>
                    <a:pt x="1513" y="149"/>
                    <a:pt x="542" y="1279"/>
                    <a:pt x="1" y="4583"/>
                  </a:cubicBezTo>
                  <a:lnTo>
                    <a:pt x="2017" y="971"/>
                  </a:lnTo>
                  <a:cubicBezTo>
                    <a:pt x="2017" y="971"/>
                    <a:pt x="2176" y="653"/>
                    <a:pt x="2717"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5" name="Google Shape;1835;p45"/>
            <p:cNvSpPr/>
            <p:nvPr/>
          </p:nvSpPr>
          <p:spPr>
            <a:xfrm>
              <a:off x="8282041" y="2360489"/>
              <a:ext cx="400824" cy="688853"/>
            </a:xfrm>
            <a:custGeom>
              <a:avLst/>
              <a:gdLst/>
              <a:ahLst/>
              <a:cxnLst/>
              <a:rect l="l" t="t" r="r" b="b"/>
              <a:pathLst>
                <a:path w="6535" h="11231" extrusionOk="0">
                  <a:moveTo>
                    <a:pt x="2583" y="1"/>
                  </a:moveTo>
                  <a:cubicBezTo>
                    <a:pt x="2047" y="1"/>
                    <a:pt x="1298" y="459"/>
                    <a:pt x="850" y="1786"/>
                  </a:cubicBezTo>
                  <a:cubicBezTo>
                    <a:pt x="850" y="1786"/>
                    <a:pt x="1322" y="760"/>
                    <a:pt x="2054" y="760"/>
                  </a:cubicBezTo>
                  <a:cubicBezTo>
                    <a:pt x="2214" y="760"/>
                    <a:pt x="2386" y="809"/>
                    <a:pt x="2568" y="927"/>
                  </a:cubicBezTo>
                  <a:cubicBezTo>
                    <a:pt x="3734" y="1740"/>
                    <a:pt x="4584" y="4036"/>
                    <a:pt x="5134" y="7965"/>
                  </a:cubicBezTo>
                  <a:cubicBezTo>
                    <a:pt x="5246" y="8973"/>
                    <a:pt x="4546" y="9757"/>
                    <a:pt x="3538" y="10028"/>
                  </a:cubicBezTo>
                  <a:cubicBezTo>
                    <a:pt x="3273" y="10104"/>
                    <a:pt x="3003" y="10136"/>
                    <a:pt x="2736" y="10136"/>
                  </a:cubicBezTo>
                  <a:cubicBezTo>
                    <a:pt x="1359" y="10136"/>
                    <a:pt x="75" y="9291"/>
                    <a:pt x="75" y="9291"/>
                  </a:cubicBezTo>
                  <a:lnTo>
                    <a:pt x="1" y="10261"/>
                  </a:lnTo>
                  <a:cubicBezTo>
                    <a:pt x="1" y="10261"/>
                    <a:pt x="878" y="11231"/>
                    <a:pt x="2414" y="11231"/>
                  </a:cubicBezTo>
                  <a:cubicBezTo>
                    <a:pt x="2895" y="11231"/>
                    <a:pt x="3440" y="11136"/>
                    <a:pt x="4042" y="10887"/>
                  </a:cubicBezTo>
                  <a:cubicBezTo>
                    <a:pt x="6535" y="9832"/>
                    <a:pt x="6217" y="8320"/>
                    <a:pt x="6217" y="8320"/>
                  </a:cubicBezTo>
                  <a:cubicBezTo>
                    <a:pt x="6217" y="8320"/>
                    <a:pt x="6105" y="1702"/>
                    <a:pt x="2913" y="69"/>
                  </a:cubicBezTo>
                  <a:cubicBezTo>
                    <a:pt x="2818" y="25"/>
                    <a:pt x="2706" y="1"/>
                    <a:pt x="2583" y="1"/>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36" name="Google Shape;1836;p45"/>
            <p:cNvGrpSpPr/>
            <p:nvPr/>
          </p:nvGrpSpPr>
          <p:grpSpPr>
            <a:xfrm>
              <a:off x="8489292" y="2705621"/>
              <a:ext cx="255399" cy="187256"/>
              <a:chOff x="11249467" y="2705621"/>
              <a:chExt cx="255399" cy="187256"/>
            </a:xfrm>
          </p:grpSpPr>
          <p:sp>
            <p:nvSpPr>
              <p:cNvPr id="1837" name="Google Shape;1837;p45"/>
              <p:cNvSpPr/>
              <p:nvPr/>
            </p:nvSpPr>
            <p:spPr>
              <a:xfrm>
                <a:off x="11418935" y="2802285"/>
                <a:ext cx="71639" cy="39561"/>
              </a:xfrm>
              <a:custGeom>
                <a:avLst/>
                <a:gdLst/>
                <a:ahLst/>
                <a:cxnLst/>
                <a:rect l="l" t="t" r="r" b="b"/>
                <a:pathLst>
                  <a:path w="1168" h="645" extrusionOk="0">
                    <a:moveTo>
                      <a:pt x="964" y="0"/>
                    </a:moveTo>
                    <a:cubicBezTo>
                      <a:pt x="928" y="0"/>
                      <a:pt x="890" y="9"/>
                      <a:pt x="859" y="25"/>
                    </a:cubicBezTo>
                    <a:cubicBezTo>
                      <a:pt x="542" y="221"/>
                      <a:pt x="1" y="417"/>
                      <a:pt x="75" y="566"/>
                    </a:cubicBezTo>
                    <a:cubicBezTo>
                      <a:pt x="91" y="603"/>
                      <a:pt x="145" y="645"/>
                      <a:pt x="255" y="645"/>
                    </a:cubicBezTo>
                    <a:cubicBezTo>
                      <a:pt x="398" y="645"/>
                      <a:pt x="635" y="575"/>
                      <a:pt x="1009" y="333"/>
                    </a:cubicBezTo>
                    <a:cubicBezTo>
                      <a:pt x="1093" y="258"/>
                      <a:pt x="1167" y="184"/>
                      <a:pt x="1093" y="62"/>
                    </a:cubicBezTo>
                    <a:cubicBezTo>
                      <a:pt x="1065" y="18"/>
                      <a:pt x="1015" y="0"/>
                      <a:pt x="964"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8" name="Google Shape;1838;p45"/>
              <p:cNvSpPr/>
              <p:nvPr/>
            </p:nvSpPr>
            <p:spPr>
              <a:xfrm>
                <a:off x="11421205" y="2800568"/>
                <a:ext cx="69370" cy="43916"/>
              </a:xfrm>
              <a:custGeom>
                <a:avLst/>
                <a:gdLst/>
                <a:ahLst/>
                <a:cxnLst/>
                <a:rect l="l" t="t" r="r" b="b"/>
                <a:pathLst>
                  <a:path w="1131" h="716" extrusionOk="0">
                    <a:moveTo>
                      <a:pt x="903" y="38"/>
                    </a:moveTo>
                    <a:cubicBezTo>
                      <a:pt x="952" y="38"/>
                      <a:pt x="1021" y="73"/>
                      <a:pt x="1056" y="128"/>
                    </a:cubicBezTo>
                    <a:cubicBezTo>
                      <a:pt x="1093" y="212"/>
                      <a:pt x="1056" y="286"/>
                      <a:pt x="972" y="324"/>
                    </a:cubicBezTo>
                    <a:cubicBezTo>
                      <a:pt x="603" y="567"/>
                      <a:pt x="380" y="647"/>
                      <a:pt x="247" y="647"/>
                    </a:cubicBezTo>
                    <a:cubicBezTo>
                      <a:pt x="212" y="647"/>
                      <a:pt x="183" y="641"/>
                      <a:pt x="160" y="632"/>
                    </a:cubicBezTo>
                    <a:cubicBezTo>
                      <a:pt x="76" y="632"/>
                      <a:pt x="76" y="594"/>
                      <a:pt x="76" y="557"/>
                    </a:cubicBezTo>
                    <a:cubicBezTo>
                      <a:pt x="76" y="445"/>
                      <a:pt x="356" y="324"/>
                      <a:pt x="542" y="212"/>
                    </a:cubicBezTo>
                    <a:cubicBezTo>
                      <a:pt x="664" y="165"/>
                      <a:pt x="776" y="128"/>
                      <a:pt x="860" y="53"/>
                    </a:cubicBezTo>
                    <a:cubicBezTo>
                      <a:pt x="870" y="43"/>
                      <a:pt x="885" y="38"/>
                      <a:pt x="903" y="38"/>
                    </a:cubicBezTo>
                    <a:close/>
                    <a:moveTo>
                      <a:pt x="889" y="1"/>
                    </a:moveTo>
                    <a:cubicBezTo>
                      <a:pt x="865" y="1"/>
                      <a:pt x="842" y="6"/>
                      <a:pt x="822" y="16"/>
                    </a:cubicBezTo>
                    <a:cubicBezTo>
                      <a:pt x="738" y="53"/>
                      <a:pt x="626" y="128"/>
                      <a:pt x="542" y="165"/>
                    </a:cubicBezTo>
                    <a:cubicBezTo>
                      <a:pt x="272" y="286"/>
                      <a:pt x="38" y="398"/>
                      <a:pt x="1" y="520"/>
                    </a:cubicBezTo>
                    <a:lnTo>
                      <a:pt x="1" y="594"/>
                    </a:lnTo>
                    <a:cubicBezTo>
                      <a:pt x="38" y="632"/>
                      <a:pt x="76" y="678"/>
                      <a:pt x="160" y="678"/>
                    </a:cubicBezTo>
                    <a:cubicBezTo>
                      <a:pt x="197" y="716"/>
                      <a:pt x="197" y="716"/>
                      <a:pt x="234" y="716"/>
                    </a:cubicBezTo>
                    <a:cubicBezTo>
                      <a:pt x="393" y="716"/>
                      <a:pt x="626" y="632"/>
                      <a:pt x="1009" y="398"/>
                    </a:cubicBezTo>
                    <a:cubicBezTo>
                      <a:pt x="1130" y="324"/>
                      <a:pt x="1130" y="212"/>
                      <a:pt x="1093" y="90"/>
                    </a:cubicBezTo>
                    <a:cubicBezTo>
                      <a:pt x="1031" y="36"/>
                      <a:pt x="955" y="1"/>
                      <a:pt x="889"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39" name="Google Shape;1839;p45"/>
              <p:cNvSpPr/>
              <p:nvPr/>
            </p:nvSpPr>
            <p:spPr>
              <a:xfrm>
                <a:off x="11409183" y="2775911"/>
                <a:ext cx="81392" cy="46799"/>
              </a:xfrm>
              <a:custGeom>
                <a:avLst/>
                <a:gdLst/>
                <a:ahLst/>
                <a:cxnLst/>
                <a:rect l="l" t="t" r="r" b="b"/>
                <a:pathLst>
                  <a:path w="1327" h="763" extrusionOk="0">
                    <a:moveTo>
                      <a:pt x="1163" y="1"/>
                    </a:moveTo>
                    <a:cubicBezTo>
                      <a:pt x="1125" y="1"/>
                      <a:pt x="1087" y="10"/>
                      <a:pt x="1056" y="26"/>
                    </a:cubicBezTo>
                    <a:cubicBezTo>
                      <a:pt x="701" y="259"/>
                      <a:pt x="1" y="614"/>
                      <a:pt x="122" y="726"/>
                    </a:cubicBezTo>
                    <a:cubicBezTo>
                      <a:pt x="146" y="751"/>
                      <a:pt x="183" y="763"/>
                      <a:pt x="229" y="763"/>
                    </a:cubicBezTo>
                    <a:cubicBezTo>
                      <a:pt x="467" y="763"/>
                      <a:pt x="954" y="460"/>
                      <a:pt x="1252" y="296"/>
                    </a:cubicBezTo>
                    <a:cubicBezTo>
                      <a:pt x="1326" y="259"/>
                      <a:pt x="1326" y="147"/>
                      <a:pt x="1289" y="63"/>
                    </a:cubicBezTo>
                    <a:cubicBezTo>
                      <a:pt x="1267" y="19"/>
                      <a:pt x="1216" y="1"/>
                      <a:pt x="1163"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0" name="Google Shape;1840;p45"/>
              <p:cNvSpPr/>
              <p:nvPr/>
            </p:nvSpPr>
            <p:spPr>
              <a:xfrm>
                <a:off x="11414335" y="2774255"/>
                <a:ext cx="78509" cy="48455"/>
              </a:xfrm>
              <a:custGeom>
                <a:avLst/>
                <a:gdLst/>
                <a:ahLst/>
                <a:cxnLst/>
                <a:rect l="l" t="t" r="r" b="b"/>
                <a:pathLst>
                  <a:path w="1280" h="790" extrusionOk="0">
                    <a:moveTo>
                      <a:pt x="1046" y="53"/>
                    </a:moveTo>
                    <a:cubicBezTo>
                      <a:pt x="1121" y="53"/>
                      <a:pt x="1168" y="90"/>
                      <a:pt x="1168" y="127"/>
                    </a:cubicBezTo>
                    <a:cubicBezTo>
                      <a:pt x="1205" y="174"/>
                      <a:pt x="1205" y="211"/>
                      <a:pt x="1205" y="249"/>
                    </a:cubicBezTo>
                    <a:lnTo>
                      <a:pt x="1121" y="323"/>
                    </a:lnTo>
                    <a:lnTo>
                      <a:pt x="1046" y="361"/>
                    </a:lnTo>
                    <a:cubicBezTo>
                      <a:pt x="784" y="496"/>
                      <a:pt x="345" y="739"/>
                      <a:pt x="129" y="739"/>
                    </a:cubicBezTo>
                    <a:cubicBezTo>
                      <a:pt x="91" y="739"/>
                      <a:pt x="60" y="732"/>
                      <a:pt x="38" y="715"/>
                    </a:cubicBezTo>
                    <a:cubicBezTo>
                      <a:pt x="76" y="641"/>
                      <a:pt x="421" y="445"/>
                      <a:pt x="654" y="286"/>
                    </a:cubicBezTo>
                    <a:cubicBezTo>
                      <a:pt x="776" y="211"/>
                      <a:pt x="888" y="127"/>
                      <a:pt x="1009" y="90"/>
                    </a:cubicBezTo>
                    <a:cubicBezTo>
                      <a:pt x="1009" y="53"/>
                      <a:pt x="1046" y="53"/>
                      <a:pt x="1046" y="53"/>
                    </a:cubicBezTo>
                    <a:close/>
                    <a:moveTo>
                      <a:pt x="1039" y="1"/>
                    </a:moveTo>
                    <a:cubicBezTo>
                      <a:pt x="1015" y="1"/>
                      <a:pt x="992" y="5"/>
                      <a:pt x="972" y="15"/>
                    </a:cubicBezTo>
                    <a:cubicBezTo>
                      <a:pt x="888" y="90"/>
                      <a:pt x="776" y="174"/>
                      <a:pt x="617" y="249"/>
                    </a:cubicBezTo>
                    <a:cubicBezTo>
                      <a:pt x="234" y="445"/>
                      <a:pt x="1" y="594"/>
                      <a:pt x="1" y="715"/>
                    </a:cubicBezTo>
                    <a:lnTo>
                      <a:pt x="1" y="753"/>
                    </a:lnTo>
                    <a:cubicBezTo>
                      <a:pt x="38" y="790"/>
                      <a:pt x="76" y="790"/>
                      <a:pt x="150" y="790"/>
                    </a:cubicBezTo>
                    <a:cubicBezTo>
                      <a:pt x="346" y="790"/>
                      <a:pt x="701" y="641"/>
                      <a:pt x="1084" y="407"/>
                    </a:cubicBezTo>
                    <a:lnTo>
                      <a:pt x="1168" y="361"/>
                    </a:lnTo>
                    <a:cubicBezTo>
                      <a:pt x="1205" y="323"/>
                      <a:pt x="1242" y="286"/>
                      <a:pt x="1242" y="249"/>
                    </a:cubicBezTo>
                    <a:cubicBezTo>
                      <a:pt x="1280" y="211"/>
                      <a:pt x="1242" y="127"/>
                      <a:pt x="1242" y="90"/>
                    </a:cubicBezTo>
                    <a:lnTo>
                      <a:pt x="1205" y="90"/>
                    </a:lnTo>
                    <a:cubicBezTo>
                      <a:pt x="1178" y="35"/>
                      <a:pt x="1105" y="1"/>
                      <a:pt x="1039"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1" name="Google Shape;1841;p45"/>
              <p:cNvSpPr/>
              <p:nvPr/>
            </p:nvSpPr>
            <p:spPr>
              <a:xfrm>
                <a:off x="11390292" y="2746409"/>
                <a:ext cx="97952" cy="60292"/>
              </a:xfrm>
              <a:custGeom>
                <a:avLst/>
                <a:gdLst/>
                <a:ahLst/>
                <a:cxnLst/>
                <a:rect l="l" t="t" r="r" b="b"/>
                <a:pathLst>
                  <a:path w="1597" h="983" extrusionOk="0">
                    <a:moveTo>
                      <a:pt x="1338" y="1"/>
                    </a:moveTo>
                    <a:cubicBezTo>
                      <a:pt x="1294" y="1"/>
                      <a:pt x="1248" y="13"/>
                      <a:pt x="1205" y="40"/>
                    </a:cubicBezTo>
                    <a:cubicBezTo>
                      <a:pt x="701" y="395"/>
                      <a:pt x="1" y="740"/>
                      <a:pt x="113" y="936"/>
                    </a:cubicBezTo>
                    <a:cubicBezTo>
                      <a:pt x="127" y="969"/>
                      <a:pt x="160" y="983"/>
                      <a:pt x="208" y="983"/>
                    </a:cubicBezTo>
                    <a:cubicBezTo>
                      <a:pt x="447" y="983"/>
                      <a:pt x="1049" y="626"/>
                      <a:pt x="1438" y="432"/>
                    </a:cubicBezTo>
                    <a:cubicBezTo>
                      <a:pt x="1560" y="395"/>
                      <a:pt x="1597" y="236"/>
                      <a:pt x="1513" y="161"/>
                    </a:cubicBezTo>
                    <a:lnTo>
                      <a:pt x="1513" y="114"/>
                    </a:lnTo>
                    <a:cubicBezTo>
                      <a:pt x="1489" y="42"/>
                      <a:pt x="1418" y="1"/>
                      <a:pt x="1338"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2" name="Google Shape;1842;p45"/>
              <p:cNvSpPr/>
              <p:nvPr/>
            </p:nvSpPr>
            <p:spPr>
              <a:xfrm>
                <a:off x="11388022" y="2745612"/>
                <a:ext cx="100221" cy="62807"/>
              </a:xfrm>
              <a:custGeom>
                <a:avLst/>
                <a:gdLst/>
                <a:ahLst/>
                <a:cxnLst/>
                <a:rect l="l" t="t" r="r" b="b"/>
                <a:pathLst>
                  <a:path w="1634" h="1024" extrusionOk="0">
                    <a:moveTo>
                      <a:pt x="1401" y="53"/>
                    </a:moveTo>
                    <a:cubicBezTo>
                      <a:pt x="1475" y="90"/>
                      <a:pt x="1513" y="90"/>
                      <a:pt x="1550" y="174"/>
                    </a:cubicBezTo>
                    <a:cubicBezTo>
                      <a:pt x="1597" y="249"/>
                      <a:pt x="1550" y="361"/>
                      <a:pt x="1475" y="408"/>
                    </a:cubicBezTo>
                    <a:cubicBezTo>
                      <a:pt x="1363" y="482"/>
                      <a:pt x="1242" y="520"/>
                      <a:pt x="1130" y="594"/>
                    </a:cubicBezTo>
                    <a:cubicBezTo>
                      <a:pt x="801" y="758"/>
                      <a:pt x="394" y="975"/>
                      <a:pt x="221" y="975"/>
                    </a:cubicBezTo>
                    <a:cubicBezTo>
                      <a:pt x="188" y="975"/>
                      <a:pt x="163" y="967"/>
                      <a:pt x="150" y="949"/>
                    </a:cubicBezTo>
                    <a:cubicBezTo>
                      <a:pt x="75" y="828"/>
                      <a:pt x="505" y="557"/>
                      <a:pt x="897" y="324"/>
                    </a:cubicBezTo>
                    <a:cubicBezTo>
                      <a:pt x="1009" y="249"/>
                      <a:pt x="1167" y="174"/>
                      <a:pt x="1279" y="90"/>
                    </a:cubicBezTo>
                    <a:cubicBezTo>
                      <a:pt x="1317" y="53"/>
                      <a:pt x="1363" y="53"/>
                      <a:pt x="1401" y="53"/>
                    </a:cubicBezTo>
                    <a:close/>
                    <a:moveTo>
                      <a:pt x="1371" y="0"/>
                    </a:moveTo>
                    <a:cubicBezTo>
                      <a:pt x="1318" y="0"/>
                      <a:pt x="1268" y="26"/>
                      <a:pt x="1242" y="53"/>
                    </a:cubicBezTo>
                    <a:cubicBezTo>
                      <a:pt x="1130" y="90"/>
                      <a:pt x="1009" y="174"/>
                      <a:pt x="850" y="249"/>
                    </a:cubicBezTo>
                    <a:cubicBezTo>
                      <a:pt x="430" y="557"/>
                      <a:pt x="0" y="790"/>
                      <a:pt x="112" y="986"/>
                    </a:cubicBezTo>
                    <a:cubicBezTo>
                      <a:pt x="112" y="1024"/>
                      <a:pt x="150" y="1024"/>
                      <a:pt x="234" y="1024"/>
                    </a:cubicBezTo>
                    <a:cubicBezTo>
                      <a:pt x="383" y="1024"/>
                      <a:pt x="701" y="874"/>
                      <a:pt x="1130" y="641"/>
                    </a:cubicBezTo>
                    <a:cubicBezTo>
                      <a:pt x="1242" y="594"/>
                      <a:pt x="1363" y="520"/>
                      <a:pt x="1475" y="482"/>
                    </a:cubicBezTo>
                    <a:cubicBezTo>
                      <a:pt x="1597" y="408"/>
                      <a:pt x="1634" y="286"/>
                      <a:pt x="1597" y="127"/>
                    </a:cubicBezTo>
                    <a:cubicBezTo>
                      <a:pt x="1550" y="53"/>
                      <a:pt x="1513" y="15"/>
                      <a:pt x="1438" y="15"/>
                    </a:cubicBezTo>
                    <a:cubicBezTo>
                      <a:pt x="1416" y="5"/>
                      <a:pt x="1393" y="0"/>
                      <a:pt x="1371"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3" name="Google Shape;1843;p45"/>
              <p:cNvSpPr/>
              <p:nvPr/>
            </p:nvSpPr>
            <p:spPr>
              <a:xfrm>
                <a:off x="11400044" y="2708688"/>
                <a:ext cx="102552" cy="65935"/>
              </a:xfrm>
              <a:custGeom>
                <a:avLst/>
                <a:gdLst/>
                <a:ahLst/>
                <a:cxnLst/>
                <a:rect l="l" t="t" r="r" b="b"/>
                <a:pathLst>
                  <a:path w="1672" h="1075" extrusionOk="0">
                    <a:moveTo>
                      <a:pt x="1612" y="1"/>
                    </a:moveTo>
                    <a:cubicBezTo>
                      <a:pt x="1393" y="1"/>
                      <a:pt x="627" y="383"/>
                      <a:pt x="150" y="617"/>
                    </a:cubicBezTo>
                    <a:cubicBezTo>
                      <a:pt x="0" y="692"/>
                      <a:pt x="0" y="926"/>
                      <a:pt x="150" y="1010"/>
                    </a:cubicBezTo>
                    <a:lnTo>
                      <a:pt x="150" y="1047"/>
                    </a:lnTo>
                    <a:cubicBezTo>
                      <a:pt x="192" y="1066"/>
                      <a:pt x="241" y="1075"/>
                      <a:pt x="289" y="1075"/>
                    </a:cubicBezTo>
                    <a:cubicBezTo>
                      <a:pt x="337" y="1075"/>
                      <a:pt x="383" y="1066"/>
                      <a:pt x="421" y="1047"/>
                    </a:cubicBezTo>
                    <a:cubicBezTo>
                      <a:pt x="775" y="776"/>
                      <a:pt x="1671" y="151"/>
                      <a:pt x="1671" y="29"/>
                    </a:cubicBezTo>
                    <a:cubicBezTo>
                      <a:pt x="1666" y="10"/>
                      <a:pt x="1646" y="1"/>
                      <a:pt x="1612"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4" name="Google Shape;1844;p45"/>
              <p:cNvSpPr/>
              <p:nvPr/>
            </p:nvSpPr>
            <p:spPr>
              <a:xfrm>
                <a:off x="11400044" y="2705621"/>
                <a:ext cx="104822" cy="71885"/>
              </a:xfrm>
              <a:custGeom>
                <a:avLst/>
                <a:gdLst/>
                <a:ahLst/>
                <a:cxnLst/>
                <a:rect l="l" t="t" r="r" b="b"/>
                <a:pathLst>
                  <a:path w="1709" h="1172" extrusionOk="0">
                    <a:moveTo>
                      <a:pt x="1634" y="79"/>
                    </a:moveTo>
                    <a:cubicBezTo>
                      <a:pt x="1634" y="126"/>
                      <a:pt x="1279" y="471"/>
                      <a:pt x="421" y="1060"/>
                    </a:cubicBezTo>
                    <a:cubicBezTo>
                      <a:pt x="383" y="1078"/>
                      <a:pt x="337" y="1088"/>
                      <a:pt x="289" y="1088"/>
                    </a:cubicBezTo>
                    <a:cubicBezTo>
                      <a:pt x="241" y="1088"/>
                      <a:pt x="192" y="1078"/>
                      <a:pt x="150" y="1060"/>
                    </a:cubicBezTo>
                    <a:cubicBezTo>
                      <a:pt x="75" y="1013"/>
                      <a:pt x="75" y="938"/>
                      <a:pt x="75" y="864"/>
                    </a:cubicBezTo>
                    <a:cubicBezTo>
                      <a:pt x="75" y="779"/>
                      <a:pt x="112" y="705"/>
                      <a:pt x="187" y="667"/>
                    </a:cubicBezTo>
                    <a:cubicBezTo>
                      <a:pt x="1279" y="126"/>
                      <a:pt x="1550" y="79"/>
                      <a:pt x="1587" y="79"/>
                    </a:cubicBezTo>
                    <a:close/>
                    <a:moveTo>
                      <a:pt x="1635" y="0"/>
                    </a:moveTo>
                    <a:cubicBezTo>
                      <a:pt x="1467" y="0"/>
                      <a:pt x="975" y="201"/>
                      <a:pt x="150" y="630"/>
                    </a:cubicBezTo>
                    <a:cubicBezTo>
                      <a:pt x="75" y="667"/>
                      <a:pt x="0" y="742"/>
                      <a:pt x="0" y="864"/>
                    </a:cubicBezTo>
                    <a:cubicBezTo>
                      <a:pt x="0" y="938"/>
                      <a:pt x="38" y="1060"/>
                      <a:pt x="112" y="1097"/>
                    </a:cubicBezTo>
                    <a:cubicBezTo>
                      <a:pt x="187" y="1134"/>
                      <a:pt x="234" y="1172"/>
                      <a:pt x="271" y="1172"/>
                    </a:cubicBezTo>
                    <a:cubicBezTo>
                      <a:pt x="346" y="1172"/>
                      <a:pt x="383" y="1134"/>
                      <a:pt x="421" y="1097"/>
                    </a:cubicBezTo>
                    <a:cubicBezTo>
                      <a:pt x="1279" y="509"/>
                      <a:pt x="1709" y="163"/>
                      <a:pt x="1671" y="79"/>
                    </a:cubicBezTo>
                    <a:lnTo>
                      <a:pt x="1671" y="5"/>
                    </a:lnTo>
                    <a:cubicBezTo>
                      <a:pt x="1662" y="2"/>
                      <a:pt x="1650" y="0"/>
                      <a:pt x="1635"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5" name="Google Shape;1845;p45"/>
              <p:cNvSpPr/>
              <p:nvPr/>
            </p:nvSpPr>
            <p:spPr>
              <a:xfrm>
                <a:off x="11249467" y="2798237"/>
                <a:ext cx="102552" cy="94640"/>
              </a:xfrm>
              <a:custGeom>
                <a:avLst/>
                <a:gdLst/>
                <a:ahLst/>
                <a:cxnLst/>
                <a:rect l="l" t="t" r="r" b="b"/>
                <a:pathLst>
                  <a:path w="1672" h="1543" extrusionOk="0">
                    <a:moveTo>
                      <a:pt x="820" y="1"/>
                    </a:moveTo>
                    <a:cubicBezTo>
                      <a:pt x="769" y="1"/>
                      <a:pt x="716" y="6"/>
                      <a:pt x="663" y="16"/>
                    </a:cubicBezTo>
                    <a:cubicBezTo>
                      <a:pt x="234" y="128"/>
                      <a:pt x="1" y="520"/>
                      <a:pt x="75" y="950"/>
                    </a:cubicBezTo>
                    <a:cubicBezTo>
                      <a:pt x="182" y="1317"/>
                      <a:pt x="495" y="1542"/>
                      <a:pt x="854" y="1542"/>
                    </a:cubicBezTo>
                    <a:cubicBezTo>
                      <a:pt x="905" y="1542"/>
                      <a:pt x="957" y="1538"/>
                      <a:pt x="1009" y="1528"/>
                    </a:cubicBezTo>
                    <a:cubicBezTo>
                      <a:pt x="1401" y="1416"/>
                      <a:pt x="1671" y="1024"/>
                      <a:pt x="1597" y="595"/>
                    </a:cubicBezTo>
                    <a:cubicBezTo>
                      <a:pt x="1490" y="251"/>
                      <a:pt x="1183" y="1"/>
                      <a:pt x="820"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6" name="Google Shape;1846;p45"/>
              <p:cNvSpPr/>
              <p:nvPr/>
            </p:nvSpPr>
            <p:spPr>
              <a:xfrm>
                <a:off x="11290132" y="2741932"/>
                <a:ext cx="181552" cy="150087"/>
              </a:xfrm>
              <a:custGeom>
                <a:avLst/>
                <a:gdLst/>
                <a:ahLst/>
                <a:cxnLst/>
                <a:rect l="l" t="t" r="r" b="b"/>
                <a:pathLst>
                  <a:path w="2960" h="2447" extrusionOk="0">
                    <a:moveTo>
                      <a:pt x="1979" y="1"/>
                    </a:moveTo>
                    <a:cubicBezTo>
                      <a:pt x="1942" y="38"/>
                      <a:pt x="1904" y="75"/>
                      <a:pt x="1867" y="113"/>
                    </a:cubicBezTo>
                    <a:cubicBezTo>
                      <a:pt x="1326" y="580"/>
                      <a:pt x="700" y="813"/>
                      <a:pt x="0" y="934"/>
                    </a:cubicBezTo>
                    <a:lnTo>
                      <a:pt x="346" y="2446"/>
                    </a:lnTo>
                    <a:cubicBezTo>
                      <a:pt x="1130" y="2213"/>
                      <a:pt x="2446" y="2101"/>
                      <a:pt x="2959" y="1401"/>
                    </a:cubicBezTo>
                    <a:lnTo>
                      <a:pt x="2959" y="1354"/>
                    </a:lnTo>
                    <a:cubicBezTo>
                      <a:pt x="2959" y="1168"/>
                      <a:pt x="2875" y="934"/>
                      <a:pt x="2801" y="738"/>
                    </a:cubicBezTo>
                    <a:cubicBezTo>
                      <a:pt x="2530" y="234"/>
                      <a:pt x="2371" y="187"/>
                      <a:pt x="1979"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7" name="Google Shape;1847;p45"/>
              <p:cNvSpPr/>
              <p:nvPr/>
            </p:nvSpPr>
            <p:spPr>
              <a:xfrm>
                <a:off x="11300436" y="2724513"/>
                <a:ext cx="120830" cy="107950"/>
              </a:xfrm>
              <a:custGeom>
                <a:avLst/>
                <a:gdLst/>
                <a:ahLst/>
                <a:cxnLst/>
                <a:rect l="l" t="t" r="r" b="b"/>
                <a:pathLst>
                  <a:path w="1970" h="1760" extrusionOk="0">
                    <a:moveTo>
                      <a:pt x="1617" y="1"/>
                    </a:moveTo>
                    <a:cubicBezTo>
                      <a:pt x="1181" y="1"/>
                      <a:pt x="1" y="960"/>
                      <a:pt x="262" y="1564"/>
                    </a:cubicBezTo>
                    <a:cubicBezTo>
                      <a:pt x="299" y="1685"/>
                      <a:pt x="374" y="1760"/>
                      <a:pt x="458" y="1760"/>
                    </a:cubicBezTo>
                    <a:cubicBezTo>
                      <a:pt x="532" y="1526"/>
                      <a:pt x="803" y="1218"/>
                      <a:pt x="1111" y="938"/>
                    </a:cubicBezTo>
                    <a:cubicBezTo>
                      <a:pt x="1307" y="789"/>
                      <a:pt x="1503" y="668"/>
                      <a:pt x="1736" y="556"/>
                    </a:cubicBezTo>
                    <a:cubicBezTo>
                      <a:pt x="1970" y="434"/>
                      <a:pt x="1933" y="89"/>
                      <a:pt x="1662" y="5"/>
                    </a:cubicBezTo>
                    <a:cubicBezTo>
                      <a:pt x="1648" y="2"/>
                      <a:pt x="1633" y="1"/>
                      <a:pt x="1617"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48" name="Google Shape;1848;p45"/>
            <p:cNvSpPr/>
            <p:nvPr/>
          </p:nvSpPr>
          <p:spPr>
            <a:xfrm>
              <a:off x="8205372" y="2401890"/>
              <a:ext cx="357828" cy="612246"/>
            </a:xfrm>
            <a:custGeom>
              <a:avLst/>
              <a:gdLst/>
              <a:ahLst/>
              <a:cxnLst/>
              <a:rect l="l" t="t" r="r" b="b"/>
              <a:pathLst>
                <a:path w="5834" h="9982" extrusionOk="0">
                  <a:moveTo>
                    <a:pt x="4032" y="0"/>
                  </a:moveTo>
                  <a:cubicBezTo>
                    <a:pt x="3606" y="0"/>
                    <a:pt x="3187" y="216"/>
                    <a:pt x="2959" y="598"/>
                  </a:cubicBezTo>
                  <a:cubicBezTo>
                    <a:pt x="0" y="5153"/>
                    <a:pt x="663" y="8420"/>
                    <a:pt x="663" y="8420"/>
                  </a:cubicBezTo>
                  <a:cubicBezTo>
                    <a:pt x="821" y="9857"/>
                    <a:pt x="1633" y="9894"/>
                    <a:pt x="1633" y="9894"/>
                  </a:cubicBezTo>
                  <a:cubicBezTo>
                    <a:pt x="1872" y="9954"/>
                    <a:pt x="2112" y="9982"/>
                    <a:pt x="2351" y="9982"/>
                  </a:cubicBezTo>
                  <a:cubicBezTo>
                    <a:pt x="3677" y="9982"/>
                    <a:pt x="4980" y="9147"/>
                    <a:pt x="5834" y="8420"/>
                  </a:cubicBezTo>
                  <a:cubicBezTo>
                    <a:pt x="5796" y="8261"/>
                    <a:pt x="5759" y="8112"/>
                    <a:pt x="5722" y="7953"/>
                  </a:cubicBezTo>
                  <a:cubicBezTo>
                    <a:pt x="5600" y="7412"/>
                    <a:pt x="5488" y="6898"/>
                    <a:pt x="5404" y="6357"/>
                  </a:cubicBezTo>
                  <a:lnTo>
                    <a:pt x="3696" y="6824"/>
                  </a:lnTo>
                  <a:cubicBezTo>
                    <a:pt x="5059" y="4453"/>
                    <a:pt x="5367" y="3249"/>
                    <a:pt x="5526" y="2231"/>
                  </a:cubicBezTo>
                  <a:cubicBezTo>
                    <a:pt x="5563" y="2119"/>
                    <a:pt x="5563" y="1998"/>
                    <a:pt x="5563" y="1886"/>
                  </a:cubicBezTo>
                  <a:cubicBezTo>
                    <a:pt x="5600" y="953"/>
                    <a:pt x="5171" y="449"/>
                    <a:pt x="4667" y="178"/>
                  </a:cubicBezTo>
                  <a:cubicBezTo>
                    <a:pt x="4470" y="57"/>
                    <a:pt x="4250" y="0"/>
                    <a:pt x="4032"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49" name="Google Shape;1849;p45"/>
            <p:cNvSpPr/>
            <p:nvPr/>
          </p:nvSpPr>
          <p:spPr>
            <a:xfrm>
              <a:off x="8429735" y="2661951"/>
              <a:ext cx="81392" cy="156220"/>
            </a:xfrm>
            <a:custGeom>
              <a:avLst/>
              <a:gdLst/>
              <a:ahLst/>
              <a:cxnLst/>
              <a:rect l="l" t="t" r="r" b="b"/>
              <a:pathLst>
                <a:path w="1327" h="2547" extrusionOk="0">
                  <a:moveTo>
                    <a:pt x="848" y="0"/>
                  </a:moveTo>
                  <a:cubicBezTo>
                    <a:pt x="834" y="0"/>
                    <a:pt x="813" y="17"/>
                    <a:pt x="813" y="17"/>
                  </a:cubicBezTo>
                  <a:cubicBezTo>
                    <a:pt x="776" y="91"/>
                    <a:pt x="1" y="1613"/>
                    <a:pt x="38" y="2350"/>
                  </a:cubicBezTo>
                  <a:cubicBezTo>
                    <a:pt x="76" y="2388"/>
                    <a:pt x="76" y="2472"/>
                    <a:pt x="160" y="2509"/>
                  </a:cubicBezTo>
                  <a:cubicBezTo>
                    <a:pt x="197" y="2546"/>
                    <a:pt x="309" y="2546"/>
                    <a:pt x="430" y="2546"/>
                  </a:cubicBezTo>
                  <a:cubicBezTo>
                    <a:pt x="776" y="2546"/>
                    <a:pt x="1205" y="2425"/>
                    <a:pt x="1280" y="2425"/>
                  </a:cubicBezTo>
                  <a:cubicBezTo>
                    <a:pt x="1326" y="2388"/>
                    <a:pt x="1326" y="2388"/>
                    <a:pt x="1326" y="2350"/>
                  </a:cubicBezTo>
                  <a:cubicBezTo>
                    <a:pt x="1326" y="2313"/>
                    <a:pt x="1280" y="2313"/>
                    <a:pt x="1242" y="2313"/>
                  </a:cubicBezTo>
                  <a:cubicBezTo>
                    <a:pt x="1082" y="2364"/>
                    <a:pt x="739" y="2456"/>
                    <a:pt x="478" y="2456"/>
                  </a:cubicBezTo>
                  <a:cubicBezTo>
                    <a:pt x="360" y="2456"/>
                    <a:pt x="258" y="2437"/>
                    <a:pt x="197" y="2388"/>
                  </a:cubicBezTo>
                  <a:lnTo>
                    <a:pt x="160" y="2350"/>
                  </a:lnTo>
                  <a:cubicBezTo>
                    <a:pt x="113" y="1613"/>
                    <a:pt x="897" y="91"/>
                    <a:pt x="897" y="54"/>
                  </a:cubicBezTo>
                  <a:cubicBezTo>
                    <a:pt x="897" y="54"/>
                    <a:pt x="897" y="17"/>
                    <a:pt x="860" y="17"/>
                  </a:cubicBezTo>
                  <a:cubicBezTo>
                    <a:pt x="860" y="4"/>
                    <a:pt x="854" y="0"/>
                    <a:pt x="848"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 name="Rolagem: Vertical 2">
            <a:extLst>
              <a:ext uri="{FF2B5EF4-FFF2-40B4-BE49-F238E27FC236}">
                <a16:creationId xmlns:a16="http://schemas.microsoft.com/office/drawing/2014/main" id="{6A44D861-EFDC-9F5C-1966-A08F4DFF139A}"/>
              </a:ext>
            </a:extLst>
          </p:cNvPr>
          <p:cNvSpPr/>
          <p:nvPr/>
        </p:nvSpPr>
        <p:spPr>
          <a:xfrm>
            <a:off x="3747630" y="649709"/>
            <a:ext cx="3157176" cy="2781835"/>
          </a:xfrm>
          <a:prstGeom prst="verticalScroll">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pt-BR" sz="1200" dirty="0">
              <a:solidFill>
                <a:schemeClr val="bg1">
                  <a:lumMod val="20000"/>
                  <a:lumOff val="80000"/>
                </a:schemeClr>
              </a:solidFill>
            </a:endParaRPr>
          </a:p>
          <a:p>
            <a:r>
              <a:rPr lang="pt-BR" sz="1200" dirty="0">
                <a:solidFill>
                  <a:schemeClr val="bg1">
                    <a:lumMod val="20000"/>
                    <a:lumOff val="80000"/>
                  </a:schemeClr>
                </a:solidFill>
              </a:rPr>
              <a:t>CREATE TABLE aluno(</a:t>
            </a:r>
          </a:p>
          <a:p>
            <a:r>
              <a:rPr lang="pt-BR" sz="1200" dirty="0" err="1">
                <a:solidFill>
                  <a:schemeClr val="bg1">
                    <a:lumMod val="20000"/>
                    <a:lumOff val="80000"/>
                  </a:schemeClr>
                </a:solidFill>
              </a:rPr>
              <a:t>id_aluno</a:t>
            </a:r>
            <a:r>
              <a:rPr lang="pt-BR" sz="1200" dirty="0">
                <a:solidFill>
                  <a:schemeClr val="bg1">
                    <a:lumMod val="20000"/>
                    <a:lumOff val="80000"/>
                  </a:schemeClr>
                </a:solidFill>
              </a:rPr>
              <a:t> INT(11) PRIMARY KEY NOT NULL AUTO_INCREMENT,</a:t>
            </a:r>
          </a:p>
          <a:p>
            <a:r>
              <a:rPr lang="pt-BR" sz="1200" dirty="0">
                <a:solidFill>
                  <a:schemeClr val="bg1">
                    <a:lumMod val="20000"/>
                    <a:lumOff val="80000"/>
                  </a:schemeClr>
                </a:solidFill>
              </a:rPr>
              <a:t>nome VARCHAR(60) NOT NULL,</a:t>
            </a:r>
          </a:p>
          <a:p>
            <a:r>
              <a:rPr lang="pt-BR" sz="1200" dirty="0" err="1">
                <a:solidFill>
                  <a:schemeClr val="bg1">
                    <a:lumMod val="20000"/>
                    <a:lumOff val="80000"/>
                  </a:schemeClr>
                </a:solidFill>
              </a:rPr>
              <a:t>cpf</a:t>
            </a:r>
            <a:r>
              <a:rPr lang="pt-BR" sz="1200" dirty="0">
                <a:solidFill>
                  <a:schemeClr val="bg1">
                    <a:lumMod val="20000"/>
                    <a:lumOff val="80000"/>
                  </a:schemeClr>
                </a:solidFill>
              </a:rPr>
              <a:t> VARCHAR(11) NOT NULL,</a:t>
            </a:r>
          </a:p>
          <a:p>
            <a:r>
              <a:rPr lang="pt-BR" sz="1200" dirty="0" err="1">
                <a:solidFill>
                  <a:schemeClr val="bg1">
                    <a:lumMod val="20000"/>
                    <a:lumOff val="80000"/>
                  </a:schemeClr>
                </a:solidFill>
              </a:rPr>
              <a:t>email</a:t>
            </a:r>
            <a:r>
              <a:rPr lang="pt-BR" sz="1200" dirty="0">
                <a:solidFill>
                  <a:schemeClr val="bg1">
                    <a:lumMod val="20000"/>
                    <a:lumOff val="80000"/>
                  </a:schemeClr>
                </a:solidFill>
              </a:rPr>
              <a:t> VARCHAR(50) NOT NULL,</a:t>
            </a:r>
          </a:p>
          <a:p>
            <a:r>
              <a:rPr lang="pt-BR" sz="1200" dirty="0">
                <a:solidFill>
                  <a:schemeClr val="bg1">
                    <a:lumMod val="20000"/>
                    <a:lumOff val="80000"/>
                  </a:schemeClr>
                </a:solidFill>
              </a:rPr>
              <a:t>telefone VARCHAR(11) NOT NULL, </a:t>
            </a:r>
          </a:p>
          <a:p>
            <a:r>
              <a:rPr lang="pt-BR" sz="1200" dirty="0" err="1">
                <a:solidFill>
                  <a:schemeClr val="bg1">
                    <a:lumMod val="20000"/>
                    <a:lumOff val="80000"/>
                  </a:schemeClr>
                </a:solidFill>
              </a:rPr>
              <a:t>endereco_completo</a:t>
            </a:r>
            <a:r>
              <a:rPr lang="pt-BR" sz="1200" dirty="0">
                <a:solidFill>
                  <a:schemeClr val="bg1">
                    <a:lumMod val="20000"/>
                    <a:lumOff val="80000"/>
                  </a:schemeClr>
                </a:solidFill>
              </a:rPr>
              <a:t> VARCHAR(100) NOT NULL,</a:t>
            </a:r>
          </a:p>
          <a:p>
            <a:pPr algn="ctr"/>
            <a:r>
              <a:rPr lang="pt-BR" dirty="0">
                <a:solidFill>
                  <a:schemeClr val="bg1">
                    <a:lumMod val="20000"/>
                    <a:lumOff val="80000"/>
                  </a:schemeClr>
                </a:solidFill>
              </a:rPr>
              <a:t>status VARCHAR(20) NOT NULL);</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53"/>
        <p:cNvGrpSpPr/>
        <p:nvPr/>
      </p:nvGrpSpPr>
      <p:grpSpPr>
        <a:xfrm>
          <a:off x="0" y="0"/>
          <a:ext cx="0" cy="0"/>
          <a:chOff x="0" y="0"/>
          <a:chExt cx="0" cy="0"/>
        </a:xfrm>
      </p:grpSpPr>
      <p:grpSp>
        <p:nvGrpSpPr>
          <p:cNvPr id="1854" name="Google Shape;1854;p46"/>
          <p:cNvGrpSpPr/>
          <p:nvPr/>
        </p:nvGrpSpPr>
        <p:grpSpPr>
          <a:xfrm>
            <a:off x="477218" y="1524760"/>
            <a:ext cx="3618035" cy="2633109"/>
            <a:chOff x="809800" y="3328400"/>
            <a:chExt cx="1657900" cy="1206575"/>
          </a:xfrm>
        </p:grpSpPr>
        <p:sp>
          <p:nvSpPr>
            <p:cNvPr id="1855" name="Google Shape;1855;p46"/>
            <p:cNvSpPr/>
            <p:nvPr/>
          </p:nvSpPr>
          <p:spPr>
            <a:xfrm>
              <a:off x="901550" y="3800050"/>
              <a:ext cx="1479250" cy="734925"/>
            </a:xfrm>
            <a:custGeom>
              <a:avLst/>
              <a:gdLst/>
              <a:ahLst/>
              <a:cxnLst/>
              <a:rect l="l" t="t" r="r" b="b"/>
              <a:pathLst>
                <a:path w="59170" h="29397" extrusionOk="0">
                  <a:moveTo>
                    <a:pt x="1" y="0"/>
                  </a:moveTo>
                  <a:lnTo>
                    <a:pt x="1" y="29396"/>
                  </a:lnTo>
                  <a:lnTo>
                    <a:pt x="59170" y="29396"/>
                  </a:lnTo>
                  <a:lnTo>
                    <a:pt x="59170" y="14727"/>
                  </a:lnTo>
                  <a:lnTo>
                    <a:pt x="34587" y="14727"/>
                  </a:lnTo>
                  <a:lnTo>
                    <a:pt x="34587" y="0"/>
                  </a:ln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6" name="Google Shape;1856;p46"/>
            <p:cNvSpPr/>
            <p:nvPr/>
          </p:nvSpPr>
          <p:spPr>
            <a:xfrm>
              <a:off x="1766225" y="3925250"/>
              <a:ext cx="701475" cy="242975"/>
            </a:xfrm>
            <a:custGeom>
              <a:avLst/>
              <a:gdLst/>
              <a:ahLst/>
              <a:cxnLst/>
              <a:rect l="l" t="t" r="r" b="b"/>
              <a:pathLst>
                <a:path w="28059" h="9719" extrusionOk="0">
                  <a:moveTo>
                    <a:pt x="0" y="0"/>
                  </a:moveTo>
                  <a:lnTo>
                    <a:pt x="0" y="9719"/>
                  </a:lnTo>
                  <a:lnTo>
                    <a:pt x="27681" y="9719"/>
                  </a:lnTo>
                  <a:cubicBezTo>
                    <a:pt x="27921" y="9719"/>
                    <a:pt x="28059" y="9479"/>
                    <a:pt x="27967" y="9239"/>
                  </a:cubicBezTo>
                  <a:lnTo>
                    <a:pt x="24674" y="183"/>
                  </a:lnTo>
                  <a:cubicBezTo>
                    <a:pt x="24628" y="92"/>
                    <a:pt x="24491" y="0"/>
                    <a:pt x="24343"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7" name="Google Shape;1857;p46"/>
            <p:cNvSpPr/>
            <p:nvPr/>
          </p:nvSpPr>
          <p:spPr>
            <a:xfrm>
              <a:off x="809800" y="3436750"/>
              <a:ext cx="1032775" cy="363325"/>
            </a:xfrm>
            <a:custGeom>
              <a:avLst/>
              <a:gdLst/>
              <a:ahLst/>
              <a:cxnLst/>
              <a:rect l="l" t="t" r="r" b="b"/>
              <a:pathLst>
                <a:path w="41311" h="14533" extrusionOk="0">
                  <a:moveTo>
                    <a:pt x="5912" y="0"/>
                  </a:moveTo>
                  <a:cubicBezTo>
                    <a:pt x="5671" y="0"/>
                    <a:pt x="5523" y="103"/>
                    <a:pt x="5431" y="286"/>
                  </a:cubicBezTo>
                  <a:lnTo>
                    <a:pt x="92" y="13869"/>
                  </a:lnTo>
                  <a:cubicBezTo>
                    <a:pt x="0" y="14201"/>
                    <a:pt x="240" y="14532"/>
                    <a:pt x="572" y="14532"/>
                  </a:cubicBezTo>
                  <a:lnTo>
                    <a:pt x="40738" y="14532"/>
                  </a:lnTo>
                  <a:cubicBezTo>
                    <a:pt x="41070" y="14532"/>
                    <a:pt x="41310" y="14201"/>
                    <a:pt x="41207" y="13869"/>
                  </a:cubicBezTo>
                  <a:lnTo>
                    <a:pt x="35879" y="286"/>
                  </a:lnTo>
                  <a:cubicBezTo>
                    <a:pt x="35776" y="103"/>
                    <a:pt x="35593" y="0"/>
                    <a:pt x="35399"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8" name="Google Shape;1858;p46"/>
            <p:cNvSpPr/>
            <p:nvPr/>
          </p:nvSpPr>
          <p:spPr>
            <a:xfrm>
              <a:off x="1888850" y="4326575"/>
              <a:ext cx="319300" cy="208400"/>
            </a:xfrm>
            <a:custGeom>
              <a:avLst/>
              <a:gdLst/>
              <a:ahLst/>
              <a:cxnLst/>
              <a:rect l="l" t="t" r="r" b="b"/>
              <a:pathLst>
                <a:path w="12772" h="8336" extrusionOk="0">
                  <a:moveTo>
                    <a:pt x="618" y="0"/>
                  </a:moveTo>
                  <a:cubicBezTo>
                    <a:pt x="286" y="0"/>
                    <a:pt x="0" y="286"/>
                    <a:pt x="0" y="618"/>
                  </a:cubicBezTo>
                  <a:lnTo>
                    <a:pt x="0" y="8335"/>
                  </a:lnTo>
                  <a:lnTo>
                    <a:pt x="12772" y="8335"/>
                  </a:lnTo>
                  <a:lnTo>
                    <a:pt x="12772" y="618"/>
                  </a:lnTo>
                  <a:cubicBezTo>
                    <a:pt x="12772" y="286"/>
                    <a:pt x="12532" y="0"/>
                    <a:pt x="12200"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59" name="Google Shape;1859;p46"/>
            <p:cNvSpPr/>
            <p:nvPr/>
          </p:nvSpPr>
          <p:spPr>
            <a:xfrm>
              <a:off x="1258850" y="4326575"/>
              <a:ext cx="159525" cy="208400"/>
            </a:xfrm>
            <a:custGeom>
              <a:avLst/>
              <a:gdLst/>
              <a:ahLst/>
              <a:cxnLst/>
              <a:rect l="l" t="t" r="r" b="b"/>
              <a:pathLst>
                <a:path w="6381" h="8336" extrusionOk="0">
                  <a:moveTo>
                    <a:pt x="3191" y="0"/>
                  </a:moveTo>
                  <a:cubicBezTo>
                    <a:pt x="1430" y="0"/>
                    <a:pt x="1" y="1429"/>
                    <a:pt x="1" y="3190"/>
                  </a:cubicBezTo>
                  <a:lnTo>
                    <a:pt x="1" y="8335"/>
                  </a:lnTo>
                  <a:lnTo>
                    <a:pt x="6381" y="8335"/>
                  </a:lnTo>
                  <a:lnTo>
                    <a:pt x="6381" y="3190"/>
                  </a:lnTo>
                  <a:cubicBezTo>
                    <a:pt x="6381" y="1429"/>
                    <a:pt x="4951" y="0"/>
                    <a:pt x="3191"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0" name="Google Shape;1860;p46"/>
            <p:cNvSpPr/>
            <p:nvPr/>
          </p:nvSpPr>
          <p:spPr>
            <a:xfrm>
              <a:off x="1015875" y="3879800"/>
              <a:ext cx="174975" cy="333600"/>
            </a:xfrm>
            <a:custGeom>
              <a:avLst/>
              <a:gdLst/>
              <a:ahLst/>
              <a:cxnLst/>
              <a:rect l="l" t="t" r="r" b="b"/>
              <a:pathLst>
                <a:path w="6999" h="13344" extrusionOk="0">
                  <a:moveTo>
                    <a:pt x="3523" y="0"/>
                  </a:moveTo>
                  <a:cubicBezTo>
                    <a:pt x="1567" y="0"/>
                    <a:pt x="1" y="1533"/>
                    <a:pt x="1" y="3488"/>
                  </a:cubicBezTo>
                  <a:lnTo>
                    <a:pt x="1" y="13344"/>
                  </a:lnTo>
                  <a:lnTo>
                    <a:pt x="6998" y="13344"/>
                  </a:lnTo>
                  <a:lnTo>
                    <a:pt x="6998" y="3488"/>
                  </a:lnTo>
                  <a:cubicBezTo>
                    <a:pt x="6998" y="1533"/>
                    <a:pt x="5432" y="0"/>
                    <a:pt x="3523" y="0"/>
                  </a:cubicBezTo>
                  <a:close/>
                </a:path>
              </a:pathLst>
            </a:custGeom>
            <a:solidFill>
              <a:srgbClr val="D7F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1" name="Google Shape;1861;p46"/>
            <p:cNvSpPr/>
            <p:nvPr/>
          </p:nvSpPr>
          <p:spPr>
            <a:xfrm>
              <a:off x="1015875" y="3879800"/>
              <a:ext cx="174975" cy="333600"/>
            </a:xfrm>
            <a:custGeom>
              <a:avLst/>
              <a:gdLst/>
              <a:ahLst/>
              <a:cxnLst/>
              <a:rect l="l" t="t" r="r" b="b"/>
              <a:pathLst>
                <a:path w="6999" h="13344" extrusionOk="0">
                  <a:moveTo>
                    <a:pt x="3385" y="0"/>
                  </a:moveTo>
                  <a:lnTo>
                    <a:pt x="3385" y="2722"/>
                  </a:lnTo>
                  <a:lnTo>
                    <a:pt x="1" y="2722"/>
                  </a:lnTo>
                  <a:lnTo>
                    <a:pt x="1" y="2962"/>
                  </a:lnTo>
                  <a:lnTo>
                    <a:pt x="3385" y="2962"/>
                  </a:lnTo>
                  <a:lnTo>
                    <a:pt x="3385" y="6197"/>
                  </a:lnTo>
                  <a:lnTo>
                    <a:pt x="1" y="6197"/>
                  </a:lnTo>
                  <a:lnTo>
                    <a:pt x="1" y="6438"/>
                  </a:lnTo>
                  <a:lnTo>
                    <a:pt x="3385" y="6438"/>
                  </a:lnTo>
                  <a:lnTo>
                    <a:pt x="3385" y="9628"/>
                  </a:lnTo>
                  <a:lnTo>
                    <a:pt x="1" y="9628"/>
                  </a:lnTo>
                  <a:lnTo>
                    <a:pt x="1" y="9913"/>
                  </a:lnTo>
                  <a:lnTo>
                    <a:pt x="3385" y="9913"/>
                  </a:lnTo>
                  <a:lnTo>
                    <a:pt x="3385" y="13344"/>
                  </a:lnTo>
                  <a:lnTo>
                    <a:pt x="3625" y="13344"/>
                  </a:lnTo>
                  <a:lnTo>
                    <a:pt x="3625" y="9913"/>
                  </a:lnTo>
                  <a:lnTo>
                    <a:pt x="6998" y="9913"/>
                  </a:lnTo>
                  <a:lnTo>
                    <a:pt x="6998" y="9628"/>
                  </a:lnTo>
                  <a:lnTo>
                    <a:pt x="3625" y="9628"/>
                  </a:lnTo>
                  <a:lnTo>
                    <a:pt x="3625" y="6438"/>
                  </a:lnTo>
                  <a:lnTo>
                    <a:pt x="6998" y="6438"/>
                  </a:lnTo>
                  <a:lnTo>
                    <a:pt x="6998" y="6197"/>
                  </a:lnTo>
                  <a:lnTo>
                    <a:pt x="3625" y="6197"/>
                  </a:lnTo>
                  <a:lnTo>
                    <a:pt x="3625" y="2962"/>
                  </a:lnTo>
                  <a:lnTo>
                    <a:pt x="6998" y="2962"/>
                  </a:lnTo>
                  <a:lnTo>
                    <a:pt x="6998" y="2722"/>
                  </a:lnTo>
                  <a:lnTo>
                    <a:pt x="3625" y="2722"/>
                  </a:lnTo>
                  <a:lnTo>
                    <a:pt x="3625" y="0"/>
                  </a:ln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2" name="Google Shape;1862;p46"/>
            <p:cNvSpPr/>
            <p:nvPr/>
          </p:nvSpPr>
          <p:spPr>
            <a:xfrm>
              <a:off x="1486375" y="3879800"/>
              <a:ext cx="174975" cy="333600"/>
            </a:xfrm>
            <a:custGeom>
              <a:avLst/>
              <a:gdLst/>
              <a:ahLst/>
              <a:cxnLst/>
              <a:rect l="l" t="t" r="r" b="b"/>
              <a:pathLst>
                <a:path w="6999" h="13344" extrusionOk="0">
                  <a:moveTo>
                    <a:pt x="3522" y="0"/>
                  </a:moveTo>
                  <a:cubicBezTo>
                    <a:pt x="1567" y="0"/>
                    <a:pt x="1" y="1533"/>
                    <a:pt x="1" y="3488"/>
                  </a:cubicBezTo>
                  <a:lnTo>
                    <a:pt x="1" y="13344"/>
                  </a:lnTo>
                  <a:lnTo>
                    <a:pt x="6998" y="13344"/>
                  </a:lnTo>
                  <a:lnTo>
                    <a:pt x="6998" y="3488"/>
                  </a:lnTo>
                  <a:cubicBezTo>
                    <a:pt x="6998" y="1533"/>
                    <a:pt x="5432" y="0"/>
                    <a:pt x="3522" y="0"/>
                  </a:cubicBezTo>
                  <a:close/>
                </a:path>
              </a:pathLst>
            </a:custGeom>
            <a:solidFill>
              <a:srgbClr val="D7F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3" name="Google Shape;1863;p46"/>
            <p:cNvSpPr/>
            <p:nvPr/>
          </p:nvSpPr>
          <p:spPr>
            <a:xfrm>
              <a:off x="1486375" y="3879800"/>
              <a:ext cx="174975" cy="333600"/>
            </a:xfrm>
            <a:custGeom>
              <a:avLst/>
              <a:gdLst/>
              <a:ahLst/>
              <a:cxnLst/>
              <a:rect l="l" t="t" r="r" b="b"/>
              <a:pathLst>
                <a:path w="6999" h="13344" extrusionOk="0">
                  <a:moveTo>
                    <a:pt x="3385" y="0"/>
                  </a:moveTo>
                  <a:lnTo>
                    <a:pt x="3385" y="2722"/>
                  </a:lnTo>
                  <a:lnTo>
                    <a:pt x="1" y="2722"/>
                  </a:lnTo>
                  <a:lnTo>
                    <a:pt x="1" y="2962"/>
                  </a:lnTo>
                  <a:lnTo>
                    <a:pt x="3385" y="2962"/>
                  </a:lnTo>
                  <a:lnTo>
                    <a:pt x="3385" y="6197"/>
                  </a:lnTo>
                  <a:lnTo>
                    <a:pt x="1" y="6197"/>
                  </a:lnTo>
                  <a:lnTo>
                    <a:pt x="1" y="6438"/>
                  </a:lnTo>
                  <a:lnTo>
                    <a:pt x="3385" y="6438"/>
                  </a:lnTo>
                  <a:lnTo>
                    <a:pt x="3385" y="9628"/>
                  </a:lnTo>
                  <a:lnTo>
                    <a:pt x="1" y="9628"/>
                  </a:lnTo>
                  <a:lnTo>
                    <a:pt x="1" y="9913"/>
                  </a:lnTo>
                  <a:lnTo>
                    <a:pt x="3385" y="9913"/>
                  </a:lnTo>
                  <a:lnTo>
                    <a:pt x="3385" y="13344"/>
                  </a:lnTo>
                  <a:lnTo>
                    <a:pt x="3614" y="13344"/>
                  </a:lnTo>
                  <a:lnTo>
                    <a:pt x="3614" y="9913"/>
                  </a:lnTo>
                  <a:lnTo>
                    <a:pt x="6998" y="9913"/>
                  </a:lnTo>
                  <a:lnTo>
                    <a:pt x="6998" y="9628"/>
                  </a:lnTo>
                  <a:lnTo>
                    <a:pt x="3614" y="9628"/>
                  </a:lnTo>
                  <a:lnTo>
                    <a:pt x="3614" y="6438"/>
                  </a:lnTo>
                  <a:lnTo>
                    <a:pt x="6998" y="6438"/>
                  </a:lnTo>
                  <a:lnTo>
                    <a:pt x="6998" y="6197"/>
                  </a:lnTo>
                  <a:lnTo>
                    <a:pt x="3614" y="6197"/>
                  </a:lnTo>
                  <a:lnTo>
                    <a:pt x="3614" y="2962"/>
                  </a:lnTo>
                  <a:lnTo>
                    <a:pt x="6998" y="2962"/>
                  </a:lnTo>
                  <a:lnTo>
                    <a:pt x="6998" y="2722"/>
                  </a:lnTo>
                  <a:lnTo>
                    <a:pt x="3614" y="2722"/>
                  </a:lnTo>
                  <a:lnTo>
                    <a:pt x="3614" y="0"/>
                  </a:ln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4" name="Google Shape;1864;p46"/>
            <p:cNvSpPr/>
            <p:nvPr/>
          </p:nvSpPr>
          <p:spPr>
            <a:xfrm>
              <a:off x="1042175" y="4301425"/>
              <a:ext cx="122650" cy="124075"/>
            </a:xfrm>
            <a:custGeom>
              <a:avLst/>
              <a:gdLst/>
              <a:ahLst/>
              <a:cxnLst/>
              <a:rect l="l" t="t" r="r" b="b"/>
              <a:pathLst>
                <a:path w="4906" h="4963" extrusionOk="0">
                  <a:moveTo>
                    <a:pt x="230" y="0"/>
                  </a:moveTo>
                  <a:cubicBezTo>
                    <a:pt x="92" y="0"/>
                    <a:pt x="1" y="103"/>
                    <a:pt x="1" y="240"/>
                  </a:cubicBezTo>
                  <a:lnTo>
                    <a:pt x="1" y="4722"/>
                  </a:lnTo>
                  <a:cubicBezTo>
                    <a:pt x="1" y="4814"/>
                    <a:pt x="92" y="4962"/>
                    <a:pt x="230" y="4962"/>
                  </a:cubicBezTo>
                  <a:lnTo>
                    <a:pt x="4666" y="4962"/>
                  </a:lnTo>
                  <a:cubicBezTo>
                    <a:pt x="4803" y="4962"/>
                    <a:pt x="4906" y="4814"/>
                    <a:pt x="4906" y="4722"/>
                  </a:cubicBezTo>
                  <a:lnTo>
                    <a:pt x="4906" y="240"/>
                  </a:lnTo>
                  <a:cubicBezTo>
                    <a:pt x="4906" y="103"/>
                    <a:pt x="4803" y="0"/>
                    <a:pt x="4666" y="0"/>
                  </a:cubicBezTo>
                  <a:close/>
                </a:path>
              </a:pathLst>
            </a:custGeom>
            <a:solidFill>
              <a:srgbClr val="D7F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5" name="Google Shape;1865;p46"/>
            <p:cNvSpPr/>
            <p:nvPr/>
          </p:nvSpPr>
          <p:spPr>
            <a:xfrm>
              <a:off x="1042175" y="4301425"/>
              <a:ext cx="122650" cy="124075"/>
            </a:xfrm>
            <a:custGeom>
              <a:avLst/>
              <a:gdLst/>
              <a:ahLst/>
              <a:cxnLst/>
              <a:rect l="l" t="t" r="r" b="b"/>
              <a:pathLst>
                <a:path w="4906" h="4963" extrusionOk="0">
                  <a:moveTo>
                    <a:pt x="2333" y="0"/>
                  </a:moveTo>
                  <a:lnTo>
                    <a:pt x="2333" y="2344"/>
                  </a:lnTo>
                  <a:lnTo>
                    <a:pt x="1" y="2344"/>
                  </a:lnTo>
                  <a:lnTo>
                    <a:pt x="1" y="2573"/>
                  </a:lnTo>
                  <a:lnTo>
                    <a:pt x="2333" y="2573"/>
                  </a:lnTo>
                  <a:lnTo>
                    <a:pt x="2333" y="4962"/>
                  </a:lnTo>
                  <a:lnTo>
                    <a:pt x="2573" y="4962"/>
                  </a:lnTo>
                  <a:lnTo>
                    <a:pt x="2573" y="2573"/>
                  </a:lnTo>
                  <a:lnTo>
                    <a:pt x="4906" y="2573"/>
                  </a:lnTo>
                  <a:lnTo>
                    <a:pt x="4906" y="2344"/>
                  </a:lnTo>
                  <a:lnTo>
                    <a:pt x="2573" y="2344"/>
                  </a:lnTo>
                  <a:lnTo>
                    <a:pt x="2573" y="0"/>
                  </a:ln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6" name="Google Shape;1866;p46"/>
            <p:cNvSpPr/>
            <p:nvPr/>
          </p:nvSpPr>
          <p:spPr>
            <a:xfrm>
              <a:off x="1512400" y="4301425"/>
              <a:ext cx="122925" cy="124075"/>
            </a:xfrm>
            <a:custGeom>
              <a:avLst/>
              <a:gdLst/>
              <a:ahLst/>
              <a:cxnLst/>
              <a:rect l="l" t="t" r="r" b="b"/>
              <a:pathLst>
                <a:path w="4917" h="4963" extrusionOk="0">
                  <a:moveTo>
                    <a:pt x="240" y="0"/>
                  </a:moveTo>
                  <a:cubicBezTo>
                    <a:pt x="103" y="0"/>
                    <a:pt x="0" y="103"/>
                    <a:pt x="0" y="240"/>
                  </a:cubicBezTo>
                  <a:lnTo>
                    <a:pt x="0" y="4722"/>
                  </a:lnTo>
                  <a:cubicBezTo>
                    <a:pt x="0" y="4814"/>
                    <a:pt x="103" y="4962"/>
                    <a:pt x="240" y="4962"/>
                  </a:cubicBezTo>
                  <a:lnTo>
                    <a:pt x="4677" y="4962"/>
                  </a:lnTo>
                  <a:cubicBezTo>
                    <a:pt x="4814" y="4962"/>
                    <a:pt x="4917" y="4814"/>
                    <a:pt x="4917" y="4722"/>
                  </a:cubicBezTo>
                  <a:lnTo>
                    <a:pt x="4917" y="240"/>
                  </a:lnTo>
                  <a:cubicBezTo>
                    <a:pt x="4917" y="103"/>
                    <a:pt x="4814" y="0"/>
                    <a:pt x="4677" y="0"/>
                  </a:cubicBezTo>
                  <a:close/>
                </a:path>
              </a:pathLst>
            </a:custGeom>
            <a:solidFill>
              <a:srgbClr val="D7F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7" name="Google Shape;1867;p46"/>
            <p:cNvSpPr/>
            <p:nvPr/>
          </p:nvSpPr>
          <p:spPr>
            <a:xfrm>
              <a:off x="1512400" y="4301425"/>
              <a:ext cx="122925" cy="124075"/>
            </a:xfrm>
            <a:custGeom>
              <a:avLst/>
              <a:gdLst/>
              <a:ahLst/>
              <a:cxnLst/>
              <a:rect l="l" t="t" r="r" b="b"/>
              <a:pathLst>
                <a:path w="4917" h="4963" extrusionOk="0">
                  <a:moveTo>
                    <a:pt x="2344" y="0"/>
                  </a:moveTo>
                  <a:lnTo>
                    <a:pt x="2344" y="2344"/>
                  </a:lnTo>
                  <a:lnTo>
                    <a:pt x="0" y="2344"/>
                  </a:lnTo>
                  <a:lnTo>
                    <a:pt x="0" y="2573"/>
                  </a:lnTo>
                  <a:lnTo>
                    <a:pt x="2344" y="2573"/>
                  </a:lnTo>
                  <a:lnTo>
                    <a:pt x="2344" y="4962"/>
                  </a:lnTo>
                  <a:lnTo>
                    <a:pt x="2573" y="4962"/>
                  </a:lnTo>
                  <a:lnTo>
                    <a:pt x="2573" y="2573"/>
                  </a:lnTo>
                  <a:lnTo>
                    <a:pt x="4917" y="2573"/>
                  </a:lnTo>
                  <a:lnTo>
                    <a:pt x="4917" y="2344"/>
                  </a:lnTo>
                  <a:lnTo>
                    <a:pt x="2573" y="2344"/>
                  </a:lnTo>
                  <a:lnTo>
                    <a:pt x="2573" y="0"/>
                  </a:ln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8" name="Google Shape;1868;p46"/>
            <p:cNvSpPr/>
            <p:nvPr/>
          </p:nvSpPr>
          <p:spPr>
            <a:xfrm>
              <a:off x="1298025" y="3884650"/>
              <a:ext cx="81200" cy="80925"/>
            </a:xfrm>
            <a:custGeom>
              <a:avLst/>
              <a:gdLst/>
              <a:ahLst/>
              <a:cxnLst/>
              <a:rect l="l" t="t" r="r" b="b"/>
              <a:pathLst>
                <a:path w="3248" h="3237" extrusionOk="0">
                  <a:moveTo>
                    <a:pt x="1624" y="1"/>
                  </a:moveTo>
                  <a:cubicBezTo>
                    <a:pt x="720" y="1"/>
                    <a:pt x="0" y="721"/>
                    <a:pt x="0" y="1624"/>
                  </a:cubicBezTo>
                  <a:cubicBezTo>
                    <a:pt x="0" y="2528"/>
                    <a:pt x="720" y="3237"/>
                    <a:pt x="1624" y="3237"/>
                  </a:cubicBezTo>
                  <a:cubicBezTo>
                    <a:pt x="2527" y="3237"/>
                    <a:pt x="3247" y="2528"/>
                    <a:pt x="3247" y="1624"/>
                  </a:cubicBezTo>
                  <a:cubicBezTo>
                    <a:pt x="3247" y="721"/>
                    <a:pt x="2527" y="1"/>
                    <a:pt x="1624" y="1"/>
                  </a:cubicBezTo>
                  <a:close/>
                </a:path>
              </a:pathLst>
            </a:custGeom>
            <a:solidFill>
              <a:srgbClr val="D7F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69" name="Google Shape;1869;p46"/>
            <p:cNvSpPr/>
            <p:nvPr/>
          </p:nvSpPr>
          <p:spPr>
            <a:xfrm>
              <a:off x="1025325" y="3328400"/>
              <a:ext cx="78625" cy="108375"/>
            </a:xfrm>
            <a:custGeom>
              <a:avLst/>
              <a:gdLst/>
              <a:ahLst/>
              <a:cxnLst/>
              <a:rect l="l" t="t" r="r" b="b"/>
              <a:pathLst>
                <a:path w="3145" h="4335" extrusionOk="0">
                  <a:moveTo>
                    <a:pt x="435" y="1"/>
                  </a:moveTo>
                  <a:cubicBezTo>
                    <a:pt x="195" y="1"/>
                    <a:pt x="0" y="195"/>
                    <a:pt x="0" y="435"/>
                  </a:cubicBezTo>
                  <a:lnTo>
                    <a:pt x="0" y="4334"/>
                  </a:lnTo>
                  <a:lnTo>
                    <a:pt x="3145" y="4334"/>
                  </a:lnTo>
                  <a:lnTo>
                    <a:pt x="3145" y="435"/>
                  </a:lnTo>
                  <a:cubicBezTo>
                    <a:pt x="3145" y="195"/>
                    <a:pt x="2904" y="1"/>
                    <a:pt x="2676"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870" name="Google Shape;1870;p46"/>
          <p:cNvSpPr txBox="1">
            <a:spLocks noGrp="1"/>
          </p:cNvSpPr>
          <p:nvPr>
            <p:ph type="body" idx="1"/>
          </p:nvPr>
        </p:nvSpPr>
        <p:spPr>
          <a:xfrm>
            <a:off x="4621800" y="1689675"/>
            <a:ext cx="3513600" cy="2340600"/>
          </a:xfrm>
          <a:prstGeom prst="rect">
            <a:avLst/>
          </a:prstGeom>
        </p:spPr>
        <p:txBody>
          <a:bodyPr spcFirstLastPara="1" wrap="square" lIns="14400" tIns="14400" rIns="14400" bIns="14400" anchor="t" anchorCtr="0">
            <a:noAutofit/>
          </a:bodyPr>
          <a:lstStyle/>
          <a:p>
            <a:pPr marL="0" lvl="0" indent="0" algn="l" rtl="0">
              <a:spcBef>
                <a:spcPts val="0"/>
              </a:spcBef>
              <a:spcAft>
                <a:spcPts val="0"/>
              </a:spcAft>
              <a:buClr>
                <a:schemeClr val="dk1"/>
              </a:buClr>
              <a:buSzPts val="1100"/>
              <a:buFont typeface="Arial"/>
              <a:buNone/>
            </a:pPr>
            <a:r>
              <a:rPr lang="en" dirty="0">
                <a:solidFill>
                  <a:schemeClr val="accent1"/>
                </a:solidFill>
              </a:rPr>
              <a:t>Além de aluno, essas tabelas também são importantes para o projeto:</a:t>
            </a:r>
            <a:br>
              <a:rPr lang="en" dirty="0">
                <a:solidFill>
                  <a:schemeClr val="accent1"/>
                </a:solidFill>
              </a:rPr>
            </a:br>
            <a:endParaRPr dirty="0">
              <a:solidFill>
                <a:schemeClr val="accent1"/>
              </a:solidFill>
            </a:endParaRPr>
          </a:p>
          <a:p>
            <a:pPr marL="457200" lvl="0" indent="-317500" algn="l" rtl="0">
              <a:spcBef>
                <a:spcPts val="0"/>
              </a:spcBef>
              <a:spcAft>
                <a:spcPts val="0"/>
              </a:spcAft>
              <a:buSzPts val="1400"/>
              <a:buFont typeface="Barlow Semi Condensed"/>
              <a:buChar char="●"/>
            </a:pPr>
            <a:r>
              <a:rPr lang="pt-BR" dirty="0">
                <a:solidFill>
                  <a:schemeClr val="accent1"/>
                </a:solidFill>
              </a:rPr>
              <a:t>Turma</a:t>
            </a:r>
          </a:p>
          <a:p>
            <a:pPr marL="457200" lvl="0" indent="-317500" algn="l" rtl="0">
              <a:spcBef>
                <a:spcPts val="0"/>
              </a:spcBef>
              <a:spcAft>
                <a:spcPts val="0"/>
              </a:spcAft>
              <a:buSzPts val="1400"/>
              <a:buFont typeface="Barlow Semi Condensed"/>
              <a:buChar char="●"/>
            </a:pPr>
            <a:r>
              <a:rPr lang="pt-BR" dirty="0">
                <a:solidFill>
                  <a:schemeClr val="accent1"/>
                </a:solidFill>
              </a:rPr>
              <a:t>Curso</a:t>
            </a:r>
            <a:endParaRPr dirty="0">
              <a:solidFill>
                <a:schemeClr val="accent1"/>
              </a:solidFill>
            </a:endParaRPr>
          </a:p>
          <a:p>
            <a:pPr marL="457200" lvl="0" indent="-317500" algn="l" rtl="0">
              <a:spcBef>
                <a:spcPts val="0"/>
              </a:spcBef>
              <a:spcAft>
                <a:spcPts val="0"/>
              </a:spcAft>
              <a:buSzPts val="1400"/>
              <a:buFont typeface="Barlow Semi Condensed"/>
              <a:buChar char="●"/>
            </a:pPr>
            <a:r>
              <a:rPr lang="en" dirty="0">
                <a:solidFill>
                  <a:schemeClr val="accent1"/>
                </a:solidFill>
              </a:rPr>
              <a:t>Módulos</a:t>
            </a:r>
          </a:p>
          <a:p>
            <a:pPr marL="457200" lvl="0" indent="-317500" algn="l" rtl="0">
              <a:spcBef>
                <a:spcPts val="0"/>
              </a:spcBef>
              <a:spcAft>
                <a:spcPts val="0"/>
              </a:spcAft>
              <a:buSzPts val="1400"/>
              <a:buFont typeface="Barlow Semi Condensed"/>
              <a:buChar char="●"/>
            </a:pPr>
            <a:r>
              <a:rPr lang="pt-BR" dirty="0">
                <a:solidFill>
                  <a:schemeClr val="accent1"/>
                </a:solidFill>
              </a:rPr>
              <a:t>Disciplinas</a:t>
            </a:r>
          </a:p>
          <a:p>
            <a:pPr marL="457200" lvl="0" indent="-317500" algn="l" rtl="0">
              <a:spcBef>
                <a:spcPts val="0"/>
              </a:spcBef>
              <a:spcAft>
                <a:spcPts val="0"/>
              </a:spcAft>
              <a:buSzPts val="1400"/>
              <a:buFont typeface="Barlow Semi Condensed"/>
              <a:buChar char="●"/>
            </a:pPr>
            <a:r>
              <a:rPr lang="pt-BR" dirty="0">
                <a:solidFill>
                  <a:schemeClr val="accent1"/>
                </a:solidFill>
              </a:rPr>
              <a:t>Facilitador</a:t>
            </a:r>
            <a:endParaRPr dirty="0">
              <a:solidFill>
                <a:schemeClr val="accent1"/>
              </a:solidFill>
            </a:endParaRPr>
          </a:p>
          <a:p>
            <a:pPr marL="0" lvl="0" indent="0" algn="l" rtl="0">
              <a:spcBef>
                <a:spcPts val="0"/>
              </a:spcBef>
              <a:spcAft>
                <a:spcPts val="0"/>
              </a:spcAft>
              <a:buClr>
                <a:schemeClr val="dk1"/>
              </a:buClr>
              <a:buSzPts val="1100"/>
              <a:buFont typeface="Arial"/>
              <a:buNone/>
            </a:pPr>
            <a:endParaRPr dirty="0">
              <a:solidFill>
                <a:schemeClr val="accent1"/>
              </a:solidFill>
            </a:endParaRPr>
          </a:p>
        </p:txBody>
      </p:sp>
      <p:sp>
        <p:nvSpPr>
          <p:cNvPr id="1871" name="Google Shape;1871;p46"/>
          <p:cNvSpPr txBox="1">
            <a:spLocks noGrp="1"/>
          </p:cNvSpPr>
          <p:nvPr>
            <p:ph type="title"/>
          </p:nvPr>
        </p:nvSpPr>
        <p:spPr>
          <a:xfrm>
            <a:off x="4621800" y="194872"/>
            <a:ext cx="3513600" cy="1329888"/>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sz="3200" dirty="0"/>
              <a:t>Temos outras tabelas também</a:t>
            </a:r>
            <a:endParaRPr sz="3200" dirty="0"/>
          </a:p>
        </p:txBody>
      </p:sp>
      <p:grpSp>
        <p:nvGrpSpPr>
          <p:cNvPr id="1872" name="Google Shape;1872;p46"/>
          <p:cNvGrpSpPr/>
          <p:nvPr/>
        </p:nvGrpSpPr>
        <p:grpSpPr>
          <a:xfrm>
            <a:off x="178468" y="2985712"/>
            <a:ext cx="633253" cy="1172313"/>
            <a:chOff x="7797029" y="2174230"/>
            <a:chExt cx="1161931" cy="2151032"/>
          </a:xfrm>
        </p:grpSpPr>
        <p:sp>
          <p:nvSpPr>
            <p:cNvPr id="1873" name="Google Shape;1873;p46"/>
            <p:cNvSpPr/>
            <p:nvPr/>
          </p:nvSpPr>
          <p:spPr>
            <a:xfrm>
              <a:off x="7797029" y="2174230"/>
              <a:ext cx="1161931" cy="1382760"/>
            </a:xfrm>
            <a:custGeom>
              <a:avLst/>
              <a:gdLst/>
              <a:ahLst/>
              <a:cxnLst/>
              <a:rect l="l" t="t" r="r" b="b"/>
              <a:pathLst>
                <a:path w="21273" h="25316" extrusionOk="0">
                  <a:moveTo>
                    <a:pt x="11920" y="0"/>
                  </a:moveTo>
                  <a:cubicBezTo>
                    <a:pt x="9767" y="0"/>
                    <a:pt x="7648" y="927"/>
                    <a:pt x="6217" y="2390"/>
                  </a:cubicBezTo>
                  <a:cubicBezTo>
                    <a:pt x="4630" y="4024"/>
                    <a:pt x="3883" y="6245"/>
                    <a:pt x="3883" y="8383"/>
                  </a:cubicBezTo>
                  <a:cubicBezTo>
                    <a:pt x="3846" y="9045"/>
                    <a:pt x="3930" y="9745"/>
                    <a:pt x="3650" y="10361"/>
                  </a:cubicBezTo>
                  <a:cubicBezTo>
                    <a:pt x="3417" y="10828"/>
                    <a:pt x="3034" y="11220"/>
                    <a:pt x="2679" y="11650"/>
                  </a:cubicBezTo>
                  <a:cubicBezTo>
                    <a:pt x="1046" y="13516"/>
                    <a:pt x="0" y="15850"/>
                    <a:pt x="75" y="18183"/>
                  </a:cubicBezTo>
                  <a:cubicBezTo>
                    <a:pt x="150" y="20554"/>
                    <a:pt x="1438" y="22888"/>
                    <a:pt x="3613" y="24213"/>
                  </a:cubicBezTo>
                  <a:cubicBezTo>
                    <a:pt x="4824" y="24931"/>
                    <a:pt x="6299" y="25315"/>
                    <a:pt x="7769" y="25315"/>
                  </a:cubicBezTo>
                  <a:cubicBezTo>
                    <a:pt x="8994" y="25315"/>
                    <a:pt x="10215" y="25048"/>
                    <a:pt x="11276" y="24484"/>
                  </a:cubicBezTo>
                  <a:cubicBezTo>
                    <a:pt x="12090" y="24825"/>
                    <a:pt x="13002" y="24989"/>
                    <a:pt x="13926" y="24989"/>
                  </a:cubicBezTo>
                  <a:cubicBezTo>
                    <a:pt x="15830" y="24989"/>
                    <a:pt x="17782" y="24291"/>
                    <a:pt x="19014" y="23009"/>
                  </a:cubicBezTo>
                  <a:cubicBezTo>
                    <a:pt x="20843" y="21142"/>
                    <a:pt x="21273" y="18417"/>
                    <a:pt x="20498" y="16083"/>
                  </a:cubicBezTo>
                  <a:cubicBezTo>
                    <a:pt x="20143" y="14954"/>
                    <a:pt x="19518" y="13908"/>
                    <a:pt x="18864" y="12891"/>
                  </a:cubicBezTo>
                  <a:cubicBezTo>
                    <a:pt x="18743" y="12742"/>
                    <a:pt x="18668" y="12546"/>
                    <a:pt x="18631" y="12350"/>
                  </a:cubicBezTo>
                  <a:cubicBezTo>
                    <a:pt x="18631" y="12191"/>
                    <a:pt x="18743" y="11995"/>
                    <a:pt x="18780" y="11808"/>
                  </a:cubicBezTo>
                  <a:cubicBezTo>
                    <a:pt x="20843" y="3090"/>
                    <a:pt x="16718" y="561"/>
                    <a:pt x="12835" y="57"/>
                  </a:cubicBezTo>
                  <a:cubicBezTo>
                    <a:pt x="12530" y="19"/>
                    <a:pt x="12225" y="0"/>
                    <a:pt x="11920"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74" name="Google Shape;1874;p46"/>
            <p:cNvGrpSpPr/>
            <p:nvPr/>
          </p:nvGrpSpPr>
          <p:grpSpPr>
            <a:xfrm>
              <a:off x="8149431" y="2521491"/>
              <a:ext cx="429313" cy="1803771"/>
              <a:chOff x="6097050" y="1346450"/>
              <a:chExt cx="196500" cy="825600"/>
            </a:xfrm>
          </p:grpSpPr>
          <p:sp>
            <p:nvSpPr>
              <p:cNvPr id="1875" name="Google Shape;1875;p46"/>
              <p:cNvSpPr/>
              <p:nvPr/>
            </p:nvSpPr>
            <p:spPr>
              <a:xfrm>
                <a:off x="6203225" y="1432075"/>
                <a:ext cx="20325" cy="739975"/>
              </a:xfrm>
              <a:custGeom>
                <a:avLst/>
                <a:gdLst/>
                <a:ahLst/>
                <a:cxnLst/>
                <a:rect l="l" t="t" r="r" b="b"/>
                <a:pathLst>
                  <a:path w="813" h="29599" extrusionOk="0">
                    <a:moveTo>
                      <a:pt x="420" y="1"/>
                    </a:moveTo>
                    <a:cubicBezTo>
                      <a:pt x="187" y="1"/>
                      <a:pt x="0" y="197"/>
                      <a:pt x="0" y="430"/>
                    </a:cubicBezTo>
                    <a:lnTo>
                      <a:pt x="0" y="29207"/>
                    </a:lnTo>
                    <a:cubicBezTo>
                      <a:pt x="0" y="29440"/>
                      <a:pt x="187" y="29599"/>
                      <a:pt x="420" y="29599"/>
                    </a:cubicBezTo>
                    <a:cubicBezTo>
                      <a:pt x="616" y="29599"/>
                      <a:pt x="812" y="29440"/>
                      <a:pt x="812" y="29207"/>
                    </a:cubicBezTo>
                    <a:lnTo>
                      <a:pt x="812" y="430"/>
                    </a:lnTo>
                    <a:cubicBezTo>
                      <a:pt x="812" y="197"/>
                      <a:pt x="616" y="1"/>
                      <a:pt x="42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6" name="Google Shape;1876;p46"/>
              <p:cNvSpPr/>
              <p:nvPr/>
            </p:nvSpPr>
            <p:spPr>
              <a:xfrm>
                <a:off x="6097050" y="1389375"/>
                <a:ext cx="124625" cy="276800"/>
              </a:xfrm>
              <a:custGeom>
                <a:avLst/>
                <a:gdLst/>
                <a:ahLst/>
                <a:cxnLst/>
                <a:rect l="l" t="t" r="r" b="b"/>
                <a:pathLst>
                  <a:path w="4985" h="11072" extrusionOk="0">
                    <a:moveTo>
                      <a:pt x="430" y="1"/>
                    </a:moveTo>
                    <a:cubicBezTo>
                      <a:pt x="234" y="1"/>
                      <a:pt x="84" y="113"/>
                      <a:pt x="84" y="309"/>
                    </a:cubicBezTo>
                    <a:cubicBezTo>
                      <a:pt x="47" y="971"/>
                      <a:pt x="0" y="1587"/>
                      <a:pt x="0" y="2250"/>
                    </a:cubicBezTo>
                    <a:cubicBezTo>
                      <a:pt x="0" y="3809"/>
                      <a:pt x="159" y="5405"/>
                      <a:pt x="747" y="6917"/>
                    </a:cubicBezTo>
                    <a:cubicBezTo>
                      <a:pt x="1447" y="8672"/>
                      <a:pt x="2763" y="10147"/>
                      <a:pt x="4396" y="11043"/>
                    </a:cubicBezTo>
                    <a:cubicBezTo>
                      <a:pt x="4449" y="11063"/>
                      <a:pt x="4501" y="11072"/>
                      <a:pt x="4550" y="11072"/>
                    </a:cubicBezTo>
                    <a:cubicBezTo>
                      <a:pt x="4688" y="11072"/>
                      <a:pt x="4808" y="11001"/>
                      <a:pt x="4863" y="10884"/>
                    </a:cubicBezTo>
                    <a:cubicBezTo>
                      <a:pt x="4985" y="10735"/>
                      <a:pt x="4901" y="10539"/>
                      <a:pt x="4751" y="10417"/>
                    </a:cubicBezTo>
                    <a:cubicBezTo>
                      <a:pt x="3230" y="9605"/>
                      <a:pt x="2026" y="8243"/>
                      <a:pt x="1363" y="6646"/>
                    </a:cubicBezTo>
                    <a:cubicBezTo>
                      <a:pt x="822" y="5284"/>
                      <a:pt x="700" y="3772"/>
                      <a:pt x="700" y="2250"/>
                    </a:cubicBezTo>
                    <a:cubicBezTo>
                      <a:pt x="700" y="1634"/>
                      <a:pt x="700" y="971"/>
                      <a:pt x="747" y="346"/>
                    </a:cubicBezTo>
                    <a:cubicBezTo>
                      <a:pt x="747" y="150"/>
                      <a:pt x="588" y="1"/>
                      <a:pt x="43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77" name="Google Shape;1877;p46"/>
              <p:cNvSpPr/>
              <p:nvPr/>
            </p:nvSpPr>
            <p:spPr>
              <a:xfrm>
                <a:off x="6207875" y="1346450"/>
                <a:ext cx="85675" cy="205950"/>
              </a:xfrm>
              <a:custGeom>
                <a:avLst/>
                <a:gdLst/>
                <a:ahLst/>
                <a:cxnLst/>
                <a:rect l="l" t="t" r="r" b="b"/>
                <a:pathLst>
                  <a:path w="3427" h="8238" extrusionOk="0">
                    <a:moveTo>
                      <a:pt x="2997" y="0"/>
                    </a:moveTo>
                    <a:cubicBezTo>
                      <a:pt x="2801" y="0"/>
                      <a:pt x="2652" y="159"/>
                      <a:pt x="2689" y="355"/>
                    </a:cubicBezTo>
                    <a:cubicBezTo>
                      <a:pt x="2726" y="1055"/>
                      <a:pt x="2764" y="1718"/>
                      <a:pt x="2764" y="2371"/>
                    </a:cubicBezTo>
                    <a:cubicBezTo>
                      <a:pt x="2764" y="3118"/>
                      <a:pt x="2726" y="3818"/>
                      <a:pt x="2530" y="4518"/>
                    </a:cubicBezTo>
                    <a:cubicBezTo>
                      <a:pt x="2381" y="5171"/>
                      <a:pt x="2101" y="5797"/>
                      <a:pt x="1718" y="6338"/>
                    </a:cubicBezTo>
                    <a:cubicBezTo>
                      <a:pt x="1326" y="6889"/>
                      <a:pt x="822" y="7318"/>
                      <a:pt x="234" y="7589"/>
                    </a:cubicBezTo>
                    <a:cubicBezTo>
                      <a:pt x="85" y="7663"/>
                      <a:pt x="1" y="7859"/>
                      <a:pt x="85" y="8018"/>
                    </a:cubicBezTo>
                    <a:cubicBezTo>
                      <a:pt x="112" y="8156"/>
                      <a:pt x="246" y="8237"/>
                      <a:pt x="378" y="8237"/>
                    </a:cubicBezTo>
                    <a:cubicBezTo>
                      <a:pt x="425" y="8237"/>
                      <a:pt x="472" y="8227"/>
                      <a:pt x="514" y="8205"/>
                    </a:cubicBezTo>
                    <a:cubicBezTo>
                      <a:pt x="1214" y="7897"/>
                      <a:pt x="1830" y="7355"/>
                      <a:pt x="2260" y="6730"/>
                    </a:cubicBezTo>
                    <a:cubicBezTo>
                      <a:pt x="2726" y="6151"/>
                      <a:pt x="3034" y="5405"/>
                      <a:pt x="3193" y="4667"/>
                    </a:cubicBezTo>
                    <a:cubicBezTo>
                      <a:pt x="3389" y="3930"/>
                      <a:pt x="3426" y="3155"/>
                      <a:pt x="3426" y="2371"/>
                    </a:cubicBezTo>
                    <a:cubicBezTo>
                      <a:pt x="3426" y="1671"/>
                      <a:pt x="3389" y="971"/>
                      <a:pt x="3352" y="318"/>
                    </a:cubicBezTo>
                    <a:cubicBezTo>
                      <a:pt x="3352" y="122"/>
                      <a:pt x="3156" y="0"/>
                      <a:pt x="2997"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878" name="Google Shape;1878;p46"/>
          <p:cNvSpPr/>
          <p:nvPr/>
        </p:nvSpPr>
        <p:spPr>
          <a:xfrm rot="-393089">
            <a:off x="2849521" y="1856727"/>
            <a:ext cx="1087334" cy="415350"/>
          </a:xfrm>
          <a:prstGeom prst="rect">
            <a:avLst/>
          </a:prstGeom>
        </p:spPr>
        <p:txBody>
          <a:bodyPr>
            <a:prstTxWarp prst="textPlain">
              <a:avLst/>
            </a:prstTxWarp>
          </a:bodyPr>
          <a:lstStyle/>
          <a:p>
            <a:pPr lvl="0" algn="ctr"/>
            <a:endParaRPr lang="pt-BR" b="0" i="0" dirty="0">
              <a:ln>
                <a:noFill/>
              </a:ln>
              <a:solidFill>
                <a:schemeClr val="accent2"/>
              </a:solidFill>
              <a:latin typeface="Nanum Pen Script"/>
            </a:endParaRPr>
          </a:p>
        </p:txBody>
      </p:sp>
      <p:sp>
        <p:nvSpPr>
          <p:cNvPr id="1879" name="Google Shape;1879;p46"/>
          <p:cNvSpPr/>
          <p:nvPr/>
        </p:nvSpPr>
        <p:spPr>
          <a:xfrm>
            <a:off x="-189675" y="521259"/>
            <a:ext cx="4273225" cy="753250"/>
          </a:xfrm>
          <a:custGeom>
            <a:avLst/>
            <a:gdLst/>
            <a:ahLst/>
            <a:cxnLst/>
            <a:rect l="l" t="t" r="r" b="b"/>
            <a:pathLst>
              <a:path w="170929" h="30130" extrusionOk="0">
                <a:moveTo>
                  <a:pt x="0" y="19316"/>
                </a:moveTo>
                <a:cubicBezTo>
                  <a:pt x="7810" y="16118"/>
                  <a:pt x="29530" y="-1659"/>
                  <a:pt x="46861" y="126"/>
                </a:cubicBezTo>
                <a:cubicBezTo>
                  <a:pt x="64192" y="1911"/>
                  <a:pt x="83308" y="28391"/>
                  <a:pt x="103986" y="30027"/>
                </a:cubicBezTo>
                <a:cubicBezTo>
                  <a:pt x="124664" y="31663"/>
                  <a:pt x="159772" y="13291"/>
                  <a:pt x="170929" y="9944"/>
                </a:cubicBezTo>
              </a:path>
            </a:pathLst>
          </a:custGeom>
          <a:noFill/>
          <a:ln w="19050" cap="flat" cmpd="sng">
            <a:solidFill>
              <a:schemeClr val="dk2"/>
            </a:solidFill>
            <a:prstDash val="dash"/>
            <a:round/>
            <a:headEnd type="none" w="med" len="med"/>
            <a:tailEnd type="none" w="med" len="med"/>
          </a:ln>
        </p:spPr>
        <p:txBody>
          <a:bodyPr/>
          <a:lstStyle/>
          <a:p>
            <a:endParaRPr lang="pt-BR"/>
          </a:p>
        </p:txBody>
      </p:sp>
      <p:sp>
        <p:nvSpPr>
          <p:cNvPr id="1880" name="Google Shape;1880;p46"/>
          <p:cNvSpPr/>
          <p:nvPr/>
        </p:nvSpPr>
        <p:spPr>
          <a:xfrm>
            <a:off x="7933775" y="1884788"/>
            <a:ext cx="1916700" cy="20781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81" name="Google Shape;1881;p46"/>
          <p:cNvGrpSpPr/>
          <p:nvPr/>
        </p:nvGrpSpPr>
        <p:grpSpPr>
          <a:xfrm>
            <a:off x="811722" y="3866748"/>
            <a:ext cx="1743296" cy="291284"/>
            <a:chOff x="811722" y="3866748"/>
            <a:chExt cx="1743296" cy="291284"/>
          </a:xfrm>
        </p:grpSpPr>
        <p:grpSp>
          <p:nvGrpSpPr>
            <p:cNvPr id="1882" name="Google Shape;1882;p46"/>
            <p:cNvGrpSpPr/>
            <p:nvPr/>
          </p:nvGrpSpPr>
          <p:grpSpPr>
            <a:xfrm>
              <a:off x="811722" y="3866748"/>
              <a:ext cx="537571" cy="291284"/>
              <a:chOff x="2301112" y="2967762"/>
              <a:chExt cx="655814" cy="355354"/>
            </a:xfrm>
          </p:grpSpPr>
          <p:sp>
            <p:nvSpPr>
              <p:cNvPr id="1883" name="Google Shape;1883;p46"/>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4" name="Google Shape;1884;p46"/>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885" name="Google Shape;1885;p46"/>
            <p:cNvGrpSpPr/>
            <p:nvPr/>
          </p:nvGrpSpPr>
          <p:grpSpPr>
            <a:xfrm>
              <a:off x="2017447" y="3866748"/>
              <a:ext cx="537571" cy="291284"/>
              <a:chOff x="2301112" y="2967762"/>
              <a:chExt cx="655814" cy="355354"/>
            </a:xfrm>
          </p:grpSpPr>
          <p:sp>
            <p:nvSpPr>
              <p:cNvPr id="1886" name="Google Shape;1886;p46"/>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887" name="Google Shape;1887;p46"/>
              <p:cNvSpPr/>
              <p:nvPr/>
            </p:nvSpPr>
            <p:spPr>
              <a:xfrm>
                <a:off x="2301112" y="2967762"/>
                <a:ext cx="655814" cy="355354"/>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1559"/>
        <p:cNvGrpSpPr/>
        <p:nvPr/>
      </p:nvGrpSpPr>
      <p:grpSpPr>
        <a:xfrm>
          <a:off x="0" y="0"/>
          <a:ext cx="0" cy="0"/>
          <a:chOff x="0" y="0"/>
          <a:chExt cx="0" cy="0"/>
        </a:xfrm>
      </p:grpSpPr>
      <p:grpSp>
        <p:nvGrpSpPr>
          <p:cNvPr id="1560" name="Google Shape;1560;p43"/>
          <p:cNvGrpSpPr/>
          <p:nvPr/>
        </p:nvGrpSpPr>
        <p:grpSpPr>
          <a:xfrm>
            <a:off x="1827188" y="1273500"/>
            <a:ext cx="1536300" cy="3875700"/>
            <a:chOff x="1827188" y="1273500"/>
            <a:chExt cx="1536300" cy="3875700"/>
          </a:xfrm>
        </p:grpSpPr>
        <p:grpSp>
          <p:nvGrpSpPr>
            <p:cNvPr id="1561" name="Google Shape;1561;p43"/>
            <p:cNvGrpSpPr/>
            <p:nvPr/>
          </p:nvGrpSpPr>
          <p:grpSpPr>
            <a:xfrm>
              <a:off x="1827188" y="1273500"/>
              <a:ext cx="1536300" cy="3330923"/>
              <a:chOff x="1827188" y="1273500"/>
              <a:chExt cx="1536300" cy="3330923"/>
            </a:xfrm>
          </p:grpSpPr>
          <p:sp>
            <p:nvSpPr>
              <p:cNvPr id="1562" name="Google Shape;1562;p43"/>
              <p:cNvSpPr/>
              <p:nvPr/>
            </p:nvSpPr>
            <p:spPr>
              <a:xfrm>
                <a:off x="2531487" y="2345125"/>
                <a:ext cx="127701" cy="2259298"/>
              </a:xfrm>
              <a:custGeom>
                <a:avLst/>
                <a:gdLst/>
                <a:ahLst/>
                <a:cxnLst/>
                <a:rect l="l" t="t" r="r" b="b"/>
                <a:pathLst>
                  <a:path w="1289" h="30495" extrusionOk="0">
                    <a:moveTo>
                      <a:pt x="1" y="1"/>
                    </a:moveTo>
                    <a:lnTo>
                      <a:pt x="1" y="29869"/>
                    </a:lnTo>
                    <a:cubicBezTo>
                      <a:pt x="1" y="30224"/>
                      <a:pt x="309" y="30494"/>
                      <a:pt x="664" y="30494"/>
                    </a:cubicBezTo>
                    <a:cubicBezTo>
                      <a:pt x="1009" y="30494"/>
                      <a:pt x="1289" y="30224"/>
                      <a:pt x="1289" y="29869"/>
                    </a:cubicBezTo>
                    <a:lnTo>
                      <a:pt x="1289" y="1"/>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43"/>
              <p:cNvSpPr/>
              <p:nvPr/>
            </p:nvSpPr>
            <p:spPr>
              <a:xfrm>
                <a:off x="1827188" y="1273500"/>
                <a:ext cx="1536300" cy="1462500"/>
              </a:xfrm>
              <a:prstGeom prst="roundRect">
                <a:avLst>
                  <a:gd name="adj" fmla="val 12212"/>
                </a:avLst>
              </a:pr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43"/>
              <p:cNvSpPr/>
              <p:nvPr/>
            </p:nvSpPr>
            <p:spPr>
              <a:xfrm>
                <a:off x="1931926" y="1381869"/>
                <a:ext cx="1326954" cy="1245762"/>
              </a:xfrm>
              <a:custGeom>
                <a:avLst/>
                <a:gdLst/>
                <a:ahLst/>
                <a:cxnLst/>
                <a:rect l="l" t="t" r="r" b="b"/>
                <a:pathLst>
                  <a:path w="10502" h="10539" extrusionOk="0">
                    <a:moveTo>
                      <a:pt x="9568" y="159"/>
                    </a:moveTo>
                    <a:cubicBezTo>
                      <a:pt x="9764" y="159"/>
                      <a:pt x="9997" y="234"/>
                      <a:pt x="10119" y="392"/>
                    </a:cubicBezTo>
                    <a:cubicBezTo>
                      <a:pt x="10268" y="551"/>
                      <a:pt x="10352" y="738"/>
                      <a:pt x="10352" y="934"/>
                    </a:cubicBezTo>
                    <a:lnTo>
                      <a:pt x="10352" y="9568"/>
                    </a:lnTo>
                    <a:cubicBezTo>
                      <a:pt x="10352" y="9801"/>
                      <a:pt x="10268" y="9997"/>
                      <a:pt x="10119" y="10156"/>
                    </a:cubicBezTo>
                    <a:cubicBezTo>
                      <a:pt x="9997" y="10268"/>
                      <a:pt x="9764" y="10389"/>
                      <a:pt x="9568" y="10389"/>
                    </a:cubicBezTo>
                    <a:lnTo>
                      <a:pt x="934" y="10389"/>
                    </a:lnTo>
                    <a:cubicBezTo>
                      <a:pt x="701" y="10389"/>
                      <a:pt x="514" y="10268"/>
                      <a:pt x="355" y="10156"/>
                    </a:cubicBezTo>
                    <a:cubicBezTo>
                      <a:pt x="234" y="9997"/>
                      <a:pt x="159" y="9801"/>
                      <a:pt x="159" y="9568"/>
                    </a:cubicBezTo>
                    <a:lnTo>
                      <a:pt x="159" y="934"/>
                    </a:lnTo>
                    <a:cubicBezTo>
                      <a:pt x="159" y="738"/>
                      <a:pt x="234" y="551"/>
                      <a:pt x="355" y="392"/>
                    </a:cubicBezTo>
                    <a:cubicBezTo>
                      <a:pt x="514" y="234"/>
                      <a:pt x="701" y="159"/>
                      <a:pt x="934" y="159"/>
                    </a:cubicBezTo>
                    <a:close/>
                    <a:moveTo>
                      <a:pt x="934" y="0"/>
                    </a:moveTo>
                    <a:cubicBezTo>
                      <a:pt x="393" y="0"/>
                      <a:pt x="1" y="430"/>
                      <a:pt x="1" y="934"/>
                    </a:cubicBezTo>
                    <a:lnTo>
                      <a:pt x="1" y="9568"/>
                    </a:lnTo>
                    <a:cubicBezTo>
                      <a:pt x="1" y="10118"/>
                      <a:pt x="393" y="10538"/>
                      <a:pt x="934" y="10538"/>
                    </a:cubicBezTo>
                    <a:lnTo>
                      <a:pt x="9568" y="10538"/>
                    </a:lnTo>
                    <a:cubicBezTo>
                      <a:pt x="10081" y="10538"/>
                      <a:pt x="10501" y="10118"/>
                      <a:pt x="10501" y="9568"/>
                    </a:cubicBezTo>
                    <a:lnTo>
                      <a:pt x="10501" y="934"/>
                    </a:lnTo>
                    <a:cubicBezTo>
                      <a:pt x="10501" y="430"/>
                      <a:pt x="10081" y="0"/>
                      <a:pt x="9568" y="0"/>
                    </a:cubicBezTo>
                    <a:close/>
                  </a:path>
                </a:pathLst>
              </a:custGeom>
              <a:solidFill>
                <a:srgbClr val="5A2543"/>
              </a:solidFill>
              <a:ln w="9525" cap="flat" cmpd="sng">
                <a:solidFill>
                  <a:srgbClr val="5A25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65" name="Google Shape;1565;p43"/>
            <p:cNvSpPr/>
            <p:nvPr/>
          </p:nvSpPr>
          <p:spPr>
            <a:xfrm>
              <a:off x="2483750" y="4059600"/>
              <a:ext cx="223200" cy="1089600"/>
            </a:xfrm>
            <a:prstGeom prst="snip2SameRect">
              <a:avLst>
                <a:gd name="adj1" fmla="val 21830"/>
                <a:gd name="adj2" fmla="val 0"/>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43"/>
            <p:cNvSpPr/>
            <p:nvPr/>
          </p:nvSpPr>
          <p:spPr>
            <a:xfrm>
              <a:off x="2483800" y="4059600"/>
              <a:ext cx="223200" cy="1089600"/>
            </a:xfrm>
            <a:prstGeom prst="snip2SameRect">
              <a:avLst>
                <a:gd name="adj1" fmla="val 21830"/>
                <a:gd name="adj2" fmla="val 0"/>
              </a:avLst>
            </a:pr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67" name="Google Shape;1567;p43"/>
          <p:cNvSpPr txBox="1">
            <a:spLocks noGrp="1"/>
          </p:cNvSpPr>
          <p:nvPr>
            <p:ph type="title"/>
          </p:nvPr>
        </p:nvSpPr>
        <p:spPr>
          <a:xfrm>
            <a:off x="3649313" y="1301100"/>
            <a:ext cx="3667500" cy="1407300"/>
          </a:xfrm>
          <a:prstGeom prst="rect">
            <a:avLst/>
          </a:prstGeom>
        </p:spPr>
        <p:txBody>
          <a:bodyPr spcFirstLastPara="1" wrap="square" lIns="14400" tIns="14400" rIns="14400" bIns="14400" anchor="ctr" anchorCtr="0">
            <a:noAutofit/>
          </a:bodyPr>
          <a:lstStyle/>
          <a:p>
            <a:pPr marL="0" lvl="0" indent="0" algn="l" rtl="0">
              <a:spcBef>
                <a:spcPts val="0"/>
              </a:spcBef>
              <a:spcAft>
                <a:spcPts val="0"/>
              </a:spcAft>
              <a:buNone/>
            </a:pPr>
            <a:r>
              <a:rPr lang="en" dirty="0"/>
              <a:t>Trigger</a:t>
            </a:r>
            <a:br>
              <a:rPr lang="en" dirty="0"/>
            </a:br>
            <a:r>
              <a:rPr lang="en" dirty="0"/>
              <a:t>(Gatilho)</a:t>
            </a:r>
            <a:endParaRPr dirty="0"/>
          </a:p>
        </p:txBody>
      </p:sp>
      <p:sp>
        <p:nvSpPr>
          <p:cNvPr id="1569" name="Google Shape;1569;p43"/>
          <p:cNvSpPr txBox="1">
            <a:spLocks noGrp="1"/>
          </p:cNvSpPr>
          <p:nvPr>
            <p:ph type="title" idx="2"/>
          </p:nvPr>
        </p:nvSpPr>
        <p:spPr>
          <a:xfrm>
            <a:off x="1998938" y="1514400"/>
            <a:ext cx="1192800" cy="9807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dirty="0"/>
              <a:t>02</a:t>
            </a:r>
            <a:endParaRPr dirty="0"/>
          </a:p>
        </p:txBody>
      </p:sp>
      <p:sp>
        <p:nvSpPr>
          <p:cNvPr id="1570" name="Google Shape;1570;p43"/>
          <p:cNvSpPr/>
          <p:nvPr/>
        </p:nvSpPr>
        <p:spPr>
          <a:xfrm rot="-393093">
            <a:off x="5845016" y="4312521"/>
            <a:ext cx="2240859" cy="349795"/>
          </a:xfrm>
          <a:prstGeom prst="rect">
            <a:avLst/>
          </a:prstGeom>
        </p:spPr>
        <p:txBody>
          <a:bodyPr>
            <a:prstTxWarp prst="textPlain">
              <a:avLst/>
            </a:prstTxWarp>
          </a:bodyPr>
          <a:lstStyle/>
          <a:p>
            <a:pPr lvl="0" algn="ctr"/>
            <a:r>
              <a:rPr b="0" i="0" dirty="0">
                <a:ln>
                  <a:noFill/>
                </a:ln>
                <a:solidFill>
                  <a:schemeClr val="accent2"/>
                </a:solidFill>
                <a:latin typeface="Nanum Pen Script"/>
              </a:rPr>
              <a:t>Enjoy the </a:t>
            </a:r>
            <a:r>
              <a:rPr lang="pt-BR" b="0" i="0" dirty="0" err="1">
                <a:ln>
                  <a:noFill/>
                </a:ln>
                <a:solidFill>
                  <a:schemeClr val="accent2"/>
                </a:solidFill>
                <a:latin typeface="Nanum Pen Script"/>
              </a:rPr>
              <a:t>presentation</a:t>
            </a:r>
            <a:r>
              <a:rPr b="0" i="0" dirty="0">
                <a:ln>
                  <a:noFill/>
                </a:ln>
                <a:solidFill>
                  <a:schemeClr val="accent2"/>
                </a:solidFill>
                <a:latin typeface="Nanum Pen Script"/>
              </a:rPr>
              <a:t>!</a:t>
            </a:r>
          </a:p>
        </p:txBody>
      </p:sp>
      <p:grpSp>
        <p:nvGrpSpPr>
          <p:cNvPr id="1571" name="Google Shape;1571;p43"/>
          <p:cNvGrpSpPr/>
          <p:nvPr/>
        </p:nvGrpSpPr>
        <p:grpSpPr>
          <a:xfrm>
            <a:off x="1597300" y="664500"/>
            <a:ext cx="805900" cy="703550"/>
            <a:chOff x="1597300" y="664500"/>
            <a:chExt cx="805900" cy="703550"/>
          </a:xfrm>
        </p:grpSpPr>
        <p:grpSp>
          <p:nvGrpSpPr>
            <p:cNvPr id="1572" name="Google Shape;1572;p43"/>
            <p:cNvGrpSpPr/>
            <p:nvPr/>
          </p:nvGrpSpPr>
          <p:grpSpPr>
            <a:xfrm>
              <a:off x="1597300" y="694800"/>
              <a:ext cx="239125" cy="238150"/>
              <a:chOff x="1597300" y="694800"/>
              <a:chExt cx="239125" cy="238150"/>
            </a:xfrm>
          </p:grpSpPr>
          <p:sp>
            <p:nvSpPr>
              <p:cNvPr id="1573" name="Google Shape;1573;p43"/>
              <p:cNvSpPr/>
              <p:nvPr/>
            </p:nvSpPr>
            <p:spPr>
              <a:xfrm flipH="1">
                <a:off x="1719225" y="694800"/>
                <a:ext cx="117200" cy="230500"/>
              </a:xfrm>
              <a:custGeom>
                <a:avLst/>
                <a:gdLst/>
                <a:ahLst/>
                <a:cxnLst/>
                <a:rect l="l" t="t" r="r" b="b"/>
                <a:pathLst>
                  <a:path w="4688" h="9220" extrusionOk="0">
                    <a:moveTo>
                      <a:pt x="2030" y="0"/>
                    </a:moveTo>
                    <a:cubicBezTo>
                      <a:pt x="1431" y="0"/>
                      <a:pt x="806" y="388"/>
                      <a:pt x="621" y="1030"/>
                    </a:cubicBezTo>
                    <a:cubicBezTo>
                      <a:pt x="0" y="3558"/>
                      <a:pt x="591" y="6049"/>
                      <a:pt x="680" y="8548"/>
                    </a:cubicBezTo>
                    <a:cubicBezTo>
                      <a:pt x="777" y="8948"/>
                      <a:pt x="1148" y="9220"/>
                      <a:pt x="1504" y="9220"/>
                    </a:cubicBezTo>
                    <a:cubicBezTo>
                      <a:pt x="1720" y="9220"/>
                      <a:pt x="1930" y="9120"/>
                      <a:pt x="2070" y="8888"/>
                    </a:cubicBezTo>
                    <a:cubicBezTo>
                      <a:pt x="3327" y="6389"/>
                      <a:pt x="4687" y="3033"/>
                      <a:pt x="3024" y="505"/>
                    </a:cubicBezTo>
                    <a:cubicBezTo>
                      <a:pt x="2782" y="157"/>
                      <a:pt x="2411" y="0"/>
                      <a:pt x="2030"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43"/>
              <p:cNvSpPr/>
              <p:nvPr/>
            </p:nvSpPr>
            <p:spPr>
              <a:xfrm flipH="1">
                <a:off x="1597300" y="754900"/>
                <a:ext cx="221175" cy="178050"/>
              </a:xfrm>
              <a:custGeom>
                <a:avLst/>
                <a:gdLst/>
                <a:ahLst/>
                <a:cxnLst/>
                <a:rect l="l" t="t" r="r" b="b"/>
                <a:pathLst>
                  <a:path w="8847" h="7122" extrusionOk="0">
                    <a:moveTo>
                      <a:pt x="7058" y="0"/>
                    </a:moveTo>
                    <a:cubicBezTo>
                      <a:pt x="6847" y="0"/>
                      <a:pt x="6633" y="42"/>
                      <a:pt x="6431" y="134"/>
                    </a:cubicBezTo>
                    <a:cubicBezTo>
                      <a:pt x="3939" y="1524"/>
                      <a:pt x="2335" y="3830"/>
                      <a:pt x="391" y="5745"/>
                    </a:cubicBezTo>
                    <a:cubicBezTo>
                      <a:pt x="0" y="6304"/>
                      <a:pt x="297" y="7122"/>
                      <a:pt x="935" y="7122"/>
                    </a:cubicBezTo>
                    <a:cubicBezTo>
                      <a:pt x="997" y="7122"/>
                      <a:pt x="1062" y="7114"/>
                      <a:pt x="1130" y="7098"/>
                    </a:cubicBezTo>
                    <a:cubicBezTo>
                      <a:pt x="4124" y="6299"/>
                      <a:pt x="7821" y="4910"/>
                      <a:pt x="8649" y="1708"/>
                    </a:cubicBezTo>
                    <a:cubicBezTo>
                      <a:pt x="8847" y="784"/>
                      <a:pt x="7972" y="0"/>
                      <a:pt x="7058"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5" name="Google Shape;1575;p43"/>
            <p:cNvGrpSpPr/>
            <p:nvPr/>
          </p:nvGrpSpPr>
          <p:grpSpPr>
            <a:xfrm>
              <a:off x="1597300" y="694800"/>
              <a:ext cx="239125" cy="238150"/>
              <a:chOff x="1597300" y="694800"/>
              <a:chExt cx="239125" cy="238150"/>
            </a:xfrm>
          </p:grpSpPr>
          <p:sp>
            <p:nvSpPr>
              <p:cNvPr id="1576" name="Google Shape;1576;p43"/>
              <p:cNvSpPr/>
              <p:nvPr/>
            </p:nvSpPr>
            <p:spPr>
              <a:xfrm flipH="1">
                <a:off x="1719225" y="694800"/>
                <a:ext cx="117200" cy="230500"/>
              </a:xfrm>
              <a:custGeom>
                <a:avLst/>
                <a:gdLst/>
                <a:ahLst/>
                <a:cxnLst/>
                <a:rect l="l" t="t" r="r" b="b"/>
                <a:pathLst>
                  <a:path w="4688" h="9220" extrusionOk="0">
                    <a:moveTo>
                      <a:pt x="2030" y="0"/>
                    </a:moveTo>
                    <a:cubicBezTo>
                      <a:pt x="1431" y="0"/>
                      <a:pt x="806" y="388"/>
                      <a:pt x="621" y="1030"/>
                    </a:cubicBezTo>
                    <a:cubicBezTo>
                      <a:pt x="0" y="3558"/>
                      <a:pt x="591" y="6049"/>
                      <a:pt x="680" y="8548"/>
                    </a:cubicBezTo>
                    <a:cubicBezTo>
                      <a:pt x="777" y="8948"/>
                      <a:pt x="1148" y="9220"/>
                      <a:pt x="1504" y="9220"/>
                    </a:cubicBezTo>
                    <a:cubicBezTo>
                      <a:pt x="1720" y="9220"/>
                      <a:pt x="1930" y="9120"/>
                      <a:pt x="2070" y="8888"/>
                    </a:cubicBezTo>
                    <a:cubicBezTo>
                      <a:pt x="3327" y="6389"/>
                      <a:pt x="4687" y="3033"/>
                      <a:pt x="3024" y="505"/>
                    </a:cubicBezTo>
                    <a:cubicBezTo>
                      <a:pt x="2782" y="157"/>
                      <a:pt x="2411" y="0"/>
                      <a:pt x="2030"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43"/>
              <p:cNvSpPr/>
              <p:nvPr/>
            </p:nvSpPr>
            <p:spPr>
              <a:xfrm flipH="1">
                <a:off x="1597300" y="754900"/>
                <a:ext cx="221175" cy="178050"/>
              </a:xfrm>
              <a:custGeom>
                <a:avLst/>
                <a:gdLst/>
                <a:ahLst/>
                <a:cxnLst/>
                <a:rect l="l" t="t" r="r" b="b"/>
                <a:pathLst>
                  <a:path w="8847" h="7122" extrusionOk="0">
                    <a:moveTo>
                      <a:pt x="7058" y="0"/>
                    </a:moveTo>
                    <a:cubicBezTo>
                      <a:pt x="6847" y="0"/>
                      <a:pt x="6633" y="42"/>
                      <a:pt x="6431" y="134"/>
                    </a:cubicBezTo>
                    <a:cubicBezTo>
                      <a:pt x="3939" y="1524"/>
                      <a:pt x="2335" y="3830"/>
                      <a:pt x="391" y="5745"/>
                    </a:cubicBezTo>
                    <a:cubicBezTo>
                      <a:pt x="0" y="6304"/>
                      <a:pt x="297" y="7122"/>
                      <a:pt x="935" y="7122"/>
                    </a:cubicBezTo>
                    <a:cubicBezTo>
                      <a:pt x="997" y="7122"/>
                      <a:pt x="1062" y="7114"/>
                      <a:pt x="1130" y="7098"/>
                    </a:cubicBezTo>
                    <a:cubicBezTo>
                      <a:pt x="4124" y="6299"/>
                      <a:pt x="7821" y="4910"/>
                      <a:pt x="8649" y="1708"/>
                    </a:cubicBezTo>
                    <a:cubicBezTo>
                      <a:pt x="8847" y="784"/>
                      <a:pt x="7972" y="0"/>
                      <a:pt x="7058"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78" name="Google Shape;1578;p43"/>
            <p:cNvSpPr/>
            <p:nvPr/>
          </p:nvSpPr>
          <p:spPr>
            <a:xfrm flipH="1">
              <a:off x="1643825" y="664500"/>
              <a:ext cx="176525" cy="268575"/>
            </a:xfrm>
            <a:custGeom>
              <a:avLst/>
              <a:gdLst/>
              <a:ahLst/>
              <a:cxnLst/>
              <a:rect l="l" t="t" r="r" b="b"/>
              <a:pathLst>
                <a:path w="7061" h="10743" extrusionOk="0">
                  <a:moveTo>
                    <a:pt x="4600" y="0"/>
                  </a:moveTo>
                  <a:cubicBezTo>
                    <a:pt x="4049" y="0"/>
                    <a:pt x="3483" y="230"/>
                    <a:pt x="3120" y="704"/>
                  </a:cubicBezTo>
                  <a:cubicBezTo>
                    <a:pt x="1360" y="3410"/>
                    <a:pt x="991" y="6618"/>
                    <a:pt x="67" y="9575"/>
                  </a:cubicBezTo>
                  <a:cubicBezTo>
                    <a:pt x="1" y="10192"/>
                    <a:pt x="480" y="10743"/>
                    <a:pt x="1007" y="10743"/>
                  </a:cubicBezTo>
                  <a:cubicBezTo>
                    <a:pt x="1187" y="10743"/>
                    <a:pt x="1374" y="10678"/>
                    <a:pt x="1545" y="10529"/>
                  </a:cubicBezTo>
                  <a:cubicBezTo>
                    <a:pt x="4103" y="8126"/>
                    <a:pt x="7060" y="4770"/>
                    <a:pt x="6195" y="1103"/>
                  </a:cubicBezTo>
                  <a:cubicBezTo>
                    <a:pt x="5988" y="377"/>
                    <a:pt x="5305" y="0"/>
                    <a:pt x="4600"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43"/>
            <p:cNvSpPr/>
            <p:nvPr/>
          </p:nvSpPr>
          <p:spPr>
            <a:xfrm flipH="1">
              <a:off x="2091275" y="1145300"/>
              <a:ext cx="63050" cy="185775"/>
            </a:xfrm>
            <a:custGeom>
              <a:avLst/>
              <a:gdLst/>
              <a:ahLst/>
              <a:cxnLst/>
              <a:rect l="l" t="t" r="r" b="b"/>
              <a:pathLst>
                <a:path w="2522" h="7431" extrusionOk="0">
                  <a:moveTo>
                    <a:pt x="2215" y="0"/>
                  </a:moveTo>
                  <a:cubicBezTo>
                    <a:pt x="2091" y="0"/>
                    <a:pt x="1967" y="76"/>
                    <a:pt x="1967" y="228"/>
                  </a:cubicBezTo>
                  <a:cubicBezTo>
                    <a:pt x="1967" y="1921"/>
                    <a:pt x="1937" y="3621"/>
                    <a:pt x="1937" y="5314"/>
                  </a:cubicBezTo>
                  <a:cubicBezTo>
                    <a:pt x="1412" y="5188"/>
                    <a:pt x="828" y="5159"/>
                    <a:pt x="303" y="5063"/>
                  </a:cubicBezTo>
                  <a:cubicBezTo>
                    <a:pt x="295" y="5062"/>
                    <a:pt x="286" y="5061"/>
                    <a:pt x="278" y="5061"/>
                  </a:cubicBezTo>
                  <a:cubicBezTo>
                    <a:pt x="1" y="5061"/>
                    <a:pt x="9" y="5529"/>
                    <a:pt x="303" y="5558"/>
                  </a:cubicBezTo>
                  <a:cubicBezTo>
                    <a:pt x="673" y="5617"/>
                    <a:pt x="1072" y="5654"/>
                    <a:pt x="1479" y="5713"/>
                  </a:cubicBezTo>
                  <a:cubicBezTo>
                    <a:pt x="1412" y="5743"/>
                    <a:pt x="1383" y="5772"/>
                    <a:pt x="1324" y="5802"/>
                  </a:cubicBezTo>
                  <a:cubicBezTo>
                    <a:pt x="1013" y="5927"/>
                    <a:pt x="740" y="6053"/>
                    <a:pt x="429" y="6171"/>
                  </a:cubicBezTo>
                  <a:cubicBezTo>
                    <a:pt x="190" y="6304"/>
                    <a:pt x="337" y="6641"/>
                    <a:pt x="555" y="6641"/>
                  </a:cubicBezTo>
                  <a:cubicBezTo>
                    <a:pt x="593" y="6641"/>
                    <a:pt x="633" y="6630"/>
                    <a:pt x="673" y="6608"/>
                  </a:cubicBezTo>
                  <a:cubicBezTo>
                    <a:pt x="954" y="6482"/>
                    <a:pt x="1228" y="6356"/>
                    <a:pt x="1508" y="6238"/>
                  </a:cubicBezTo>
                  <a:cubicBezTo>
                    <a:pt x="1693" y="6171"/>
                    <a:pt x="1849" y="6053"/>
                    <a:pt x="2033" y="5987"/>
                  </a:cubicBezTo>
                  <a:lnTo>
                    <a:pt x="2033" y="5987"/>
                  </a:lnTo>
                  <a:cubicBezTo>
                    <a:pt x="1996" y="6356"/>
                    <a:pt x="1967" y="6763"/>
                    <a:pt x="1878" y="7132"/>
                  </a:cubicBezTo>
                  <a:cubicBezTo>
                    <a:pt x="1839" y="7313"/>
                    <a:pt x="1988" y="7431"/>
                    <a:pt x="2127" y="7431"/>
                  </a:cubicBezTo>
                  <a:cubicBezTo>
                    <a:pt x="2222" y="7431"/>
                    <a:pt x="2313" y="7376"/>
                    <a:pt x="2336" y="7251"/>
                  </a:cubicBezTo>
                  <a:cubicBezTo>
                    <a:pt x="2462" y="6763"/>
                    <a:pt x="2521" y="6208"/>
                    <a:pt x="2521" y="5684"/>
                  </a:cubicBezTo>
                  <a:cubicBezTo>
                    <a:pt x="2521" y="5558"/>
                    <a:pt x="2492" y="5499"/>
                    <a:pt x="2433" y="5469"/>
                  </a:cubicBezTo>
                  <a:cubicBezTo>
                    <a:pt x="2433" y="3710"/>
                    <a:pt x="2462" y="1987"/>
                    <a:pt x="2462" y="228"/>
                  </a:cubicBezTo>
                  <a:cubicBezTo>
                    <a:pt x="2462" y="76"/>
                    <a:pt x="2338" y="0"/>
                    <a:pt x="2215"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43"/>
            <p:cNvSpPr/>
            <p:nvPr/>
          </p:nvSpPr>
          <p:spPr>
            <a:xfrm flipH="1">
              <a:off x="1759350" y="864500"/>
              <a:ext cx="643850" cy="374425"/>
            </a:xfrm>
            <a:custGeom>
              <a:avLst/>
              <a:gdLst/>
              <a:ahLst/>
              <a:cxnLst/>
              <a:rect l="l" t="t" r="r" b="b"/>
              <a:pathLst>
                <a:path w="25754" h="14977" extrusionOk="0">
                  <a:moveTo>
                    <a:pt x="25480" y="1"/>
                  </a:moveTo>
                  <a:lnTo>
                    <a:pt x="25480" y="1"/>
                  </a:lnTo>
                  <a:cubicBezTo>
                    <a:pt x="22580" y="335"/>
                    <a:pt x="19679" y="811"/>
                    <a:pt x="16757" y="811"/>
                  </a:cubicBezTo>
                  <a:cubicBezTo>
                    <a:pt x="15612" y="811"/>
                    <a:pt x="14464" y="738"/>
                    <a:pt x="13312" y="555"/>
                  </a:cubicBezTo>
                  <a:cubicBezTo>
                    <a:pt x="12816" y="496"/>
                    <a:pt x="12321" y="466"/>
                    <a:pt x="11892" y="437"/>
                  </a:cubicBezTo>
                  <a:cubicBezTo>
                    <a:pt x="11321" y="304"/>
                    <a:pt x="10729" y="240"/>
                    <a:pt x="10129" y="240"/>
                  </a:cubicBezTo>
                  <a:cubicBezTo>
                    <a:pt x="5296" y="240"/>
                    <a:pt x="1" y="4370"/>
                    <a:pt x="1698" y="9552"/>
                  </a:cubicBezTo>
                  <a:cubicBezTo>
                    <a:pt x="2067" y="10476"/>
                    <a:pt x="2622" y="11275"/>
                    <a:pt x="3331" y="11984"/>
                  </a:cubicBezTo>
                  <a:cubicBezTo>
                    <a:pt x="4071" y="12694"/>
                    <a:pt x="4928" y="13278"/>
                    <a:pt x="5889" y="13744"/>
                  </a:cubicBezTo>
                  <a:cubicBezTo>
                    <a:pt x="6377" y="13988"/>
                    <a:pt x="6873" y="14173"/>
                    <a:pt x="7397" y="14358"/>
                  </a:cubicBezTo>
                  <a:cubicBezTo>
                    <a:pt x="8573" y="14781"/>
                    <a:pt x="9754" y="14976"/>
                    <a:pt x="10913" y="14976"/>
                  </a:cubicBezTo>
                  <a:cubicBezTo>
                    <a:pt x="13638" y="14976"/>
                    <a:pt x="16236" y="13897"/>
                    <a:pt x="18331" y="12169"/>
                  </a:cubicBezTo>
                  <a:cubicBezTo>
                    <a:pt x="18760" y="11829"/>
                    <a:pt x="19196" y="11430"/>
                    <a:pt x="19566" y="11031"/>
                  </a:cubicBezTo>
                  <a:cubicBezTo>
                    <a:pt x="22117" y="7889"/>
                    <a:pt x="25754" y="4281"/>
                    <a:pt x="25480"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43"/>
            <p:cNvSpPr/>
            <p:nvPr/>
          </p:nvSpPr>
          <p:spPr>
            <a:xfrm flipH="1">
              <a:off x="1814475" y="992425"/>
              <a:ext cx="406200" cy="246525"/>
            </a:xfrm>
            <a:custGeom>
              <a:avLst/>
              <a:gdLst/>
              <a:ahLst/>
              <a:cxnLst/>
              <a:rect l="l" t="t" r="r" b="b"/>
              <a:pathLst>
                <a:path w="16248" h="9861" extrusionOk="0">
                  <a:moveTo>
                    <a:pt x="15623" y="0"/>
                  </a:moveTo>
                  <a:cubicBezTo>
                    <a:pt x="15151" y="0"/>
                    <a:pt x="14522" y="352"/>
                    <a:pt x="14172" y="613"/>
                  </a:cubicBezTo>
                  <a:cubicBezTo>
                    <a:pt x="12905" y="1566"/>
                    <a:pt x="11546" y="1867"/>
                    <a:pt x="10103" y="1867"/>
                  </a:cubicBezTo>
                  <a:cubicBezTo>
                    <a:pt x="9542" y="1867"/>
                    <a:pt x="8969" y="1822"/>
                    <a:pt x="8384" y="1752"/>
                  </a:cubicBezTo>
                  <a:cubicBezTo>
                    <a:pt x="7835" y="1685"/>
                    <a:pt x="7280" y="1651"/>
                    <a:pt x="6725" y="1651"/>
                  </a:cubicBezTo>
                  <a:cubicBezTo>
                    <a:pt x="5746" y="1651"/>
                    <a:pt x="4766" y="1756"/>
                    <a:pt x="3822" y="1973"/>
                  </a:cubicBezTo>
                  <a:cubicBezTo>
                    <a:pt x="2063" y="2617"/>
                    <a:pt x="555" y="3822"/>
                    <a:pt x="252" y="5818"/>
                  </a:cubicBezTo>
                  <a:cubicBezTo>
                    <a:pt x="0" y="7481"/>
                    <a:pt x="836" y="8841"/>
                    <a:pt x="2033" y="9736"/>
                  </a:cubicBezTo>
                  <a:cubicBezTo>
                    <a:pt x="2568" y="9820"/>
                    <a:pt x="3099" y="9860"/>
                    <a:pt x="3626" y="9860"/>
                  </a:cubicBezTo>
                  <a:cubicBezTo>
                    <a:pt x="6350" y="9860"/>
                    <a:pt x="8937" y="8781"/>
                    <a:pt x="11030" y="7052"/>
                  </a:cubicBezTo>
                  <a:cubicBezTo>
                    <a:pt x="11459" y="6712"/>
                    <a:pt x="11895" y="6313"/>
                    <a:pt x="12265" y="5914"/>
                  </a:cubicBezTo>
                  <a:cubicBezTo>
                    <a:pt x="13522" y="4376"/>
                    <a:pt x="15067" y="2713"/>
                    <a:pt x="16235" y="894"/>
                  </a:cubicBezTo>
                  <a:lnTo>
                    <a:pt x="16235" y="798"/>
                  </a:lnTo>
                  <a:cubicBezTo>
                    <a:pt x="16248" y="202"/>
                    <a:pt x="15980" y="0"/>
                    <a:pt x="15623"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43"/>
            <p:cNvSpPr/>
            <p:nvPr/>
          </p:nvSpPr>
          <p:spPr>
            <a:xfrm flipH="1">
              <a:off x="2282950" y="1116975"/>
              <a:ext cx="33100" cy="31775"/>
            </a:xfrm>
            <a:custGeom>
              <a:avLst/>
              <a:gdLst/>
              <a:ahLst/>
              <a:cxnLst/>
              <a:rect l="l" t="t" r="r" b="b"/>
              <a:pathLst>
                <a:path w="1324" h="1271" extrusionOk="0">
                  <a:moveTo>
                    <a:pt x="662" y="0"/>
                  </a:moveTo>
                  <a:cubicBezTo>
                    <a:pt x="331" y="0"/>
                    <a:pt x="1" y="207"/>
                    <a:pt x="1" y="621"/>
                  </a:cubicBezTo>
                  <a:cubicBezTo>
                    <a:pt x="1" y="1054"/>
                    <a:pt x="331" y="1270"/>
                    <a:pt x="662" y="1270"/>
                  </a:cubicBezTo>
                  <a:cubicBezTo>
                    <a:pt x="993" y="1270"/>
                    <a:pt x="1324" y="1054"/>
                    <a:pt x="1324" y="621"/>
                  </a:cubicBezTo>
                  <a:cubicBezTo>
                    <a:pt x="1324" y="207"/>
                    <a:pt x="993" y="0"/>
                    <a:pt x="662"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43"/>
            <p:cNvSpPr/>
            <p:nvPr/>
          </p:nvSpPr>
          <p:spPr>
            <a:xfrm rot="-232915" flipH="1">
              <a:off x="2244503" y="1164276"/>
              <a:ext cx="50100" cy="78350"/>
            </a:xfrm>
            <a:custGeom>
              <a:avLst/>
              <a:gdLst/>
              <a:ahLst/>
              <a:cxnLst/>
              <a:rect l="l" t="t" r="r" b="b"/>
              <a:pathLst>
                <a:path w="2004" h="3134" extrusionOk="0">
                  <a:moveTo>
                    <a:pt x="1175" y="1"/>
                  </a:moveTo>
                  <a:cubicBezTo>
                    <a:pt x="751" y="1"/>
                    <a:pt x="269" y="206"/>
                    <a:pt x="126" y="548"/>
                  </a:cubicBezTo>
                  <a:cubicBezTo>
                    <a:pt x="0" y="918"/>
                    <a:pt x="0" y="1317"/>
                    <a:pt x="96" y="1627"/>
                  </a:cubicBezTo>
                  <a:cubicBezTo>
                    <a:pt x="126" y="1842"/>
                    <a:pt x="215" y="1997"/>
                    <a:pt x="311" y="2182"/>
                  </a:cubicBezTo>
                  <a:cubicBezTo>
                    <a:pt x="436" y="2396"/>
                    <a:pt x="525" y="2640"/>
                    <a:pt x="651" y="2825"/>
                  </a:cubicBezTo>
                  <a:cubicBezTo>
                    <a:pt x="743" y="2923"/>
                    <a:pt x="934" y="3134"/>
                    <a:pt x="1144" y="3134"/>
                  </a:cubicBezTo>
                  <a:cubicBezTo>
                    <a:pt x="1203" y="3134"/>
                    <a:pt x="1263" y="3117"/>
                    <a:pt x="1324" y="3076"/>
                  </a:cubicBezTo>
                  <a:cubicBezTo>
                    <a:pt x="1479" y="2980"/>
                    <a:pt x="1479" y="2795"/>
                    <a:pt x="1508" y="2677"/>
                  </a:cubicBezTo>
                  <a:cubicBezTo>
                    <a:pt x="1575" y="2396"/>
                    <a:pt x="1693" y="1812"/>
                    <a:pt x="1693" y="1812"/>
                  </a:cubicBezTo>
                  <a:cubicBezTo>
                    <a:pt x="1730" y="1686"/>
                    <a:pt x="1760" y="1568"/>
                    <a:pt x="1789" y="1442"/>
                  </a:cubicBezTo>
                  <a:cubicBezTo>
                    <a:pt x="1878" y="1102"/>
                    <a:pt x="2004" y="644"/>
                    <a:pt x="1848" y="334"/>
                  </a:cubicBezTo>
                  <a:cubicBezTo>
                    <a:pt x="1747" y="104"/>
                    <a:pt x="1476" y="1"/>
                    <a:pt x="1175"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43"/>
            <p:cNvSpPr/>
            <p:nvPr/>
          </p:nvSpPr>
          <p:spPr>
            <a:xfrm flipH="1">
              <a:off x="2224125" y="1074475"/>
              <a:ext cx="46650" cy="29000"/>
            </a:xfrm>
            <a:custGeom>
              <a:avLst/>
              <a:gdLst/>
              <a:ahLst/>
              <a:cxnLst/>
              <a:rect l="l" t="t" r="r" b="b"/>
              <a:pathLst>
                <a:path w="1866" h="1160" extrusionOk="0">
                  <a:moveTo>
                    <a:pt x="1600" y="0"/>
                  </a:moveTo>
                  <a:cubicBezTo>
                    <a:pt x="1417" y="0"/>
                    <a:pt x="1182" y="71"/>
                    <a:pt x="1080" y="103"/>
                  </a:cubicBezTo>
                  <a:cubicBezTo>
                    <a:pt x="740" y="259"/>
                    <a:pt x="252" y="540"/>
                    <a:pt x="38" y="909"/>
                  </a:cubicBezTo>
                  <a:lnTo>
                    <a:pt x="38" y="968"/>
                  </a:lnTo>
                  <a:cubicBezTo>
                    <a:pt x="1" y="968"/>
                    <a:pt x="1" y="998"/>
                    <a:pt x="38" y="998"/>
                  </a:cubicBezTo>
                  <a:cubicBezTo>
                    <a:pt x="89" y="1116"/>
                    <a:pt x="194" y="1159"/>
                    <a:pt x="321" y="1159"/>
                  </a:cubicBezTo>
                  <a:cubicBezTo>
                    <a:pt x="561" y="1159"/>
                    <a:pt x="882" y="1006"/>
                    <a:pt x="1080" y="909"/>
                  </a:cubicBezTo>
                  <a:cubicBezTo>
                    <a:pt x="1332" y="784"/>
                    <a:pt x="1790" y="503"/>
                    <a:pt x="1849" y="200"/>
                  </a:cubicBezTo>
                  <a:cubicBezTo>
                    <a:pt x="1866" y="47"/>
                    <a:pt x="1750" y="0"/>
                    <a:pt x="1600"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43"/>
            <p:cNvSpPr/>
            <p:nvPr/>
          </p:nvSpPr>
          <p:spPr>
            <a:xfrm flipH="1">
              <a:off x="2228775" y="1055675"/>
              <a:ext cx="36450" cy="20525"/>
            </a:xfrm>
            <a:custGeom>
              <a:avLst/>
              <a:gdLst/>
              <a:ahLst/>
              <a:cxnLst/>
              <a:rect l="l" t="t" r="r" b="b"/>
              <a:pathLst>
                <a:path w="1458" h="821" extrusionOk="0">
                  <a:moveTo>
                    <a:pt x="1335" y="0"/>
                  </a:moveTo>
                  <a:cubicBezTo>
                    <a:pt x="1236" y="0"/>
                    <a:pt x="1099" y="40"/>
                    <a:pt x="1043" y="57"/>
                  </a:cubicBezTo>
                  <a:cubicBezTo>
                    <a:pt x="673" y="183"/>
                    <a:pt x="304" y="368"/>
                    <a:pt x="30" y="671"/>
                  </a:cubicBezTo>
                  <a:cubicBezTo>
                    <a:pt x="1" y="700"/>
                    <a:pt x="1" y="700"/>
                    <a:pt x="1" y="737"/>
                  </a:cubicBezTo>
                  <a:lnTo>
                    <a:pt x="1" y="767"/>
                  </a:lnTo>
                  <a:cubicBezTo>
                    <a:pt x="46" y="805"/>
                    <a:pt x="109" y="820"/>
                    <a:pt x="182" y="820"/>
                  </a:cubicBezTo>
                  <a:cubicBezTo>
                    <a:pt x="409" y="820"/>
                    <a:pt x="735" y="671"/>
                    <a:pt x="925" y="582"/>
                  </a:cubicBezTo>
                  <a:cubicBezTo>
                    <a:pt x="1043" y="515"/>
                    <a:pt x="1442" y="301"/>
                    <a:pt x="1442" y="87"/>
                  </a:cubicBezTo>
                  <a:cubicBezTo>
                    <a:pt x="1458" y="21"/>
                    <a:pt x="1407" y="0"/>
                    <a:pt x="1335"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43"/>
            <p:cNvSpPr/>
            <p:nvPr/>
          </p:nvSpPr>
          <p:spPr>
            <a:xfrm flipH="1">
              <a:off x="2224525" y="1098900"/>
              <a:ext cx="40700" cy="20000"/>
            </a:xfrm>
            <a:custGeom>
              <a:avLst/>
              <a:gdLst/>
              <a:ahLst/>
              <a:cxnLst/>
              <a:rect l="l" t="t" r="r" b="b"/>
              <a:pathLst>
                <a:path w="1628" h="800" extrusionOk="0">
                  <a:moveTo>
                    <a:pt x="1256" y="0"/>
                  </a:moveTo>
                  <a:cubicBezTo>
                    <a:pt x="1014" y="0"/>
                    <a:pt x="686" y="181"/>
                    <a:pt x="400" y="361"/>
                  </a:cubicBezTo>
                  <a:cubicBezTo>
                    <a:pt x="245" y="420"/>
                    <a:pt x="1" y="575"/>
                    <a:pt x="30" y="701"/>
                  </a:cubicBezTo>
                  <a:cubicBezTo>
                    <a:pt x="47" y="772"/>
                    <a:pt x="117" y="799"/>
                    <a:pt x="212" y="799"/>
                  </a:cubicBezTo>
                  <a:cubicBezTo>
                    <a:pt x="444" y="799"/>
                    <a:pt x="832" y="635"/>
                    <a:pt x="984" y="546"/>
                  </a:cubicBezTo>
                  <a:cubicBezTo>
                    <a:pt x="1169" y="450"/>
                    <a:pt x="1627" y="117"/>
                    <a:pt x="1383" y="21"/>
                  </a:cubicBezTo>
                  <a:cubicBezTo>
                    <a:pt x="1344" y="7"/>
                    <a:pt x="1302" y="0"/>
                    <a:pt x="1256"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87" name="Google Shape;1587;p43"/>
            <p:cNvGrpSpPr/>
            <p:nvPr/>
          </p:nvGrpSpPr>
          <p:grpSpPr>
            <a:xfrm>
              <a:off x="1808675" y="971622"/>
              <a:ext cx="248068" cy="201860"/>
              <a:chOff x="1808700" y="965100"/>
              <a:chExt cx="262450" cy="208275"/>
            </a:xfrm>
          </p:grpSpPr>
          <p:sp>
            <p:nvSpPr>
              <p:cNvPr id="1588" name="Google Shape;1588;p43"/>
              <p:cNvSpPr/>
              <p:nvPr/>
            </p:nvSpPr>
            <p:spPr>
              <a:xfrm flipH="1">
                <a:off x="1808700" y="965100"/>
                <a:ext cx="262450" cy="105075"/>
              </a:xfrm>
              <a:custGeom>
                <a:avLst/>
                <a:gdLst/>
                <a:ahLst/>
                <a:cxnLst/>
                <a:rect l="l" t="t" r="r" b="b"/>
                <a:pathLst>
                  <a:path w="10498" h="4203" extrusionOk="0">
                    <a:moveTo>
                      <a:pt x="5545" y="1"/>
                    </a:moveTo>
                    <a:cubicBezTo>
                      <a:pt x="4604" y="1"/>
                      <a:pt x="3667" y="67"/>
                      <a:pt x="2735" y="139"/>
                    </a:cubicBezTo>
                    <a:cubicBezTo>
                      <a:pt x="2307" y="723"/>
                      <a:pt x="1811" y="1248"/>
                      <a:pt x="1294" y="1617"/>
                    </a:cubicBezTo>
                    <a:cubicBezTo>
                      <a:pt x="858" y="1921"/>
                      <a:pt x="429" y="2172"/>
                      <a:pt x="0" y="2386"/>
                    </a:cubicBezTo>
                    <a:cubicBezTo>
                      <a:pt x="1897" y="3327"/>
                      <a:pt x="4096" y="4203"/>
                      <a:pt x="6190" y="4203"/>
                    </a:cubicBezTo>
                    <a:cubicBezTo>
                      <a:pt x="7321" y="4203"/>
                      <a:pt x="8420" y="3948"/>
                      <a:pt x="9426" y="3310"/>
                    </a:cubicBezTo>
                    <a:cubicBezTo>
                      <a:pt x="10498" y="2571"/>
                      <a:pt x="10069" y="782"/>
                      <a:pt x="8805" y="353"/>
                    </a:cubicBezTo>
                    <a:cubicBezTo>
                      <a:pt x="7717" y="88"/>
                      <a:pt x="6629" y="1"/>
                      <a:pt x="5545"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43"/>
              <p:cNvSpPr/>
              <p:nvPr/>
            </p:nvSpPr>
            <p:spPr>
              <a:xfrm flipH="1">
                <a:off x="1832700" y="980025"/>
                <a:ext cx="236975" cy="193350"/>
              </a:xfrm>
              <a:custGeom>
                <a:avLst/>
                <a:gdLst/>
                <a:ahLst/>
                <a:cxnLst/>
                <a:rect l="l" t="t" r="r" b="b"/>
                <a:pathLst>
                  <a:path w="9479" h="7734" extrusionOk="0">
                    <a:moveTo>
                      <a:pt x="2307" y="0"/>
                    </a:moveTo>
                    <a:cubicBezTo>
                      <a:pt x="2004" y="399"/>
                      <a:pt x="1634" y="739"/>
                      <a:pt x="1235" y="1020"/>
                    </a:cubicBezTo>
                    <a:cubicBezTo>
                      <a:pt x="828" y="1294"/>
                      <a:pt x="399" y="1545"/>
                      <a:pt x="0" y="1760"/>
                    </a:cubicBezTo>
                    <a:cubicBezTo>
                      <a:pt x="1634" y="4650"/>
                      <a:pt x="3911" y="7548"/>
                      <a:pt x="7297" y="7733"/>
                    </a:cubicBezTo>
                    <a:cubicBezTo>
                      <a:pt x="7308" y="7733"/>
                      <a:pt x="7319" y="7733"/>
                      <a:pt x="7331" y="7733"/>
                    </a:cubicBezTo>
                    <a:cubicBezTo>
                      <a:pt x="8728" y="7733"/>
                      <a:pt x="9479" y="5905"/>
                      <a:pt x="8657" y="4746"/>
                    </a:cubicBezTo>
                    <a:cubicBezTo>
                      <a:pt x="6898" y="2684"/>
                      <a:pt x="4562" y="1390"/>
                      <a:pt x="2307"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90" name="Google Shape;1590;p43"/>
            <p:cNvSpPr/>
            <p:nvPr/>
          </p:nvSpPr>
          <p:spPr>
            <a:xfrm flipH="1">
              <a:off x="2010325" y="1182250"/>
              <a:ext cx="63225" cy="185800"/>
            </a:xfrm>
            <a:custGeom>
              <a:avLst/>
              <a:gdLst/>
              <a:ahLst/>
              <a:cxnLst/>
              <a:rect l="l" t="t" r="r" b="b"/>
              <a:pathLst>
                <a:path w="2529" h="7432" extrusionOk="0">
                  <a:moveTo>
                    <a:pt x="2218" y="1"/>
                  </a:moveTo>
                  <a:cubicBezTo>
                    <a:pt x="2096" y="1"/>
                    <a:pt x="1974" y="77"/>
                    <a:pt x="1974" y="228"/>
                  </a:cubicBezTo>
                  <a:cubicBezTo>
                    <a:pt x="1974" y="1921"/>
                    <a:pt x="1944" y="3621"/>
                    <a:pt x="1944" y="5314"/>
                  </a:cubicBezTo>
                  <a:cubicBezTo>
                    <a:pt x="1390" y="5189"/>
                    <a:pt x="835" y="5159"/>
                    <a:pt x="311" y="5063"/>
                  </a:cubicBezTo>
                  <a:cubicBezTo>
                    <a:pt x="302" y="5062"/>
                    <a:pt x="293" y="5062"/>
                    <a:pt x="284" y="5062"/>
                  </a:cubicBezTo>
                  <a:cubicBezTo>
                    <a:pt x="0" y="5062"/>
                    <a:pt x="9" y="5530"/>
                    <a:pt x="311" y="5558"/>
                  </a:cubicBezTo>
                  <a:cubicBezTo>
                    <a:pt x="680" y="5618"/>
                    <a:pt x="1079" y="5654"/>
                    <a:pt x="1479" y="5714"/>
                  </a:cubicBezTo>
                  <a:cubicBezTo>
                    <a:pt x="1419" y="5743"/>
                    <a:pt x="1353" y="5773"/>
                    <a:pt x="1323" y="5802"/>
                  </a:cubicBezTo>
                  <a:cubicBezTo>
                    <a:pt x="1020" y="5928"/>
                    <a:pt x="710" y="6054"/>
                    <a:pt x="429" y="6172"/>
                  </a:cubicBezTo>
                  <a:cubicBezTo>
                    <a:pt x="196" y="6304"/>
                    <a:pt x="339" y="6641"/>
                    <a:pt x="560" y="6641"/>
                  </a:cubicBezTo>
                  <a:cubicBezTo>
                    <a:pt x="598" y="6641"/>
                    <a:pt x="639" y="6631"/>
                    <a:pt x="680" y="6608"/>
                  </a:cubicBezTo>
                  <a:cubicBezTo>
                    <a:pt x="954" y="6482"/>
                    <a:pt x="1235" y="6357"/>
                    <a:pt x="1508" y="6239"/>
                  </a:cubicBezTo>
                  <a:cubicBezTo>
                    <a:pt x="1663" y="6172"/>
                    <a:pt x="1848" y="6054"/>
                    <a:pt x="2033" y="5987"/>
                  </a:cubicBezTo>
                  <a:lnTo>
                    <a:pt x="2033" y="5987"/>
                  </a:lnTo>
                  <a:cubicBezTo>
                    <a:pt x="2003" y="6357"/>
                    <a:pt x="1944" y="6763"/>
                    <a:pt x="1878" y="7133"/>
                  </a:cubicBezTo>
                  <a:cubicBezTo>
                    <a:pt x="1843" y="7314"/>
                    <a:pt x="1991" y="7431"/>
                    <a:pt x="2131" y="7431"/>
                  </a:cubicBezTo>
                  <a:cubicBezTo>
                    <a:pt x="2226" y="7431"/>
                    <a:pt x="2317" y="7377"/>
                    <a:pt x="2344" y="7251"/>
                  </a:cubicBezTo>
                  <a:cubicBezTo>
                    <a:pt x="2462" y="6763"/>
                    <a:pt x="2528" y="6209"/>
                    <a:pt x="2528" y="5684"/>
                  </a:cubicBezTo>
                  <a:cubicBezTo>
                    <a:pt x="2528" y="5558"/>
                    <a:pt x="2499" y="5499"/>
                    <a:pt x="2403" y="5470"/>
                  </a:cubicBezTo>
                  <a:cubicBezTo>
                    <a:pt x="2432" y="3710"/>
                    <a:pt x="2462" y="1988"/>
                    <a:pt x="2462" y="228"/>
                  </a:cubicBezTo>
                  <a:cubicBezTo>
                    <a:pt x="2462" y="77"/>
                    <a:pt x="2340" y="1"/>
                    <a:pt x="2218"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91" name="Google Shape;1591;p43"/>
            <p:cNvGrpSpPr/>
            <p:nvPr/>
          </p:nvGrpSpPr>
          <p:grpSpPr>
            <a:xfrm>
              <a:off x="1808675" y="971534"/>
              <a:ext cx="248068" cy="201860"/>
              <a:chOff x="1808700" y="965010"/>
              <a:chExt cx="262450" cy="208275"/>
            </a:xfrm>
          </p:grpSpPr>
          <p:sp>
            <p:nvSpPr>
              <p:cNvPr id="1592" name="Google Shape;1592;p43"/>
              <p:cNvSpPr/>
              <p:nvPr/>
            </p:nvSpPr>
            <p:spPr>
              <a:xfrm flipH="1">
                <a:off x="1808700" y="965010"/>
                <a:ext cx="262450" cy="105075"/>
              </a:xfrm>
              <a:custGeom>
                <a:avLst/>
                <a:gdLst/>
                <a:ahLst/>
                <a:cxnLst/>
                <a:rect l="l" t="t" r="r" b="b"/>
                <a:pathLst>
                  <a:path w="10498" h="4203" extrusionOk="0">
                    <a:moveTo>
                      <a:pt x="5545" y="1"/>
                    </a:moveTo>
                    <a:cubicBezTo>
                      <a:pt x="4604" y="1"/>
                      <a:pt x="3667" y="67"/>
                      <a:pt x="2735" y="139"/>
                    </a:cubicBezTo>
                    <a:cubicBezTo>
                      <a:pt x="2307" y="723"/>
                      <a:pt x="1811" y="1248"/>
                      <a:pt x="1294" y="1617"/>
                    </a:cubicBezTo>
                    <a:cubicBezTo>
                      <a:pt x="858" y="1921"/>
                      <a:pt x="429" y="2172"/>
                      <a:pt x="0" y="2386"/>
                    </a:cubicBezTo>
                    <a:cubicBezTo>
                      <a:pt x="1897" y="3327"/>
                      <a:pt x="4096" y="4203"/>
                      <a:pt x="6190" y="4203"/>
                    </a:cubicBezTo>
                    <a:cubicBezTo>
                      <a:pt x="7321" y="4203"/>
                      <a:pt x="8420" y="3948"/>
                      <a:pt x="9426" y="3310"/>
                    </a:cubicBezTo>
                    <a:cubicBezTo>
                      <a:pt x="10498" y="2571"/>
                      <a:pt x="10069" y="782"/>
                      <a:pt x="8805" y="353"/>
                    </a:cubicBezTo>
                    <a:cubicBezTo>
                      <a:pt x="7717" y="88"/>
                      <a:pt x="6629" y="1"/>
                      <a:pt x="5545" y="1"/>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43"/>
              <p:cNvSpPr/>
              <p:nvPr/>
            </p:nvSpPr>
            <p:spPr>
              <a:xfrm flipH="1">
                <a:off x="1832700" y="979935"/>
                <a:ext cx="236975" cy="193350"/>
              </a:xfrm>
              <a:custGeom>
                <a:avLst/>
                <a:gdLst/>
                <a:ahLst/>
                <a:cxnLst/>
                <a:rect l="l" t="t" r="r" b="b"/>
                <a:pathLst>
                  <a:path w="9479" h="7734" extrusionOk="0">
                    <a:moveTo>
                      <a:pt x="2307" y="0"/>
                    </a:moveTo>
                    <a:cubicBezTo>
                      <a:pt x="2004" y="399"/>
                      <a:pt x="1634" y="739"/>
                      <a:pt x="1235" y="1020"/>
                    </a:cubicBezTo>
                    <a:cubicBezTo>
                      <a:pt x="828" y="1294"/>
                      <a:pt x="399" y="1545"/>
                      <a:pt x="0" y="1760"/>
                    </a:cubicBezTo>
                    <a:cubicBezTo>
                      <a:pt x="1634" y="4650"/>
                      <a:pt x="3911" y="7548"/>
                      <a:pt x="7297" y="7733"/>
                    </a:cubicBezTo>
                    <a:cubicBezTo>
                      <a:pt x="7308" y="7733"/>
                      <a:pt x="7319" y="7733"/>
                      <a:pt x="7331" y="7733"/>
                    </a:cubicBezTo>
                    <a:cubicBezTo>
                      <a:pt x="8728" y="7733"/>
                      <a:pt x="9479" y="5905"/>
                      <a:pt x="8657" y="4746"/>
                    </a:cubicBezTo>
                    <a:cubicBezTo>
                      <a:pt x="6898" y="2684"/>
                      <a:pt x="4562" y="1390"/>
                      <a:pt x="2307"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94" name="Google Shape;1594;p43"/>
            <p:cNvSpPr/>
            <p:nvPr/>
          </p:nvSpPr>
          <p:spPr>
            <a:xfrm flipH="1">
              <a:off x="1779300" y="971525"/>
              <a:ext cx="286500" cy="162250"/>
            </a:xfrm>
            <a:custGeom>
              <a:avLst/>
              <a:gdLst/>
              <a:ahLst/>
              <a:cxnLst/>
              <a:rect l="l" t="t" r="r" b="b"/>
              <a:pathLst>
                <a:path w="11460" h="6490" extrusionOk="0">
                  <a:moveTo>
                    <a:pt x="2433" y="0"/>
                  </a:moveTo>
                  <a:cubicBezTo>
                    <a:pt x="2034" y="525"/>
                    <a:pt x="1568" y="1020"/>
                    <a:pt x="1080" y="1360"/>
                  </a:cubicBezTo>
                  <a:cubicBezTo>
                    <a:pt x="710" y="1604"/>
                    <a:pt x="341" y="1819"/>
                    <a:pt x="1" y="2033"/>
                  </a:cubicBezTo>
                  <a:cubicBezTo>
                    <a:pt x="2297" y="4442"/>
                    <a:pt x="4688" y="6489"/>
                    <a:pt x="7863" y="6489"/>
                  </a:cubicBezTo>
                  <a:cubicBezTo>
                    <a:pt x="8429" y="6489"/>
                    <a:pt x="9021" y="6424"/>
                    <a:pt x="9641" y="6284"/>
                  </a:cubicBezTo>
                  <a:cubicBezTo>
                    <a:pt x="11208" y="5855"/>
                    <a:pt x="11459" y="3608"/>
                    <a:pt x="10166" y="2588"/>
                  </a:cubicBezTo>
                  <a:cubicBezTo>
                    <a:pt x="7482" y="806"/>
                    <a:pt x="5360" y="806"/>
                    <a:pt x="2433"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 name="Balão de Pensamento: Nuvem 3">
            <a:extLst>
              <a:ext uri="{FF2B5EF4-FFF2-40B4-BE49-F238E27FC236}">
                <a16:creationId xmlns:a16="http://schemas.microsoft.com/office/drawing/2014/main" id="{3276822A-9754-0CB6-F9DD-B9D2136AB20F}"/>
              </a:ext>
            </a:extLst>
          </p:cNvPr>
          <p:cNvSpPr/>
          <p:nvPr/>
        </p:nvSpPr>
        <p:spPr>
          <a:xfrm>
            <a:off x="2017575" y="59961"/>
            <a:ext cx="1311596" cy="781427"/>
          </a:xfrm>
          <a:prstGeom prst="cloudCallou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pt-BR" sz="1100" dirty="0"/>
              <a:t>Eu acho que eu vi um gatilho</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891"/>
        <p:cNvGrpSpPr/>
        <p:nvPr/>
      </p:nvGrpSpPr>
      <p:grpSpPr>
        <a:xfrm>
          <a:off x="0" y="0"/>
          <a:ext cx="0" cy="0"/>
          <a:chOff x="0" y="0"/>
          <a:chExt cx="0" cy="0"/>
        </a:xfrm>
      </p:grpSpPr>
      <p:sp>
        <p:nvSpPr>
          <p:cNvPr id="1892" name="Google Shape;1892;p47"/>
          <p:cNvSpPr txBox="1">
            <a:spLocks noGrp="1"/>
          </p:cNvSpPr>
          <p:nvPr>
            <p:ph type="title"/>
          </p:nvPr>
        </p:nvSpPr>
        <p:spPr>
          <a:xfrm>
            <a:off x="2357550" y="529750"/>
            <a:ext cx="4428900" cy="10107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dirty="0"/>
              <a:t>Trigger(Gatilho)</a:t>
            </a:r>
            <a:endParaRPr dirty="0"/>
          </a:p>
        </p:txBody>
      </p:sp>
      <p:grpSp>
        <p:nvGrpSpPr>
          <p:cNvPr id="1897" name="Google Shape;1897;p47"/>
          <p:cNvGrpSpPr/>
          <p:nvPr/>
        </p:nvGrpSpPr>
        <p:grpSpPr>
          <a:xfrm>
            <a:off x="3844927" y="1920266"/>
            <a:ext cx="1427634" cy="2853472"/>
            <a:chOff x="3844927" y="1920266"/>
            <a:chExt cx="1427634" cy="2853472"/>
          </a:xfrm>
        </p:grpSpPr>
        <p:sp>
          <p:nvSpPr>
            <p:cNvPr id="1898" name="Google Shape;1898;p47"/>
            <p:cNvSpPr/>
            <p:nvPr/>
          </p:nvSpPr>
          <p:spPr>
            <a:xfrm>
              <a:off x="4503382" y="2814248"/>
              <a:ext cx="110755" cy="1959489"/>
            </a:xfrm>
            <a:custGeom>
              <a:avLst/>
              <a:gdLst/>
              <a:ahLst/>
              <a:cxnLst/>
              <a:rect l="l" t="t" r="r" b="b"/>
              <a:pathLst>
                <a:path w="1289" h="30495" extrusionOk="0">
                  <a:moveTo>
                    <a:pt x="1" y="1"/>
                  </a:moveTo>
                  <a:lnTo>
                    <a:pt x="1" y="29869"/>
                  </a:lnTo>
                  <a:cubicBezTo>
                    <a:pt x="1" y="30224"/>
                    <a:pt x="309" y="30494"/>
                    <a:pt x="664" y="30494"/>
                  </a:cubicBezTo>
                  <a:cubicBezTo>
                    <a:pt x="1009" y="30494"/>
                    <a:pt x="1289" y="30224"/>
                    <a:pt x="1289" y="29869"/>
                  </a:cubicBezTo>
                  <a:lnTo>
                    <a:pt x="1289" y="1"/>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899" name="Google Shape;1899;p47"/>
            <p:cNvGrpSpPr/>
            <p:nvPr/>
          </p:nvGrpSpPr>
          <p:grpSpPr>
            <a:xfrm>
              <a:off x="3844927" y="1920266"/>
              <a:ext cx="1427634" cy="1247401"/>
              <a:chOff x="3892552" y="2309449"/>
              <a:chExt cx="1481256" cy="1294253"/>
            </a:xfrm>
          </p:grpSpPr>
          <p:sp>
            <p:nvSpPr>
              <p:cNvPr id="1900" name="Google Shape;1900;p47"/>
              <p:cNvSpPr/>
              <p:nvPr/>
            </p:nvSpPr>
            <p:spPr>
              <a:xfrm>
                <a:off x="3892552" y="2309449"/>
                <a:ext cx="1481256" cy="1294253"/>
              </a:xfrm>
              <a:custGeom>
                <a:avLst/>
                <a:gdLst/>
                <a:ahLst/>
                <a:cxnLst/>
                <a:rect l="l" t="t" r="r" b="b"/>
                <a:pathLst>
                  <a:path w="19961" h="17441" extrusionOk="0">
                    <a:moveTo>
                      <a:pt x="5826" y="0"/>
                    </a:moveTo>
                    <a:cubicBezTo>
                      <a:pt x="5390" y="0"/>
                      <a:pt x="4961" y="222"/>
                      <a:pt x="4746" y="592"/>
                    </a:cubicBezTo>
                    <a:lnTo>
                      <a:pt x="244" y="8073"/>
                    </a:lnTo>
                    <a:cubicBezTo>
                      <a:pt x="0" y="8473"/>
                      <a:pt x="0" y="8968"/>
                      <a:pt x="244" y="9367"/>
                    </a:cubicBezTo>
                    <a:lnTo>
                      <a:pt x="4746" y="16819"/>
                    </a:lnTo>
                    <a:cubicBezTo>
                      <a:pt x="4961" y="17189"/>
                      <a:pt x="5390" y="17440"/>
                      <a:pt x="5826" y="17440"/>
                    </a:cubicBezTo>
                    <a:lnTo>
                      <a:pt x="14143" y="17440"/>
                    </a:lnTo>
                    <a:cubicBezTo>
                      <a:pt x="14572" y="17440"/>
                      <a:pt x="14971" y="17189"/>
                      <a:pt x="15185" y="16819"/>
                    </a:cubicBezTo>
                    <a:lnTo>
                      <a:pt x="19717" y="9338"/>
                    </a:lnTo>
                    <a:cubicBezTo>
                      <a:pt x="19961" y="8968"/>
                      <a:pt x="19961" y="8473"/>
                      <a:pt x="19747" y="8073"/>
                    </a:cubicBezTo>
                    <a:lnTo>
                      <a:pt x="15525" y="651"/>
                    </a:lnTo>
                    <a:cubicBezTo>
                      <a:pt x="15311" y="252"/>
                      <a:pt x="14912" y="0"/>
                      <a:pt x="14446"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1" name="Google Shape;1901;p47"/>
              <p:cNvSpPr/>
              <p:nvPr/>
            </p:nvSpPr>
            <p:spPr>
              <a:xfrm>
                <a:off x="3977137" y="2392905"/>
                <a:ext cx="1291729" cy="1127315"/>
              </a:xfrm>
              <a:custGeom>
                <a:avLst/>
                <a:gdLst/>
                <a:ahLst/>
                <a:cxnLst/>
                <a:rect l="l" t="t" r="r" b="b"/>
                <a:pathLst>
                  <a:path w="18639" h="16266" extrusionOk="0">
                    <a:moveTo>
                      <a:pt x="13463" y="119"/>
                    </a:moveTo>
                    <a:cubicBezTo>
                      <a:pt x="13833" y="119"/>
                      <a:pt x="14202" y="334"/>
                      <a:pt x="14417" y="674"/>
                    </a:cubicBezTo>
                    <a:lnTo>
                      <a:pt x="18298" y="7579"/>
                    </a:lnTo>
                    <a:cubicBezTo>
                      <a:pt x="18483" y="7911"/>
                      <a:pt x="18483" y="8347"/>
                      <a:pt x="18268" y="8687"/>
                    </a:cubicBezTo>
                    <a:lnTo>
                      <a:pt x="14077" y="15615"/>
                    </a:lnTo>
                    <a:cubicBezTo>
                      <a:pt x="13892" y="15925"/>
                      <a:pt x="13522" y="16139"/>
                      <a:pt x="13153" y="16139"/>
                    </a:cubicBezTo>
                    <a:lnTo>
                      <a:pt x="5457" y="16139"/>
                    </a:lnTo>
                    <a:cubicBezTo>
                      <a:pt x="5087" y="16139"/>
                      <a:pt x="4717" y="15925"/>
                      <a:pt x="4533" y="15615"/>
                    </a:cubicBezTo>
                    <a:lnTo>
                      <a:pt x="341" y="8687"/>
                    </a:lnTo>
                    <a:cubicBezTo>
                      <a:pt x="126" y="8347"/>
                      <a:pt x="126" y="7911"/>
                      <a:pt x="341" y="7542"/>
                    </a:cubicBezTo>
                    <a:lnTo>
                      <a:pt x="4533" y="644"/>
                    </a:lnTo>
                    <a:cubicBezTo>
                      <a:pt x="4717" y="304"/>
                      <a:pt x="5087" y="119"/>
                      <a:pt x="5457" y="119"/>
                    </a:cubicBezTo>
                    <a:close/>
                    <a:moveTo>
                      <a:pt x="5457" y="1"/>
                    </a:moveTo>
                    <a:cubicBezTo>
                      <a:pt x="5020" y="1"/>
                      <a:pt x="4621" y="215"/>
                      <a:pt x="4407" y="585"/>
                    </a:cubicBezTo>
                    <a:lnTo>
                      <a:pt x="215" y="7482"/>
                    </a:lnTo>
                    <a:cubicBezTo>
                      <a:pt x="1" y="7882"/>
                      <a:pt x="1" y="8377"/>
                      <a:pt x="215" y="8747"/>
                    </a:cubicBezTo>
                    <a:lnTo>
                      <a:pt x="4407" y="15674"/>
                    </a:lnTo>
                    <a:cubicBezTo>
                      <a:pt x="4621" y="16043"/>
                      <a:pt x="5020" y="16265"/>
                      <a:pt x="5457" y="16265"/>
                    </a:cubicBezTo>
                    <a:lnTo>
                      <a:pt x="13153" y="16265"/>
                    </a:lnTo>
                    <a:cubicBezTo>
                      <a:pt x="13589" y="16265"/>
                      <a:pt x="13988" y="16043"/>
                      <a:pt x="14202" y="15674"/>
                    </a:cubicBezTo>
                    <a:lnTo>
                      <a:pt x="18394" y="8747"/>
                    </a:lnTo>
                    <a:cubicBezTo>
                      <a:pt x="18608" y="8377"/>
                      <a:pt x="18638" y="7882"/>
                      <a:pt x="18424" y="7512"/>
                    </a:cubicBezTo>
                    <a:lnTo>
                      <a:pt x="14513" y="614"/>
                    </a:lnTo>
                    <a:cubicBezTo>
                      <a:pt x="14291" y="215"/>
                      <a:pt x="13892" y="1"/>
                      <a:pt x="13463" y="1"/>
                    </a:cubicBezTo>
                    <a:close/>
                  </a:path>
                </a:pathLst>
              </a:custGeom>
              <a:solidFill>
                <a:srgbClr val="5A2543"/>
              </a:solidFill>
              <a:ln w="19050" cap="flat" cmpd="sng">
                <a:solidFill>
                  <a:srgbClr val="5A25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902" name="Google Shape;1902;p47"/>
              <p:cNvGrpSpPr/>
              <p:nvPr/>
            </p:nvGrpSpPr>
            <p:grpSpPr>
              <a:xfrm>
                <a:off x="4256815" y="2590668"/>
                <a:ext cx="732379" cy="686878"/>
                <a:chOff x="2185650" y="4351850"/>
                <a:chExt cx="207950" cy="195025"/>
              </a:xfrm>
            </p:grpSpPr>
            <p:sp>
              <p:nvSpPr>
                <p:cNvPr id="1903" name="Google Shape;1903;p47"/>
                <p:cNvSpPr/>
                <p:nvPr/>
              </p:nvSpPr>
              <p:spPr>
                <a:xfrm>
                  <a:off x="2185650" y="4400475"/>
                  <a:ext cx="207950" cy="146400"/>
                </a:xfrm>
                <a:custGeom>
                  <a:avLst/>
                  <a:gdLst/>
                  <a:ahLst/>
                  <a:cxnLst/>
                  <a:rect l="l" t="t" r="r" b="b"/>
                  <a:pathLst>
                    <a:path w="8318" h="5856" extrusionOk="0">
                      <a:moveTo>
                        <a:pt x="5390" y="0"/>
                      </a:moveTo>
                      <a:cubicBezTo>
                        <a:pt x="5176" y="0"/>
                        <a:pt x="4961" y="126"/>
                        <a:pt x="4835" y="311"/>
                      </a:cubicBezTo>
                      <a:lnTo>
                        <a:pt x="4436" y="983"/>
                      </a:lnTo>
                      <a:cubicBezTo>
                        <a:pt x="4436" y="1013"/>
                        <a:pt x="4407" y="1013"/>
                        <a:pt x="4370" y="1050"/>
                      </a:cubicBezTo>
                      <a:lnTo>
                        <a:pt x="3786" y="1264"/>
                      </a:lnTo>
                      <a:cubicBezTo>
                        <a:pt x="3768" y="1273"/>
                        <a:pt x="3751" y="1277"/>
                        <a:pt x="3734" y="1277"/>
                      </a:cubicBezTo>
                      <a:cubicBezTo>
                        <a:pt x="3694" y="1277"/>
                        <a:pt x="3657" y="1256"/>
                        <a:pt x="3630" y="1235"/>
                      </a:cubicBezTo>
                      <a:lnTo>
                        <a:pt x="3172" y="555"/>
                      </a:lnTo>
                      <a:cubicBezTo>
                        <a:pt x="3076" y="458"/>
                        <a:pt x="2928" y="370"/>
                        <a:pt x="2802" y="370"/>
                      </a:cubicBezTo>
                      <a:lnTo>
                        <a:pt x="1908" y="370"/>
                      </a:lnTo>
                      <a:cubicBezTo>
                        <a:pt x="1753" y="370"/>
                        <a:pt x="1597" y="458"/>
                        <a:pt x="1509" y="614"/>
                      </a:cubicBezTo>
                      <a:lnTo>
                        <a:pt x="1169" y="1264"/>
                      </a:lnTo>
                      <a:cubicBezTo>
                        <a:pt x="1139" y="1294"/>
                        <a:pt x="1139" y="1294"/>
                        <a:pt x="1109" y="1323"/>
                      </a:cubicBezTo>
                      <a:lnTo>
                        <a:pt x="156" y="1723"/>
                      </a:lnTo>
                      <a:cubicBezTo>
                        <a:pt x="60" y="1752"/>
                        <a:pt x="1" y="1907"/>
                        <a:pt x="30" y="2033"/>
                      </a:cubicBezTo>
                      <a:cubicBezTo>
                        <a:pt x="74" y="2125"/>
                        <a:pt x="153" y="2182"/>
                        <a:pt x="242" y="2182"/>
                      </a:cubicBezTo>
                      <a:cubicBezTo>
                        <a:pt x="274" y="2182"/>
                        <a:pt x="307" y="2175"/>
                        <a:pt x="341" y="2159"/>
                      </a:cubicBezTo>
                      <a:lnTo>
                        <a:pt x="1324" y="1752"/>
                      </a:lnTo>
                      <a:cubicBezTo>
                        <a:pt x="1353" y="1752"/>
                        <a:pt x="1353" y="1752"/>
                        <a:pt x="1383" y="1723"/>
                      </a:cubicBezTo>
                      <a:lnTo>
                        <a:pt x="1723" y="1323"/>
                      </a:lnTo>
                      <a:lnTo>
                        <a:pt x="1723" y="2432"/>
                      </a:lnTo>
                      <a:lnTo>
                        <a:pt x="1723" y="2492"/>
                      </a:lnTo>
                      <a:lnTo>
                        <a:pt x="1169" y="3852"/>
                      </a:lnTo>
                      <a:cubicBezTo>
                        <a:pt x="1109" y="3941"/>
                        <a:pt x="1198" y="4066"/>
                        <a:pt x="1294" y="4066"/>
                      </a:cubicBezTo>
                      <a:lnTo>
                        <a:pt x="1479" y="4066"/>
                      </a:lnTo>
                      <a:lnTo>
                        <a:pt x="1198" y="5545"/>
                      </a:lnTo>
                      <a:cubicBezTo>
                        <a:pt x="1169" y="5700"/>
                        <a:pt x="1294" y="5855"/>
                        <a:pt x="1450" y="5855"/>
                      </a:cubicBezTo>
                      <a:cubicBezTo>
                        <a:pt x="1538" y="5855"/>
                        <a:pt x="1664" y="5789"/>
                        <a:pt x="1694" y="5670"/>
                      </a:cubicBezTo>
                      <a:lnTo>
                        <a:pt x="2122" y="4221"/>
                      </a:lnTo>
                      <a:cubicBezTo>
                        <a:pt x="2152" y="4155"/>
                        <a:pt x="2218" y="4125"/>
                        <a:pt x="2248" y="4125"/>
                      </a:cubicBezTo>
                      <a:lnTo>
                        <a:pt x="2492" y="4096"/>
                      </a:lnTo>
                      <a:lnTo>
                        <a:pt x="2958" y="5604"/>
                      </a:lnTo>
                      <a:cubicBezTo>
                        <a:pt x="2983" y="5737"/>
                        <a:pt x="3100" y="5826"/>
                        <a:pt x="3208" y="5826"/>
                      </a:cubicBezTo>
                      <a:cubicBezTo>
                        <a:pt x="3226" y="5826"/>
                        <a:pt x="3244" y="5824"/>
                        <a:pt x="3261" y="5818"/>
                      </a:cubicBezTo>
                      <a:cubicBezTo>
                        <a:pt x="3446" y="5789"/>
                        <a:pt x="3571" y="5633"/>
                        <a:pt x="3512" y="5449"/>
                      </a:cubicBezTo>
                      <a:lnTo>
                        <a:pt x="3172" y="4125"/>
                      </a:lnTo>
                      <a:lnTo>
                        <a:pt x="3512" y="4125"/>
                      </a:lnTo>
                      <a:cubicBezTo>
                        <a:pt x="3601" y="4096"/>
                        <a:pt x="3667" y="4007"/>
                        <a:pt x="3630" y="3911"/>
                      </a:cubicBezTo>
                      <a:lnTo>
                        <a:pt x="3483" y="3541"/>
                      </a:lnTo>
                      <a:lnTo>
                        <a:pt x="4340" y="3356"/>
                      </a:lnTo>
                      <a:cubicBezTo>
                        <a:pt x="4407" y="3327"/>
                        <a:pt x="4466" y="3231"/>
                        <a:pt x="4436" y="3172"/>
                      </a:cubicBezTo>
                      <a:lnTo>
                        <a:pt x="4251" y="2403"/>
                      </a:lnTo>
                      <a:cubicBezTo>
                        <a:pt x="4251" y="2354"/>
                        <a:pt x="4185" y="2299"/>
                        <a:pt x="4129" y="2299"/>
                      </a:cubicBezTo>
                      <a:cubicBezTo>
                        <a:pt x="4117" y="2299"/>
                        <a:pt x="4106" y="2302"/>
                        <a:pt x="4096" y="2307"/>
                      </a:cubicBezTo>
                      <a:lnTo>
                        <a:pt x="3727" y="2344"/>
                      </a:lnTo>
                      <a:lnTo>
                        <a:pt x="3727" y="1907"/>
                      </a:lnTo>
                      <a:cubicBezTo>
                        <a:pt x="3727" y="1848"/>
                        <a:pt x="3786" y="1789"/>
                        <a:pt x="3852" y="1752"/>
                      </a:cubicBezTo>
                      <a:cubicBezTo>
                        <a:pt x="4067" y="1723"/>
                        <a:pt x="4621" y="1567"/>
                        <a:pt x="4739" y="1420"/>
                      </a:cubicBezTo>
                      <a:cubicBezTo>
                        <a:pt x="4924" y="1235"/>
                        <a:pt x="5146" y="865"/>
                        <a:pt x="5146" y="865"/>
                      </a:cubicBezTo>
                      <a:lnTo>
                        <a:pt x="5146" y="2647"/>
                      </a:lnTo>
                      <a:cubicBezTo>
                        <a:pt x="5146" y="2647"/>
                        <a:pt x="5146" y="2676"/>
                        <a:pt x="5109" y="2713"/>
                      </a:cubicBezTo>
                      <a:cubicBezTo>
                        <a:pt x="5050" y="2861"/>
                        <a:pt x="4621" y="3822"/>
                        <a:pt x="4592" y="3970"/>
                      </a:cubicBezTo>
                      <a:cubicBezTo>
                        <a:pt x="4592" y="4096"/>
                        <a:pt x="4621" y="4894"/>
                        <a:pt x="4621" y="5389"/>
                      </a:cubicBezTo>
                      <a:cubicBezTo>
                        <a:pt x="4621" y="5574"/>
                        <a:pt x="4776" y="5700"/>
                        <a:pt x="4961" y="5700"/>
                      </a:cubicBezTo>
                      <a:cubicBezTo>
                        <a:pt x="5146" y="5700"/>
                        <a:pt x="5294" y="5545"/>
                        <a:pt x="5294" y="5360"/>
                      </a:cubicBezTo>
                      <a:lnTo>
                        <a:pt x="5294" y="4007"/>
                      </a:lnTo>
                      <a:cubicBezTo>
                        <a:pt x="5294" y="3970"/>
                        <a:pt x="5294" y="3941"/>
                        <a:pt x="5331" y="3911"/>
                      </a:cubicBezTo>
                      <a:lnTo>
                        <a:pt x="5663" y="3297"/>
                      </a:lnTo>
                      <a:cubicBezTo>
                        <a:pt x="5704" y="3244"/>
                        <a:pt x="5760" y="3219"/>
                        <a:pt x="5812" y="3219"/>
                      </a:cubicBezTo>
                      <a:cubicBezTo>
                        <a:pt x="5883" y="3219"/>
                        <a:pt x="5944" y="3267"/>
                        <a:pt x="5944" y="3356"/>
                      </a:cubicBezTo>
                      <a:lnTo>
                        <a:pt x="5944" y="4192"/>
                      </a:lnTo>
                      <a:lnTo>
                        <a:pt x="5944" y="4251"/>
                      </a:lnTo>
                      <a:lnTo>
                        <a:pt x="6440" y="5449"/>
                      </a:lnTo>
                      <a:cubicBezTo>
                        <a:pt x="6498" y="5593"/>
                        <a:pt x="6622" y="5669"/>
                        <a:pt x="6744" y="5669"/>
                      </a:cubicBezTo>
                      <a:cubicBezTo>
                        <a:pt x="6809" y="5669"/>
                        <a:pt x="6874" y="5648"/>
                        <a:pt x="6928" y="5604"/>
                      </a:cubicBezTo>
                      <a:cubicBezTo>
                        <a:pt x="7053" y="5515"/>
                        <a:pt x="7112" y="5360"/>
                        <a:pt x="7053" y="5205"/>
                      </a:cubicBezTo>
                      <a:lnTo>
                        <a:pt x="6625" y="4125"/>
                      </a:lnTo>
                      <a:lnTo>
                        <a:pt x="6625" y="4007"/>
                      </a:lnTo>
                      <a:lnTo>
                        <a:pt x="6684" y="3852"/>
                      </a:lnTo>
                      <a:lnTo>
                        <a:pt x="8192" y="3482"/>
                      </a:lnTo>
                      <a:cubicBezTo>
                        <a:pt x="8251" y="3482"/>
                        <a:pt x="8317" y="3386"/>
                        <a:pt x="8288" y="3327"/>
                      </a:cubicBezTo>
                      <a:lnTo>
                        <a:pt x="8103" y="2277"/>
                      </a:lnTo>
                      <a:cubicBezTo>
                        <a:pt x="8103" y="2218"/>
                        <a:pt x="8037" y="2159"/>
                        <a:pt x="7948" y="2159"/>
                      </a:cubicBezTo>
                      <a:lnTo>
                        <a:pt x="7297" y="2159"/>
                      </a:lnTo>
                      <a:lnTo>
                        <a:pt x="7327" y="1383"/>
                      </a:lnTo>
                      <a:cubicBezTo>
                        <a:pt x="7364" y="1198"/>
                        <a:pt x="7297" y="983"/>
                        <a:pt x="7179" y="828"/>
                      </a:cubicBezTo>
                      <a:lnTo>
                        <a:pt x="6772" y="311"/>
                      </a:lnTo>
                      <a:cubicBezTo>
                        <a:pt x="6654" y="126"/>
                        <a:pt x="6440" y="0"/>
                        <a:pt x="6218" y="0"/>
                      </a:cubicBezTo>
                      <a:close/>
                    </a:path>
                  </a:pathLst>
                </a:custGeom>
                <a:solidFill>
                  <a:srgbClr val="FDF0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1904" name="Google Shape;1904;p47"/>
                <p:cNvSpPr/>
                <p:nvPr/>
              </p:nvSpPr>
              <p:spPr>
                <a:xfrm>
                  <a:off x="2226500" y="4366650"/>
                  <a:ext cx="36050" cy="36975"/>
                </a:xfrm>
                <a:custGeom>
                  <a:avLst/>
                  <a:gdLst/>
                  <a:ahLst/>
                  <a:cxnLst/>
                  <a:rect l="l" t="t" r="r" b="b"/>
                  <a:pathLst>
                    <a:path w="1442" h="1479" extrusionOk="0">
                      <a:moveTo>
                        <a:pt x="703" y="0"/>
                      </a:moveTo>
                      <a:cubicBezTo>
                        <a:pt x="303" y="0"/>
                        <a:pt x="0" y="333"/>
                        <a:pt x="0" y="740"/>
                      </a:cubicBezTo>
                      <a:cubicBezTo>
                        <a:pt x="0" y="1139"/>
                        <a:pt x="303" y="1479"/>
                        <a:pt x="703" y="1479"/>
                      </a:cubicBezTo>
                      <a:cubicBezTo>
                        <a:pt x="1109" y="1479"/>
                        <a:pt x="1442" y="1139"/>
                        <a:pt x="1442" y="740"/>
                      </a:cubicBezTo>
                      <a:cubicBezTo>
                        <a:pt x="1442" y="333"/>
                        <a:pt x="1109" y="0"/>
                        <a:pt x="703" y="0"/>
                      </a:cubicBezTo>
                      <a:close/>
                    </a:path>
                  </a:pathLst>
                </a:custGeom>
                <a:solidFill>
                  <a:srgbClr val="FDF0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5" name="Google Shape;1905;p47"/>
                <p:cNvSpPr/>
                <p:nvPr/>
              </p:nvSpPr>
              <p:spPr>
                <a:xfrm>
                  <a:off x="2314275" y="4351850"/>
                  <a:ext cx="38475" cy="39400"/>
                </a:xfrm>
                <a:custGeom>
                  <a:avLst/>
                  <a:gdLst/>
                  <a:ahLst/>
                  <a:cxnLst/>
                  <a:rect l="l" t="t" r="r" b="b"/>
                  <a:pathLst>
                    <a:path w="1539" h="1576" extrusionOk="0">
                      <a:moveTo>
                        <a:pt x="770" y="1"/>
                      </a:moveTo>
                      <a:cubicBezTo>
                        <a:pt x="334" y="1"/>
                        <a:pt x="1" y="370"/>
                        <a:pt x="1" y="807"/>
                      </a:cubicBezTo>
                      <a:cubicBezTo>
                        <a:pt x="1" y="1235"/>
                        <a:pt x="334" y="1575"/>
                        <a:pt x="770" y="1575"/>
                      </a:cubicBezTo>
                      <a:cubicBezTo>
                        <a:pt x="1199" y="1575"/>
                        <a:pt x="1539" y="1235"/>
                        <a:pt x="1539" y="807"/>
                      </a:cubicBezTo>
                      <a:cubicBezTo>
                        <a:pt x="1539" y="370"/>
                        <a:pt x="1199" y="1"/>
                        <a:pt x="770" y="1"/>
                      </a:cubicBezTo>
                      <a:close/>
                    </a:path>
                  </a:pathLst>
                </a:custGeom>
                <a:solidFill>
                  <a:srgbClr val="FDF0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grpSp>
        <p:nvGrpSpPr>
          <p:cNvPr id="1906" name="Google Shape;1906;p47"/>
          <p:cNvGrpSpPr/>
          <p:nvPr/>
        </p:nvGrpSpPr>
        <p:grpSpPr>
          <a:xfrm>
            <a:off x="150" y="4052285"/>
            <a:ext cx="9144111" cy="1094672"/>
            <a:chOff x="150" y="3935350"/>
            <a:chExt cx="9144111" cy="1211725"/>
          </a:xfrm>
        </p:grpSpPr>
        <p:sp>
          <p:nvSpPr>
            <p:cNvPr id="1907" name="Google Shape;1907;p47"/>
            <p:cNvSpPr/>
            <p:nvPr/>
          </p:nvSpPr>
          <p:spPr>
            <a:xfrm rot="5400000">
              <a:off x="4187250" y="190175"/>
              <a:ext cx="769800" cy="91440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08" name="Google Shape;1908;p47"/>
            <p:cNvSpPr/>
            <p:nvPr/>
          </p:nvSpPr>
          <p:spPr>
            <a:xfrm>
              <a:off x="150" y="3935350"/>
              <a:ext cx="9144111" cy="560209"/>
            </a:xfrm>
            <a:custGeom>
              <a:avLst/>
              <a:gdLst/>
              <a:ahLst/>
              <a:cxnLst/>
              <a:rect l="l" t="t" r="r" b="b"/>
              <a:pathLst>
                <a:path w="116675" h="6515" extrusionOk="0">
                  <a:moveTo>
                    <a:pt x="8866" y="1"/>
                  </a:moveTo>
                  <a:cubicBezTo>
                    <a:pt x="8776" y="1"/>
                    <a:pt x="8687" y="6"/>
                    <a:pt x="8597" y="18"/>
                  </a:cubicBezTo>
                  <a:cubicBezTo>
                    <a:pt x="7467" y="176"/>
                    <a:pt x="6534" y="1306"/>
                    <a:pt x="6609" y="2435"/>
                  </a:cubicBezTo>
                  <a:cubicBezTo>
                    <a:pt x="6256" y="1907"/>
                    <a:pt x="5617" y="1596"/>
                    <a:pt x="4971" y="1596"/>
                  </a:cubicBezTo>
                  <a:cubicBezTo>
                    <a:pt x="4762" y="1596"/>
                    <a:pt x="4551" y="1629"/>
                    <a:pt x="4350" y="1698"/>
                  </a:cubicBezTo>
                  <a:cubicBezTo>
                    <a:pt x="3575" y="1969"/>
                    <a:pt x="2996" y="2818"/>
                    <a:pt x="3034" y="3639"/>
                  </a:cubicBezTo>
                  <a:cubicBezTo>
                    <a:pt x="2708" y="3202"/>
                    <a:pt x="2172" y="2957"/>
                    <a:pt x="1640" y="2957"/>
                  </a:cubicBezTo>
                  <a:cubicBezTo>
                    <a:pt x="1410" y="2957"/>
                    <a:pt x="1182" y="3002"/>
                    <a:pt x="971" y="3098"/>
                  </a:cubicBezTo>
                  <a:cubicBezTo>
                    <a:pt x="271" y="3443"/>
                    <a:pt x="0" y="4143"/>
                    <a:pt x="0" y="5039"/>
                  </a:cubicBezTo>
                  <a:lnTo>
                    <a:pt x="0" y="6514"/>
                  </a:lnTo>
                  <a:lnTo>
                    <a:pt x="116675" y="6514"/>
                  </a:lnTo>
                  <a:lnTo>
                    <a:pt x="116675" y="5702"/>
                  </a:lnTo>
                  <a:cubicBezTo>
                    <a:pt x="116675" y="5002"/>
                    <a:pt x="116441" y="4339"/>
                    <a:pt x="115853" y="4069"/>
                  </a:cubicBezTo>
                  <a:cubicBezTo>
                    <a:pt x="115673" y="3970"/>
                    <a:pt x="115472" y="3924"/>
                    <a:pt x="115270" y="3924"/>
                  </a:cubicBezTo>
                  <a:cubicBezTo>
                    <a:pt x="114824" y="3924"/>
                    <a:pt x="114371" y="4145"/>
                    <a:pt x="114108" y="4498"/>
                  </a:cubicBezTo>
                  <a:cubicBezTo>
                    <a:pt x="114145" y="3798"/>
                    <a:pt x="113641" y="3051"/>
                    <a:pt x="112941" y="2818"/>
                  </a:cubicBezTo>
                  <a:cubicBezTo>
                    <a:pt x="112784" y="2763"/>
                    <a:pt x="112618" y="2736"/>
                    <a:pt x="112451" y="2736"/>
                  </a:cubicBezTo>
                  <a:cubicBezTo>
                    <a:pt x="111912" y="2736"/>
                    <a:pt x="111358" y="3011"/>
                    <a:pt x="111037" y="3481"/>
                  </a:cubicBezTo>
                  <a:cubicBezTo>
                    <a:pt x="111074" y="2473"/>
                    <a:pt x="110290" y="1539"/>
                    <a:pt x="109320" y="1418"/>
                  </a:cubicBezTo>
                  <a:cubicBezTo>
                    <a:pt x="109235" y="1405"/>
                    <a:pt x="109150" y="1399"/>
                    <a:pt x="109065" y="1399"/>
                  </a:cubicBezTo>
                  <a:cubicBezTo>
                    <a:pt x="108179" y="1399"/>
                    <a:pt x="107324" y="2087"/>
                    <a:pt x="107145" y="2939"/>
                  </a:cubicBezTo>
                  <a:cubicBezTo>
                    <a:pt x="106945" y="2830"/>
                    <a:pt x="106723" y="2781"/>
                    <a:pt x="106501" y="2781"/>
                  </a:cubicBezTo>
                  <a:cubicBezTo>
                    <a:pt x="105768" y="2781"/>
                    <a:pt x="105016" y="3316"/>
                    <a:pt x="104923" y="4031"/>
                  </a:cubicBezTo>
                  <a:cubicBezTo>
                    <a:pt x="104699" y="3941"/>
                    <a:pt x="104462" y="3897"/>
                    <a:pt x="104226" y="3897"/>
                  </a:cubicBezTo>
                  <a:cubicBezTo>
                    <a:pt x="103854" y="3897"/>
                    <a:pt x="103486" y="4007"/>
                    <a:pt x="103178" y="4218"/>
                  </a:cubicBezTo>
                  <a:cubicBezTo>
                    <a:pt x="103019" y="3873"/>
                    <a:pt x="102786" y="3565"/>
                    <a:pt x="102478" y="3331"/>
                  </a:cubicBezTo>
                  <a:cubicBezTo>
                    <a:pt x="102118" y="3069"/>
                    <a:pt x="101675" y="2935"/>
                    <a:pt x="101233" y="2935"/>
                  </a:cubicBezTo>
                  <a:cubicBezTo>
                    <a:pt x="100952" y="2935"/>
                    <a:pt x="100672" y="2989"/>
                    <a:pt x="100415" y="3098"/>
                  </a:cubicBezTo>
                  <a:cubicBezTo>
                    <a:pt x="100294" y="2235"/>
                    <a:pt x="99405" y="1623"/>
                    <a:pt x="98559" y="1623"/>
                  </a:cubicBezTo>
                  <a:cubicBezTo>
                    <a:pt x="98298" y="1623"/>
                    <a:pt x="98040" y="1682"/>
                    <a:pt x="97811" y="1810"/>
                  </a:cubicBezTo>
                  <a:cubicBezTo>
                    <a:pt x="97595" y="802"/>
                    <a:pt x="96553" y="1"/>
                    <a:pt x="95506" y="1"/>
                  </a:cubicBezTo>
                  <a:cubicBezTo>
                    <a:pt x="95418" y="1"/>
                    <a:pt x="95331" y="6"/>
                    <a:pt x="95244" y="18"/>
                  </a:cubicBezTo>
                  <a:cubicBezTo>
                    <a:pt x="94115" y="176"/>
                    <a:pt x="93181" y="1306"/>
                    <a:pt x="93256" y="2435"/>
                  </a:cubicBezTo>
                  <a:cubicBezTo>
                    <a:pt x="92875" y="1907"/>
                    <a:pt x="92250" y="1596"/>
                    <a:pt x="91617" y="1596"/>
                  </a:cubicBezTo>
                  <a:cubicBezTo>
                    <a:pt x="91412" y="1596"/>
                    <a:pt x="91205" y="1629"/>
                    <a:pt x="91006" y="1698"/>
                  </a:cubicBezTo>
                  <a:cubicBezTo>
                    <a:pt x="90222" y="1969"/>
                    <a:pt x="89644" y="2818"/>
                    <a:pt x="89681" y="3639"/>
                  </a:cubicBezTo>
                  <a:cubicBezTo>
                    <a:pt x="89355" y="3202"/>
                    <a:pt x="88819" y="2957"/>
                    <a:pt x="88287" y="2957"/>
                  </a:cubicBezTo>
                  <a:cubicBezTo>
                    <a:pt x="88058" y="2957"/>
                    <a:pt x="87829" y="3002"/>
                    <a:pt x="87618" y="3098"/>
                  </a:cubicBezTo>
                  <a:cubicBezTo>
                    <a:pt x="87114" y="3331"/>
                    <a:pt x="86769" y="3873"/>
                    <a:pt x="86685" y="4414"/>
                  </a:cubicBezTo>
                  <a:cubicBezTo>
                    <a:pt x="86535" y="4265"/>
                    <a:pt x="86377" y="4143"/>
                    <a:pt x="86218" y="4069"/>
                  </a:cubicBezTo>
                  <a:cubicBezTo>
                    <a:pt x="86026" y="3970"/>
                    <a:pt x="85817" y="3924"/>
                    <a:pt x="85610" y="3924"/>
                  </a:cubicBezTo>
                  <a:cubicBezTo>
                    <a:pt x="85152" y="3924"/>
                    <a:pt x="84699" y="4145"/>
                    <a:pt x="84435" y="4498"/>
                  </a:cubicBezTo>
                  <a:cubicBezTo>
                    <a:pt x="84473" y="3798"/>
                    <a:pt x="84006" y="3051"/>
                    <a:pt x="83306" y="2818"/>
                  </a:cubicBezTo>
                  <a:cubicBezTo>
                    <a:pt x="83140" y="2763"/>
                    <a:pt x="82967" y="2736"/>
                    <a:pt x="82795" y="2736"/>
                  </a:cubicBezTo>
                  <a:cubicBezTo>
                    <a:pt x="82239" y="2736"/>
                    <a:pt x="81683" y="3011"/>
                    <a:pt x="81355" y="3481"/>
                  </a:cubicBezTo>
                  <a:cubicBezTo>
                    <a:pt x="81439" y="2473"/>
                    <a:pt x="80655" y="1539"/>
                    <a:pt x="79684" y="1418"/>
                  </a:cubicBezTo>
                  <a:cubicBezTo>
                    <a:pt x="79600" y="1405"/>
                    <a:pt x="79515" y="1399"/>
                    <a:pt x="79430" y="1399"/>
                  </a:cubicBezTo>
                  <a:cubicBezTo>
                    <a:pt x="78544" y="1399"/>
                    <a:pt x="77685" y="2087"/>
                    <a:pt x="77472" y="2939"/>
                  </a:cubicBezTo>
                  <a:cubicBezTo>
                    <a:pt x="77281" y="2830"/>
                    <a:pt x="77066" y="2781"/>
                    <a:pt x="76848" y="2781"/>
                  </a:cubicBezTo>
                  <a:cubicBezTo>
                    <a:pt x="76131" y="2781"/>
                    <a:pt x="75372" y="3316"/>
                    <a:pt x="75251" y="4031"/>
                  </a:cubicBezTo>
                  <a:cubicBezTo>
                    <a:pt x="75041" y="3941"/>
                    <a:pt x="74807" y="3897"/>
                    <a:pt x="74570" y="3897"/>
                  </a:cubicBezTo>
                  <a:cubicBezTo>
                    <a:pt x="74196" y="3897"/>
                    <a:pt x="73814" y="4007"/>
                    <a:pt x="73505" y="4218"/>
                  </a:cubicBezTo>
                  <a:cubicBezTo>
                    <a:pt x="73384" y="3873"/>
                    <a:pt x="73150" y="3565"/>
                    <a:pt x="72842" y="3331"/>
                  </a:cubicBezTo>
                  <a:cubicBezTo>
                    <a:pt x="72483" y="3069"/>
                    <a:pt x="72040" y="2935"/>
                    <a:pt x="71589" y="2935"/>
                  </a:cubicBezTo>
                  <a:cubicBezTo>
                    <a:pt x="71303" y="2935"/>
                    <a:pt x="71014" y="2989"/>
                    <a:pt x="70742" y="3098"/>
                  </a:cubicBezTo>
                  <a:cubicBezTo>
                    <a:pt x="70621" y="2235"/>
                    <a:pt x="69754" y="1623"/>
                    <a:pt x="68902" y="1623"/>
                  </a:cubicBezTo>
                  <a:cubicBezTo>
                    <a:pt x="68639" y="1623"/>
                    <a:pt x="68376" y="1682"/>
                    <a:pt x="68138" y="1810"/>
                  </a:cubicBezTo>
                  <a:cubicBezTo>
                    <a:pt x="67923" y="802"/>
                    <a:pt x="66912" y="1"/>
                    <a:pt x="65870" y="1"/>
                  </a:cubicBezTo>
                  <a:cubicBezTo>
                    <a:pt x="65783" y="1"/>
                    <a:pt x="65696" y="6"/>
                    <a:pt x="65609" y="18"/>
                  </a:cubicBezTo>
                  <a:cubicBezTo>
                    <a:pt x="64479" y="176"/>
                    <a:pt x="63546" y="1306"/>
                    <a:pt x="63621" y="2435"/>
                  </a:cubicBezTo>
                  <a:cubicBezTo>
                    <a:pt x="63240" y="1907"/>
                    <a:pt x="62594" y="1596"/>
                    <a:pt x="61966" y="1596"/>
                  </a:cubicBezTo>
                  <a:cubicBezTo>
                    <a:pt x="61763" y="1596"/>
                    <a:pt x="61561" y="1629"/>
                    <a:pt x="61371" y="1698"/>
                  </a:cubicBezTo>
                  <a:cubicBezTo>
                    <a:pt x="60550" y="1969"/>
                    <a:pt x="59971" y="2818"/>
                    <a:pt x="60008" y="3639"/>
                  </a:cubicBezTo>
                  <a:cubicBezTo>
                    <a:pt x="59708" y="3202"/>
                    <a:pt x="59162" y="2957"/>
                    <a:pt x="58621" y="2957"/>
                  </a:cubicBezTo>
                  <a:cubicBezTo>
                    <a:pt x="58388" y="2957"/>
                    <a:pt x="58156" y="3002"/>
                    <a:pt x="57945" y="3098"/>
                  </a:cubicBezTo>
                  <a:cubicBezTo>
                    <a:pt x="57441" y="3369"/>
                    <a:pt x="57049" y="3910"/>
                    <a:pt x="57012" y="4498"/>
                  </a:cubicBezTo>
                  <a:cubicBezTo>
                    <a:pt x="56853" y="4302"/>
                    <a:pt x="56704" y="4143"/>
                    <a:pt x="56471" y="4069"/>
                  </a:cubicBezTo>
                  <a:cubicBezTo>
                    <a:pt x="56287" y="3970"/>
                    <a:pt x="56086" y="3924"/>
                    <a:pt x="55883" y="3924"/>
                  </a:cubicBezTo>
                  <a:cubicBezTo>
                    <a:pt x="55436" y="3924"/>
                    <a:pt x="54986" y="4145"/>
                    <a:pt x="54716" y="4498"/>
                  </a:cubicBezTo>
                  <a:cubicBezTo>
                    <a:pt x="54753" y="3798"/>
                    <a:pt x="54249" y="3051"/>
                    <a:pt x="53587" y="2818"/>
                  </a:cubicBezTo>
                  <a:cubicBezTo>
                    <a:pt x="53421" y="2763"/>
                    <a:pt x="53248" y="2736"/>
                    <a:pt x="53077" y="2736"/>
                  </a:cubicBezTo>
                  <a:cubicBezTo>
                    <a:pt x="52523" y="2736"/>
                    <a:pt x="51973" y="3011"/>
                    <a:pt x="51645" y="3481"/>
                  </a:cubicBezTo>
                  <a:cubicBezTo>
                    <a:pt x="51720" y="2473"/>
                    <a:pt x="50908" y="1539"/>
                    <a:pt x="49937" y="1418"/>
                  </a:cubicBezTo>
                  <a:cubicBezTo>
                    <a:pt x="49852" y="1405"/>
                    <a:pt x="49767" y="1399"/>
                    <a:pt x="49683" y="1399"/>
                  </a:cubicBezTo>
                  <a:cubicBezTo>
                    <a:pt x="48795" y="1399"/>
                    <a:pt x="47932" y="2087"/>
                    <a:pt x="47753" y="2939"/>
                  </a:cubicBezTo>
                  <a:cubicBezTo>
                    <a:pt x="47555" y="2830"/>
                    <a:pt x="47335" y="2781"/>
                    <a:pt x="47113" y="2781"/>
                  </a:cubicBezTo>
                  <a:cubicBezTo>
                    <a:pt x="46382" y="2781"/>
                    <a:pt x="45627" y="3316"/>
                    <a:pt x="45541" y="4031"/>
                  </a:cubicBezTo>
                  <a:cubicBezTo>
                    <a:pt x="45331" y="3941"/>
                    <a:pt x="45097" y="3897"/>
                    <a:pt x="44859" y="3897"/>
                  </a:cubicBezTo>
                  <a:cubicBezTo>
                    <a:pt x="44484" y="3897"/>
                    <a:pt x="44100" y="4007"/>
                    <a:pt x="43786" y="4218"/>
                  </a:cubicBezTo>
                  <a:cubicBezTo>
                    <a:pt x="43636" y="3873"/>
                    <a:pt x="43403" y="3565"/>
                    <a:pt x="43132" y="3331"/>
                  </a:cubicBezTo>
                  <a:cubicBezTo>
                    <a:pt x="42750" y="3069"/>
                    <a:pt x="42294" y="2935"/>
                    <a:pt x="41849" y="2935"/>
                  </a:cubicBezTo>
                  <a:cubicBezTo>
                    <a:pt x="41565" y="2935"/>
                    <a:pt x="41286" y="2989"/>
                    <a:pt x="41032" y="3098"/>
                  </a:cubicBezTo>
                  <a:cubicBezTo>
                    <a:pt x="40911" y="2235"/>
                    <a:pt x="40044" y="1623"/>
                    <a:pt x="39188" y="1623"/>
                  </a:cubicBezTo>
                  <a:cubicBezTo>
                    <a:pt x="38923" y="1623"/>
                    <a:pt x="38659" y="1682"/>
                    <a:pt x="38419" y="1810"/>
                  </a:cubicBezTo>
                  <a:cubicBezTo>
                    <a:pt x="38203" y="802"/>
                    <a:pt x="37193" y="1"/>
                    <a:pt x="36121" y="1"/>
                  </a:cubicBezTo>
                  <a:cubicBezTo>
                    <a:pt x="36032" y="1"/>
                    <a:pt x="35942" y="6"/>
                    <a:pt x="35852" y="18"/>
                  </a:cubicBezTo>
                  <a:cubicBezTo>
                    <a:pt x="34732" y="176"/>
                    <a:pt x="33836" y="1306"/>
                    <a:pt x="33873" y="2435"/>
                  </a:cubicBezTo>
                  <a:cubicBezTo>
                    <a:pt x="33521" y="1907"/>
                    <a:pt x="32881" y="1596"/>
                    <a:pt x="32236" y="1596"/>
                  </a:cubicBezTo>
                  <a:cubicBezTo>
                    <a:pt x="32026" y="1596"/>
                    <a:pt x="31816" y="1629"/>
                    <a:pt x="31614" y="1698"/>
                  </a:cubicBezTo>
                  <a:cubicBezTo>
                    <a:pt x="30840" y="1969"/>
                    <a:pt x="30252" y="2818"/>
                    <a:pt x="30298" y="3639"/>
                  </a:cubicBezTo>
                  <a:cubicBezTo>
                    <a:pt x="29998" y="3202"/>
                    <a:pt x="29452" y="2957"/>
                    <a:pt x="28911" y="2957"/>
                  </a:cubicBezTo>
                  <a:cubicBezTo>
                    <a:pt x="28678" y="2957"/>
                    <a:pt x="28446" y="3002"/>
                    <a:pt x="28235" y="3098"/>
                  </a:cubicBezTo>
                  <a:cubicBezTo>
                    <a:pt x="27843" y="3285"/>
                    <a:pt x="27535" y="3639"/>
                    <a:pt x="27377" y="4031"/>
                  </a:cubicBezTo>
                  <a:cubicBezTo>
                    <a:pt x="27265" y="3481"/>
                    <a:pt x="26835" y="3014"/>
                    <a:pt x="26285" y="2818"/>
                  </a:cubicBezTo>
                  <a:cubicBezTo>
                    <a:pt x="26130" y="2763"/>
                    <a:pt x="25966" y="2736"/>
                    <a:pt x="25799" y="2736"/>
                  </a:cubicBezTo>
                  <a:cubicBezTo>
                    <a:pt x="25264" y="2736"/>
                    <a:pt x="24708" y="3011"/>
                    <a:pt x="24381" y="3481"/>
                  </a:cubicBezTo>
                  <a:cubicBezTo>
                    <a:pt x="24418" y="2473"/>
                    <a:pt x="23643" y="1539"/>
                    <a:pt x="22672" y="1418"/>
                  </a:cubicBezTo>
                  <a:cubicBezTo>
                    <a:pt x="22588" y="1405"/>
                    <a:pt x="22503" y="1399"/>
                    <a:pt x="22418" y="1399"/>
                  </a:cubicBezTo>
                  <a:cubicBezTo>
                    <a:pt x="21531" y="1399"/>
                    <a:pt x="20668" y="2087"/>
                    <a:pt x="20498" y="2939"/>
                  </a:cubicBezTo>
                  <a:cubicBezTo>
                    <a:pt x="20297" y="2830"/>
                    <a:pt x="20076" y="2781"/>
                    <a:pt x="19853" y="2781"/>
                  </a:cubicBezTo>
                  <a:cubicBezTo>
                    <a:pt x="19121" y="2781"/>
                    <a:pt x="18369" y="3316"/>
                    <a:pt x="18276" y="4031"/>
                  </a:cubicBezTo>
                  <a:cubicBezTo>
                    <a:pt x="18052" y="3941"/>
                    <a:pt x="17815" y="3897"/>
                    <a:pt x="17579" y="3897"/>
                  </a:cubicBezTo>
                  <a:cubicBezTo>
                    <a:pt x="17207" y="3897"/>
                    <a:pt x="16839" y="4007"/>
                    <a:pt x="16531" y="4218"/>
                  </a:cubicBezTo>
                  <a:cubicBezTo>
                    <a:pt x="16372" y="3873"/>
                    <a:pt x="16139" y="3565"/>
                    <a:pt x="15831" y="3331"/>
                  </a:cubicBezTo>
                  <a:cubicBezTo>
                    <a:pt x="15471" y="3069"/>
                    <a:pt x="15028" y="2935"/>
                    <a:pt x="14586" y="2935"/>
                  </a:cubicBezTo>
                  <a:cubicBezTo>
                    <a:pt x="14305" y="2935"/>
                    <a:pt x="14025" y="2989"/>
                    <a:pt x="13768" y="3098"/>
                  </a:cubicBezTo>
                  <a:cubicBezTo>
                    <a:pt x="13647" y="2235"/>
                    <a:pt x="12758" y="1623"/>
                    <a:pt x="11912" y="1623"/>
                  </a:cubicBezTo>
                  <a:cubicBezTo>
                    <a:pt x="11651" y="1623"/>
                    <a:pt x="11393" y="1682"/>
                    <a:pt x="11164" y="1810"/>
                  </a:cubicBezTo>
                  <a:cubicBezTo>
                    <a:pt x="10948" y="802"/>
                    <a:pt x="9938" y="1"/>
                    <a:pt x="886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09" name="Google Shape;1909;p47"/>
          <p:cNvGrpSpPr/>
          <p:nvPr/>
        </p:nvGrpSpPr>
        <p:grpSpPr>
          <a:xfrm>
            <a:off x="508263" y="4281839"/>
            <a:ext cx="8088330" cy="764003"/>
            <a:chOff x="508263" y="4281839"/>
            <a:chExt cx="8088330" cy="764003"/>
          </a:xfrm>
        </p:grpSpPr>
        <p:grpSp>
          <p:nvGrpSpPr>
            <p:cNvPr id="1910" name="Google Shape;1910;p47"/>
            <p:cNvGrpSpPr/>
            <p:nvPr/>
          </p:nvGrpSpPr>
          <p:grpSpPr>
            <a:xfrm rot="-779937" flipH="1">
              <a:off x="545980" y="4528983"/>
              <a:ext cx="334251" cy="373476"/>
              <a:chOff x="7333746" y="5532758"/>
              <a:chExt cx="259883" cy="290359"/>
            </a:xfrm>
          </p:grpSpPr>
          <p:sp>
            <p:nvSpPr>
              <p:cNvPr id="1911" name="Google Shape;1911;p47"/>
              <p:cNvSpPr/>
              <p:nvPr/>
            </p:nvSpPr>
            <p:spPr>
              <a:xfrm>
                <a:off x="7333746" y="5532758"/>
                <a:ext cx="256931" cy="290359"/>
              </a:xfrm>
              <a:custGeom>
                <a:avLst/>
                <a:gdLst/>
                <a:ahLst/>
                <a:cxnLst/>
                <a:rect l="l" t="t" r="r" b="b"/>
                <a:pathLst>
                  <a:path w="3305" h="3735" extrusionOk="0">
                    <a:moveTo>
                      <a:pt x="1942" y="1"/>
                    </a:moveTo>
                    <a:cubicBezTo>
                      <a:pt x="1746" y="159"/>
                      <a:pt x="1438" y="589"/>
                      <a:pt x="1587" y="1289"/>
                    </a:cubicBezTo>
                    <a:cubicBezTo>
                      <a:pt x="1279" y="1130"/>
                      <a:pt x="1009" y="1055"/>
                      <a:pt x="775" y="1055"/>
                    </a:cubicBezTo>
                    <a:cubicBezTo>
                      <a:pt x="421" y="1055"/>
                      <a:pt x="113" y="1205"/>
                      <a:pt x="1" y="1289"/>
                    </a:cubicBezTo>
                    <a:cubicBezTo>
                      <a:pt x="271" y="1830"/>
                      <a:pt x="738" y="2175"/>
                      <a:pt x="1279" y="2222"/>
                    </a:cubicBezTo>
                    <a:cubicBezTo>
                      <a:pt x="775" y="2726"/>
                      <a:pt x="775" y="3230"/>
                      <a:pt x="850" y="3463"/>
                    </a:cubicBezTo>
                    <a:cubicBezTo>
                      <a:pt x="1279" y="3426"/>
                      <a:pt x="1587" y="3230"/>
                      <a:pt x="1821" y="2922"/>
                    </a:cubicBezTo>
                    <a:cubicBezTo>
                      <a:pt x="1867" y="3342"/>
                      <a:pt x="2054" y="3622"/>
                      <a:pt x="2213" y="3734"/>
                    </a:cubicBezTo>
                    <a:cubicBezTo>
                      <a:pt x="2642" y="3305"/>
                      <a:pt x="2754" y="2801"/>
                      <a:pt x="2642" y="2297"/>
                    </a:cubicBezTo>
                    <a:cubicBezTo>
                      <a:pt x="1401" y="1905"/>
                      <a:pt x="383" y="1438"/>
                      <a:pt x="383" y="1438"/>
                    </a:cubicBezTo>
                    <a:cubicBezTo>
                      <a:pt x="309" y="1401"/>
                      <a:pt x="309" y="1363"/>
                      <a:pt x="346" y="1326"/>
                    </a:cubicBezTo>
                    <a:cubicBezTo>
                      <a:pt x="346" y="1289"/>
                      <a:pt x="383" y="1242"/>
                      <a:pt x="421" y="1242"/>
                    </a:cubicBezTo>
                    <a:lnTo>
                      <a:pt x="467" y="1242"/>
                    </a:lnTo>
                    <a:cubicBezTo>
                      <a:pt x="467" y="1289"/>
                      <a:pt x="1438" y="1709"/>
                      <a:pt x="2605" y="2101"/>
                    </a:cubicBezTo>
                    <a:cubicBezTo>
                      <a:pt x="3071" y="1709"/>
                      <a:pt x="3305" y="1167"/>
                      <a:pt x="3221" y="542"/>
                    </a:cubicBezTo>
                    <a:lnTo>
                      <a:pt x="3221" y="542"/>
                    </a:lnTo>
                    <a:cubicBezTo>
                      <a:pt x="3034" y="589"/>
                      <a:pt x="2679" y="663"/>
                      <a:pt x="2409" y="1009"/>
                    </a:cubicBezTo>
                    <a:cubicBezTo>
                      <a:pt x="2409" y="626"/>
                      <a:pt x="2250" y="271"/>
                      <a:pt x="19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2" name="Google Shape;1912;p47"/>
              <p:cNvSpPr/>
              <p:nvPr/>
            </p:nvSpPr>
            <p:spPr>
              <a:xfrm>
                <a:off x="7533302" y="5696010"/>
                <a:ext cx="60326" cy="27675"/>
              </a:xfrm>
              <a:custGeom>
                <a:avLst/>
                <a:gdLst/>
                <a:ahLst/>
                <a:cxnLst/>
                <a:rect l="l" t="t" r="r" b="b"/>
                <a:pathLst>
                  <a:path w="776" h="356" extrusionOk="0">
                    <a:moveTo>
                      <a:pt x="0" y="1"/>
                    </a:moveTo>
                    <a:cubicBezTo>
                      <a:pt x="38" y="38"/>
                      <a:pt x="38" y="122"/>
                      <a:pt x="75" y="197"/>
                    </a:cubicBezTo>
                    <a:cubicBezTo>
                      <a:pt x="271" y="234"/>
                      <a:pt x="420" y="271"/>
                      <a:pt x="616" y="355"/>
                    </a:cubicBezTo>
                    <a:lnTo>
                      <a:pt x="654" y="355"/>
                    </a:lnTo>
                    <a:cubicBezTo>
                      <a:pt x="700" y="355"/>
                      <a:pt x="738" y="309"/>
                      <a:pt x="738" y="271"/>
                    </a:cubicBezTo>
                    <a:cubicBezTo>
                      <a:pt x="775" y="234"/>
                      <a:pt x="738" y="159"/>
                      <a:pt x="700" y="159"/>
                    </a:cubicBezTo>
                    <a:cubicBezTo>
                      <a:pt x="467" y="122"/>
                      <a:pt x="234" y="38"/>
                      <a:pt x="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3" name="Google Shape;1913;p47"/>
              <p:cNvSpPr/>
              <p:nvPr/>
            </p:nvSpPr>
            <p:spPr>
              <a:xfrm>
                <a:off x="7357689" y="5629232"/>
                <a:ext cx="181523" cy="82093"/>
              </a:xfrm>
              <a:custGeom>
                <a:avLst/>
                <a:gdLst/>
                <a:ahLst/>
                <a:cxnLst/>
                <a:rect l="l" t="t" r="r" b="b"/>
                <a:pathLst>
                  <a:path w="2335" h="1056" extrusionOk="0">
                    <a:moveTo>
                      <a:pt x="113" y="1"/>
                    </a:moveTo>
                    <a:cubicBezTo>
                      <a:pt x="75" y="1"/>
                      <a:pt x="38" y="48"/>
                      <a:pt x="38" y="85"/>
                    </a:cubicBezTo>
                    <a:cubicBezTo>
                      <a:pt x="1" y="122"/>
                      <a:pt x="1" y="160"/>
                      <a:pt x="75" y="197"/>
                    </a:cubicBezTo>
                    <a:cubicBezTo>
                      <a:pt x="75" y="197"/>
                      <a:pt x="1093" y="664"/>
                      <a:pt x="2334" y="1056"/>
                    </a:cubicBezTo>
                    <a:cubicBezTo>
                      <a:pt x="2297" y="981"/>
                      <a:pt x="2297" y="897"/>
                      <a:pt x="2259" y="860"/>
                    </a:cubicBezTo>
                    <a:lnTo>
                      <a:pt x="2297" y="860"/>
                    </a:lnTo>
                    <a:cubicBezTo>
                      <a:pt x="1130" y="468"/>
                      <a:pt x="159" y="48"/>
                      <a:pt x="1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4" name="Google Shape;1914;p47"/>
            <p:cNvGrpSpPr/>
            <p:nvPr/>
          </p:nvGrpSpPr>
          <p:grpSpPr>
            <a:xfrm rot="779937">
              <a:off x="1579805" y="4417658"/>
              <a:ext cx="334251" cy="373476"/>
              <a:chOff x="7333746" y="5532758"/>
              <a:chExt cx="259883" cy="290359"/>
            </a:xfrm>
          </p:grpSpPr>
          <p:sp>
            <p:nvSpPr>
              <p:cNvPr id="1915" name="Google Shape;1915;p47"/>
              <p:cNvSpPr/>
              <p:nvPr/>
            </p:nvSpPr>
            <p:spPr>
              <a:xfrm>
                <a:off x="7333746" y="5532758"/>
                <a:ext cx="256931" cy="290359"/>
              </a:xfrm>
              <a:custGeom>
                <a:avLst/>
                <a:gdLst/>
                <a:ahLst/>
                <a:cxnLst/>
                <a:rect l="l" t="t" r="r" b="b"/>
                <a:pathLst>
                  <a:path w="3305" h="3735" extrusionOk="0">
                    <a:moveTo>
                      <a:pt x="1942" y="1"/>
                    </a:moveTo>
                    <a:cubicBezTo>
                      <a:pt x="1746" y="159"/>
                      <a:pt x="1438" y="589"/>
                      <a:pt x="1587" y="1289"/>
                    </a:cubicBezTo>
                    <a:cubicBezTo>
                      <a:pt x="1279" y="1130"/>
                      <a:pt x="1009" y="1055"/>
                      <a:pt x="775" y="1055"/>
                    </a:cubicBezTo>
                    <a:cubicBezTo>
                      <a:pt x="421" y="1055"/>
                      <a:pt x="113" y="1205"/>
                      <a:pt x="1" y="1289"/>
                    </a:cubicBezTo>
                    <a:cubicBezTo>
                      <a:pt x="271" y="1830"/>
                      <a:pt x="738" y="2175"/>
                      <a:pt x="1279" y="2222"/>
                    </a:cubicBezTo>
                    <a:cubicBezTo>
                      <a:pt x="775" y="2726"/>
                      <a:pt x="775" y="3230"/>
                      <a:pt x="850" y="3463"/>
                    </a:cubicBezTo>
                    <a:cubicBezTo>
                      <a:pt x="1279" y="3426"/>
                      <a:pt x="1587" y="3230"/>
                      <a:pt x="1821" y="2922"/>
                    </a:cubicBezTo>
                    <a:cubicBezTo>
                      <a:pt x="1867" y="3342"/>
                      <a:pt x="2054" y="3622"/>
                      <a:pt x="2213" y="3734"/>
                    </a:cubicBezTo>
                    <a:cubicBezTo>
                      <a:pt x="2642" y="3305"/>
                      <a:pt x="2754" y="2801"/>
                      <a:pt x="2642" y="2297"/>
                    </a:cubicBezTo>
                    <a:cubicBezTo>
                      <a:pt x="1401" y="1905"/>
                      <a:pt x="383" y="1438"/>
                      <a:pt x="383" y="1438"/>
                    </a:cubicBezTo>
                    <a:cubicBezTo>
                      <a:pt x="309" y="1401"/>
                      <a:pt x="309" y="1363"/>
                      <a:pt x="346" y="1326"/>
                    </a:cubicBezTo>
                    <a:cubicBezTo>
                      <a:pt x="346" y="1289"/>
                      <a:pt x="383" y="1242"/>
                      <a:pt x="421" y="1242"/>
                    </a:cubicBezTo>
                    <a:lnTo>
                      <a:pt x="467" y="1242"/>
                    </a:lnTo>
                    <a:cubicBezTo>
                      <a:pt x="467" y="1289"/>
                      <a:pt x="1438" y="1709"/>
                      <a:pt x="2605" y="2101"/>
                    </a:cubicBezTo>
                    <a:cubicBezTo>
                      <a:pt x="3071" y="1709"/>
                      <a:pt x="3305" y="1167"/>
                      <a:pt x="3221" y="542"/>
                    </a:cubicBezTo>
                    <a:lnTo>
                      <a:pt x="3221" y="542"/>
                    </a:lnTo>
                    <a:cubicBezTo>
                      <a:pt x="3034" y="589"/>
                      <a:pt x="2679" y="663"/>
                      <a:pt x="2409" y="1009"/>
                    </a:cubicBezTo>
                    <a:cubicBezTo>
                      <a:pt x="2409" y="626"/>
                      <a:pt x="2250" y="271"/>
                      <a:pt x="19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6" name="Google Shape;1916;p47"/>
              <p:cNvSpPr/>
              <p:nvPr/>
            </p:nvSpPr>
            <p:spPr>
              <a:xfrm>
                <a:off x="7533302" y="5696010"/>
                <a:ext cx="60326" cy="27675"/>
              </a:xfrm>
              <a:custGeom>
                <a:avLst/>
                <a:gdLst/>
                <a:ahLst/>
                <a:cxnLst/>
                <a:rect l="l" t="t" r="r" b="b"/>
                <a:pathLst>
                  <a:path w="776" h="356" extrusionOk="0">
                    <a:moveTo>
                      <a:pt x="0" y="1"/>
                    </a:moveTo>
                    <a:cubicBezTo>
                      <a:pt x="38" y="38"/>
                      <a:pt x="38" y="122"/>
                      <a:pt x="75" y="197"/>
                    </a:cubicBezTo>
                    <a:cubicBezTo>
                      <a:pt x="271" y="234"/>
                      <a:pt x="420" y="271"/>
                      <a:pt x="616" y="355"/>
                    </a:cubicBezTo>
                    <a:lnTo>
                      <a:pt x="654" y="355"/>
                    </a:lnTo>
                    <a:cubicBezTo>
                      <a:pt x="700" y="355"/>
                      <a:pt x="738" y="309"/>
                      <a:pt x="738" y="271"/>
                    </a:cubicBezTo>
                    <a:cubicBezTo>
                      <a:pt x="775" y="234"/>
                      <a:pt x="738" y="159"/>
                      <a:pt x="700" y="159"/>
                    </a:cubicBezTo>
                    <a:cubicBezTo>
                      <a:pt x="467" y="122"/>
                      <a:pt x="234" y="38"/>
                      <a:pt x="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17" name="Google Shape;1917;p47"/>
              <p:cNvSpPr/>
              <p:nvPr/>
            </p:nvSpPr>
            <p:spPr>
              <a:xfrm>
                <a:off x="7357689" y="5629232"/>
                <a:ext cx="181523" cy="82093"/>
              </a:xfrm>
              <a:custGeom>
                <a:avLst/>
                <a:gdLst/>
                <a:ahLst/>
                <a:cxnLst/>
                <a:rect l="l" t="t" r="r" b="b"/>
                <a:pathLst>
                  <a:path w="2335" h="1056" extrusionOk="0">
                    <a:moveTo>
                      <a:pt x="113" y="1"/>
                    </a:moveTo>
                    <a:cubicBezTo>
                      <a:pt x="75" y="1"/>
                      <a:pt x="38" y="48"/>
                      <a:pt x="38" y="85"/>
                    </a:cubicBezTo>
                    <a:cubicBezTo>
                      <a:pt x="1" y="122"/>
                      <a:pt x="1" y="160"/>
                      <a:pt x="75" y="197"/>
                    </a:cubicBezTo>
                    <a:cubicBezTo>
                      <a:pt x="75" y="197"/>
                      <a:pt x="1093" y="664"/>
                      <a:pt x="2334" y="1056"/>
                    </a:cubicBezTo>
                    <a:cubicBezTo>
                      <a:pt x="2297" y="981"/>
                      <a:pt x="2297" y="897"/>
                      <a:pt x="2259" y="860"/>
                    </a:cubicBezTo>
                    <a:lnTo>
                      <a:pt x="2297" y="860"/>
                    </a:lnTo>
                    <a:cubicBezTo>
                      <a:pt x="1130" y="468"/>
                      <a:pt x="159" y="48"/>
                      <a:pt x="1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18" name="Google Shape;1918;p47"/>
            <p:cNvGrpSpPr/>
            <p:nvPr/>
          </p:nvGrpSpPr>
          <p:grpSpPr>
            <a:xfrm rot="-779913" flipH="1">
              <a:off x="2572009" y="4611371"/>
              <a:ext cx="284347" cy="317692"/>
              <a:chOff x="7333746" y="5532758"/>
              <a:chExt cx="259883" cy="290359"/>
            </a:xfrm>
          </p:grpSpPr>
          <p:sp>
            <p:nvSpPr>
              <p:cNvPr id="1919" name="Google Shape;1919;p47"/>
              <p:cNvSpPr/>
              <p:nvPr/>
            </p:nvSpPr>
            <p:spPr>
              <a:xfrm>
                <a:off x="7333746" y="5532758"/>
                <a:ext cx="256931" cy="290359"/>
              </a:xfrm>
              <a:custGeom>
                <a:avLst/>
                <a:gdLst/>
                <a:ahLst/>
                <a:cxnLst/>
                <a:rect l="l" t="t" r="r" b="b"/>
                <a:pathLst>
                  <a:path w="3305" h="3735" extrusionOk="0">
                    <a:moveTo>
                      <a:pt x="1942" y="1"/>
                    </a:moveTo>
                    <a:cubicBezTo>
                      <a:pt x="1746" y="159"/>
                      <a:pt x="1438" y="589"/>
                      <a:pt x="1587" y="1289"/>
                    </a:cubicBezTo>
                    <a:cubicBezTo>
                      <a:pt x="1279" y="1130"/>
                      <a:pt x="1009" y="1055"/>
                      <a:pt x="775" y="1055"/>
                    </a:cubicBezTo>
                    <a:cubicBezTo>
                      <a:pt x="421" y="1055"/>
                      <a:pt x="113" y="1205"/>
                      <a:pt x="1" y="1289"/>
                    </a:cubicBezTo>
                    <a:cubicBezTo>
                      <a:pt x="271" y="1830"/>
                      <a:pt x="738" y="2175"/>
                      <a:pt x="1279" y="2222"/>
                    </a:cubicBezTo>
                    <a:cubicBezTo>
                      <a:pt x="775" y="2726"/>
                      <a:pt x="775" y="3230"/>
                      <a:pt x="850" y="3463"/>
                    </a:cubicBezTo>
                    <a:cubicBezTo>
                      <a:pt x="1279" y="3426"/>
                      <a:pt x="1587" y="3230"/>
                      <a:pt x="1821" y="2922"/>
                    </a:cubicBezTo>
                    <a:cubicBezTo>
                      <a:pt x="1867" y="3342"/>
                      <a:pt x="2054" y="3622"/>
                      <a:pt x="2213" y="3734"/>
                    </a:cubicBezTo>
                    <a:cubicBezTo>
                      <a:pt x="2642" y="3305"/>
                      <a:pt x="2754" y="2801"/>
                      <a:pt x="2642" y="2297"/>
                    </a:cubicBezTo>
                    <a:cubicBezTo>
                      <a:pt x="1401" y="1905"/>
                      <a:pt x="383" y="1438"/>
                      <a:pt x="383" y="1438"/>
                    </a:cubicBezTo>
                    <a:cubicBezTo>
                      <a:pt x="309" y="1401"/>
                      <a:pt x="309" y="1363"/>
                      <a:pt x="346" y="1326"/>
                    </a:cubicBezTo>
                    <a:cubicBezTo>
                      <a:pt x="346" y="1289"/>
                      <a:pt x="383" y="1242"/>
                      <a:pt x="421" y="1242"/>
                    </a:cubicBezTo>
                    <a:lnTo>
                      <a:pt x="467" y="1242"/>
                    </a:lnTo>
                    <a:cubicBezTo>
                      <a:pt x="467" y="1289"/>
                      <a:pt x="1438" y="1709"/>
                      <a:pt x="2605" y="2101"/>
                    </a:cubicBezTo>
                    <a:cubicBezTo>
                      <a:pt x="3071" y="1709"/>
                      <a:pt x="3305" y="1167"/>
                      <a:pt x="3221" y="542"/>
                    </a:cubicBezTo>
                    <a:lnTo>
                      <a:pt x="3221" y="542"/>
                    </a:lnTo>
                    <a:cubicBezTo>
                      <a:pt x="3034" y="589"/>
                      <a:pt x="2679" y="663"/>
                      <a:pt x="2409" y="1009"/>
                    </a:cubicBezTo>
                    <a:cubicBezTo>
                      <a:pt x="2409" y="626"/>
                      <a:pt x="2250" y="271"/>
                      <a:pt x="19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0" name="Google Shape;1920;p47"/>
              <p:cNvSpPr/>
              <p:nvPr/>
            </p:nvSpPr>
            <p:spPr>
              <a:xfrm>
                <a:off x="7533302" y="5696010"/>
                <a:ext cx="60326" cy="27675"/>
              </a:xfrm>
              <a:custGeom>
                <a:avLst/>
                <a:gdLst/>
                <a:ahLst/>
                <a:cxnLst/>
                <a:rect l="l" t="t" r="r" b="b"/>
                <a:pathLst>
                  <a:path w="776" h="356" extrusionOk="0">
                    <a:moveTo>
                      <a:pt x="0" y="1"/>
                    </a:moveTo>
                    <a:cubicBezTo>
                      <a:pt x="38" y="38"/>
                      <a:pt x="38" y="122"/>
                      <a:pt x="75" y="197"/>
                    </a:cubicBezTo>
                    <a:cubicBezTo>
                      <a:pt x="271" y="234"/>
                      <a:pt x="420" y="271"/>
                      <a:pt x="616" y="355"/>
                    </a:cubicBezTo>
                    <a:lnTo>
                      <a:pt x="654" y="355"/>
                    </a:lnTo>
                    <a:cubicBezTo>
                      <a:pt x="700" y="355"/>
                      <a:pt x="738" y="309"/>
                      <a:pt x="738" y="271"/>
                    </a:cubicBezTo>
                    <a:cubicBezTo>
                      <a:pt x="775" y="234"/>
                      <a:pt x="738" y="159"/>
                      <a:pt x="700" y="159"/>
                    </a:cubicBezTo>
                    <a:cubicBezTo>
                      <a:pt x="467" y="122"/>
                      <a:pt x="234" y="38"/>
                      <a:pt x="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1" name="Google Shape;1921;p47"/>
              <p:cNvSpPr/>
              <p:nvPr/>
            </p:nvSpPr>
            <p:spPr>
              <a:xfrm>
                <a:off x="7357689" y="5629232"/>
                <a:ext cx="181523" cy="82093"/>
              </a:xfrm>
              <a:custGeom>
                <a:avLst/>
                <a:gdLst/>
                <a:ahLst/>
                <a:cxnLst/>
                <a:rect l="l" t="t" r="r" b="b"/>
                <a:pathLst>
                  <a:path w="2335" h="1056" extrusionOk="0">
                    <a:moveTo>
                      <a:pt x="113" y="1"/>
                    </a:moveTo>
                    <a:cubicBezTo>
                      <a:pt x="75" y="1"/>
                      <a:pt x="38" y="48"/>
                      <a:pt x="38" y="85"/>
                    </a:cubicBezTo>
                    <a:cubicBezTo>
                      <a:pt x="1" y="122"/>
                      <a:pt x="1" y="160"/>
                      <a:pt x="75" y="197"/>
                    </a:cubicBezTo>
                    <a:cubicBezTo>
                      <a:pt x="75" y="197"/>
                      <a:pt x="1093" y="664"/>
                      <a:pt x="2334" y="1056"/>
                    </a:cubicBezTo>
                    <a:cubicBezTo>
                      <a:pt x="2297" y="981"/>
                      <a:pt x="2297" y="897"/>
                      <a:pt x="2259" y="860"/>
                    </a:cubicBezTo>
                    <a:lnTo>
                      <a:pt x="2297" y="860"/>
                    </a:lnTo>
                    <a:cubicBezTo>
                      <a:pt x="1130" y="468"/>
                      <a:pt x="159" y="48"/>
                      <a:pt x="1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2" name="Google Shape;1922;p47"/>
            <p:cNvGrpSpPr/>
            <p:nvPr/>
          </p:nvGrpSpPr>
          <p:grpSpPr>
            <a:xfrm rot="3172303">
              <a:off x="3784966" y="4341061"/>
              <a:ext cx="334239" cy="373475"/>
              <a:chOff x="7333746" y="5532758"/>
              <a:chExt cx="259883" cy="290359"/>
            </a:xfrm>
          </p:grpSpPr>
          <p:sp>
            <p:nvSpPr>
              <p:cNvPr id="1923" name="Google Shape;1923;p47"/>
              <p:cNvSpPr/>
              <p:nvPr/>
            </p:nvSpPr>
            <p:spPr>
              <a:xfrm>
                <a:off x="7333746" y="5532758"/>
                <a:ext cx="256931" cy="290359"/>
              </a:xfrm>
              <a:custGeom>
                <a:avLst/>
                <a:gdLst/>
                <a:ahLst/>
                <a:cxnLst/>
                <a:rect l="l" t="t" r="r" b="b"/>
                <a:pathLst>
                  <a:path w="3305" h="3735" extrusionOk="0">
                    <a:moveTo>
                      <a:pt x="1942" y="1"/>
                    </a:moveTo>
                    <a:cubicBezTo>
                      <a:pt x="1746" y="159"/>
                      <a:pt x="1438" y="589"/>
                      <a:pt x="1587" y="1289"/>
                    </a:cubicBezTo>
                    <a:cubicBezTo>
                      <a:pt x="1279" y="1130"/>
                      <a:pt x="1009" y="1055"/>
                      <a:pt x="775" y="1055"/>
                    </a:cubicBezTo>
                    <a:cubicBezTo>
                      <a:pt x="421" y="1055"/>
                      <a:pt x="113" y="1205"/>
                      <a:pt x="1" y="1289"/>
                    </a:cubicBezTo>
                    <a:cubicBezTo>
                      <a:pt x="271" y="1830"/>
                      <a:pt x="738" y="2175"/>
                      <a:pt x="1279" y="2222"/>
                    </a:cubicBezTo>
                    <a:cubicBezTo>
                      <a:pt x="775" y="2726"/>
                      <a:pt x="775" y="3230"/>
                      <a:pt x="850" y="3463"/>
                    </a:cubicBezTo>
                    <a:cubicBezTo>
                      <a:pt x="1279" y="3426"/>
                      <a:pt x="1587" y="3230"/>
                      <a:pt x="1821" y="2922"/>
                    </a:cubicBezTo>
                    <a:cubicBezTo>
                      <a:pt x="1867" y="3342"/>
                      <a:pt x="2054" y="3622"/>
                      <a:pt x="2213" y="3734"/>
                    </a:cubicBezTo>
                    <a:cubicBezTo>
                      <a:pt x="2642" y="3305"/>
                      <a:pt x="2754" y="2801"/>
                      <a:pt x="2642" y="2297"/>
                    </a:cubicBezTo>
                    <a:cubicBezTo>
                      <a:pt x="1401" y="1905"/>
                      <a:pt x="383" y="1438"/>
                      <a:pt x="383" y="1438"/>
                    </a:cubicBezTo>
                    <a:cubicBezTo>
                      <a:pt x="309" y="1401"/>
                      <a:pt x="309" y="1363"/>
                      <a:pt x="346" y="1326"/>
                    </a:cubicBezTo>
                    <a:cubicBezTo>
                      <a:pt x="346" y="1289"/>
                      <a:pt x="383" y="1242"/>
                      <a:pt x="421" y="1242"/>
                    </a:cubicBezTo>
                    <a:lnTo>
                      <a:pt x="467" y="1242"/>
                    </a:lnTo>
                    <a:cubicBezTo>
                      <a:pt x="467" y="1289"/>
                      <a:pt x="1438" y="1709"/>
                      <a:pt x="2605" y="2101"/>
                    </a:cubicBezTo>
                    <a:cubicBezTo>
                      <a:pt x="3071" y="1709"/>
                      <a:pt x="3305" y="1167"/>
                      <a:pt x="3221" y="542"/>
                    </a:cubicBezTo>
                    <a:lnTo>
                      <a:pt x="3221" y="542"/>
                    </a:lnTo>
                    <a:cubicBezTo>
                      <a:pt x="3034" y="589"/>
                      <a:pt x="2679" y="663"/>
                      <a:pt x="2409" y="1009"/>
                    </a:cubicBezTo>
                    <a:cubicBezTo>
                      <a:pt x="2409" y="626"/>
                      <a:pt x="2250" y="271"/>
                      <a:pt x="19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4" name="Google Shape;1924;p47"/>
              <p:cNvSpPr/>
              <p:nvPr/>
            </p:nvSpPr>
            <p:spPr>
              <a:xfrm>
                <a:off x="7533302" y="5696010"/>
                <a:ext cx="60326" cy="27675"/>
              </a:xfrm>
              <a:custGeom>
                <a:avLst/>
                <a:gdLst/>
                <a:ahLst/>
                <a:cxnLst/>
                <a:rect l="l" t="t" r="r" b="b"/>
                <a:pathLst>
                  <a:path w="776" h="356" extrusionOk="0">
                    <a:moveTo>
                      <a:pt x="0" y="1"/>
                    </a:moveTo>
                    <a:cubicBezTo>
                      <a:pt x="38" y="38"/>
                      <a:pt x="38" y="122"/>
                      <a:pt x="75" y="197"/>
                    </a:cubicBezTo>
                    <a:cubicBezTo>
                      <a:pt x="271" y="234"/>
                      <a:pt x="420" y="271"/>
                      <a:pt x="616" y="355"/>
                    </a:cubicBezTo>
                    <a:lnTo>
                      <a:pt x="654" y="355"/>
                    </a:lnTo>
                    <a:cubicBezTo>
                      <a:pt x="700" y="355"/>
                      <a:pt x="738" y="309"/>
                      <a:pt x="738" y="271"/>
                    </a:cubicBezTo>
                    <a:cubicBezTo>
                      <a:pt x="775" y="234"/>
                      <a:pt x="738" y="159"/>
                      <a:pt x="700" y="159"/>
                    </a:cubicBezTo>
                    <a:cubicBezTo>
                      <a:pt x="467" y="122"/>
                      <a:pt x="234" y="38"/>
                      <a:pt x="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5" name="Google Shape;1925;p47"/>
              <p:cNvSpPr/>
              <p:nvPr/>
            </p:nvSpPr>
            <p:spPr>
              <a:xfrm>
                <a:off x="7357689" y="5629232"/>
                <a:ext cx="181523" cy="82093"/>
              </a:xfrm>
              <a:custGeom>
                <a:avLst/>
                <a:gdLst/>
                <a:ahLst/>
                <a:cxnLst/>
                <a:rect l="l" t="t" r="r" b="b"/>
                <a:pathLst>
                  <a:path w="2335" h="1056" extrusionOk="0">
                    <a:moveTo>
                      <a:pt x="113" y="1"/>
                    </a:moveTo>
                    <a:cubicBezTo>
                      <a:pt x="75" y="1"/>
                      <a:pt x="38" y="48"/>
                      <a:pt x="38" y="85"/>
                    </a:cubicBezTo>
                    <a:cubicBezTo>
                      <a:pt x="1" y="122"/>
                      <a:pt x="1" y="160"/>
                      <a:pt x="75" y="197"/>
                    </a:cubicBezTo>
                    <a:cubicBezTo>
                      <a:pt x="75" y="197"/>
                      <a:pt x="1093" y="664"/>
                      <a:pt x="2334" y="1056"/>
                    </a:cubicBezTo>
                    <a:cubicBezTo>
                      <a:pt x="2297" y="981"/>
                      <a:pt x="2297" y="897"/>
                      <a:pt x="2259" y="860"/>
                    </a:cubicBezTo>
                    <a:lnTo>
                      <a:pt x="2297" y="860"/>
                    </a:lnTo>
                    <a:cubicBezTo>
                      <a:pt x="1130" y="468"/>
                      <a:pt x="159" y="48"/>
                      <a:pt x="1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26" name="Google Shape;1926;p47"/>
            <p:cNvGrpSpPr/>
            <p:nvPr/>
          </p:nvGrpSpPr>
          <p:grpSpPr>
            <a:xfrm rot="-2175534" flipH="1">
              <a:off x="4923895" y="4593800"/>
              <a:ext cx="315848" cy="352841"/>
              <a:chOff x="7333746" y="5532758"/>
              <a:chExt cx="259883" cy="290359"/>
            </a:xfrm>
          </p:grpSpPr>
          <p:sp>
            <p:nvSpPr>
              <p:cNvPr id="1927" name="Google Shape;1927;p47"/>
              <p:cNvSpPr/>
              <p:nvPr/>
            </p:nvSpPr>
            <p:spPr>
              <a:xfrm>
                <a:off x="7333746" y="5532758"/>
                <a:ext cx="256931" cy="290359"/>
              </a:xfrm>
              <a:custGeom>
                <a:avLst/>
                <a:gdLst/>
                <a:ahLst/>
                <a:cxnLst/>
                <a:rect l="l" t="t" r="r" b="b"/>
                <a:pathLst>
                  <a:path w="3305" h="3735" extrusionOk="0">
                    <a:moveTo>
                      <a:pt x="1942" y="1"/>
                    </a:moveTo>
                    <a:cubicBezTo>
                      <a:pt x="1746" y="159"/>
                      <a:pt x="1438" y="589"/>
                      <a:pt x="1587" y="1289"/>
                    </a:cubicBezTo>
                    <a:cubicBezTo>
                      <a:pt x="1279" y="1130"/>
                      <a:pt x="1009" y="1055"/>
                      <a:pt x="775" y="1055"/>
                    </a:cubicBezTo>
                    <a:cubicBezTo>
                      <a:pt x="421" y="1055"/>
                      <a:pt x="113" y="1205"/>
                      <a:pt x="1" y="1289"/>
                    </a:cubicBezTo>
                    <a:cubicBezTo>
                      <a:pt x="271" y="1830"/>
                      <a:pt x="738" y="2175"/>
                      <a:pt x="1279" y="2222"/>
                    </a:cubicBezTo>
                    <a:cubicBezTo>
                      <a:pt x="775" y="2726"/>
                      <a:pt x="775" y="3230"/>
                      <a:pt x="850" y="3463"/>
                    </a:cubicBezTo>
                    <a:cubicBezTo>
                      <a:pt x="1279" y="3426"/>
                      <a:pt x="1587" y="3230"/>
                      <a:pt x="1821" y="2922"/>
                    </a:cubicBezTo>
                    <a:cubicBezTo>
                      <a:pt x="1867" y="3342"/>
                      <a:pt x="2054" y="3622"/>
                      <a:pt x="2213" y="3734"/>
                    </a:cubicBezTo>
                    <a:cubicBezTo>
                      <a:pt x="2642" y="3305"/>
                      <a:pt x="2754" y="2801"/>
                      <a:pt x="2642" y="2297"/>
                    </a:cubicBezTo>
                    <a:cubicBezTo>
                      <a:pt x="1401" y="1905"/>
                      <a:pt x="383" y="1438"/>
                      <a:pt x="383" y="1438"/>
                    </a:cubicBezTo>
                    <a:cubicBezTo>
                      <a:pt x="309" y="1401"/>
                      <a:pt x="309" y="1363"/>
                      <a:pt x="346" y="1326"/>
                    </a:cubicBezTo>
                    <a:cubicBezTo>
                      <a:pt x="346" y="1289"/>
                      <a:pt x="383" y="1242"/>
                      <a:pt x="421" y="1242"/>
                    </a:cubicBezTo>
                    <a:lnTo>
                      <a:pt x="467" y="1242"/>
                    </a:lnTo>
                    <a:cubicBezTo>
                      <a:pt x="467" y="1289"/>
                      <a:pt x="1438" y="1709"/>
                      <a:pt x="2605" y="2101"/>
                    </a:cubicBezTo>
                    <a:cubicBezTo>
                      <a:pt x="3071" y="1709"/>
                      <a:pt x="3305" y="1167"/>
                      <a:pt x="3221" y="542"/>
                    </a:cubicBezTo>
                    <a:lnTo>
                      <a:pt x="3221" y="542"/>
                    </a:lnTo>
                    <a:cubicBezTo>
                      <a:pt x="3034" y="589"/>
                      <a:pt x="2679" y="663"/>
                      <a:pt x="2409" y="1009"/>
                    </a:cubicBezTo>
                    <a:cubicBezTo>
                      <a:pt x="2409" y="626"/>
                      <a:pt x="2250" y="271"/>
                      <a:pt x="19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8" name="Google Shape;1928;p47"/>
              <p:cNvSpPr/>
              <p:nvPr/>
            </p:nvSpPr>
            <p:spPr>
              <a:xfrm>
                <a:off x="7533302" y="5696010"/>
                <a:ext cx="60326" cy="27675"/>
              </a:xfrm>
              <a:custGeom>
                <a:avLst/>
                <a:gdLst/>
                <a:ahLst/>
                <a:cxnLst/>
                <a:rect l="l" t="t" r="r" b="b"/>
                <a:pathLst>
                  <a:path w="776" h="356" extrusionOk="0">
                    <a:moveTo>
                      <a:pt x="0" y="1"/>
                    </a:moveTo>
                    <a:cubicBezTo>
                      <a:pt x="38" y="38"/>
                      <a:pt x="38" y="122"/>
                      <a:pt x="75" y="197"/>
                    </a:cubicBezTo>
                    <a:cubicBezTo>
                      <a:pt x="271" y="234"/>
                      <a:pt x="420" y="271"/>
                      <a:pt x="616" y="355"/>
                    </a:cubicBezTo>
                    <a:lnTo>
                      <a:pt x="654" y="355"/>
                    </a:lnTo>
                    <a:cubicBezTo>
                      <a:pt x="700" y="355"/>
                      <a:pt x="738" y="309"/>
                      <a:pt x="738" y="271"/>
                    </a:cubicBezTo>
                    <a:cubicBezTo>
                      <a:pt x="775" y="234"/>
                      <a:pt x="738" y="159"/>
                      <a:pt x="700" y="159"/>
                    </a:cubicBezTo>
                    <a:cubicBezTo>
                      <a:pt x="467" y="122"/>
                      <a:pt x="234" y="38"/>
                      <a:pt x="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29" name="Google Shape;1929;p47"/>
              <p:cNvSpPr/>
              <p:nvPr/>
            </p:nvSpPr>
            <p:spPr>
              <a:xfrm>
                <a:off x="7357689" y="5629232"/>
                <a:ext cx="181523" cy="82093"/>
              </a:xfrm>
              <a:custGeom>
                <a:avLst/>
                <a:gdLst/>
                <a:ahLst/>
                <a:cxnLst/>
                <a:rect l="l" t="t" r="r" b="b"/>
                <a:pathLst>
                  <a:path w="2335" h="1056" extrusionOk="0">
                    <a:moveTo>
                      <a:pt x="113" y="1"/>
                    </a:moveTo>
                    <a:cubicBezTo>
                      <a:pt x="75" y="1"/>
                      <a:pt x="38" y="48"/>
                      <a:pt x="38" y="85"/>
                    </a:cubicBezTo>
                    <a:cubicBezTo>
                      <a:pt x="1" y="122"/>
                      <a:pt x="1" y="160"/>
                      <a:pt x="75" y="197"/>
                    </a:cubicBezTo>
                    <a:cubicBezTo>
                      <a:pt x="75" y="197"/>
                      <a:pt x="1093" y="664"/>
                      <a:pt x="2334" y="1056"/>
                    </a:cubicBezTo>
                    <a:cubicBezTo>
                      <a:pt x="2297" y="981"/>
                      <a:pt x="2297" y="897"/>
                      <a:pt x="2259" y="860"/>
                    </a:cubicBezTo>
                    <a:lnTo>
                      <a:pt x="2297" y="860"/>
                    </a:lnTo>
                    <a:cubicBezTo>
                      <a:pt x="1130" y="468"/>
                      <a:pt x="159" y="48"/>
                      <a:pt x="1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0" name="Google Shape;1930;p47"/>
            <p:cNvGrpSpPr/>
            <p:nvPr/>
          </p:nvGrpSpPr>
          <p:grpSpPr>
            <a:xfrm rot="3172096">
              <a:off x="5994283" y="4451250"/>
              <a:ext cx="274112" cy="306303"/>
              <a:chOff x="7333746" y="5532758"/>
              <a:chExt cx="259883" cy="290359"/>
            </a:xfrm>
          </p:grpSpPr>
          <p:sp>
            <p:nvSpPr>
              <p:cNvPr id="1931" name="Google Shape;1931;p47"/>
              <p:cNvSpPr/>
              <p:nvPr/>
            </p:nvSpPr>
            <p:spPr>
              <a:xfrm>
                <a:off x="7333746" y="5532758"/>
                <a:ext cx="256931" cy="290359"/>
              </a:xfrm>
              <a:custGeom>
                <a:avLst/>
                <a:gdLst/>
                <a:ahLst/>
                <a:cxnLst/>
                <a:rect l="l" t="t" r="r" b="b"/>
                <a:pathLst>
                  <a:path w="3305" h="3735" extrusionOk="0">
                    <a:moveTo>
                      <a:pt x="1942" y="1"/>
                    </a:moveTo>
                    <a:cubicBezTo>
                      <a:pt x="1746" y="159"/>
                      <a:pt x="1438" y="589"/>
                      <a:pt x="1587" y="1289"/>
                    </a:cubicBezTo>
                    <a:cubicBezTo>
                      <a:pt x="1279" y="1130"/>
                      <a:pt x="1009" y="1055"/>
                      <a:pt x="775" y="1055"/>
                    </a:cubicBezTo>
                    <a:cubicBezTo>
                      <a:pt x="421" y="1055"/>
                      <a:pt x="113" y="1205"/>
                      <a:pt x="1" y="1289"/>
                    </a:cubicBezTo>
                    <a:cubicBezTo>
                      <a:pt x="271" y="1830"/>
                      <a:pt x="738" y="2175"/>
                      <a:pt x="1279" y="2222"/>
                    </a:cubicBezTo>
                    <a:cubicBezTo>
                      <a:pt x="775" y="2726"/>
                      <a:pt x="775" y="3230"/>
                      <a:pt x="850" y="3463"/>
                    </a:cubicBezTo>
                    <a:cubicBezTo>
                      <a:pt x="1279" y="3426"/>
                      <a:pt x="1587" y="3230"/>
                      <a:pt x="1821" y="2922"/>
                    </a:cubicBezTo>
                    <a:cubicBezTo>
                      <a:pt x="1867" y="3342"/>
                      <a:pt x="2054" y="3622"/>
                      <a:pt x="2213" y="3734"/>
                    </a:cubicBezTo>
                    <a:cubicBezTo>
                      <a:pt x="2642" y="3305"/>
                      <a:pt x="2754" y="2801"/>
                      <a:pt x="2642" y="2297"/>
                    </a:cubicBezTo>
                    <a:cubicBezTo>
                      <a:pt x="1401" y="1905"/>
                      <a:pt x="383" y="1438"/>
                      <a:pt x="383" y="1438"/>
                    </a:cubicBezTo>
                    <a:cubicBezTo>
                      <a:pt x="309" y="1401"/>
                      <a:pt x="309" y="1363"/>
                      <a:pt x="346" y="1326"/>
                    </a:cubicBezTo>
                    <a:cubicBezTo>
                      <a:pt x="346" y="1289"/>
                      <a:pt x="383" y="1242"/>
                      <a:pt x="421" y="1242"/>
                    </a:cubicBezTo>
                    <a:lnTo>
                      <a:pt x="467" y="1242"/>
                    </a:lnTo>
                    <a:cubicBezTo>
                      <a:pt x="467" y="1289"/>
                      <a:pt x="1438" y="1709"/>
                      <a:pt x="2605" y="2101"/>
                    </a:cubicBezTo>
                    <a:cubicBezTo>
                      <a:pt x="3071" y="1709"/>
                      <a:pt x="3305" y="1167"/>
                      <a:pt x="3221" y="542"/>
                    </a:cubicBezTo>
                    <a:lnTo>
                      <a:pt x="3221" y="542"/>
                    </a:lnTo>
                    <a:cubicBezTo>
                      <a:pt x="3034" y="589"/>
                      <a:pt x="2679" y="663"/>
                      <a:pt x="2409" y="1009"/>
                    </a:cubicBezTo>
                    <a:cubicBezTo>
                      <a:pt x="2409" y="626"/>
                      <a:pt x="2250" y="271"/>
                      <a:pt x="19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2" name="Google Shape;1932;p47"/>
              <p:cNvSpPr/>
              <p:nvPr/>
            </p:nvSpPr>
            <p:spPr>
              <a:xfrm>
                <a:off x="7533302" y="5696010"/>
                <a:ext cx="60326" cy="27675"/>
              </a:xfrm>
              <a:custGeom>
                <a:avLst/>
                <a:gdLst/>
                <a:ahLst/>
                <a:cxnLst/>
                <a:rect l="l" t="t" r="r" b="b"/>
                <a:pathLst>
                  <a:path w="776" h="356" extrusionOk="0">
                    <a:moveTo>
                      <a:pt x="0" y="1"/>
                    </a:moveTo>
                    <a:cubicBezTo>
                      <a:pt x="38" y="38"/>
                      <a:pt x="38" y="122"/>
                      <a:pt x="75" y="197"/>
                    </a:cubicBezTo>
                    <a:cubicBezTo>
                      <a:pt x="271" y="234"/>
                      <a:pt x="420" y="271"/>
                      <a:pt x="616" y="355"/>
                    </a:cubicBezTo>
                    <a:lnTo>
                      <a:pt x="654" y="355"/>
                    </a:lnTo>
                    <a:cubicBezTo>
                      <a:pt x="700" y="355"/>
                      <a:pt x="738" y="309"/>
                      <a:pt x="738" y="271"/>
                    </a:cubicBezTo>
                    <a:cubicBezTo>
                      <a:pt x="775" y="234"/>
                      <a:pt x="738" y="159"/>
                      <a:pt x="700" y="159"/>
                    </a:cubicBezTo>
                    <a:cubicBezTo>
                      <a:pt x="467" y="122"/>
                      <a:pt x="234" y="38"/>
                      <a:pt x="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3" name="Google Shape;1933;p47"/>
              <p:cNvSpPr/>
              <p:nvPr/>
            </p:nvSpPr>
            <p:spPr>
              <a:xfrm>
                <a:off x="7357689" y="5629232"/>
                <a:ext cx="181523" cy="82093"/>
              </a:xfrm>
              <a:custGeom>
                <a:avLst/>
                <a:gdLst/>
                <a:ahLst/>
                <a:cxnLst/>
                <a:rect l="l" t="t" r="r" b="b"/>
                <a:pathLst>
                  <a:path w="2335" h="1056" extrusionOk="0">
                    <a:moveTo>
                      <a:pt x="113" y="1"/>
                    </a:moveTo>
                    <a:cubicBezTo>
                      <a:pt x="75" y="1"/>
                      <a:pt x="38" y="48"/>
                      <a:pt x="38" y="85"/>
                    </a:cubicBezTo>
                    <a:cubicBezTo>
                      <a:pt x="1" y="122"/>
                      <a:pt x="1" y="160"/>
                      <a:pt x="75" y="197"/>
                    </a:cubicBezTo>
                    <a:cubicBezTo>
                      <a:pt x="75" y="197"/>
                      <a:pt x="1093" y="664"/>
                      <a:pt x="2334" y="1056"/>
                    </a:cubicBezTo>
                    <a:cubicBezTo>
                      <a:pt x="2297" y="981"/>
                      <a:pt x="2297" y="897"/>
                      <a:pt x="2259" y="860"/>
                    </a:cubicBezTo>
                    <a:lnTo>
                      <a:pt x="2297" y="860"/>
                    </a:lnTo>
                    <a:cubicBezTo>
                      <a:pt x="1130" y="468"/>
                      <a:pt x="159" y="48"/>
                      <a:pt x="1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4" name="Google Shape;1934;p47"/>
            <p:cNvGrpSpPr/>
            <p:nvPr/>
          </p:nvGrpSpPr>
          <p:grpSpPr>
            <a:xfrm rot="-6063729" flipH="1">
              <a:off x="7116095" y="4680555"/>
              <a:ext cx="315857" cy="352846"/>
              <a:chOff x="7333746" y="5532758"/>
              <a:chExt cx="259883" cy="290359"/>
            </a:xfrm>
          </p:grpSpPr>
          <p:sp>
            <p:nvSpPr>
              <p:cNvPr id="1935" name="Google Shape;1935;p47"/>
              <p:cNvSpPr/>
              <p:nvPr/>
            </p:nvSpPr>
            <p:spPr>
              <a:xfrm>
                <a:off x="7333746" y="5532758"/>
                <a:ext cx="256931" cy="290359"/>
              </a:xfrm>
              <a:custGeom>
                <a:avLst/>
                <a:gdLst/>
                <a:ahLst/>
                <a:cxnLst/>
                <a:rect l="l" t="t" r="r" b="b"/>
                <a:pathLst>
                  <a:path w="3305" h="3735" extrusionOk="0">
                    <a:moveTo>
                      <a:pt x="1942" y="1"/>
                    </a:moveTo>
                    <a:cubicBezTo>
                      <a:pt x="1746" y="159"/>
                      <a:pt x="1438" y="589"/>
                      <a:pt x="1587" y="1289"/>
                    </a:cubicBezTo>
                    <a:cubicBezTo>
                      <a:pt x="1279" y="1130"/>
                      <a:pt x="1009" y="1055"/>
                      <a:pt x="775" y="1055"/>
                    </a:cubicBezTo>
                    <a:cubicBezTo>
                      <a:pt x="421" y="1055"/>
                      <a:pt x="113" y="1205"/>
                      <a:pt x="1" y="1289"/>
                    </a:cubicBezTo>
                    <a:cubicBezTo>
                      <a:pt x="271" y="1830"/>
                      <a:pt x="738" y="2175"/>
                      <a:pt x="1279" y="2222"/>
                    </a:cubicBezTo>
                    <a:cubicBezTo>
                      <a:pt x="775" y="2726"/>
                      <a:pt x="775" y="3230"/>
                      <a:pt x="850" y="3463"/>
                    </a:cubicBezTo>
                    <a:cubicBezTo>
                      <a:pt x="1279" y="3426"/>
                      <a:pt x="1587" y="3230"/>
                      <a:pt x="1821" y="2922"/>
                    </a:cubicBezTo>
                    <a:cubicBezTo>
                      <a:pt x="1867" y="3342"/>
                      <a:pt x="2054" y="3622"/>
                      <a:pt x="2213" y="3734"/>
                    </a:cubicBezTo>
                    <a:cubicBezTo>
                      <a:pt x="2642" y="3305"/>
                      <a:pt x="2754" y="2801"/>
                      <a:pt x="2642" y="2297"/>
                    </a:cubicBezTo>
                    <a:cubicBezTo>
                      <a:pt x="1401" y="1905"/>
                      <a:pt x="383" y="1438"/>
                      <a:pt x="383" y="1438"/>
                    </a:cubicBezTo>
                    <a:cubicBezTo>
                      <a:pt x="309" y="1401"/>
                      <a:pt x="309" y="1363"/>
                      <a:pt x="346" y="1326"/>
                    </a:cubicBezTo>
                    <a:cubicBezTo>
                      <a:pt x="346" y="1289"/>
                      <a:pt x="383" y="1242"/>
                      <a:pt x="421" y="1242"/>
                    </a:cubicBezTo>
                    <a:lnTo>
                      <a:pt x="467" y="1242"/>
                    </a:lnTo>
                    <a:cubicBezTo>
                      <a:pt x="467" y="1289"/>
                      <a:pt x="1438" y="1709"/>
                      <a:pt x="2605" y="2101"/>
                    </a:cubicBezTo>
                    <a:cubicBezTo>
                      <a:pt x="3071" y="1709"/>
                      <a:pt x="3305" y="1167"/>
                      <a:pt x="3221" y="542"/>
                    </a:cubicBezTo>
                    <a:lnTo>
                      <a:pt x="3221" y="542"/>
                    </a:lnTo>
                    <a:cubicBezTo>
                      <a:pt x="3034" y="589"/>
                      <a:pt x="2679" y="663"/>
                      <a:pt x="2409" y="1009"/>
                    </a:cubicBezTo>
                    <a:cubicBezTo>
                      <a:pt x="2409" y="626"/>
                      <a:pt x="2250" y="271"/>
                      <a:pt x="1942"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6" name="Google Shape;1936;p47"/>
              <p:cNvSpPr/>
              <p:nvPr/>
            </p:nvSpPr>
            <p:spPr>
              <a:xfrm>
                <a:off x="7533302" y="5696010"/>
                <a:ext cx="60326" cy="27675"/>
              </a:xfrm>
              <a:custGeom>
                <a:avLst/>
                <a:gdLst/>
                <a:ahLst/>
                <a:cxnLst/>
                <a:rect l="l" t="t" r="r" b="b"/>
                <a:pathLst>
                  <a:path w="776" h="356" extrusionOk="0">
                    <a:moveTo>
                      <a:pt x="0" y="1"/>
                    </a:moveTo>
                    <a:cubicBezTo>
                      <a:pt x="38" y="38"/>
                      <a:pt x="38" y="122"/>
                      <a:pt x="75" y="197"/>
                    </a:cubicBezTo>
                    <a:cubicBezTo>
                      <a:pt x="271" y="234"/>
                      <a:pt x="420" y="271"/>
                      <a:pt x="616" y="355"/>
                    </a:cubicBezTo>
                    <a:lnTo>
                      <a:pt x="654" y="355"/>
                    </a:lnTo>
                    <a:cubicBezTo>
                      <a:pt x="700" y="355"/>
                      <a:pt x="738" y="309"/>
                      <a:pt x="738" y="271"/>
                    </a:cubicBezTo>
                    <a:cubicBezTo>
                      <a:pt x="775" y="234"/>
                      <a:pt x="738" y="159"/>
                      <a:pt x="700" y="159"/>
                    </a:cubicBezTo>
                    <a:cubicBezTo>
                      <a:pt x="467" y="122"/>
                      <a:pt x="234" y="38"/>
                      <a:pt x="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37" name="Google Shape;1937;p47"/>
              <p:cNvSpPr/>
              <p:nvPr/>
            </p:nvSpPr>
            <p:spPr>
              <a:xfrm>
                <a:off x="7357689" y="5629232"/>
                <a:ext cx="181523" cy="82093"/>
              </a:xfrm>
              <a:custGeom>
                <a:avLst/>
                <a:gdLst/>
                <a:ahLst/>
                <a:cxnLst/>
                <a:rect l="l" t="t" r="r" b="b"/>
                <a:pathLst>
                  <a:path w="2335" h="1056" extrusionOk="0">
                    <a:moveTo>
                      <a:pt x="113" y="1"/>
                    </a:moveTo>
                    <a:cubicBezTo>
                      <a:pt x="75" y="1"/>
                      <a:pt x="38" y="48"/>
                      <a:pt x="38" y="85"/>
                    </a:cubicBezTo>
                    <a:cubicBezTo>
                      <a:pt x="1" y="122"/>
                      <a:pt x="1" y="160"/>
                      <a:pt x="75" y="197"/>
                    </a:cubicBezTo>
                    <a:cubicBezTo>
                      <a:pt x="75" y="197"/>
                      <a:pt x="1093" y="664"/>
                      <a:pt x="2334" y="1056"/>
                    </a:cubicBezTo>
                    <a:cubicBezTo>
                      <a:pt x="2297" y="981"/>
                      <a:pt x="2297" y="897"/>
                      <a:pt x="2259" y="860"/>
                    </a:cubicBezTo>
                    <a:lnTo>
                      <a:pt x="2297" y="860"/>
                    </a:lnTo>
                    <a:cubicBezTo>
                      <a:pt x="1130" y="468"/>
                      <a:pt x="159" y="48"/>
                      <a:pt x="1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938" name="Google Shape;1938;p47"/>
            <p:cNvGrpSpPr/>
            <p:nvPr/>
          </p:nvGrpSpPr>
          <p:grpSpPr>
            <a:xfrm rot="6672617">
              <a:off x="8267182" y="4583270"/>
              <a:ext cx="274111" cy="306294"/>
              <a:chOff x="7333746" y="5532758"/>
              <a:chExt cx="259883" cy="290359"/>
            </a:xfrm>
          </p:grpSpPr>
          <p:sp>
            <p:nvSpPr>
              <p:cNvPr id="1939" name="Google Shape;1939;p47"/>
              <p:cNvSpPr/>
              <p:nvPr/>
            </p:nvSpPr>
            <p:spPr>
              <a:xfrm>
                <a:off x="7333746" y="5532758"/>
                <a:ext cx="256931" cy="290359"/>
              </a:xfrm>
              <a:custGeom>
                <a:avLst/>
                <a:gdLst/>
                <a:ahLst/>
                <a:cxnLst/>
                <a:rect l="l" t="t" r="r" b="b"/>
                <a:pathLst>
                  <a:path w="3305" h="3735" extrusionOk="0">
                    <a:moveTo>
                      <a:pt x="1942" y="1"/>
                    </a:moveTo>
                    <a:cubicBezTo>
                      <a:pt x="1746" y="159"/>
                      <a:pt x="1438" y="589"/>
                      <a:pt x="1587" y="1289"/>
                    </a:cubicBezTo>
                    <a:cubicBezTo>
                      <a:pt x="1279" y="1130"/>
                      <a:pt x="1009" y="1055"/>
                      <a:pt x="775" y="1055"/>
                    </a:cubicBezTo>
                    <a:cubicBezTo>
                      <a:pt x="421" y="1055"/>
                      <a:pt x="113" y="1205"/>
                      <a:pt x="1" y="1289"/>
                    </a:cubicBezTo>
                    <a:cubicBezTo>
                      <a:pt x="271" y="1830"/>
                      <a:pt x="738" y="2175"/>
                      <a:pt x="1279" y="2222"/>
                    </a:cubicBezTo>
                    <a:cubicBezTo>
                      <a:pt x="775" y="2726"/>
                      <a:pt x="775" y="3230"/>
                      <a:pt x="850" y="3463"/>
                    </a:cubicBezTo>
                    <a:cubicBezTo>
                      <a:pt x="1279" y="3426"/>
                      <a:pt x="1587" y="3230"/>
                      <a:pt x="1821" y="2922"/>
                    </a:cubicBezTo>
                    <a:cubicBezTo>
                      <a:pt x="1867" y="3342"/>
                      <a:pt x="2054" y="3622"/>
                      <a:pt x="2213" y="3734"/>
                    </a:cubicBezTo>
                    <a:cubicBezTo>
                      <a:pt x="2642" y="3305"/>
                      <a:pt x="2754" y="2801"/>
                      <a:pt x="2642" y="2297"/>
                    </a:cubicBezTo>
                    <a:cubicBezTo>
                      <a:pt x="1401" y="1905"/>
                      <a:pt x="383" y="1438"/>
                      <a:pt x="383" y="1438"/>
                    </a:cubicBezTo>
                    <a:cubicBezTo>
                      <a:pt x="309" y="1401"/>
                      <a:pt x="309" y="1363"/>
                      <a:pt x="346" y="1326"/>
                    </a:cubicBezTo>
                    <a:cubicBezTo>
                      <a:pt x="346" y="1289"/>
                      <a:pt x="383" y="1242"/>
                      <a:pt x="421" y="1242"/>
                    </a:cubicBezTo>
                    <a:lnTo>
                      <a:pt x="467" y="1242"/>
                    </a:lnTo>
                    <a:cubicBezTo>
                      <a:pt x="467" y="1289"/>
                      <a:pt x="1438" y="1709"/>
                      <a:pt x="2605" y="2101"/>
                    </a:cubicBezTo>
                    <a:cubicBezTo>
                      <a:pt x="3071" y="1709"/>
                      <a:pt x="3305" y="1167"/>
                      <a:pt x="3221" y="542"/>
                    </a:cubicBezTo>
                    <a:lnTo>
                      <a:pt x="3221" y="542"/>
                    </a:lnTo>
                    <a:cubicBezTo>
                      <a:pt x="3034" y="589"/>
                      <a:pt x="2679" y="663"/>
                      <a:pt x="2409" y="1009"/>
                    </a:cubicBezTo>
                    <a:cubicBezTo>
                      <a:pt x="2409" y="626"/>
                      <a:pt x="2250" y="271"/>
                      <a:pt x="194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0" name="Google Shape;1940;p47"/>
              <p:cNvSpPr/>
              <p:nvPr/>
            </p:nvSpPr>
            <p:spPr>
              <a:xfrm>
                <a:off x="7533302" y="5696010"/>
                <a:ext cx="60326" cy="27675"/>
              </a:xfrm>
              <a:custGeom>
                <a:avLst/>
                <a:gdLst/>
                <a:ahLst/>
                <a:cxnLst/>
                <a:rect l="l" t="t" r="r" b="b"/>
                <a:pathLst>
                  <a:path w="776" h="356" extrusionOk="0">
                    <a:moveTo>
                      <a:pt x="0" y="1"/>
                    </a:moveTo>
                    <a:cubicBezTo>
                      <a:pt x="38" y="38"/>
                      <a:pt x="38" y="122"/>
                      <a:pt x="75" y="197"/>
                    </a:cubicBezTo>
                    <a:cubicBezTo>
                      <a:pt x="271" y="234"/>
                      <a:pt x="420" y="271"/>
                      <a:pt x="616" y="355"/>
                    </a:cubicBezTo>
                    <a:lnTo>
                      <a:pt x="654" y="355"/>
                    </a:lnTo>
                    <a:cubicBezTo>
                      <a:pt x="700" y="355"/>
                      <a:pt x="738" y="309"/>
                      <a:pt x="738" y="271"/>
                    </a:cubicBezTo>
                    <a:cubicBezTo>
                      <a:pt x="775" y="234"/>
                      <a:pt x="738" y="159"/>
                      <a:pt x="700" y="159"/>
                    </a:cubicBezTo>
                    <a:cubicBezTo>
                      <a:pt x="467" y="122"/>
                      <a:pt x="234" y="38"/>
                      <a:pt x="38"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941" name="Google Shape;1941;p47"/>
              <p:cNvSpPr/>
              <p:nvPr/>
            </p:nvSpPr>
            <p:spPr>
              <a:xfrm>
                <a:off x="7357689" y="5629232"/>
                <a:ext cx="181523" cy="82093"/>
              </a:xfrm>
              <a:custGeom>
                <a:avLst/>
                <a:gdLst/>
                <a:ahLst/>
                <a:cxnLst/>
                <a:rect l="l" t="t" r="r" b="b"/>
                <a:pathLst>
                  <a:path w="2335" h="1056" extrusionOk="0">
                    <a:moveTo>
                      <a:pt x="113" y="1"/>
                    </a:moveTo>
                    <a:cubicBezTo>
                      <a:pt x="75" y="1"/>
                      <a:pt x="38" y="48"/>
                      <a:pt x="38" y="85"/>
                    </a:cubicBezTo>
                    <a:cubicBezTo>
                      <a:pt x="1" y="122"/>
                      <a:pt x="1" y="160"/>
                      <a:pt x="75" y="197"/>
                    </a:cubicBezTo>
                    <a:cubicBezTo>
                      <a:pt x="75" y="197"/>
                      <a:pt x="1093" y="664"/>
                      <a:pt x="2334" y="1056"/>
                    </a:cubicBezTo>
                    <a:cubicBezTo>
                      <a:pt x="2297" y="981"/>
                      <a:pt x="2297" y="897"/>
                      <a:pt x="2259" y="860"/>
                    </a:cubicBezTo>
                    <a:lnTo>
                      <a:pt x="2297" y="860"/>
                    </a:lnTo>
                    <a:cubicBezTo>
                      <a:pt x="1130" y="468"/>
                      <a:pt x="159" y="48"/>
                      <a:pt x="159" y="1"/>
                    </a:cubicBez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1942" name="Google Shape;1942;p47"/>
          <p:cNvSpPr/>
          <p:nvPr/>
        </p:nvSpPr>
        <p:spPr>
          <a:xfrm rot="-393109">
            <a:off x="6775500" y="3541457"/>
            <a:ext cx="1642496" cy="320159"/>
          </a:xfrm>
          <a:prstGeom prst="rect">
            <a:avLst/>
          </a:prstGeom>
        </p:spPr>
        <p:txBody>
          <a:bodyPr>
            <a:prstTxWarp prst="textPlain">
              <a:avLst/>
            </a:prstTxWarp>
          </a:bodyPr>
          <a:lstStyle/>
          <a:p>
            <a:pPr lvl="0" algn="ctr"/>
            <a:r>
              <a:rPr b="0" i="0">
                <a:ln>
                  <a:noFill/>
                </a:ln>
                <a:solidFill>
                  <a:schemeClr val="accent2"/>
                </a:solidFill>
                <a:latin typeface="Nanum Pen Script"/>
              </a:rPr>
              <a:t>Take care!</a:t>
            </a:r>
          </a:p>
        </p:txBody>
      </p:sp>
      <p:sp>
        <p:nvSpPr>
          <p:cNvPr id="3" name="Título 2">
            <a:extLst>
              <a:ext uri="{FF2B5EF4-FFF2-40B4-BE49-F238E27FC236}">
                <a16:creationId xmlns:a16="http://schemas.microsoft.com/office/drawing/2014/main" id="{CB7EFFA4-280F-1D4B-307D-16EAFACE1DC0}"/>
              </a:ext>
            </a:extLst>
          </p:cNvPr>
          <p:cNvSpPr>
            <a:spLocks noGrp="1"/>
          </p:cNvSpPr>
          <p:nvPr>
            <p:ph type="title" idx="2"/>
          </p:nvPr>
        </p:nvSpPr>
        <p:spPr/>
        <p:txBody>
          <a:bodyPr/>
          <a:lstStyle/>
          <a:p>
            <a:endParaRPr lang="pt-BR" dirty="0"/>
          </a:p>
        </p:txBody>
      </p:sp>
      <p:pic>
        <p:nvPicPr>
          <p:cNvPr id="5" name="Imagem 4" descr="Interface gráfica do usuário, Texto, Aplicativo&#10;&#10;Descrição gerada automaticamente">
            <a:extLst>
              <a:ext uri="{FF2B5EF4-FFF2-40B4-BE49-F238E27FC236}">
                <a16:creationId xmlns:a16="http://schemas.microsoft.com/office/drawing/2014/main" id="{0A71AE29-25E6-7A63-C7A8-592B10D3991C}"/>
              </a:ext>
            </a:extLst>
          </p:cNvPr>
          <p:cNvPicPr>
            <a:picLocks noChangeAspect="1"/>
          </p:cNvPicPr>
          <p:nvPr/>
        </p:nvPicPr>
        <p:blipFill>
          <a:blip r:embed="rId3"/>
          <a:stretch>
            <a:fillRect/>
          </a:stretch>
        </p:blipFill>
        <p:spPr>
          <a:xfrm>
            <a:off x="66870" y="1681014"/>
            <a:ext cx="3720926" cy="1667108"/>
          </a:xfrm>
          <a:prstGeom prst="rect">
            <a:avLst/>
          </a:prstGeom>
        </p:spPr>
      </p:pic>
      <p:pic>
        <p:nvPicPr>
          <p:cNvPr id="11" name="Imagem 10" descr="Interface gráfica do usuário, Texto&#10;&#10;Descrição gerada automaticamente com confiança média">
            <a:extLst>
              <a:ext uri="{FF2B5EF4-FFF2-40B4-BE49-F238E27FC236}">
                <a16:creationId xmlns:a16="http://schemas.microsoft.com/office/drawing/2014/main" id="{A40A8FD5-A86C-DA77-619D-DFABB643C268}"/>
              </a:ext>
            </a:extLst>
          </p:cNvPr>
          <p:cNvPicPr>
            <a:picLocks noChangeAspect="1"/>
          </p:cNvPicPr>
          <p:nvPr/>
        </p:nvPicPr>
        <p:blipFill>
          <a:blip r:embed="rId4"/>
          <a:stretch>
            <a:fillRect/>
          </a:stretch>
        </p:blipFill>
        <p:spPr>
          <a:xfrm>
            <a:off x="5320296" y="1681014"/>
            <a:ext cx="3797073" cy="1712948"/>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480"/>
        <p:cNvGrpSpPr/>
        <p:nvPr/>
      </p:nvGrpSpPr>
      <p:grpSpPr>
        <a:xfrm>
          <a:off x="0" y="0"/>
          <a:ext cx="0" cy="0"/>
          <a:chOff x="0" y="0"/>
          <a:chExt cx="0" cy="0"/>
        </a:xfrm>
      </p:grpSpPr>
      <p:grpSp>
        <p:nvGrpSpPr>
          <p:cNvPr id="5481" name="Google Shape;5481;p70"/>
          <p:cNvGrpSpPr/>
          <p:nvPr/>
        </p:nvGrpSpPr>
        <p:grpSpPr>
          <a:xfrm>
            <a:off x="3803851" y="539100"/>
            <a:ext cx="1536300" cy="1462500"/>
            <a:chOff x="1827188" y="1273500"/>
            <a:chExt cx="1536300" cy="1462500"/>
          </a:xfrm>
        </p:grpSpPr>
        <p:sp>
          <p:nvSpPr>
            <p:cNvPr id="5482" name="Google Shape;5482;p70"/>
            <p:cNvSpPr/>
            <p:nvPr/>
          </p:nvSpPr>
          <p:spPr>
            <a:xfrm>
              <a:off x="1827188" y="1273500"/>
              <a:ext cx="1536300" cy="1462500"/>
            </a:xfrm>
            <a:prstGeom prst="roundRect">
              <a:avLst>
                <a:gd name="adj" fmla="val 12212"/>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3" name="Google Shape;5483;p70"/>
            <p:cNvSpPr/>
            <p:nvPr/>
          </p:nvSpPr>
          <p:spPr>
            <a:xfrm>
              <a:off x="1931926" y="1381869"/>
              <a:ext cx="1326954" cy="1245762"/>
            </a:xfrm>
            <a:custGeom>
              <a:avLst/>
              <a:gdLst/>
              <a:ahLst/>
              <a:cxnLst/>
              <a:rect l="l" t="t" r="r" b="b"/>
              <a:pathLst>
                <a:path w="10502" h="10539" extrusionOk="0">
                  <a:moveTo>
                    <a:pt x="9568" y="159"/>
                  </a:moveTo>
                  <a:cubicBezTo>
                    <a:pt x="9764" y="159"/>
                    <a:pt x="9997" y="234"/>
                    <a:pt x="10119" y="392"/>
                  </a:cubicBezTo>
                  <a:cubicBezTo>
                    <a:pt x="10268" y="551"/>
                    <a:pt x="10352" y="738"/>
                    <a:pt x="10352" y="934"/>
                  </a:cubicBezTo>
                  <a:lnTo>
                    <a:pt x="10352" y="9568"/>
                  </a:lnTo>
                  <a:cubicBezTo>
                    <a:pt x="10352" y="9801"/>
                    <a:pt x="10268" y="9997"/>
                    <a:pt x="10119" y="10156"/>
                  </a:cubicBezTo>
                  <a:cubicBezTo>
                    <a:pt x="9997" y="10268"/>
                    <a:pt x="9764" y="10389"/>
                    <a:pt x="9568" y="10389"/>
                  </a:cubicBezTo>
                  <a:lnTo>
                    <a:pt x="934" y="10389"/>
                  </a:lnTo>
                  <a:cubicBezTo>
                    <a:pt x="701" y="10389"/>
                    <a:pt x="514" y="10268"/>
                    <a:pt x="355" y="10156"/>
                  </a:cubicBezTo>
                  <a:cubicBezTo>
                    <a:pt x="234" y="9997"/>
                    <a:pt x="159" y="9801"/>
                    <a:pt x="159" y="9568"/>
                  </a:cubicBezTo>
                  <a:lnTo>
                    <a:pt x="159" y="934"/>
                  </a:lnTo>
                  <a:cubicBezTo>
                    <a:pt x="159" y="738"/>
                    <a:pt x="234" y="551"/>
                    <a:pt x="355" y="392"/>
                  </a:cubicBezTo>
                  <a:cubicBezTo>
                    <a:pt x="514" y="234"/>
                    <a:pt x="701" y="159"/>
                    <a:pt x="934" y="159"/>
                  </a:cubicBezTo>
                  <a:close/>
                  <a:moveTo>
                    <a:pt x="934" y="0"/>
                  </a:moveTo>
                  <a:cubicBezTo>
                    <a:pt x="393" y="0"/>
                    <a:pt x="1" y="430"/>
                    <a:pt x="1" y="934"/>
                  </a:cubicBezTo>
                  <a:lnTo>
                    <a:pt x="1" y="9568"/>
                  </a:lnTo>
                  <a:cubicBezTo>
                    <a:pt x="1" y="10118"/>
                    <a:pt x="393" y="10538"/>
                    <a:pt x="934" y="10538"/>
                  </a:cubicBezTo>
                  <a:lnTo>
                    <a:pt x="9568" y="10538"/>
                  </a:lnTo>
                  <a:cubicBezTo>
                    <a:pt x="10081" y="10538"/>
                    <a:pt x="10501" y="10118"/>
                    <a:pt x="10501" y="9568"/>
                  </a:cubicBezTo>
                  <a:lnTo>
                    <a:pt x="10501" y="934"/>
                  </a:lnTo>
                  <a:cubicBezTo>
                    <a:pt x="10501" y="430"/>
                    <a:pt x="10081" y="0"/>
                    <a:pt x="9568"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484" name="Google Shape;5484;p70"/>
          <p:cNvSpPr txBox="1">
            <a:spLocks noGrp="1"/>
          </p:cNvSpPr>
          <p:nvPr>
            <p:ph type="title"/>
          </p:nvPr>
        </p:nvSpPr>
        <p:spPr>
          <a:xfrm>
            <a:off x="2481751" y="2224125"/>
            <a:ext cx="4180500" cy="14073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sz="4000" dirty="0"/>
              <a:t>Insert</a:t>
            </a:r>
            <a:br>
              <a:rPr lang="en" sz="4000" dirty="0"/>
            </a:br>
            <a:r>
              <a:rPr lang="en" sz="4000" dirty="0"/>
              <a:t>(Inserção de dados)</a:t>
            </a:r>
            <a:endParaRPr sz="4000" dirty="0"/>
          </a:p>
        </p:txBody>
      </p:sp>
      <p:sp>
        <p:nvSpPr>
          <p:cNvPr id="5485" name="Google Shape;5485;p70"/>
          <p:cNvSpPr txBox="1">
            <a:spLocks noGrp="1"/>
          </p:cNvSpPr>
          <p:nvPr>
            <p:ph type="title" idx="2"/>
          </p:nvPr>
        </p:nvSpPr>
        <p:spPr>
          <a:xfrm>
            <a:off x="3975601" y="780000"/>
            <a:ext cx="1192800" cy="9807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dirty="0"/>
              <a:t>03</a:t>
            </a:r>
            <a:endParaRPr dirty="0"/>
          </a:p>
        </p:txBody>
      </p:sp>
      <p:sp>
        <p:nvSpPr>
          <p:cNvPr id="5486" name="Google Shape;5486;p70"/>
          <p:cNvSpPr txBox="1">
            <a:spLocks noGrp="1"/>
          </p:cNvSpPr>
          <p:nvPr>
            <p:ph type="subTitle" idx="1"/>
          </p:nvPr>
        </p:nvSpPr>
        <p:spPr>
          <a:xfrm>
            <a:off x="2934301" y="3818625"/>
            <a:ext cx="3275400" cy="534000"/>
          </a:xfrm>
          <a:prstGeom prst="rect">
            <a:avLst/>
          </a:prstGeom>
        </p:spPr>
        <p:txBody>
          <a:bodyPr spcFirstLastPara="1" wrap="square" lIns="14400" tIns="14400" rIns="14400" bIns="14400" anchor="t" anchorCtr="0">
            <a:noAutofit/>
          </a:bodyPr>
          <a:lstStyle/>
          <a:p>
            <a:pPr marL="0" indent="0"/>
            <a:r>
              <a:rPr lang="pt-BR" b="0" i="0" dirty="0">
                <a:solidFill>
                  <a:srgbClr val="374151"/>
                </a:solidFill>
                <a:effectLst/>
                <a:latin typeface="Söhne"/>
              </a:rPr>
              <a:t>Qual posição você prefere: INNER JOIN, LEFT JOIN ou RIGHT JOIN?"</a:t>
            </a:r>
            <a:r>
              <a:rPr lang="pt-BR" b="0" i="0" dirty="0">
                <a:solidFill>
                  <a:srgbClr val="FFFFFF"/>
                </a:solidFill>
                <a:effectLst/>
                <a:latin typeface="var(--font-emoji)"/>
              </a:rPr>
              <a:t>😏</a:t>
            </a:r>
            <a:endParaRPr lang="pt-BR" b="0" i="0" dirty="0">
              <a:solidFill>
                <a:srgbClr val="FFFFFF"/>
              </a:solidFill>
              <a:effectLst/>
              <a:latin typeface="-apple-system"/>
            </a:endParaRPr>
          </a:p>
          <a:p>
            <a:pPr marL="0" lvl="0" indent="0" algn="ctr" rtl="0">
              <a:spcBef>
                <a:spcPts val="0"/>
              </a:spcBef>
              <a:spcAft>
                <a:spcPts val="0"/>
              </a:spcAft>
              <a:buNone/>
            </a:pPr>
            <a:endParaRPr lang="en-US" dirty="0"/>
          </a:p>
        </p:txBody>
      </p:sp>
      <p:grpSp>
        <p:nvGrpSpPr>
          <p:cNvPr id="5487" name="Google Shape;5487;p70"/>
          <p:cNvGrpSpPr/>
          <p:nvPr/>
        </p:nvGrpSpPr>
        <p:grpSpPr>
          <a:xfrm>
            <a:off x="6953259" y="2366425"/>
            <a:ext cx="1192822" cy="2418881"/>
            <a:chOff x="6953259" y="2366425"/>
            <a:chExt cx="1192822" cy="2418881"/>
          </a:xfrm>
        </p:grpSpPr>
        <p:sp>
          <p:nvSpPr>
            <p:cNvPr id="5488" name="Google Shape;5488;p70"/>
            <p:cNvSpPr/>
            <p:nvPr/>
          </p:nvSpPr>
          <p:spPr>
            <a:xfrm>
              <a:off x="7206083" y="4487720"/>
              <a:ext cx="145517" cy="248254"/>
            </a:xfrm>
            <a:custGeom>
              <a:avLst/>
              <a:gdLst/>
              <a:ahLst/>
              <a:cxnLst/>
              <a:rect l="l" t="t" r="r" b="b"/>
              <a:pathLst>
                <a:path w="2643" h="4509" extrusionOk="0">
                  <a:moveTo>
                    <a:pt x="2409" y="0"/>
                  </a:moveTo>
                  <a:lnTo>
                    <a:pt x="1" y="234"/>
                  </a:lnTo>
                  <a:lnTo>
                    <a:pt x="113" y="3613"/>
                  </a:lnTo>
                  <a:lnTo>
                    <a:pt x="579" y="4434"/>
                  </a:lnTo>
                  <a:lnTo>
                    <a:pt x="2334" y="4509"/>
                  </a:lnTo>
                  <a:lnTo>
                    <a:pt x="2642" y="3687"/>
                  </a:lnTo>
                  <a:cubicBezTo>
                    <a:pt x="2371" y="3575"/>
                    <a:pt x="2409" y="1"/>
                    <a:pt x="2409"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89" name="Google Shape;5489;p70"/>
            <p:cNvSpPr/>
            <p:nvPr/>
          </p:nvSpPr>
          <p:spPr>
            <a:xfrm>
              <a:off x="7208121" y="4677778"/>
              <a:ext cx="299678" cy="107527"/>
            </a:xfrm>
            <a:custGeom>
              <a:avLst/>
              <a:gdLst/>
              <a:ahLst/>
              <a:cxnLst/>
              <a:rect l="l" t="t" r="r" b="b"/>
              <a:pathLst>
                <a:path w="5443" h="1953" extrusionOk="0">
                  <a:moveTo>
                    <a:pt x="50" y="1"/>
                  </a:moveTo>
                  <a:cubicBezTo>
                    <a:pt x="17" y="1"/>
                    <a:pt x="1" y="2"/>
                    <a:pt x="1" y="2"/>
                  </a:cubicBezTo>
                  <a:lnTo>
                    <a:pt x="76" y="1915"/>
                  </a:lnTo>
                  <a:lnTo>
                    <a:pt x="5405" y="1953"/>
                  </a:lnTo>
                  <a:cubicBezTo>
                    <a:pt x="5443" y="1757"/>
                    <a:pt x="5331" y="1290"/>
                    <a:pt x="5172" y="1169"/>
                  </a:cubicBezTo>
                  <a:lnTo>
                    <a:pt x="2530" y="198"/>
                  </a:lnTo>
                  <a:cubicBezTo>
                    <a:pt x="2530" y="198"/>
                    <a:pt x="2398" y="399"/>
                    <a:pt x="2051" y="399"/>
                  </a:cubicBezTo>
                  <a:cubicBezTo>
                    <a:pt x="1936" y="399"/>
                    <a:pt x="1798" y="377"/>
                    <a:pt x="1634" y="319"/>
                  </a:cubicBezTo>
                  <a:cubicBezTo>
                    <a:pt x="732" y="26"/>
                    <a:pt x="206" y="1"/>
                    <a:pt x="50"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0" name="Google Shape;5490;p70"/>
            <p:cNvSpPr/>
            <p:nvPr/>
          </p:nvSpPr>
          <p:spPr>
            <a:xfrm>
              <a:off x="7210213" y="4746710"/>
              <a:ext cx="297586" cy="38595"/>
            </a:xfrm>
            <a:custGeom>
              <a:avLst/>
              <a:gdLst/>
              <a:ahLst/>
              <a:cxnLst/>
              <a:rect l="l" t="t" r="r" b="b"/>
              <a:pathLst>
                <a:path w="5405" h="701" extrusionOk="0">
                  <a:moveTo>
                    <a:pt x="0" y="1"/>
                  </a:moveTo>
                  <a:lnTo>
                    <a:pt x="38" y="663"/>
                  </a:lnTo>
                  <a:lnTo>
                    <a:pt x="5367" y="701"/>
                  </a:lnTo>
                  <a:cubicBezTo>
                    <a:pt x="5405" y="505"/>
                    <a:pt x="5330" y="113"/>
                    <a:pt x="5171"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1" name="Google Shape;5491;p70"/>
            <p:cNvSpPr/>
            <p:nvPr/>
          </p:nvSpPr>
          <p:spPr>
            <a:xfrm>
              <a:off x="7208121" y="4677833"/>
              <a:ext cx="23730" cy="71024"/>
            </a:xfrm>
            <a:custGeom>
              <a:avLst/>
              <a:gdLst/>
              <a:ahLst/>
              <a:cxnLst/>
              <a:rect l="l" t="t" r="r" b="b"/>
              <a:pathLst>
                <a:path w="431" h="1290" extrusionOk="0">
                  <a:moveTo>
                    <a:pt x="1" y="1"/>
                  </a:moveTo>
                  <a:lnTo>
                    <a:pt x="38" y="1289"/>
                  </a:lnTo>
                  <a:lnTo>
                    <a:pt x="430" y="1252"/>
                  </a:lnTo>
                  <a:lnTo>
                    <a:pt x="356" y="48"/>
                  </a:lnTo>
                  <a:cubicBezTo>
                    <a:pt x="309" y="48"/>
                    <a:pt x="1" y="1"/>
                    <a:pt x="1" y="1"/>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2" name="Google Shape;5492;p70"/>
            <p:cNvSpPr/>
            <p:nvPr/>
          </p:nvSpPr>
          <p:spPr>
            <a:xfrm>
              <a:off x="7212250" y="4746710"/>
              <a:ext cx="287345" cy="2147"/>
            </a:xfrm>
            <a:custGeom>
              <a:avLst/>
              <a:gdLst/>
              <a:ahLst/>
              <a:cxnLst/>
              <a:rect l="l" t="t" r="r" b="b"/>
              <a:pathLst>
                <a:path w="5219" h="39" extrusionOk="0">
                  <a:moveTo>
                    <a:pt x="1" y="38"/>
                  </a:moveTo>
                  <a:lnTo>
                    <a:pt x="5218" y="1"/>
                  </a:lnTo>
                  <a:close/>
                </a:path>
              </a:pathLst>
            </a:custGeom>
            <a:solidFill>
              <a:srgbClr val="FBF8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3" name="Google Shape;5493;p70"/>
            <p:cNvSpPr/>
            <p:nvPr/>
          </p:nvSpPr>
          <p:spPr>
            <a:xfrm>
              <a:off x="7212250" y="4746710"/>
              <a:ext cx="287345" cy="2147"/>
            </a:xfrm>
            <a:custGeom>
              <a:avLst/>
              <a:gdLst/>
              <a:ahLst/>
              <a:cxnLst/>
              <a:rect l="l" t="t" r="r" b="b"/>
              <a:pathLst>
                <a:path w="5219" h="39" extrusionOk="0">
                  <a:moveTo>
                    <a:pt x="1" y="1"/>
                  </a:moveTo>
                  <a:lnTo>
                    <a:pt x="1" y="38"/>
                  </a:lnTo>
                  <a:lnTo>
                    <a:pt x="5218" y="38"/>
                  </a:lnTo>
                  <a:lnTo>
                    <a:pt x="5218" y="1"/>
                  </a:lnTo>
                  <a:close/>
                </a:path>
              </a:pathLst>
            </a:custGeom>
            <a:solidFill>
              <a:srgbClr val="FBF8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4" name="Google Shape;5494;p70"/>
            <p:cNvSpPr/>
            <p:nvPr/>
          </p:nvSpPr>
          <p:spPr>
            <a:xfrm>
              <a:off x="7121942" y="3628934"/>
              <a:ext cx="323793" cy="982667"/>
            </a:xfrm>
            <a:custGeom>
              <a:avLst/>
              <a:gdLst/>
              <a:ahLst/>
              <a:cxnLst/>
              <a:rect l="l" t="t" r="r" b="b"/>
              <a:pathLst>
                <a:path w="5881" h="17848" extrusionOk="0">
                  <a:moveTo>
                    <a:pt x="5722" y="1"/>
                  </a:moveTo>
                  <a:lnTo>
                    <a:pt x="0" y="776"/>
                  </a:lnTo>
                  <a:lnTo>
                    <a:pt x="1092" y="8709"/>
                  </a:lnTo>
                  <a:cubicBezTo>
                    <a:pt x="1251" y="9913"/>
                    <a:pt x="1400" y="17577"/>
                    <a:pt x="1400" y="17577"/>
                  </a:cubicBezTo>
                  <a:lnTo>
                    <a:pt x="4088" y="17847"/>
                  </a:lnTo>
                  <a:lnTo>
                    <a:pt x="5489" y="12331"/>
                  </a:lnTo>
                  <a:cubicBezTo>
                    <a:pt x="5759" y="11351"/>
                    <a:pt x="5881" y="10343"/>
                    <a:pt x="5881" y="9335"/>
                  </a:cubicBezTo>
                  <a:lnTo>
                    <a:pt x="5722"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5" name="Google Shape;5495;p70"/>
            <p:cNvSpPr/>
            <p:nvPr/>
          </p:nvSpPr>
          <p:spPr>
            <a:xfrm>
              <a:off x="7510331" y="3747911"/>
              <a:ext cx="19050" cy="16572"/>
            </a:xfrm>
            <a:custGeom>
              <a:avLst/>
              <a:gdLst/>
              <a:ahLst/>
              <a:cxnLst/>
              <a:rect l="l" t="t" r="r" b="b"/>
              <a:pathLst>
                <a:path w="346" h="301" extrusionOk="0">
                  <a:moveTo>
                    <a:pt x="163" y="1"/>
                  </a:moveTo>
                  <a:cubicBezTo>
                    <a:pt x="98" y="1"/>
                    <a:pt x="38" y="35"/>
                    <a:pt x="38" y="90"/>
                  </a:cubicBezTo>
                  <a:cubicBezTo>
                    <a:pt x="0" y="174"/>
                    <a:pt x="38" y="249"/>
                    <a:pt x="112" y="286"/>
                  </a:cubicBezTo>
                  <a:cubicBezTo>
                    <a:pt x="132" y="296"/>
                    <a:pt x="153" y="301"/>
                    <a:pt x="173" y="301"/>
                  </a:cubicBezTo>
                  <a:cubicBezTo>
                    <a:pt x="229" y="301"/>
                    <a:pt x="281" y="266"/>
                    <a:pt x="308" y="211"/>
                  </a:cubicBezTo>
                  <a:cubicBezTo>
                    <a:pt x="346" y="137"/>
                    <a:pt x="308" y="15"/>
                    <a:pt x="234" y="15"/>
                  </a:cubicBezTo>
                  <a:cubicBezTo>
                    <a:pt x="211" y="5"/>
                    <a:pt x="187" y="1"/>
                    <a:pt x="163"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6" name="Google Shape;5496;p70"/>
            <p:cNvSpPr/>
            <p:nvPr/>
          </p:nvSpPr>
          <p:spPr>
            <a:xfrm>
              <a:off x="7433251" y="3716859"/>
              <a:ext cx="19050" cy="17839"/>
            </a:xfrm>
            <a:custGeom>
              <a:avLst/>
              <a:gdLst/>
              <a:ahLst/>
              <a:cxnLst/>
              <a:rect l="l" t="t" r="r" b="b"/>
              <a:pathLst>
                <a:path w="346" h="324" extrusionOk="0">
                  <a:moveTo>
                    <a:pt x="234" y="1"/>
                  </a:moveTo>
                  <a:cubicBezTo>
                    <a:pt x="150" y="1"/>
                    <a:pt x="75" y="38"/>
                    <a:pt x="38" y="113"/>
                  </a:cubicBezTo>
                  <a:cubicBezTo>
                    <a:pt x="0" y="187"/>
                    <a:pt x="38" y="271"/>
                    <a:pt x="112" y="309"/>
                  </a:cubicBezTo>
                  <a:cubicBezTo>
                    <a:pt x="132" y="319"/>
                    <a:pt x="156" y="323"/>
                    <a:pt x="179" y="323"/>
                  </a:cubicBezTo>
                  <a:cubicBezTo>
                    <a:pt x="243" y="323"/>
                    <a:pt x="308" y="289"/>
                    <a:pt x="308" y="234"/>
                  </a:cubicBezTo>
                  <a:cubicBezTo>
                    <a:pt x="346" y="150"/>
                    <a:pt x="308" y="38"/>
                    <a:pt x="234"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7" name="Google Shape;5497;p70"/>
            <p:cNvSpPr/>
            <p:nvPr/>
          </p:nvSpPr>
          <p:spPr>
            <a:xfrm>
              <a:off x="7542155" y="3666702"/>
              <a:ext cx="19600" cy="16572"/>
            </a:xfrm>
            <a:custGeom>
              <a:avLst/>
              <a:gdLst/>
              <a:ahLst/>
              <a:cxnLst/>
              <a:rect l="l" t="t" r="r" b="b"/>
              <a:pathLst>
                <a:path w="356" h="301" extrusionOk="0">
                  <a:moveTo>
                    <a:pt x="167" y="1"/>
                  </a:moveTo>
                  <a:cubicBezTo>
                    <a:pt x="103" y="1"/>
                    <a:pt x="38" y="36"/>
                    <a:pt x="38" y="90"/>
                  </a:cubicBezTo>
                  <a:cubicBezTo>
                    <a:pt x="1" y="165"/>
                    <a:pt x="38" y="249"/>
                    <a:pt x="122" y="286"/>
                  </a:cubicBezTo>
                  <a:cubicBezTo>
                    <a:pt x="142" y="296"/>
                    <a:pt x="162" y="301"/>
                    <a:pt x="182" y="301"/>
                  </a:cubicBezTo>
                  <a:cubicBezTo>
                    <a:pt x="234" y="301"/>
                    <a:pt x="282" y="266"/>
                    <a:pt x="309" y="212"/>
                  </a:cubicBezTo>
                  <a:cubicBezTo>
                    <a:pt x="356" y="128"/>
                    <a:pt x="309" y="53"/>
                    <a:pt x="234" y="16"/>
                  </a:cubicBezTo>
                  <a:cubicBezTo>
                    <a:pt x="214" y="5"/>
                    <a:pt x="191" y="1"/>
                    <a:pt x="167"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8" name="Google Shape;5498;p70"/>
            <p:cNvSpPr/>
            <p:nvPr/>
          </p:nvSpPr>
          <p:spPr>
            <a:xfrm>
              <a:off x="7465074" y="3636420"/>
              <a:ext cx="19600" cy="17068"/>
            </a:xfrm>
            <a:custGeom>
              <a:avLst/>
              <a:gdLst/>
              <a:ahLst/>
              <a:cxnLst/>
              <a:rect l="l" t="t" r="r" b="b"/>
              <a:pathLst>
                <a:path w="356" h="310" extrusionOk="0">
                  <a:moveTo>
                    <a:pt x="174" y="0"/>
                  </a:moveTo>
                  <a:cubicBezTo>
                    <a:pt x="119" y="0"/>
                    <a:pt x="66" y="37"/>
                    <a:pt x="38" y="99"/>
                  </a:cubicBezTo>
                  <a:cubicBezTo>
                    <a:pt x="1" y="173"/>
                    <a:pt x="38" y="248"/>
                    <a:pt x="122" y="295"/>
                  </a:cubicBezTo>
                  <a:cubicBezTo>
                    <a:pt x="142" y="305"/>
                    <a:pt x="164" y="309"/>
                    <a:pt x="187" y="309"/>
                  </a:cubicBezTo>
                  <a:cubicBezTo>
                    <a:pt x="251" y="309"/>
                    <a:pt x="321" y="273"/>
                    <a:pt x="356" y="211"/>
                  </a:cubicBezTo>
                  <a:cubicBezTo>
                    <a:pt x="356" y="136"/>
                    <a:pt x="309" y="15"/>
                    <a:pt x="234" y="15"/>
                  </a:cubicBezTo>
                  <a:cubicBezTo>
                    <a:pt x="215" y="5"/>
                    <a:pt x="194" y="0"/>
                    <a:pt x="174" y="0"/>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499" name="Google Shape;5499;p70"/>
            <p:cNvSpPr/>
            <p:nvPr/>
          </p:nvSpPr>
          <p:spPr>
            <a:xfrm>
              <a:off x="7121942" y="3628934"/>
              <a:ext cx="323793" cy="982666"/>
            </a:xfrm>
            <a:custGeom>
              <a:avLst/>
              <a:gdLst/>
              <a:ahLst/>
              <a:cxnLst/>
              <a:rect l="l" t="t" r="r" b="b"/>
              <a:pathLst>
                <a:path w="5881" h="17848" extrusionOk="0">
                  <a:moveTo>
                    <a:pt x="5722" y="1"/>
                  </a:moveTo>
                  <a:lnTo>
                    <a:pt x="0" y="776"/>
                  </a:lnTo>
                  <a:lnTo>
                    <a:pt x="1092" y="8709"/>
                  </a:lnTo>
                  <a:cubicBezTo>
                    <a:pt x="1251" y="9913"/>
                    <a:pt x="1400" y="17577"/>
                    <a:pt x="1400" y="17577"/>
                  </a:cubicBezTo>
                  <a:lnTo>
                    <a:pt x="4088" y="17847"/>
                  </a:lnTo>
                  <a:lnTo>
                    <a:pt x="5489" y="12331"/>
                  </a:lnTo>
                  <a:cubicBezTo>
                    <a:pt x="5759" y="11351"/>
                    <a:pt x="5881" y="10343"/>
                    <a:pt x="5881" y="9335"/>
                  </a:cubicBezTo>
                  <a:lnTo>
                    <a:pt x="5722" y="1"/>
                  </a:ln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0" name="Google Shape;5500;p70"/>
            <p:cNvSpPr/>
            <p:nvPr/>
          </p:nvSpPr>
          <p:spPr>
            <a:xfrm>
              <a:off x="7734911" y="4372099"/>
              <a:ext cx="235426" cy="254421"/>
            </a:xfrm>
            <a:custGeom>
              <a:avLst/>
              <a:gdLst/>
              <a:ahLst/>
              <a:cxnLst/>
              <a:rect l="l" t="t" r="r" b="b"/>
              <a:pathLst>
                <a:path w="4276" h="4621" extrusionOk="0">
                  <a:moveTo>
                    <a:pt x="1988" y="0"/>
                  </a:moveTo>
                  <a:lnTo>
                    <a:pt x="0" y="1316"/>
                  </a:lnTo>
                  <a:lnTo>
                    <a:pt x="1904" y="4117"/>
                  </a:lnTo>
                  <a:lnTo>
                    <a:pt x="2688" y="4621"/>
                  </a:lnTo>
                  <a:lnTo>
                    <a:pt x="4275" y="3921"/>
                  </a:lnTo>
                  <a:lnTo>
                    <a:pt x="4200" y="3071"/>
                  </a:lnTo>
                  <a:cubicBezTo>
                    <a:pt x="3892" y="3071"/>
                    <a:pt x="1988" y="0"/>
                    <a:pt x="1988"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1" name="Google Shape;5501;p70"/>
            <p:cNvSpPr/>
            <p:nvPr/>
          </p:nvSpPr>
          <p:spPr>
            <a:xfrm>
              <a:off x="7833574" y="4521635"/>
              <a:ext cx="312507" cy="165007"/>
            </a:xfrm>
            <a:custGeom>
              <a:avLst/>
              <a:gdLst/>
              <a:ahLst/>
              <a:cxnLst/>
              <a:rect l="l" t="t" r="r" b="b"/>
              <a:pathLst>
                <a:path w="5676" h="2997" extrusionOk="0">
                  <a:moveTo>
                    <a:pt x="5134" y="0"/>
                  </a:moveTo>
                  <a:lnTo>
                    <a:pt x="2334" y="318"/>
                  </a:lnTo>
                  <a:cubicBezTo>
                    <a:pt x="2334" y="318"/>
                    <a:pt x="2250" y="738"/>
                    <a:pt x="1596" y="859"/>
                  </a:cubicBezTo>
                  <a:cubicBezTo>
                    <a:pt x="467" y="1018"/>
                    <a:pt x="0" y="1326"/>
                    <a:pt x="0" y="1326"/>
                  </a:cubicBezTo>
                  <a:lnTo>
                    <a:pt x="934" y="2997"/>
                  </a:lnTo>
                  <a:lnTo>
                    <a:pt x="5675" y="589"/>
                  </a:lnTo>
                  <a:cubicBezTo>
                    <a:pt x="5638" y="392"/>
                    <a:pt x="5330" y="0"/>
                    <a:pt x="5134"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2" name="Google Shape;5502;p70"/>
            <p:cNvSpPr/>
            <p:nvPr/>
          </p:nvSpPr>
          <p:spPr>
            <a:xfrm>
              <a:off x="7833574" y="4585887"/>
              <a:ext cx="51424" cy="68877"/>
            </a:xfrm>
            <a:custGeom>
              <a:avLst/>
              <a:gdLst/>
              <a:ahLst/>
              <a:cxnLst/>
              <a:rect l="l" t="t" r="r" b="b"/>
              <a:pathLst>
                <a:path w="934" h="1251" extrusionOk="0">
                  <a:moveTo>
                    <a:pt x="308" y="0"/>
                  </a:moveTo>
                  <a:cubicBezTo>
                    <a:pt x="271" y="0"/>
                    <a:pt x="0" y="159"/>
                    <a:pt x="0" y="159"/>
                  </a:cubicBezTo>
                  <a:lnTo>
                    <a:pt x="616" y="1251"/>
                  </a:lnTo>
                  <a:lnTo>
                    <a:pt x="934" y="1055"/>
                  </a:lnTo>
                  <a:lnTo>
                    <a:pt x="308" y="0"/>
                  </a:ln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3" name="Google Shape;5503;p70"/>
            <p:cNvSpPr/>
            <p:nvPr/>
          </p:nvSpPr>
          <p:spPr>
            <a:xfrm>
              <a:off x="7865453" y="4526260"/>
              <a:ext cx="280628" cy="160383"/>
            </a:xfrm>
            <a:custGeom>
              <a:avLst/>
              <a:gdLst/>
              <a:ahLst/>
              <a:cxnLst/>
              <a:rect l="l" t="t" r="r" b="b"/>
              <a:pathLst>
                <a:path w="5097" h="2913" extrusionOk="0">
                  <a:moveTo>
                    <a:pt x="4704" y="0"/>
                  </a:moveTo>
                  <a:cubicBezTo>
                    <a:pt x="3388" y="654"/>
                    <a:pt x="1204" y="1709"/>
                    <a:pt x="0" y="2287"/>
                  </a:cubicBezTo>
                  <a:lnTo>
                    <a:pt x="355" y="2913"/>
                  </a:lnTo>
                  <a:lnTo>
                    <a:pt x="5096" y="505"/>
                  </a:lnTo>
                  <a:cubicBezTo>
                    <a:pt x="5059" y="346"/>
                    <a:pt x="4863" y="112"/>
                    <a:pt x="4704"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4" name="Google Shape;5504;p70"/>
            <p:cNvSpPr/>
            <p:nvPr/>
          </p:nvSpPr>
          <p:spPr>
            <a:xfrm>
              <a:off x="7867490" y="4523672"/>
              <a:ext cx="257009" cy="131092"/>
            </a:xfrm>
            <a:custGeom>
              <a:avLst/>
              <a:gdLst/>
              <a:ahLst/>
              <a:cxnLst/>
              <a:rect l="l" t="t" r="r" b="b"/>
              <a:pathLst>
                <a:path w="4668" h="2381" extrusionOk="0">
                  <a:moveTo>
                    <a:pt x="0" y="2381"/>
                  </a:moveTo>
                  <a:lnTo>
                    <a:pt x="4667" y="1"/>
                  </a:lnTo>
                  <a:close/>
                </a:path>
              </a:pathLst>
            </a:custGeom>
            <a:solidFill>
              <a:srgbClr val="FBF8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5" name="Google Shape;5505;p70"/>
            <p:cNvSpPr/>
            <p:nvPr/>
          </p:nvSpPr>
          <p:spPr>
            <a:xfrm>
              <a:off x="7867490" y="4521635"/>
              <a:ext cx="257009" cy="133129"/>
            </a:xfrm>
            <a:custGeom>
              <a:avLst/>
              <a:gdLst/>
              <a:ahLst/>
              <a:cxnLst/>
              <a:rect l="l" t="t" r="r" b="b"/>
              <a:pathLst>
                <a:path w="4668" h="2418" extrusionOk="0">
                  <a:moveTo>
                    <a:pt x="4667" y="0"/>
                  </a:moveTo>
                  <a:lnTo>
                    <a:pt x="0" y="2371"/>
                  </a:lnTo>
                  <a:lnTo>
                    <a:pt x="0" y="2418"/>
                  </a:lnTo>
                  <a:lnTo>
                    <a:pt x="4667" y="84"/>
                  </a:lnTo>
                  <a:lnTo>
                    <a:pt x="4667" y="0"/>
                  </a:lnTo>
                  <a:close/>
                </a:path>
              </a:pathLst>
            </a:custGeom>
            <a:solidFill>
              <a:srgbClr val="FBF8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6" name="Google Shape;5506;p70"/>
            <p:cNvSpPr/>
            <p:nvPr/>
          </p:nvSpPr>
          <p:spPr>
            <a:xfrm>
              <a:off x="7118212" y="3695276"/>
              <a:ext cx="811493" cy="831039"/>
            </a:xfrm>
            <a:custGeom>
              <a:avLst/>
              <a:gdLst/>
              <a:ahLst/>
              <a:cxnLst/>
              <a:rect l="l" t="t" r="r" b="b"/>
              <a:pathLst>
                <a:path w="14739" h="15094" extrusionOk="0">
                  <a:moveTo>
                    <a:pt x="6889" y="1"/>
                  </a:moveTo>
                  <a:lnTo>
                    <a:pt x="542" y="234"/>
                  </a:lnTo>
                  <a:lnTo>
                    <a:pt x="0" y="271"/>
                  </a:lnTo>
                  <a:cubicBezTo>
                    <a:pt x="355" y="2642"/>
                    <a:pt x="1009" y="4359"/>
                    <a:pt x="2763" y="5946"/>
                  </a:cubicBezTo>
                  <a:lnTo>
                    <a:pt x="6534" y="8830"/>
                  </a:lnTo>
                  <a:cubicBezTo>
                    <a:pt x="7309" y="9530"/>
                    <a:pt x="8056" y="10268"/>
                    <a:pt x="8672" y="11127"/>
                  </a:cubicBezTo>
                  <a:lnTo>
                    <a:pt x="11743" y="15093"/>
                  </a:lnTo>
                  <a:lnTo>
                    <a:pt x="14739" y="13647"/>
                  </a:lnTo>
                  <a:lnTo>
                    <a:pt x="12676" y="8980"/>
                  </a:lnTo>
                  <a:cubicBezTo>
                    <a:pt x="12023" y="7430"/>
                    <a:pt x="11164" y="5946"/>
                    <a:pt x="10193" y="4546"/>
                  </a:cubicBezTo>
                  <a:lnTo>
                    <a:pt x="6889"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7" name="Google Shape;5507;p70"/>
            <p:cNvSpPr/>
            <p:nvPr/>
          </p:nvSpPr>
          <p:spPr>
            <a:xfrm>
              <a:off x="6953259" y="3075439"/>
              <a:ext cx="261633" cy="459070"/>
            </a:xfrm>
            <a:custGeom>
              <a:avLst/>
              <a:gdLst/>
              <a:ahLst/>
              <a:cxnLst/>
              <a:rect l="l" t="t" r="r" b="b"/>
              <a:pathLst>
                <a:path w="4752" h="8338" extrusionOk="0">
                  <a:moveTo>
                    <a:pt x="4244" y="1"/>
                  </a:moveTo>
                  <a:cubicBezTo>
                    <a:pt x="3242" y="1"/>
                    <a:pt x="1068" y="208"/>
                    <a:pt x="626" y="1962"/>
                  </a:cubicBezTo>
                  <a:cubicBezTo>
                    <a:pt x="392" y="2895"/>
                    <a:pt x="122" y="3987"/>
                    <a:pt x="38" y="5425"/>
                  </a:cubicBezTo>
                  <a:cubicBezTo>
                    <a:pt x="0" y="6433"/>
                    <a:pt x="504" y="7992"/>
                    <a:pt x="2026" y="8337"/>
                  </a:cubicBezTo>
                  <a:lnTo>
                    <a:pt x="3426" y="7796"/>
                  </a:lnTo>
                  <a:lnTo>
                    <a:pt x="4751" y="21"/>
                  </a:lnTo>
                  <a:cubicBezTo>
                    <a:pt x="4751" y="21"/>
                    <a:pt x="4554" y="1"/>
                    <a:pt x="4244" y="1"/>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8" name="Google Shape;5508;p70"/>
            <p:cNvSpPr/>
            <p:nvPr/>
          </p:nvSpPr>
          <p:spPr>
            <a:xfrm>
              <a:off x="6959921" y="3023354"/>
              <a:ext cx="237463" cy="301440"/>
            </a:xfrm>
            <a:custGeom>
              <a:avLst/>
              <a:gdLst/>
              <a:ahLst/>
              <a:cxnLst/>
              <a:rect l="l" t="t" r="r" b="b"/>
              <a:pathLst>
                <a:path w="4313" h="5475" extrusionOk="0">
                  <a:moveTo>
                    <a:pt x="3282" y="1"/>
                  </a:moveTo>
                  <a:cubicBezTo>
                    <a:pt x="2828" y="1"/>
                    <a:pt x="2373" y="121"/>
                    <a:pt x="1979" y="341"/>
                  </a:cubicBezTo>
                  <a:cubicBezTo>
                    <a:pt x="430" y="1275"/>
                    <a:pt x="1" y="4233"/>
                    <a:pt x="113" y="4663"/>
                  </a:cubicBezTo>
                  <a:cubicBezTo>
                    <a:pt x="219" y="5063"/>
                    <a:pt x="394" y="5474"/>
                    <a:pt x="656" y="5474"/>
                  </a:cubicBezTo>
                  <a:cubicBezTo>
                    <a:pt x="876" y="5474"/>
                    <a:pt x="1158" y="5182"/>
                    <a:pt x="1513" y="4345"/>
                  </a:cubicBezTo>
                  <a:cubicBezTo>
                    <a:pt x="1942" y="3375"/>
                    <a:pt x="3342" y="845"/>
                    <a:pt x="3342" y="845"/>
                  </a:cubicBezTo>
                  <a:lnTo>
                    <a:pt x="4313" y="229"/>
                  </a:lnTo>
                  <a:cubicBezTo>
                    <a:pt x="3990" y="74"/>
                    <a:pt x="3636" y="1"/>
                    <a:pt x="3282"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09" name="Google Shape;5509;p70"/>
            <p:cNvSpPr/>
            <p:nvPr/>
          </p:nvSpPr>
          <p:spPr>
            <a:xfrm>
              <a:off x="7379294" y="2994339"/>
              <a:ext cx="244125" cy="568414"/>
            </a:xfrm>
            <a:custGeom>
              <a:avLst/>
              <a:gdLst/>
              <a:ahLst/>
              <a:cxnLst/>
              <a:rect l="l" t="t" r="r" b="b"/>
              <a:pathLst>
                <a:path w="4434" h="10324" extrusionOk="0">
                  <a:moveTo>
                    <a:pt x="975" y="1"/>
                  </a:moveTo>
                  <a:cubicBezTo>
                    <a:pt x="948" y="1"/>
                    <a:pt x="922" y="3"/>
                    <a:pt x="896" y="9"/>
                  </a:cubicBezTo>
                  <a:cubicBezTo>
                    <a:pt x="747" y="9"/>
                    <a:pt x="663" y="56"/>
                    <a:pt x="663" y="56"/>
                  </a:cubicBezTo>
                  <a:lnTo>
                    <a:pt x="551" y="93"/>
                  </a:lnTo>
                  <a:cubicBezTo>
                    <a:pt x="0" y="868"/>
                    <a:pt x="4434" y="10323"/>
                    <a:pt x="4434" y="10323"/>
                  </a:cubicBezTo>
                  <a:cubicBezTo>
                    <a:pt x="4434" y="10323"/>
                    <a:pt x="4163" y="7169"/>
                    <a:pt x="4126" y="6935"/>
                  </a:cubicBezTo>
                  <a:cubicBezTo>
                    <a:pt x="3463" y="2576"/>
                    <a:pt x="1867" y="672"/>
                    <a:pt x="1400" y="205"/>
                  </a:cubicBezTo>
                  <a:cubicBezTo>
                    <a:pt x="1275" y="80"/>
                    <a:pt x="1116" y="1"/>
                    <a:pt x="97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0" name="Google Shape;5510;p70"/>
            <p:cNvSpPr/>
            <p:nvPr/>
          </p:nvSpPr>
          <p:spPr>
            <a:xfrm>
              <a:off x="7268243" y="2939336"/>
              <a:ext cx="169137" cy="177836"/>
            </a:xfrm>
            <a:custGeom>
              <a:avLst/>
              <a:gdLst/>
              <a:ahLst/>
              <a:cxnLst/>
              <a:rect l="l" t="t" r="r" b="b"/>
              <a:pathLst>
                <a:path w="3072" h="3230" extrusionOk="0">
                  <a:moveTo>
                    <a:pt x="468" y="0"/>
                  </a:moveTo>
                  <a:lnTo>
                    <a:pt x="272" y="1167"/>
                  </a:lnTo>
                  <a:lnTo>
                    <a:pt x="1" y="2838"/>
                  </a:lnTo>
                  <a:lnTo>
                    <a:pt x="2876" y="3230"/>
                  </a:lnTo>
                  <a:lnTo>
                    <a:pt x="3072" y="75"/>
                  </a:lnTo>
                  <a:lnTo>
                    <a:pt x="468" y="0"/>
                  </a:ln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1" name="Google Shape;5511;p70"/>
            <p:cNvSpPr/>
            <p:nvPr/>
          </p:nvSpPr>
          <p:spPr>
            <a:xfrm>
              <a:off x="7281127" y="2939336"/>
              <a:ext cx="156253" cy="79173"/>
            </a:xfrm>
            <a:custGeom>
              <a:avLst/>
              <a:gdLst/>
              <a:ahLst/>
              <a:cxnLst/>
              <a:rect l="l" t="t" r="r" b="b"/>
              <a:pathLst>
                <a:path w="2838" h="1438" extrusionOk="0">
                  <a:moveTo>
                    <a:pt x="234" y="0"/>
                  </a:moveTo>
                  <a:lnTo>
                    <a:pt x="38" y="1167"/>
                  </a:lnTo>
                  <a:lnTo>
                    <a:pt x="0" y="1438"/>
                  </a:lnTo>
                  <a:cubicBezTo>
                    <a:pt x="2334" y="1130"/>
                    <a:pt x="2838" y="75"/>
                    <a:pt x="2838" y="75"/>
                  </a:cubicBezTo>
                  <a:lnTo>
                    <a:pt x="234" y="0"/>
                  </a:ln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2" name="Google Shape;5512;p70"/>
            <p:cNvSpPr/>
            <p:nvPr/>
          </p:nvSpPr>
          <p:spPr>
            <a:xfrm>
              <a:off x="7000499" y="3057049"/>
              <a:ext cx="257009" cy="402911"/>
            </a:xfrm>
            <a:custGeom>
              <a:avLst/>
              <a:gdLst/>
              <a:ahLst/>
              <a:cxnLst/>
              <a:rect l="l" t="t" r="r" b="b"/>
              <a:pathLst>
                <a:path w="4668" h="7318" extrusionOk="0">
                  <a:moveTo>
                    <a:pt x="3278" y="0"/>
                  </a:moveTo>
                  <a:cubicBezTo>
                    <a:pt x="1878" y="0"/>
                    <a:pt x="1242" y="1400"/>
                    <a:pt x="1242" y="1400"/>
                  </a:cubicBezTo>
                  <a:cubicBezTo>
                    <a:pt x="309" y="2996"/>
                    <a:pt x="1" y="6926"/>
                    <a:pt x="1" y="6926"/>
                  </a:cubicBezTo>
                  <a:lnTo>
                    <a:pt x="3231" y="7318"/>
                  </a:lnTo>
                  <a:cubicBezTo>
                    <a:pt x="3968" y="6422"/>
                    <a:pt x="4668" y="6338"/>
                    <a:pt x="4668" y="6338"/>
                  </a:cubicBezTo>
                  <a:lnTo>
                    <a:pt x="4397" y="270"/>
                  </a:lnTo>
                  <a:cubicBezTo>
                    <a:pt x="3981" y="78"/>
                    <a:pt x="3608" y="0"/>
                    <a:pt x="3278" y="0"/>
                  </a:cubicBezTo>
                  <a:close/>
                </a:path>
              </a:pathLst>
            </a:custGeom>
            <a:solidFill>
              <a:srgbClr val="FD7D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3" name="Google Shape;5513;p70"/>
            <p:cNvSpPr/>
            <p:nvPr/>
          </p:nvSpPr>
          <p:spPr>
            <a:xfrm>
              <a:off x="7182464" y="3395653"/>
              <a:ext cx="87927" cy="51479"/>
            </a:xfrm>
            <a:custGeom>
              <a:avLst/>
              <a:gdLst/>
              <a:ahLst/>
              <a:cxnLst/>
              <a:rect l="l" t="t" r="r" b="b"/>
              <a:pathLst>
                <a:path w="1597" h="935" extrusionOk="0">
                  <a:moveTo>
                    <a:pt x="1522" y="1"/>
                  </a:moveTo>
                  <a:cubicBezTo>
                    <a:pt x="1363" y="1"/>
                    <a:pt x="1204" y="38"/>
                    <a:pt x="1055" y="76"/>
                  </a:cubicBezTo>
                  <a:cubicBezTo>
                    <a:pt x="934" y="113"/>
                    <a:pt x="775" y="150"/>
                    <a:pt x="663" y="234"/>
                  </a:cubicBezTo>
                  <a:cubicBezTo>
                    <a:pt x="504" y="309"/>
                    <a:pt x="392" y="384"/>
                    <a:pt x="271" y="505"/>
                  </a:cubicBezTo>
                  <a:cubicBezTo>
                    <a:pt x="196" y="580"/>
                    <a:pt x="75" y="738"/>
                    <a:pt x="0" y="850"/>
                  </a:cubicBezTo>
                  <a:cubicBezTo>
                    <a:pt x="0" y="888"/>
                    <a:pt x="0" y="888"/>
                    <a:pt x="38" y="934"/>
                  </a:cubicBezTo>
                  <a:cubicBezTo>
                    <a:pt x="38" y="934"/>
                    <a:pt x="75" y="934"/>
                    <a:pt x="122" y="888"/>
                  </a:cubicBezTo>
                  <a:cubicBezTo>
                    <a:pt x="196" y="776"/>
                    <a:pt x="271" y="654"/>
                    <a:pt x="392" y="580"/>
                  </a:cubicBezTo>
                  <a:cubicBezTo>
                    <a:pt x="467" y="505"/>
                    <a:pt x="588" y="421"/>
                    <a:pt x="738" y="346"/>
                  </a:cubicBezTo>
                  <a:cubicBezTo>
                    <a:pt x="859" y="309"/>
                    <a:pt x="971" y="272"/>
                    <a:pt x="1130" y="234"/>
                  </a:cubicBezTo>
                  <a:cubicBezTo>
                    <a:pt x="1242" y="188"/>
                    <a:pt x="1400" y="188"/>
                    <a:pt x="1522" y="188"/>
                  </a:cubicBezTo>
                  <a:cubicBezTo>
                    <a:pt x="1559" y="188"/>
                    <a:pt x="1596" y="150"/>
                    <a:pt x="1596" y="76"/>
                  </a:cubicBezTo>
                  <a:cubicBezTo>
                    <a:pt x="1596" y="38"/>
                    <a:pt x="1559" y="1"/>
                    <a:pt x="1522" y="1"/>
                  </a:cubicBezTo>
                  <a:close/>
                </a:path>
              </a:pathLst>
            </a:custGeom>
            <a:solidFill>
              <a:srgbClr val="415C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4" name="Google Shape;5514;p70"/>
            <p:cNvSpPr/>
            <p:nvPr/>
          </p:nvSpPr>
          <p:spPr>
            <a:xfrm>
              <a:off x="6966088" y="3022748"/>
              <a:ext cx="271929" cy="546171"/>
            </a:xfrm>
            <a:custGeom>
              <a:avLst/>
              <a:gdLst/>
              <a:ahLst/>
              <a:cxnLst/>
              <a:rect l="l" t="t" r="r" b="b"/>
              <a:pathLst>
                <a:path w="4939" h="9920" extrusionOk="0">
                  <a:moveTo>
                    <a:pt x="3786" y="0"/>
                  </a:moveTo>
                  <a:cubicBezTo>
                    <a:pt x="2769" y="0"/>
                    <a:pt x="1355" y="659"/>
                    <a:pt x="738" y="4011"/>
                  </a:cubicBezTo>
                  <a:cubicBezTo>
                    <a:pt x="738" y="4011"/>
                    <a:pt x="271" y="5486"/>
                    <a:pt x="122" y="7082"/>
                  </a:cubicBezTo>
                  <a:cubicBezTo>
                    <a:pt x="1" y="8211"/>
                    <a:pt x="785" y="9257"/>
                    <a:pt x="1905" y="9453"/>
                  </a:cubicBezTo>
                  <a:lnTo>
                    <a:pt x="4397" y="9919"/>
                  </a:lnTo>
                  <a:lnTo>
                    <a:pt x="4938" y="277"/>
                  </a:lnTo>
                  <a:cubicBezTo>
                    <a:pt x="4938" y="277"/>
                    <a:pt x="4446" y="0"/>
                    <a:pt x="3786"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5" name="Google Shape;5515;p70"/>
            <p:cNvSpPr/>
            <p:nvPr/>
          </p:nvSpPr>
          <p:spPr>
            <a:xfrm>
              <a:off x="7092500" y="3003588"/>
              <a:ext cx="563294" cy="871561"/>
            </a:xfrm>
            <a:custGeom>
              <a:avLst/>
              <a:gdLst/>
              <a:ahLst/>
              <a:cxnLst/>
              <a:rect l="l" t="t" r="r" b="b"/>
              <a:pathLst>
                <a:path w="10231" h="15830" extrusionOk="0">
                  <a:moveTo>
                    <a:pt x="3426" y="0"/>
                  </a:moveTo>
                  <a:cubicBezTo>
                    <a:pt x="1" y="4275"/>
                    <a:pt x="467" y="13338"/>
                    <a:pt x="467" y="13338"/>
                  </a:cubicBezTo>
                  <a:cubicBezTo>
                    <a:pt x="309" y="15634"/>
                    <a:pt x="4705" y="15709"/>
                    <a:pt x="4705" y="15709"/>
                  </a:cubicBezTo>
                  <a:cubicBezTo>
                    <a:pt x="5417" y="15791"/>
                    <a:pt x="6025" y="15829"/>
                    <a:pt x="6545" y="15829"/>
                  </a:cubicBezTo>
                  <a:cubicBezTo>
                    <a:pt x="9267" y="15829"/>
                    <a:pt x="9580" y="14792"/>
                    <a:pt x="9643" y="13656"/>
                  </a:cubicBezTo>
                  <a:cubicBezTo>
                    <a:pt x="10231" y="5096"/>
                    <a:pt x="6189" y="429"/>
                    <a:pt x="6189" y="429"/>
                  </a:cubicBezTo>
                  <a:cubicBezTo>
                    <a:pt x="6075" y="730"/>
                    <a:pt x="5826" y="840"/>
                    <a:pt x="5522" y="840"/>
                  </a:cubicBezTo>
                  <a:cubicBezTo>
                    <a:pt x="4684" y="840"/>
                    <a:pt x="3426" y="0"/>
                    <a:pt x="3426"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6" name="Google Shape;5516;p70"/>
            <p:cNvSpPr/>
            <p:nvPr/>
          </p:nvSpPr>
          <p:spPr>
            <a:xfrm>
              <a:off x="7114082" y="3735854"/>
              <a:ext cx="507300" cy="75098"/>
            </a:xfrm>
            <a:custGeom>
              <a:avLst/>
              <a:gdLst/>
              <a:ahLst/>
              <a:cxnLst/>
              <a:rect l="l" t="t" r="r" b="b"/>
              <a:pathLst>
                <a:path w="9214" h="1364" extrusionOk="0">
                  <a:moveTo>
                    <a:pt x="1" y="1"/>
                  </a:moveTo>
                  <a:cubicBezTo>
                    <a:pt x="1" y="38"/>
                    <a:pt x="1" y="76"/>
                    <a:pt x="38" y="76"/>
                  </a:cubicBezTo>
                  <a:cubicBezTo>
                    <a:pt x="38" y="122"/>
                    <a:pt x="1597" y="1205"/>
                    <a:pt x="4546" y="1364"/>
                  </a:cubicBezTo>
                  <a:lnTo>
                    <a:pt x="5480" y="1364"/>
                  </a:lnTo>
                  <a:cubicBezTo>
                    <a:pt x="7813" y="1364"/>
                    <a:pt x="9176" y="934"/>
                    <a:pt x="9176" y="934"/>
                  </a:cubicBezTo>
                  <a:cubicBezTo>
                    <a:pt x="9213" y="934"/>
                    <a:pt x="9213" y="897"/>
                    <a:pt x="9213" y="860"/>
                  </a:cubicBezTo>
                  <a:cubicBezTo>
                    <a:pt x="9213" y="822"/>
                    <a:pt x="9176" y="822"/>
                    <a:pt x="9139" y="822"/>
                  </a:cubicBezTo>
                  <a:cubicBezTo>
                    <a:pt x="9139" y="822"/>
                    <a:pt x="7788" y="1260"/>
                    <a:pt x="5391" y="1260"/>
                  </a:cubicBezTo>
                  <a:cubicBezTo>
                    <a:pt x="5123" y="1260"/>
                    <a:pt x="4841" y="1255"/>
                    <a:pt x="4546" y="1242"/>
                  </a:cubicBezTo>
                  <a:cubicBezTo>
                    <a:pt x="1634" y="1093"/>
                    <a:pt x="113" y="1"/>
                    <a:pt x="75"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7" name="Google Shape;5517;p70"/>
            <p:cNvSpPr/>
            <p:nvPr/>
          </p:nvSpPr>
          <p:spPr>
            <a:xfrm>
              <a:off x="7131040" y="3748737"/>
              <a:ext cx="10846" cy="53461"/>
            </a:xfrm>
            <a:custGeom>
              <a:avLst/>
              <a:gdLst/>
              <a:ahLst/>
              <a:cxnLst/>
              <a:rect l="l" t="t" r="r" b="b"/>
              <a:pathLst>
                <a:path w="197" h="971" extrusionOk="0">
                  <a:moveTo>
                    <a:pt x="122" y="0"/>
                  </a:moveTo>
                  <a:cubicBezTo>
                    <a:pt x="75" y="0"/>
                    <a:pt x="75" y="0"/>
                    <a:pt x="38" y="38"/>
                  </a:cubicBezTo>
                  <a:cubicBezTo>
                    <a:pt x="38" y="38"/>
                    <a:pt x="1" y="467"/>
                    <a:pt x="75" y="896"/>
                  </a:cubicBezTo>
                  <a:cubicBezTo>
                    <a:pt x="122" y="934"/>
                    <a:pt x="122" y="971"/>
                    <a:pt x="159" y="971"/>
                  </a:cubicBezTo>
                  <a:cubicBezTo>
                    <a:pt x="197" y="934"/>
                    <a:pt x="197" y="934"/>
                    <a:pt x="197" y="896"/>
                  </a:cubicBezTo>
                  <a:cubicBezTo>
                    <a:pt x="122" y="467"/>
                    <a:pt x="159" y="38"/>
                    <a:pt x="159" y="38"/>
                  </a:cubicBezTo>
                  <a:cubicBezTo>
                    <a:pt x="159" y="0"/>
                    <a:pt x="159" y="0"/>
                    <a:pt x="122"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8" name="Google Shape;5518;p70"/>
            <p:cNvSpPr/>
            <p:nvPr/>
          </p:nvSpPr>
          <p:spPr>
            <a:xfrm>
              <a:off x="7160881" y="3761566"/>
              <a:ext cx="10846" cy="62270"/>
            </a:xfrm>
            <a:custGeom>
              <a:avLst/>
              <a:gdLst/>
              <a:ahLst/>
              <a:cxnLst/>
              <a:rect l="l" t="t" r="r" b="b"/>
              <a:pathLst>
                <a:path w="197" h="1131" extrusionOk="0">
                  <a:moveTo>
                    <a:pt x="122" y="1"/>
                  </a:moveTo>
                  <a:lnTo>
                    <a:pt x="84" y="38"/>
                  </a:lnTo>
                  <a:cubicBezTo>
                    <a:pt x="84" y="75"/>
                    <a:pt x="0" y="663"/>
                    <a:pt x="84" y="1093"/>
                  </a:cubicBezTo>
                  <a:cubicBezTo>
                    <a:pt x="84" y="1130"/>
                    <a:pt x="122" y="1130"/>
                    <a:pt x="159" y="1130"/>
                  </a:cubicBezTo>
                  <a:cubicBezTo>
                    <a:pt x="196" y="1130"/>
                    <a:pt x="196" y="1130"/>
                    <a:pt x="196" y="1093"/>
                  </a:cubicBezTo>
                  <a:cubicBezTo>
                    <a:pt x="122" y="663"/>
                    <a:pt x="159" y="75"/>
                    <a:pt x="159" y="75"/>
                  </a:cubicBezTo>
                  <a:cubicBezTo>
                    <a:pt x="196" y="38"/>
                    <a:pt x="159" y="1"/>
                    <a:pt x="122"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19" name="Google Shape;5519;p70"/>
            <p:cNvSpPr/>
            <p:nvPr/>
          </p:nvSpPr>
          <p:spPr>
            <a:xfrm>
              <a:off x="7195292" y="3776486"/>
              <a:ext cx="10846" cy="64307"/>
            </a:xfrm>
            <a:custGeom>
              <a:avLst/>
              <a:gdLst/>
              <a:ahLst/>
              <a:cxnLst/>
              <a:rect l="l" t="t" r="r" b="b"/>
              <a:pathLst>
                <a:path w="197" h="1168" extrusionOk="0">
                  <a:moveTo>
                    <a:pt x="122" y="0"/>
                  </a:moveTo>
                  <a:cubicBezTo>
                    <a:pt x="75" y="0"/>
                    <a:pt x="75" y="38"/>
                    <a:pt x="75" y="84"/>
                  </a:cubicBezTo>
                  <a:cubicBezTo>
                    <a:pt x="38" y="84"/>
                    <a:pt x="1" y="663"/>
                    <a:pt x="75" y="1130"/>
                  </a:cubicBezTo>
                  <a:lnTo>
                    <a:pt x="122" y="1167"/>
                  </a:lnTo>
                  <a:lnTo>
                    <a:pt x="159" y="1167"/>
                  </a:lnTo>
                  <a:cubicBezTo>
                    <a:pt x="197" y="1167"/>
                    <a:pt x="197" y="1130"/>
                    <a:pt x="197" y="1092"/>
                  </a:cubicBezTo>
                  <a:cubicBezTo>
                    <a:pt x="122" y="663"/>
                    <a:pt x="159" y="84"/>
                    <a:pt x="159" y="84"/>
                  </a:cubicBezTo>
                  <a:cubicBezTo>
                    <a:pt x="159" y="38"/>
                    <a:pt x="159" y="0"/>
                    <a:pt x="122"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0" name="Google Shape;5520;p70"/>
            <p:cNvSpPr/>
            <p:nvPr/>
          </p:nvSpPr>
          <p:spPr>
            <a:xfrm>
              <a:off x="7237962" y="3789315"/>
              <a:ext cx="10846" cy="64307"/>
            </a:xfrm>
            <a:custGeom>
              <a:avLst/>
              <a:gdLst/>
              <a:ahLst/>
              <a:cxnLst/>
              <a:rect l="l" t="t" r="r" b="b"/>
              <a:pathLst>
                <a:path w="197" h="1168" extrusionOk="0">
                  <a:moveTo>
                    <a:pt x="122" y="1"/>
                  </a:moveTo>
                  <a:cubicBezTo>
                    <a:pt x="84" y="1"/>
                    <a:pt x="84" y="38"/>
                    <a:pt x="47" y="38"/>
                  </a:cubicBezTo>
                  <a:cubicBezTo>
                    <a:pt x="47" y="85"/>
                    <a:pt x="0" y="663"/>
                    <a:pt x="84" y="1130"/>
                  </a:cubicBezTo>
                  <a:lnTo>
                    <a:pt x="122" y="1167"/>
                  </a:lnTo>
                  <a:lnTo>
                    <a:pt x="159" y="1167"/>
                  </a:lnTo>
                  <a:cubicBezTo>
                    <a:pt x="159" y="1130"/>
                    <a:pt x="196" y="1130"/>
                    <a:pt x="196" y="1093"/>
                  </a:cubicBezTo>
                  <a:cubicBezTo>
                    <a:pt x="84" y="663"/>
                    <a:pt x="159" y="85"/>
                    <a:pt x="159" y="85"/>
                  </a:cubicBezTo>
                  <a:cubicBezTo>
                    <a:pt x="159" y="38"/>
                    <a:pt x="159" y="1"/>
                    <a:pt x="122"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1" name="Google Shape;5521;p70"/>
            <p:cNvSpPr/>
            <p:nvPr/>
          </p:nvSpPr>
          <p:spPr>
            <a:xfrm>
              <a:off x="7285201" y="3799280"/>
              <a:ext cx="10901" cy="63096"/>
            </a:xfrm>
            <a:custGeom>
              <a:avLst/>
              <a:gdLst/>
              <a:ahLst/>
              <a:cxnLst/>
              <a:rect l="l" t="t" r="r" b="b"/>
              <a:pathLst>
                <a:path w="198" h="1146" extrusionOk="0">
                  <a:moveTo>
                    <a:pt x="113" y="0"/>
                  </a:moveTo>
                  <a:cubicBezTo>
                    <a:pt x="99" y="0"/>
                    <a:pt x="76" y="27"/>
                    <a:pt x="76" y="53"/>
                  </a:cubicBezTo>
                  <a:cubicBezTo>
                    <a:pt x="76" y="53"/>
                    <a:pt x="1" y="641"/>
                    <a:pt x="76" y="1108"/>
                  </a:cubicBezTo>
                  <a:cubicBezTo>
                    <a:pt x="76" y="1108"/>
                    <a:pt x="122" y="1145"/>
                    <a:pt x="160" y="1145"/>
                  </a:cubicBezTo>
                  <a:cubicBezTo>
                    <a:pt x="197" y="1145"/>
                    <a:pt x="197" y="1108"/>
                    <a:pt x="197" y="1070"/>
                  </a:cubicBezTo>
                  <a:cubicBezTo>
                    <a:pt x="122" y="641"/>
                    <a:pt x="160" y="53"/>
                    <a:pt x="160" y="53"/>
                  </a:cubicBezTo>
                  <a:cubicBezTo>
                    <a:pt x="197" y="16"/>
                    <a:pt x="160" y="16"/>
                    <a:pt x="122" y="16"/>
                  </a:cubicBezTo>
                  <a:cubicBezTo>
                    <a:pt x="122" y="5"/>
                    <a:pt x="118" y="0"/>
                    <a:pt x="113"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2" name="Google Shape;5522;p70"/>
            <p:cNvSpPr/>
            <p:nvPr/>
          </p:nvSpPr>
          <p:spPr>
            <a:xfrm>
              <a:off x="7330458" y="3804235"/>
              <a:ext cx="10351" cy="64307"/>
            </a:xfrm>
            <a:custGeom>
              <a:avLst/>
              <a:gdLst/>
              <a:ahLst/>
              <a:cxnLst/>
              <a:rect l="l" t="t" r="r" b="b"/>
              <a:pathLst>
                <a:path w="188" h="1168" extrusionOk="0">
                  <a:moveTo>
                    <a:pt x="112" y="0"/>
                  </a:moveTo>
                  <a:cubicBezTo>
                    <a:pt x="75" y="0"/>
                    <a:pt x="75" y="47"/>
                    <a:pt x="38" y="47"/>
                  </a:cubicBezTo>
                  <a:cubicBezTo>
                    <a:pt x="38" y="84"/>
                    <a:pt x="0" y="663"/>
                    <a:pt x="75" y="1130"/>
                  </a:cubicBezTo>
                  <a:lnTo>
                    <a:pt x="112" y="1167"/>
                  </a:lnTo>
                  <a:lnTo>
                    <a:pt x="150" y="1167"/>
                  </a:lnTo>
                  <a:cubicBezTo>
                    <a:pt x="150" y="1130"/>
                    <a:pt x="187" y="1130"/>
                    <a:pt x="187" y="1092"/>
                  </a:cubicBezTo>
                  <a:cubicBezTo>
                    <a:pt x="75" y="663"/>
                    <a:pt x="150" y="84"/>
                    <a:pt x="150" y="84"/>
                  </a:cubicBezTo>
                  <a:cubicBezTo>
                    <a:pt x="150" y="47"/>
                    <a:pt x="150" y="0"/>
                    <a:pt x="112"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3" name="Google Shape;5523;p70"/>
            <p:cNvSpPr/>
            <p:nvPr/>
          </p:nvSpPr>
          <p:spPr>
            <a:xfrm>
              <a:off x="7379294" y="3808860"/>
              <a:ext cx="10846" cy="62215"/>
            </a:xfrm>
            <a:custGeom>
              <a:avLst/>
              <a:gdLst/>
              <a:ahLst/>
              <a:cxnLst/>
              <a:rect l="l" t="t" r="r" b="b"/>
              <a:pathLst>
                <a:path w="197" h="1130" extrusionOk="0">
                  <a:moveTo>
                    <a:pt x="159" y="0"/>
                  </a:moveTo>
                  <a:cubicBezTo>
                    <a:pt x="121" y="0"/>
                    <a:pt x="84" y="0"/>
                    <a:pt x="84" y="38"/>
                  </a:cubicBezTo>
                  <a:cubicBezTo>
                    <a:pt x="84" y="38"/>
                    <a:pt x="0" y="616"/>
                    <a:pt x="121" y="1083"/>
                  </a:cubicBezTo>
                  <a:cubicBezTo>
                    <a:pt x="121" y="1130"/>
                    <a:pt x="121" y="1130"/>
                    <a:pt x="159" y="1130"/>
                  </a:cubicBezTo>
                  <a:cubicBezTo>
                    <a:pt x="196" y="1130"/>
                    <a:pt x="196" y="1083"/>
                    <a:pt x="196" y="1046"/>
                  </a:cubicBezTo>
                  <a:cubicBezTo>
                    <a:pt x="121" y="616"/>
                    <a:pt x="196" y="38"/>
                    <a:pt x="196" y="38"/>
                  </a:cubicBezTo>
                  <a:cubicBezTo>
                    <a:pt x="196" y="0"/>
                    <a:pt x="159" y="0"/>
                    <a:pt x="159"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4" name="Google Shape;5524;p70"/>
            <p:cNvSpPr/>
            <p:nvPr/>
          </p:nvSpPr>
          <p:spPr>
            <a:xfrm>
              <a:off x="7569959" y="3791352"/>
              <a:ext cx="10846" cy="62270"/>
            </a:xfrm>
            <a:custGeom>
              <a:avLst/>
              <a:gdLst/>
              <a:ahLst/>
              <a:cxnLst/>
              <a:rect l="l" t="t" r="r" b="b"/>
              <a:pathLst>
                <a:path w="197" h="1131" extrusionOk="0">
                  <a:moveTo>
                    <a:pt x="37" y="1"/>
                  </a:moveTo>
                  <a:cubicBezTo>
                    <a:pt x="0" y="48"/>
                    <a:pt x="0" y="48"/>
                    <a:pt x="0" y="85"/>
                  </a:cubicBezTo>
                  <a:cubicBezTo>
                    <a:pt x="84" y="514"/>
                    <a:pt x="0" y="1056"/>
                    <a:pt x="0" y="1056"/>
                  </a:cubicBezTo>
                  <a:cubicBezTo>
                    <a:pt x="0" y="1093"/>
                    <a:pt x="37" y="1130"/>
                    <a:pt x="84" y="1130"/>
                  </a:cubicBezTo>
                  <a:cubicBezTo>
                    <a:pt x="84" y="1130"/>
                    <a:pt x="121" y="1093"/>
                    <a:pt x="121" y="1056"/>
                  </a:cubicBezTo>
                  <a:cubicBezTo>
                    <a:pt x="121" y="1056"/>
                    <a:pt x="196" y="514"/>
                    <a:pt x="84" y="48"/>
                  </a:cubicBezTo>
                  <a:cubicBezTo>
                    <a:pt x="84" y="48"/>
                    <a:pt x="84" y="1"/>
                    <a:pt x="3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5" name="Google Shape;5525;p70"/>
            <p:cNvSpPr/>
            <p:nvPr/>
          </p:nvSpPr>
          <p:spPr>
            <a:xfrm>
              <a:off x="7529326" y="3800106"/>
              <a:ext cx="12883" cy="68437"/>
            </a:xfrm>
            <a:custGeom>
              <a:avLst/>
              <a:gdLst/>
              <a:ahLst/>
              <a:cxnLst/>
              <a:rect l="l" t="t" r="r" b="b"/>
              <a:pathLst>
                <a:path w="234" h="1243" extrusionOk="0">
                  <a:moveTo>
                    <a:pt x="75" y="1"/>
                  </a:moveTo>
                  <a:cubicBezTo>
                    <a:pt x="38" y="38"/>
                    <a:pt x="38" y="38"/>
                    <a:pt x="38" y="75"/>
                  </a:cubicBezTo>
                  <a:cubicBezTo>
                    <a:pt x="122" y="505"/>
                    <a:pt x="38" y="1167"/>
                    <a:pt x="38" y="1167"/>
                  </a:cubicBezTo>
                  <a:cubicBezTo>
                    <a:pt x="1" y="1205"/>
                    <a:pt x="38" y="1242"/>
                    <a:pt x="75" y="1242"/>
                  </a:cubicBezTo>
                  <a:cubicBezTo>
                    <a:pt x="122" y="1242"/>
                    <a:pt x="122" y="1205"/>
                    <a:pt x="122" y="1205"/>
                  </a:cubicBezTo>
                  <a:cubicBezTo>
                    <a:pt x="122" y="1167"/>
                    <a:pt x="234" y="505"/>
                    <a:pt x="122" y="38"/>
                  </a:cubicBezTo>
                  <a:cubicBezTo>
                    <a:pt x="122" y="38"/>
                    <a:pt x="122" y="1"/>
                    <a:pt x="75"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6" name="Google Shape;5526;p70"/>
            <p:cNvSpPr/>
            <p:nvPr/>
          </p:nvSpPr>
          <p:spPr>
            <a:xfrm>
              <a:off x="7477958" y="3805722"/>
              <a:ext cx="12883" cy="69483"/>
            </a:xfrm>
            <a:custGeom>
              <a:avLst/>
              <a:gdLst/>
              <a:ahLst/>
              <a:cxnLst/>
              <a:rect l="l" t="t" r="r" b="b"/>
              <a:pathLst>
                <a:path w="234" h="1262" extrusionOk="0">
                  <a:moveTo>
                    <a:pt x="85" y="0"/>
                  </a:moveTo>
                  <a:cubicBezTo>
                    <a:pt x="79" y="0"/>
                    <a:pt x="75" y="6"/>
                    <a:pt x="75" y="20"/>
                  </a:cubicBezTo>
                  <a:cubicBezTo>
                    <a:pt x="38" y="20"/>
                    <a:pt x="0" y="20"/>
                    <a:pt x="38" y="57"/>
                  </a:cubicBezTo>
                  <a:cubicBezTo>
                    <a:pt x="122" y="487"/>
                    <a:pt x="38" y="1224"/>
                    <a:pt x="38" y="1224"/>
                  </a:cubicBezTo>
                  <a:cubicBezTo>
                    <a:pt x="38" y="1261"/>
                    <a:pt x="75" y="1261"/>
                    <a:pt x="75" y="1261"/>
                  </a:cubicBezTo>
                  <a:lnTo>
                    <a:pt x="122" y="1261"/>
                  </a:lnTo>
                  <a:cubicBezTo>
                    <a:pt x="122" y="1261"/>
                    <a:pt x="159" y="1261"/>
                    <a:pt x="159" y="1224"/>
                  </a:cubicBezTo>
                  <a:cubicBezTo>
                    <a:pt x="159" y="1187"/>
                    <a:pt x="234" y="487"/>
                    <a:pt x="122" y="57"/>
                  </a:cubicBezTo>
                  <a:cubicBezTo>
                    <a:pt x="122" y="31"/>
                    <a:pt x="99" y="0"/>
                    <a:pt x="85"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7" name="Google Shape;5527;p70"/>
            <p:cNvSpPr/>
            <p:nvPr/>
          </p:nvSpPr>
          <p:spPr>
            <a:xfrm>
              <a:off x="7437325" y="3806768"/>
              <a:ext cx="10846" cy="70474"/>
            </a:xfrm>
            <a:custGeom>
              <a:avLst/>
              <a:gdLst/>
              <a:ahLst/>
              <a:cxnLst/>
              <a:rect l="l" t="t" r="r" b="b"/>
              <a:pathLst>
                <a:path w="197" h="1280" extrusionOk="0">
                  <a:moveTo>
                    <a:pt x="38" y="1"/>
                  </a:moveTo>
                  <a:cubicBezTo>
                    <a:pt x="38" y="38"/>
                    <a:pt x="1" y="38"/>
                    <a:pt x="1" y="76"/>
                  </a:cubicBezTo>
                  <a:cubicBezTo>
                    <a:pt x="113" y="505"/>
                    <a:pt x="1" y="1205"/>
                    <a:pt x="1" y="1205"/>
                  </a:cubicBezTo>
                  <a:cubicBezTo>
                    <a:pt x="1" y="1242"/>
                    <a:pt x="1" y="1280"/>
                    <a:pt x="38" y="1280"/>
                  </a:cubicBezTo>
                  <a:cubicBezTo>
                    <a:pt x="76" y="1280"/>
                    <a:pt x="113" y="1242"/>
                    <a:pt x="113" y="1242"/>
                  </a:cubicBezTo>
                  <a:cubicBezTo>
                    <a:pt x="113" y="1205"/>
                    <a:pt x="197" y="505"/>
                    <a:pt x="113" y="38"/>
                  </a:cubicBezTo>
                  <a:cubicBezTo>
                    <a:pt x="113" y="38"/>
                    <a:pt x="76" y="1"/>
                    <a:pt x="38"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8" name="Google Shape;5528;p70"/>
            <p:cNvSpPr/>
            <p:nvPr/>
          </p:nvSpPr>
          <p:spPr>
            <a:xfrm>
              <a:off x="7118212" y="3035962"/>
              <a:ext cx="148050" cy="252384"/>
            </a:xfrm>
            <a:custGeom>
              <a:avLst/>
              <a:gdLst/>
              <a:ahLst/>
              <a:cxnLst/>
              <a:rect l="l" t="t" r="r" b="b"/>
              <a:pathLst>
                <a:path w="2689" h="4584" extrusionOk="0">
                  <a:moveTo>
                    <a:pt x="2689" y="0"/>
                  </a:moveTo>
                  <a:lnTo>
                    <a:pt x="2689" y="0"/>
                  </a:lnTo>
                  <a:cubicBezTo>
                    <a:pt x="2689" y="0"/>
                    <a:pt x="1597" y="37"/>
                    <a:pt x="1522" y="149"/>
                  </a:cubicBezTo>
                  <a:cubicBezTo>
                    <a:pt x="1522" y="149"/>
                    <a:pt x="542" y="1279"/>
                    <a:pt x="0" y="4583"/>
                  </a:cubicBezTo>
                  <a:lnTo>
                    <a:pt x="2026" y="971"/>
                  </a:lnTo>
                  <a:cubicBezTo>
                    <a:pt x="2026" y="971"/>
                    <a:pt x="2175" y="653"/>
                    <a:pt x="2689"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29" name="Google Shape;5529;p70"/>
            <p:cNvSpPr/>
            <p:nvPr/>
          </p:nvSpPr>
          <p:spPr>
            <a:xfrm>
              <a:off x="7000499" y="3025171"/>
              <a:ext cx="188682" cy="490287"/>
            </a:xfrm>
            <a:custGeom>
              <a:avLst/>
              <a:gdLst/>
              <a:ahLst/>
              <a:cxnLst/>
              <a:rect l="l" t="t" r="r" b="b"/>
              <a:pathLst>
                <a:path w="3427" h="8905" extrusionOk="0">
                  <a:moveTo>
                    <a:pt x="3343" y="0"/>
                  </a:moveTo>
                  <a:cubicBezTo>
                    <a:pt x="3305" y="0"/>
                    <a:pt x="2176" y="75"/>
                    <a:pt x="1513" y="1708"/>
                  </a:cubicBezTo>
                  <a:cubicBezTo>
                    <a:pt x="972" y="3034"/>
                    <a:pt x="1" y="6263"/>
                    <a:pt x="197" y="8867"/>
                  </a:cubicBezTo>
                  <a:cubicBezTo>
                    <a:pt x="197" y="8905"/>
                    <a:pt x="234" y="8905"/>
                    <a:pt x="272" y="8905"/>
                  </a:cubicBezTo>
                  <a:cubicBezTo>
                    <a:pt x="309" y="8905"/>
                    <a:pt x="346" y="8867"/>
                    <a:pt x="346" y="8830"/>
                  </a:cubicBezTo>
                  <a:cubicBezTo>
                    <a:pt x="160" y="6301"/>
                    <a:pt x="1130" y="3108"/>
                    <a:pt x="1672" y="1746"/>
                  </a:cubicBezTo>
                  <a:cubicBezTo>
                    <a:pt x="2297" y="233"/>
                    <a:pt x="3305" y="196"/>
                    <a:pt x="3343" y="196"/>
                  </a:cubicBezTo>
                  <a:cubicBezTo>
                    <a:pt x="3380" y="149"/>
                    <a:pt x="3427" y="149"/>
                    <a:pt x="3427" y="75"/>
                  </a:cubicBezTo>
                  <a:cubicBezTo>
                    <a:pt x="3427" y="37"/>
                    <a:pt x="3380" y="0"/>
                    <a:pt x="3343" y="0"/>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0" name="Google Shape;5530;p70"/>
            <p:cNvSpPr/>
            <p:nvPr/>
          </p:nvSpPr>
          <p:spPr>
            <a:xfrm>
              <a:off x="7253378" y="3448123"/>
              <a:ext cx="96130" cy="84403"/>
            </a:xfrm>
            <a:custGeom>
              <a:avLst/>
              <a:gdLst/>
              <a:ahLst/>
              <a:cxnLst/>
              <a:rect l="l" t="t" r="r" b="b"/>
              <a:pathLst>
                <a:path w="1746" h="1533" extrusionOk="0">
                  <a:moveTo>
                    <a:pt x="831" y="0"/>
                  </a:moveTo>
                  <a:cubicBezTo>
                    <a:pt x="734" y="0"/>
                    <a:pt x="636" y="18"/>
                    <a:pt x="542" y="56"/>
                  </a:cubicBezTo>
                  <a:cubicBezTo>
                    <a:pt x="150" y="252"/>
                    <a:pt x="0" y="681"/>
                    <a:pt x="150" y="1064"/>
                  </a:cubicBezTo>
                  <a:cubicBezTo>
                    <a:pt x="293" y="1351"/>
                    <a:pt x="562" y="1533"/>
                    <a:pt x="849" y="1533"/>
                  </a:cubicBezTo>
                  <a:cubicBezTo>
                    <a:pt x="954" y="1533"/>
                    <a:pt x="1062" y="1509"/>
                    <a:pt x="1167" y="1456"/>
                  </a:cubicBezTo>
                  <a:cubicBezTo>
                    <a:pt x="1550" y="1297"/>
                    <a:pt x="1746" y="831"/>
                    <a:pt x="1550" y="448"/>
                  </a:cubicBezTo>
                  <a:cubicBezTo>
                    <a:pt x="1436" y="178"/>
                    <a:pt x="1139" y="0"/>
                    <a:pt x="831"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1" name="Google Shape;5531;p70"/>
            <p:cNvSpPr/>
            <p:nvPr/>
          </p:nvSpPr>
          <p:spPr>
            <a:xfrm>
              <a:off x="7011288" y="2480707"/>
              <a:ext cx="666086" cy="434512"/>
            </a:xfrm>
            <a:custGeom>
              <a:avLst/>
              <a:gdLst/>
              <a:ahLst/>
              <a:cxnLst/>
              <a:rect l="l" t="t" r="r" b="b"/>
              <a:pathLst>
                <a:path w="12098" h="8406" extrusionOk="0">
                  <a:moveTo>
                    <a:pt x="6891" y="1"/>
                  </a:moveTo>
                  <a:cubicBezTo>
                    <a:pt x="5031" y="1"/>
                    <a:pt x="4029" y="1079"/>
                    <a:pt x="3613" y="1685"/>
                  </a:cubicBezTo>
                  <a:cubicBezTo>
                    <a:pt x="3501" y="1918"/>
                    <a:pt x="3417" y="2105"/>
                    <a:pt x="3343" y="2338"/>
                  </a:cubicBezTo>
                  <a:cubicBezTo>
                    <a:pt x="3231" y="2693"/>
                    <a:pt x="2876" y="3122"/>
                    <a:pt x="2176" y="3318"/>
                  </a:cubicBezTo>
                  <a:cubicBezTo>
                    <a:pt x="1205" y="3626"/>
                    <a:pt x="1" y="5063"/>
                    <a:pt x="972" y="8022"/>
                  </a:cubicBezTo>
                  <a:lnTo>
                    <a:pt x="10847" y="8405"/>
                  </a:lnTo>
                  <a:cubicBezTo>
                    <a:pt x="10847" y="8405"/>
                    <a:pt x="12098" y="4951"/>
                    <a:pt x="10614" y="4055"/>
                  </a:cubicBezTo>
                  <a:cubicBezTo>
                    <a:pt x="9568" y="3430"/>
                    <a:pt x="9764" y="2963"/>
                    <a:pt x="9606" y="2105"/>
                  </a:cubicBezTo>
                  <a:cubicBezTo>
                    <a:pt x="9372" y="826"/>
                    <a:pt x="8084" y="51"/>
                    <a:pt x="7076" y="4"/>
                  </a:cubicBezTo>
                  <a:cubicBezTo>
                    <a:pt x="7013" y="2"/>
                    <a:pt x="6952" y="1"/>
                    <a:pt x="6891"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2" name="Google Shape;5532;p70"/>
            <p:cNvSpPr/>
            <p:nvPr/>
          </p:nvSpPr>
          <p:spPr>
            <a:xfrm>
              <a:off x="7199421" y="2579480"/>
              <a:ext cx="364371" cy="394377"/>
            </a:xfrm>
            <a:custGeom>
              <a:avLst/>
              <a:gdLst/>
              <a:ahLst/>
              <a:cxnLst/>
              <a:rect l="l" t="t" r="r" b="b"/>
              <a:pathLst>
                <a:path w="6618" h="7163" extrusionOk="0">
                  <a:moveTo>
                    <a:pt x="3317" y="0"/>
                  </a:moveTo>
                  <a:cubicBezTo>
                    <a:pt x="3275" y="0"/>
                    <a:pt x="3234" y="1"/>
                    <a:pt x="3192" y="3"/>
                  </a:cubicBezTo>
                  <a:cubicBezTo>
                    <a:pt x="1400" y="40"/>
                    <a:pt x="0" y="1711"/>
                    <a:pt x="84" y="3699"/>
                  </a:cubicBezTo>
                  <a:cubicBezTo>
                    <a:pt x="158" y="5617"/>
                    <a:pt x="1599" y="7162"/>
                    <a:pt x="3363" y="7162"/>
                  </a:cubicBezTo>
                  <a:cubicBezTo>
                    <a:pt x="3384" y="7162"/>
                    <a:pt x="3405" y="7162"/>
                    <a:pt x="3426" y="7162"/>
                  </a:cubicBezTo>
                  <a:cubicBezTo>
                    <a:pt x="5218" y="7078"/>
                    <a:pt x="6618" y="5444"/>
                    <a:pt x="6534" y="3465"/>
                  </a:cubicBezTo>
                  <a:cubicBezTo>
                    <a:pt x="6498" y="1523"/>
                    <a:pt x="5054" y="0"/>
                    <a:pt x="3317"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3" name="Google Shape;5533;p70"/>
            <p:cNvSpPr/>
            <p:nvPr/>
          </p:nvSpPr>
          <p:spPr>
            <a:xfrm>
              <a:off x="7158789" y="2746635"/>
              <a:ext cx="87927" cy="86000"/>
            </a:xfrm>
            <a:custGeom>
              <a:avLst/>
              <a:gdLst/>
              <a:ahLst/>
              <a:cxnLst/>
              <a:rect l="l" t="t" r="r" b="b"/>
              <a:pathLst>
                <a:path w="1597" h="1562" extrusionOk="0">
                  <a:moveTo>
                    <a:pt x="822" y="0"/>
                  </a:moveTo>
                  <a:cubicBezTo>
                    <a:pt x="393" y="0"/>
                    <a:pt x="38" y="355"/>
                    <a:pt x="38" y="775"/>
                  </a:cubicBezTo>
                  <a:cubicBezTo>
                    <a:pt x="1" y="1204"/>
                    <a:pt x="356" y="1559"/>
                    <a:pt x="785" y="1559"/>
                  </a:cubicBezTo>
                  <a:cubicBezTo>
                    <a:pt x="805" y="1561"/>
                    <a:pt x="826" y="1562"/>
                    <a:pt x="846" y="1562"/>
                  </a:cubicBezTo>
                  <a:cubicBezTo>
                    <a:pt x="1239" y="1562"/>
                    <a:pt x="1561" y="1221"/>
                    <a:pt x="1597" y="822"/>
                  </a:cubicBezTo>
                  <a:cubicBezTo>
                    <a:pt x="1597" y="392"/>
                    <a:pt x="1252" y="37"/>
                    <a:pt x="822"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4" name="Google Shape;5534;p70"/>
            <p:cNvSpPr/>
            <p:nvPr/>
          </p:nvSpPr>
          <p:spPr>
            <a:xfrm>
              <a:off x="7178334" y="2781046"/>
              <a:ext cx="19050" cy="27804"/>
            </a:xfrm>
            <a:custGeom>
              <a:avLst/>
              <a:gdLst/>
              <a:ahLst/>
              <a:cxnLst/>
              <a:rect l="l" t="t" r="r" b="b"/>
              <a:pathLst>
                <a:path w="346" h="505" extrusionOk="0">
                  <a:moveTo>
                    <a:pt x="346" y="1"/>
                  </a:moveTo>
                  <a:cubicBezTo>
                    <a:pt x="271" y="1"/>
                    <a:pt x="234" y="1"/>
                    <a:pt x="150" y="38"/>
                  </a:cubicBezTo>
                  <a:cubicBezTo>
                    <a:pt x="113" y="75"/>
                    <a:pt x="38" y="150"/>
                    <a:pt x="38" y="234"/>
                  </a:cubicBezTo>
                  <a:cubicBezTo>
                    <a:pt x="1" y="346"/>
                    <a:pt x="75" y="430"/>
                    <a:pt x="113" y="467"/>
                  </a:cubicBezTo>
                  <a:cubicBezTo>
                    <a:pt x="150" y="467"/>
                    <a:pt x="197" y="505"/>
                    <a:pt x="234" y="505"/>
                  </a:cubicBezTo>
                  <a:lnTo>
                    <a:pt x="346" y="505"/>
                  </a:lnTo>
                  <a:lnTo>
                    <a:pt x="197" y="383"/>
                  </a:lnTo>
                  <a:cubicBezTo>
                    <a:pt x="150" y="346"/>
                    <a:pt x="150" y="309"/>
                    <a:pt x="150" y="271"/>
                  </a:cubicBezTo>
                  <a:cubicBezTo>
                    <a:pt x="150" y="234"/>
                    <a:pt x="197" y="150"/>
                    <a:pt x="234" y="113"/>
                  </a:cubicBezTo>
                  <a:cubicBezTo>
                    <a:pt x="271" y="75"/>
                    <a:pt x="309" y="38"/>
                    <a:pt x="346" y="1"/>
                  </a:cubicBezTo>
                  <a:close/>
                </a:path>
              </a:pathLst>
            </a:custGeom>
            <a:solidFill>
              <a:srgbClr val="853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5" name="Google Shape;5535;p70"/>
            <p:cNvSpPr/>
            <p:nvPr/>
          </p:nvSpPr>
          <p:spPr>
            <a:xfrm>
              <a:off x="7400877" y="2849372"/>
              <a:ext cx="85835" cy="32979"/>
            </a:xfrm>
            <a:custGeom>
              <a:avLst/>
              <a:gdLst/>
              <a:ahLst/>
              <a:cxnLst/>
              <a:rect l="l" t="t" r="r" b="b"/>
              <a:pathLst>
                <a:path w="1559" h="599" extrusionOk="0">
                  <a:moveTo>
                    <a:pt x="0" y="1"/>
                  </a:moveTo>
                  <a:cubicBezTo>
                    <a:pt x="37" y="76"/>
                    <a:pt x="75" y="122"/>
                    <a:pt x="121" y="197"/>
                  </a:cubicBezTo>
                  <a:cubicBezTo>
                    <a:pt x="159" y="272"/>
                    <a:pt x="233" y="309"/>
                    <a:pt x="271" y="393"/>
                  </a:cubicBezTo>
                  <a:cubicBezTo>
                    <a:pt x="430" y="468"/>
                    <a:pt x="542" y="542"/>
                    <a:pt x="738" y="589"/>
                  </a:cubicBezTo>
                  <a:cubicBezTo>
                    <a:pt x="771" y="595"/>
                    <a:pt x="803" y="598"/>
                    <a:pt x="834" y="598"/>
                  </a:cubicBezTo>
                  <a:cubicBezTo>
                    <a:pt x="987" y="598"/>
                    <a:pt x="1117" y="530"/>
                    <a:pt x="1242" y="468"/>
                  </a:cubicBezTo>
                  <a:cubicBezTo>
                    <a:pt x="1363" y="356"/>
                    <a:pt x="1475" y="234"/>
                    <a:pt x="1559" y="76"/>
                  </a:cubicBezTo>
                  <a:lnTo>
                    <a:pt x="1559" y="76"/>
                  </a:lnTo>
                  <a:cubicBezTo>
                    <a:pt x="1400" y="197"/>
                    <a:pt x="1288" y="272"/>
                    <a:pt x="1167" y="309"/>
                  </a:cubicBezTo>
                  <a:cubicBezTo>
                    <a:pt x="1084" y="371"/>
                    <a:pt x="976" y="407"/>
                    <a:pt x="877" y="407"/>
                  </a:cubicBezTo>
                  <a:cubicBezTo>
                    <a:pt x="841" y="407"/>
                    <a:pt x="807" y="403"/>
                    <a:pt x="775" y="393"/>
                  </a:cubicBezTo>
                  <a:cubicBezTo>
                    <a:pt x="626" y="393"/>
                    <a:pt x="504" y="309"/>
                    <a:pt x="392" y="234"/>
                  </a:cubicBezTo>
                  <a:lnTo>
                    <a:pt x="196" y="122"/>
                  </a:lnTo>
                  <a:cubicBezTo>
                    <a:pt x="121" y="76"/>
                    <a:pt x="75" y="38"/>
                    <a:pt x="0" y="1"/>
                  </a:cubicBezTo>
                  <a:close/>
                </a:path>
              </a:pathLst>
            </a:custGeom>
            <a:solidFill>
              <a:srgbClr val="853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6" name="Google Shape;5536;p70"/>
            <p:cNvSpPr/>
            <p:nvPr/>
          </p:nvSpPr>
          <p:spPr>
            <a:xfrm>
              <a:off x="7450209" y="2762712"/>
              <a:ext cx="34466" cy="61389"/>
            </a:xfrm>
            <a:custGeom>
              <a:avLst/>
              <a:gdLst/>
              <a:ahLst/>
              <a:cxnLst/>
              <a:rect l="l" t="t" r="r" b="b"/>
              <a:pathLst>
                <a:path w="626" h="1115" extrusionOk="0">
                  <a:moveTo>
                    <a:pt x="90" y="1"/>
                  </a:moveTo>
                  <a:cubicBezTo>
                    <a:pt x="57" y="1"/>
                    <a:pt x="0" y="29"/>
                    <a:pt x="0" y="63"/>
                  </a:cubicBezTo>
                  <a:cubicBezTo>
                    <a:pt x="0" y="371"/>
                    <a:pt x="0" y="912"/>
                    <a:pt x="196" y="1108"/>
                  </a:cubicBezTo>
                  <a:cubicBezTo>
                    <a:pt x="200" y="1112"/>
                    <a:pt x="208" y="1114"/>
                    <a:pt x="219" y="1114"/>
                  </a:cubicBezTo>
                  <a:cubicBezTo>
                    <a:pt x="312" y="1114"/>
                    <a:pt x="626" y="980"/>
                    <a:pt x="626" y="838"/>
                  </a:cubicBezTo>
                  <a:cubicBezTo>
                    <a:pt x="626" y="604"/>
                    <a:pt x="234" y="249"/>
                    <a:pt x="112" y="16"/>
                  </a:cubicBezTo>
                  <a:cubicBezTo>
                    <a:pt x="112" y="5"/>
                    <a:pt x="103" y="1"/>
                    <a:pt x="90" y="1"/>
                  </a:cubicBezTo>
                  <a:close/>
                </a:path>
              </a:pathLst>
            </a:custGeom>
            <a:solidFill>
              <a:srgbClr val="853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7" name="Google Shape;5537;p70"/>
            <p:cNvSpPr/>
            <p:nvPr/>
          </p:nvSpPr>
          <p:spPr>
            <a:xfrm>
              <a:off x="7338662" y="2746635"/>
              <a:ext cx="58141" cy="42670"/>
            </a:xfrm>
            <a:custGeom>
              <a:avLst/>
              <a:gdLst/>
              <a:ahLst/>
              <a:cxnLst/>
              <a:rect l="l" t="t" r="r" b="b"/>
              <a:pathLst>
                <a:path w="1056" h="775" extrusionOk="0">
                  <a:moveTo>
                    <a:pt x="589" y="0"/>
                  </a:moveTo>
                  <a:cubicBezTo>
                    <a:pt x="159" y="37"/>
                    <a:pt x="1" y="626"/>
                    <a:pt x="1" y="663"/>
                  </a:cubicBezTo>
                  <a:cubicBezTo>
                    <a:pt x="1" y="700"/>
                    <a:pt x="1" y="738"/>
                    <a:pt x="38" y="738"/>
                  </a:cubicBezTo>
                  <a:cubicBezTo>
                    <a:pt x="85" y="738"/>
                    <a:pt x="122" y="738"/>
                    <a:pt x="159" y="700"/>
                  </a:cubicBezTo>
                  <a:cubicBezTo>
                    <a:pt x="159" y="663"/>
                    <a:pt x="271" y="196"/>
                    <a:pt x="626" y="159"/>
                  </a:cubicBezTo>
                  <a:cubicBezTo>
                    <a:pt x="663" y="159"/>
                    <a:pt x="738" y="159"/>
                    <a:pt x="785" y="196"/>
                  </a:cubicBezTo>
                  <a:cubicBezTo>
                    <a:pt x="859" y="308"/>
                    <a:pt x="859" y="588"/>
                    <a:pt x="859" y="700"/>
                  </a:cubicBezTo>
                  <a:cubicBezTo>
                    <a:pt x="859" y="738"/>
                    <a:pt x="897" y="775"/>
                    <a:pt x="934" y="775"/>
                  </a:cubicBezTo>
                  <a:cubicBezTo>
                    <a:pt x="971" y="775"/>
                    <a:pt x="1018" y="738"/>
                    <a:pt x="1018" y="700"/>
                  </a:cubicBezTo>
                  <a:cubicBezTo>
                    <a:pt x="1018" y="700"/>
                    <a:pt x="1055" y="308"/>
                    <a:pt x="859" y="121"/>
                  </a:cubicBezTo>
                  <a:cubicBezTo>
                    <a:pt x="822" y="37"/>
                    <a:pt x="701" y="0"/>
                    <a:pt x="589"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8" name="Google Shape;5538;p70"/>
            <p:cNvSpPr/>
            <p:nvPr/>
          </p:nvSpPr>
          <p:spPr>
            <a:xfrm>
              <a:off x="7488749" y="2741680"/>
              <a:ext cx="57590" cy="41458"/>
            </a:xfrm>
            <a:custGeom>
              <a:avLst/>
              <a:gdLst/>
              <a:ahLst/>
              <a:cxnLst/>
              <a:rect l="l" t="t" r="r" b="b"/>
              <a:pathLst>
                <a:path w="1046" h="753" extrusionOk="0">
                  <a:moveTo>
                    <a:pt x="668" y="1"/>
                  </a:moveTo>
                  <a:cubicBezTo>
                    <a:pt x="641" y="1"/>
                    <a:pt x="611" y="5"/>
                    <a:pt x="579" y="15"/>
                  </a:cubicBezTo>
                  <a:cubicBezTo>
                    <a:pt x="159" y="15"/>
                    <a:pt x="0" y="631"/>
                    <a:pt x="0" y="631"/>
                  </a:cubicBezTo>
                  <a:cubicBezTo>
                    <a:pt x="0" y="678"/>
                    <a:pt x="0" y="716"/>
                    <a:pt x="38" y="753"/>
                  </a:cubicBezTo>
                  <a:cubicBezTo>
                    <a:pt x="75" y="753"/>
                    <a:pt x="112" y="716"/>
                    <a:pt x="159" y="678"/>
                  </a:cubicBezTo>
                  <a:cubicBezTo>
                    <a:pt x="159" y="678"/>
                    <a:pt x="271" y="165"/>
                    <a:pt x="579" y="127"/>
                  </a:cubicBezTo>
                  <a:cubicBezTo>
                    <a:pt x="663" y="127"/>
                    <a:pt x="700" y="165"/>
                    <a:pt x="738" y="211"/>
                  </a:cubicBezTo>
                  <a:cubicBezTo>
                    <a:pt x="859" y="323"/>
                    <a:pt x="859" y="594"/>
                    <a:pt x="859" y="678"/>
                  </a:cubicBezTo>
                  <a:cubicBezTo>
                    <a:pt x="859" y="716"/>
                    <a:pt x="896" y="753"/>
                    <a:pt x="934" y="753"/>
                  </a:cubicBezTo>
                  <a:cubicBezTo>
                    <a:pt x="971" y="753"/>
                    <a:pt x="1008" y="753"/>
                    <a:pt x="1008" y="716"/>
                  </a:cubicBezTo>
                  <a:cubicBezTo>
                    <a:pt x="1008" y="678"/>
                    <a:pt x="1046" y="286"/>
                    <a:pt x="859" y="90"/>
                  </a:cubicBezTo>
                  <a:cubicBezTo>
                    <a:pt x="797" y="35"/>
                    <a:pt x="741" y="1"/>
                    <a:pt x="668"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39" name="Google Shape;5539;p70"/>
            <p:cNvSpPr/>
            <p:nvPr/>
          </p:nvSpPr>
          <p:spPr>
            <a:xfrm>
              <a:off x="7113830" y="3047891"/>
              <a:ext cx="148050" cy="252384"/>
            </a:xfrm>
            <a:custGeom>
              <a:avLst/>
              <a:gdLst/>
              <a:ahLst/>
              <a:cxnLst/>
              <a:rect l="l" t="t" r="r" b="b"/>
              <a:pathLst>
                <a:path w="2689" h="4584" extrusionOk="0">
                  <a:moveTo>
                    <a:pt x="2689" y="0"/>
                  </a:moveTo>
                  <a:lnTo>
                    <a:pt x="2689" y="0"/>
                  </a:lnTo>
                  <a:cubicBezTo>
                    <a:pt x="2689" y="0"/>
                    <a:pt x="1597" y="37"/>
                    <a:pt x="1522" y="149"/>
                  </a:cubicBezTo>
                  <a:cubicBezTo>
                    <a:pt x="1522" y="149"/>
                    <a:pt x="542" y="1279"/>
                    <a:pt x="0" y="4583"/>
                  </a:cubicBezTo>
                  <a:lnTo>
                    <a:pt x="2026" y="971"/>
                  </a:lnTo>
                  <a:cubicBezTo>
                    <a:pt x="2026" y="971"/>
                    <a:pt x="2175" y="653"/>
                    <a:pt x="2689"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0" name="Google Shape;5540;p70"/>
            <p:cNvSpPr/>
            <p:nvPr/>
          </p:nvSpPr>
          <p:spPr>
            <a:xfrm>
              <a:off x="7122341" y="3014710"/>
              <a:ext cx="355671" cy="621654"/>
            </a:xfrm>
            <a:custGeom>
              <a:avLst/>
              <a:gdLst/>
              <a:ahLst/>
              <a:cxnLst/>
              <a:rect l="l" t="t" r="r" b="b"/>
              <a:pathLst>
                <a:path w="6460" h="11291" extrusionOk="0">
                  <a:moveTo>
                    <a:pt x="2487" y="1"/>
                  </a:moveTo>
                  <a:cubicBezTo>
                    <a:pt x="1971" y="1"/>
                    <a:pt x="1217" y="459"/>
                    <a:pt x="747" y="1786"/>
                  </a:cubicBezTo>
                  <a:cubicBezTo>
                    <a:pt x="747" y="1786"/>
                    <a:pt x="1244" y="760"/>
                    <a:pt x="1980" y="760"/>
                  </a:cubicBezTo>
                  <a:cubicBezTo>
                    <a:pt x="2140" y="760"/>
                    <a:pt x="2312" y="809"/>
                    <a:pt x="2492" y="927"/>
                  </a:cubicBezTo>
                  <a:cubicBezTo>
                    <a:pt x="3659" y="1740"/>
                    <a:pt x="4667" y="4157"/>
                    <a:pt x="5218" y="8087"/>
                  </a:cubicBezTo>
                  <a:cubicBezTo>
                    <a:pt x="5367" y="9095"/>
                    <a:pt x="4788" y="9795"/>
                    <a:pt x="3780" y="10065"/>
                  </a:cubicBezTo>
                  <a:cubicBezTo>
                    <a:pt x="3391" y="10173"/>
                    <a:pt x="2980" y="10215"/>
                    <a:pt x="2577" y="10215"/>
                  </a:cubicBezTo>
                  <a:cubicBezTo>
                    <a:pt x="1241" y="10215"/>
                    <a:pt x="0" y="9757"/>
                    <a:pt x="0" y="9757"/>
                  </a:cubicBezTo>
                  <a:lnTo>
                    <a:pt x="0" y="10765"/>
                  </a:lnTo>
                  <a:cubicBezTo>
                    <a:pt x="0" y="10765"/>
                    <a:pt x="672" y="11290"/>
                    <a:pt x="1899" y="11290"/>
                  </a:cubicBezTo>
                  <a:cubicBezTo>
                    <a:pt x="2471" y="11290"/>
                    <a:pt x="3165" y="11176"/>
                    <a:pt x="3967" y="10840"/>
                  </a:cubicBezTo>
                  <a:cubicBezTo>
                    <a:pt x="6459" y="9757"/>
                    <a:pt x="6189" y="8432"/>
                    <a:pt x="6189" y="8432"/>
                  </a:cubicBezTo>
                  <a:cubicBezTo>
                    <a:pt x="6189" y="8432"/>
                    <a:pt x="6030" y="1702"/>
                    <a:pt x="2800" y="69"/>
                  </a:cubicBezTo>
                  <a:cubicBezTo>
                    <a:pt x="2713" y="25"/>
                    <a:pt x="2606" y="1"/>
                    <a:pt x="2487"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541" name="Google Shape;5541;p70"/>
            <p:cNvGrpSpPr/>
            <p:nvPr/>
          </p:nvGrpSpPr>
          <p:grpSpPr>
            <a:xfrm>
              <a:off x="7283164" y="3323968"/>
              <a:ext cx="203548" cy="204374"/>
              <a:chOff x="744556" y="3329990"/>
              <a:chExt cx="204037" cy="204865"/>
            </a:xfrm>
          </p:grpSpPr>
          <p:sp>
            <p:nvSpPr>
              <p:cNvPr id="5542" name="Google Shape;5542;p70"/>
              <p:cNvSpPr/>
              <p:nvPr/>
            </p:nvSpPr>
            <p:spPr>
              <a:xfrm>
                <a:off x="744556" y="3386394"/>
                <a:ext cx="167502" cy="148461"/>
              </a:xfrm>
              <a:custGeom>
                <a:avLst/>
                <a:gdLst/>
                <a:ahLst/>
                <a:cxnLst/>
                <a:rect l="l" t="t" r="r" b="b"/>
                <a:pathLst>
                  <a:path w="3035" h="2690" extrusionOk="0">
                    <a:moveTo>
                      <a:pt x="1746" y="1"/>
                    </a:moveTo>
                    <a:cubicBezTo>
                      <a:pt x="1746" y="48"/>
                      <a:pt x="1709" y="85"/>
                      <a:pt x="1671" y="122"/>
                    </a:cubicBezTo>
                    <a:cubicBezTo>
                      <a:pt x="1242" y="664"/>
                      <a:pt x="663" y="1056"/>
                      <a:pt x="1" y="1289"/>
                    </a:cubicBezTo>
                    <a:lnTo>
                      <a:pt x="626" y="2689"/>
                    </a:lnTo>
                    <a:cubicBezTo>
                      <a:pt x="1363" y="2334"/>
                      <a:pt x="2960" y="1597"/>
                      <a:pt x="3034" y="1289"/>
                    </a:cubicBezTo>
                    <a:cubicBezTo>
                      <a:pt x="2913" y="430"/>
                      <a:pt x="2259" y="122"/>
                      <a:pt x="1746"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3" name="Google Shape;5543;p70"/>
              <p:cNvSpPr/>
              <p:nvPr/>
            </p:nvSpPr>
            <p:spPr>
              <a:xfrm>
                <a:off x="801125" y="3329990"/>
                <a:ext cx="68160" cy="117389"/>
              </a:xfrm>
              <a:custGeom>
                <a:avLst/>
                <a:gdLst/>
                <a:ahLst/>
                <a:cxnLst/>
                <a:rect l="l" t="t" r="r" b="b"/>
                <a:pathLst>
                  <a:path w="1235" h="2127" extrusionOk="0">
                    <a:moveTo>
                      <a:pt x="778" y="0"/>
                    </a:moveTo>
                    <a:cubicBezTo>
                      <a:pt x="753" y="0"/>
                      <a:pt x="734" y="5"/>
                      <a:pt x="721" y="15"/>
                    </a:cubicBezTo>
                    <a:cubicBezTo>
                      <a:pt x="768" y="248"/>
                      <a:pt x="646" y="640"/>
                      <a:pt x="488" y="1023"/>
                    </a:cubicBezTo>
                    <a:cubicBezTo>
                      <a:pt x="376" y="1256"/>
                      <a:pt x="254" y="1452"/>
                      <a:pt x="142" y="1648"/>
                    </a:cubicBezTo>
                    <a:cubicBezTo>
                      <a:pt x="0" y="1857"/>
                      <a:pt x="143" y="2126"/>
                      <a:pt x="342" y="2126"/>
                    </a:cubicBezTo>
                    <a:cubicBezTo>
                      <a:pt x="365" y="2126"/>
                      <a:pt x="389" y="2123"/>
                      <a:pt x="413" y="2115"/>
                    </a:cubicBezTo>
                    <a:lnTo>
                      <a:pt x="450" y="2115"/>
                    </a:lnTo>
                    <a:cubicBezTo>
                      <a:pt x="805" y="2003"/>
                      <a:pt x="1076" y="1648"/>
                      <a:pt x="1076" y="1256"/>
                    </a:cubicBezTo>
                    <a:cubicBezTo>
                      <a:pt x="1076" y="1107"/>
                      <a:pt x="1113" y="948"/>
                      <a:pt x="1113" y="948"/>
                    </a:cubicBezTo>
                    <a:cubicBezTo>
                      <a:pt x="1113" y="948"/>
                      <a:pt x="1234" y="481"/>
                      <a:pt x="1001" y="89"/>
                    </a:cubicBezTo>
                    <a:cubicBezTo>
                      <a:pt x="940" y="35"/>
                      <a:pt x="843" y="0"/>
                      <a:pt x="778"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4" name="Google Shape;5544;p70"/>
              <p:cNvSpPr/>
              <p:nvPr/>
            </p:nvSpPr>
            <p:spPr>
              <a:xfrm>
                <a:off x="877453" y="3432974"/>
                <a:ext cx="64462" cy="29030"/>
              </a:xfrm>
              <a:custGeom>
                <a:avLst/>
                <a:gdLst/>
                <a:ahLst/>
                <a:cxnLst/>
                <a:rect l="l" t="t" r="r" b="b"/>
                <a:pathLst>
                  <a:path w="1168" h="526" extrusionOk="0">
                    <a:moveTo>
                      <a:pt x="964" y="1"/>
                    </a:moveTo>
                    <a:cubicBezTo>
                      <a:pt x="940" y="1"/>
                      <a:pt x="917" y="6"/>
                      <a:pt x="897" y="16"/>
                    </a:cubicBezTo>
                    <a:cubicBezTo>
                      <a:pt x="552" y="174"/>
                      <a:pt x="1" y="324"/>
                      <a:pt x="38" y="482"/>
                    </a:cubicBezTo>
                    <a:cubicBezTo>
                      <a:pt x="50" y="513"/>
                      <a:pt x="96" y="526"/>
                      <a:pt x="163" y="526"/>
                    </a:cubicBezTo>
                    <a:cubicBezTo>
                      <a:pt x="363" y="526"/>
                      <a:pt x="753" y="414"/>
                      <a:pt x="1018" y="324"/>
                    </a:cubicBezTo>
                    <a:cubicBezTo>
                      <a:pt x="1130" y="324"/>
                      <a:pt x="1168" y="212"/>
                      <a:pt x="1130" y="90"/>
                    </a:cubicBezTo>
                    <a:cubicBezTo>
                      <a:pt x="1103" y="36"/>
                      <a:pt x="1031" y="1"/>
                      <a:pt x="964"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5" name="Google Shape;5545;p70"/>
              <p:cNvSpPr/>
              <p:nvPr/>
            </p:nvSpPr>
            <p:spPr>
              <a:xfrm>
                <a:off x="875411" y="3428890"/>
                <a:ext cx="71140" cy="37419"/>
              </a:xfrm>
              <a:custGeom>
                <a:avLst/>
                <a:gdLst/>
                <a:ahLst/>
                <a:cxnLst/>
                <a:rect l="l" t="t" r="r" b="b"/>
                <a:pathLst>
                  <a:path w="1289" h="678" extrusionOk="0">
                    <a:moveTo>
                      <a:pt x="1009" y="164"/>
                    </a:moveTo>
                    <a:cubicBezTo>
                      <a:pt x="1055" y="164"/>
                      <a:pt x="1055" y="164"/>
                      <a:pt x="1093" y="211"/>
                    </a:cubicBezTo>
                    <a:lnTo>
                      <a:pt x="1093" y="286"/>
                    </a:lnTo>
                    <a:cubicBezTo>
                      <a:pt x="1093" y="323"/>
                      <a:pt x="1055" y="323"/>
                      <a:pt x="1055" y="323"/>
                    </a:cubicBezTo>
                    <a:cubicBezTo>
                      <a:pt x="859" y="398"/>
                      <a:pt x="393" y="519"/>
                      <a:pt x="197" y="519"/>
                    </a:cubicBezTo>
                    <a:cubicBezTo>
                      <a:pt x="271" y="444"/>
                      <a:pt x="505" y="360"/>
                      <a:pt x="663" y="286"/>
                    </a:cubicBezTo>
                    <a:cubicBezTo>
                      <a:pt x="775" y="248"/>
                      <a:pt x="897" y="211"/>
                      <a:pt x="971" y="164"/>
                    </a:cubicBezTo>
                    <a:close/>
                    <a:moveTo>
                      <a:pt x="987" y="1"/>
                    </a:moveTo>
                    <a:cubicBezTo>
                      <a:pt x="955" y="1"/>
                      <a:pt x="925" y="6"/>
                      <a:pt x="897" y="15"/>
                    </a:cubicBezTo>
                    <a:cubicBezTo>
                      <a:pt x="822" y="90"/>
                      <a:pt x="701" y="127"/>
                      <a:pt x="626" y="164"/>
                    </a:cubicBezTo>
                    <a:cubicBezTo>
                      <a:pt x="271" y="286"/>
                      <a:pt x="75" y="360"/>
                      <a:pt x="38" y="482"/>
                    </a:cubicBezTo>
                    <a:cubicBezTo>
                      <a:pt x="0" y="519"/>
                      <a:pt x="0" y="556"/>
                      <a:pt x="38" y="594"/>
                    </a:cubicBezTo>
                    <a:cubicBezTo>
                      <a:pt x="38" y="631"/>
                      <a:pt x="75" y="678"/>
                      <a:pt x="197" y="678"/>
                    </a:cubicBezTo>
                    <a:cubicBezTo>
                      <a:pt x="355" y="678"/>
                      <a:pt x="626" y="631"/>
                      <a:pt x="1093" y="482"/>
                    </a:cubicBezTo>
                    <a:cubicBezTo>
                      <a:pt x="1130" y="482"/>
                      <a:pt x="1205" y="444"/>
                      <a:pt x="1242" y="360"/>
                    </a:cubicBezTo>
                    <a:cubicBezTo>
                      <a:pt x="1289" y="286"/>
                      <a:pt x="1242" y="211"/>
                      <a:pt x="1242" y="127"/>
                    </a:cubicBezTo>
                    <a:cubicBezTo>
                      <a:pt x="1186" y="43"/>
                      <a:pt x="1083" y="1"/>
                      <a:pt x="987"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6" name="Google Shape;5546;p70"/>
              <p:cNvSpPr/>
              <p:nvPr/>
            </p:nvSpPr>
            <p:spPr>
              <a:xfrm>
                <a:off x="869230" y="3411395"/>
                <a:ext cx="77321" cy="36812"/>
              </a:xfrm>
              <a:custGeom>
                <a:avLst/>
                <a:gdLst/>
                <a:ahLst/>
                <a:cxnLst/>
                <a:rect l="l" t="t" r="r" b="b"/>
                <a:pathLst>
                  <a:path w="1401" h="667" extrusionOk="0">
                    <a:moveTo>
                      <a:pt x="1184" y="0"/>
                    </a:moveTo>
                    <a:cubicBezTo>
                      <a:pt x="1164" y="0"/>
                      <a:pt x="1143" y="5"/>
                      <a:pt x="1121" y="15"/>
                    </a:cubicBezTo>
                    <a:cubicBezTo>
                      <a:pt x="738" y="211"/>
                      <a:pt x="0" y="481"/>
                      <a:pt x="112" y="640"/>
                    </a:cubicBezTo>
                    <a:cubicBezTo>
                      <a:pt x="137" y="659"/>
                      <a:pt x="173" y="667"/>
                      <a:pt x="217" y="667"/>
                    </a:cubicBezTo>
                    <a:cubicBezTo>
                      <a:pt x="457" y="667"/>
                      <a:pt x="948" y="421"/>
                      <a:pt x="1279" y="295"/>
                    </a:cubicBezTo>
                    <a:cubicBezTo>
                      <a:pt x="1354" y="248"/>
                      <a:pt x="1401" y="173"/>
                      <a:pt x="1354" y="99"/>
                    </a:cubicBezTo>
                    <a:lnTo>
                      <a:pt x="1317" y="99"/>
                    </a:lnTo>
                    <a:cubicBezTo>
                      <a:pt x="1289" y="37"/>
                      <a:pt x="1241" y="0"/>
                      <a:pt x="1184"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7" name="Google Shape;5547;p70"/>
              <p:cNvSpPr/>
              <p:nvPr/>
            </p:nvSpPr>
            <p:spPr>
              <a:xfrm>
                <a:off x="871272" y="3407311"/>
                <a:ext cx="77321" cy="46139"/>
              </a:xfrm>
              <a:custGeom>
                <a:avLst/>
                <a:gdLst/>
                <a:ahLst/>
                <a:cxnLst/>
                <a:rect l="l" t="t" r="r" b="b"/>
                <a:pathLst>
                  <a:path w="1401" h="836" extrusionOk="0">
                    <a:moveTo>
                      <a:pt x="1163" y="157"/>
                    </a:moveTo>
                    <a:cubicBezTo>
                      <a:pt x="1189" y="157"/>
                      <a:pt x="1216" y="183"/>
                      <a:pt x="1242" y="210"/>
                    </a:cubicBezTo>
                    <a:lnTo>
                      <a:pt x="1242" y="247"/>
                    </a:lnTo>
                    <a:cubicBezTo>
                      <a:pt x="1242" y="285"/>
                      <a:pt x="1205" y="285"/>
                      <a:pt x="1205" y="285"/>
                    </a:cubicBezTo>
                    <a:lnTo>
                      <a:pt x="1130" y="322"/>
                    </a:lnTo>
                    <a:cubicBezTo>
                      <a:pt x="948" y="434"/>
                      <a:pt x="430" y="643"/>
                      <a:pt x="199" y="643"/>
                    </a:cubicBezTo>
                    <a:cubicBezTo>
                      <a:pt x="181" y="643"/>
                      <a:pt x="164" y="642"/>
                      <a:pt x="150" y="639"/>
                    </a:cubicBezTo>
                    <a:cubicBezTo>
                      <a:pt x="272" y="555"/>
                      <a:pt x="580" y="443"/>
                      <a:pt x="776" y="322"/>
                    </a:cubicBezTo>
                    <a:cubicBezTo>
                      <a:pt x="897" y="285"/>
                      <a:pt x="1046" y="210"/>
                      <a:pt x="1130" y="173"/>
                    </a:cubicBezTo>
                    <a:cubicBezTo>
                      <a:pt x="1141" y="162"/>
                      <a:pt x="1152" y="157"/>
                      <a:pt x="1163" y="157"/>
                    </a:cubicBezTo>
                    <a:close/>
                    <a:moveTo>
                      <a:pt x="1139" y="0"/>
                    </a:moveTo>
                    <a:cubicBezTo>
                      <a:pt x="1108" y="0"/>
                      <a:pt x="1076" y="5"/>
                      <a:pt x="1046" y="14"/>
                    </a:cubicBezTo>
                    <a:cubicBezTo>
                      <a:pt x="972" y="89"/>
                      <a:pt x="850" y="135"/>
                      <a:pt x="701" y="173"/>
                    </a:cubicBezTo>
                    <a:cubicBezTo>
                      <a:pt x="234" y="406"/>
                      <a:pt x="1" y="518"/>
                      <a:pt x="1" y="639"/>
                    </a:cubicBezTo>
                    <a:cubicBezTo>
                      <a:pt x="1" y="677"/>
                      <a:pt x="1" y="714"/>
                      <a:pt x="38" y="751"/>
                    </a:cubicBezTo>
                    <a:cubicBezTo>
                      <a:pt x="75" y="789"/>
                      <a:pt x="113" y="835"/>
                      <a:pt x="197" y="835"/>
                    </a:cubicBezTo>
                    <a:cubicBezTo>
                      <a:pt x="430" y="835"/>
                      <a:pt x="776" y="677"/>
                      <a:pt x="1168" y="481"/>
                    </a:cubicBezTo>
                    <a:lnTo>
                      <a:pt x="1280" y="443"/>
                    </a:lnTo>
                    <a:lnTo>
                      <a:pt x="1401" y="322"/>
                    </a:lnTo>
                    <a:cubicBezTo>
                      <a:pt x="1401" y="247"/>
                      <a:pt x="1401" y="173"/>
                      <a:pt x="1364" y="135"/>
                    </a:cubicBezTo>
                    <a:cubicBezTo>
                      <a:pt x="1328" y="44"/>
                      <a:pt x="1235" y="0"/>
                      <a:pt x="1139"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8" name="Google Shape;5548;p70"/>
              <p:cNvSpPr/>
              <p:nvPr/>
            </p:nvSpPr>
            <p:spPr>
              <a:xfrm>
                <a:off x="853777" y="3385621"/>
                <a:ext cx="90180" cy="48236"/>
              </a:xfrm>
              <a:custGeom>
                <a:avLst/>
                <a:gdLst/>
                <a:ahLst/>
                <a:cxnLst/>
                <a:rect l="l" t="t" r="r" b="b"/>
                <a:pathLst>
                  <a:path w="1634" h="874" extrusionOk="0">
                    <a:moveTo>
                      <a:pt x="1377" y="1"/>
                    </a:moveTo>
                    <a:cubicBezTo>
                      <a:pt x="1347" y="1"/>
                      <a:pt x="1316" y="6"/>
                      <a:pt x="1289" y="15"/>
                    </a:cubicBezTo>
                    <a:cubicBezTo>
                      <a:pt x="785" y="295"/>
                      <a:pt x="0" y="603"/>
                      <a:pt x="122" y="836"/>
                    </a:cubicBezTo>
                    <a:cubicBezTo>
                      <a:pt x="128" y="862"/>
                      <a:pt x="154" y="873"/>
                      <a:pt x="197" y="873"/>
                    </a:cubicBezTo>
                    <a:cubicBezTo>
                      <a:pt x="417" y="873"/>
                      <a:pt x="1062" y="571"/>
                      <a:pt x="1485" y="407"/>
                    </a:cubicBezTo>
                    <a:cubicBezTo>
                      <a:pt x="1597" y="370"/>
                      <a:pt x="1634" y="248"/>
                      <a:pt x="1597" y="136"/>
                    </a:cubicBezTo>
                    <a:cubicBezTo>
                      <a:pt x="1568" y="45"/>
                      <a:pt x="1471" y="1"/>
                      <a:pt x="1377"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49" name="Google Shape;5549;p70"/>
              <p:cNvSpPr/>
              <p:nvPr/>
            </p:nvSpPr>
            <p:spPr>
              <a:xfrm>
                <a:off x="849637" y="3380764"/>
                <a:ext cx="98956" cy="57232"/>
              </a:xfrm>
              <a:custGeom>
                <a:avLst/>
                <a:gdLst/>
                <a:ahLst/>
                <a:cxnLst/>
                <a:rect l="l" t="t" r="r" b="b"/>
                <a:pathLst>
                  <a:path w="1793" h="1037" extrusionOk="0">
                    <a:moveTo>
                      <a:pt x="1522" y="187"/>
                    </a:moveTo>
                    <a:cubicBezTo>
                      <a:pt x="1560" y="187"/>
                      <a:pt x="1597" y="224"/>
                      <a:pt x="1597" y="262"/>
                    </a:cubicBezTo>
                    <a:cubicBezTo>
                      <a:pt x="1634" y="336"/>
                      <a:pt x="1597" y="420"/>
                      <a:pt x="1522" y="420"/>
                    </a:cubicBezTo>
                    <a:cubicBezTo>
                      <a:pt x="1401" y="458"/>
                      <a:pt x="1289" y="532"/>
                      <a:pt x="1168" y="570"/>
                    </a:cubicBezTo>
                    <a:cubicBezTo>
                      <a:pt x="882" y="682"/>
                      <a:pt x="428" y="891"/>
                      <a:pt x="266" y="891"/>
                    </a:cubicBezTo>
                    <a:cubicBezTo>
                      <a:pt x="254" y="891"/>
                      <a:pt x="243" y="890"/>
                      <a:pt x="234" y="887"/>
                    </a:cubicBezTo>
                    <a:cubicBezTo>
                      <a:pt x="234" y="766"/>
                      <a:pt x="776" y="495"/>
                      <a:pt x="1009" y="383"/>
                    </a:cubicBezTo>
                    <a:cubicBezTo>
                      <a:pt x="1168" y="299"/>
                      <a:pt x="1289" y="262"/>
                      <a:pt x="1401" y="187"/>
                    </a:cubicBezTo>
                    <a:close/>
                    <a:moveTo>
                      <a:pt x="1462" y="0"/>
                    </a:moveTo>
                    <a:cubicBezTo>
                      <a:pt x="1413" y="0"/>
                      <a:pt x="1364" y="10"/>
                      <a:pt x="1326" y="28"/>
                    </a:cubicBezTo>
                    <a:cubicBezTo>
                      <a:pt x="1205" y="103"/>
                      <a:pt x="1093" y="187"/>
                      <a:pt x="934" y="224"/>
                    </a:cubicBezTo>
                    <a:cubicBezTo>
                      <a:pt x="430" y="495"/>
                      <a:pt x="1" y="728"/>
                      <a:pt x="122" y="924"/>
                    </a:cubicBezTo>
                    <a:cubicBezTo>
                      <a:pt x="122" y="999"/>
                      <a:pt x="197" y="1036"/>
                      <a:pt x="271" y="1036"/>
                    </a:cubicBezTo>
                    <a:cubicBezTo>
                      <a:pt x="467" y="1036"/>
                      <a:pt x="776" y="924"/>
                      <a:pt x="1205" y="728"/>
                    </a:cubicBezTo>
                    <a:cubicBezTo>
                      <a:pt x="1364" y="691"/>
                      <a:pt x="1476" y="616"/>
                      <a:pt x="1597" y="570"/>
                    </a:cubicBezTo>
                    <a:cubicBezTo>
                      <a:pt x="1709" y="532"/>
                      <a:pt x="1793" y="336"/>
                      <a:pt x="1756" y="187"/>
                    </a:cubicBezTo>
                    <a:cubicBezTo>
                      <a:pt x="1709" y="103"/>
                      <a:pt x="1672" y="66"/>
                      <a:pt x="1597" y="28"/>
                    </a:cubicBezTo>
                    <a:cubicBezTo>
                      <a:pt x="1560" y="10"/>
                      <a:pt x="1511" y="0"/>
                      <a:pt x="1462"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0" name="Google Shape;5550;p70"/>
              <p:cNvSpPr/>
              <p:nvPr/>
            </p:nvSpPr>
            <p:spPr>
              <a:xfrm>
                <a:off x="845553" y="3368126"/>
                <a:ext cx="72685" cy="39792"/>
              </a:xfrm>
              <a:custGeom>
                <a:avLst/>
                <a:gdLst/>
                <a:ahLst/>
                <a:cxnLst/>
                <a:rect l="l" t="t" r="r" b="b"/>
                <a:pathLst>
                  <a:path w="1317" h="721" extrusionOk="0">
                    <a:moveTo>
                      <a:pt x="1076" y="0"/>
                    </a:moveTo>
                    <a:cubicBezTo>
                      <a:pt x="1041" y="0"/>
                      <a:pt x="1005" y="8"/>
                      <a:pt x="971" y="24"/>
                    </a:cubicBezTo>
                    <a:cubicBezTo>
                      <a:pt x="429" y="295"/>
                      <a:pt x="0" y="612"/>
                      <a:pt x="112" y="687"/>
                    </a:cubicBezTo>
                    <a:cubicBezTo>
                      <a:pt x="138" y="710"/>
                      <a:pt x="181" y="721"/>
                      <a:pt x="237" y="721"/>
                    </a:cubicBezTo>
                    <a:cubicBezTo>
                      <a:pt x="444" y="721"/>
                      <a:pt x="829" y="578"/>
                      <a:pt x="1167" y="453"/>
                    </a:cubicBezTo>
                    <a:cubicBezTo>
                      <a:pt x="1242" y="453"/>
                      <a:pt x="1316" y="332"/>
                      <a:pt x="1316" y="220"/>
                    </a:cubicBezTo>
                    <a:cubicBezTo>
                      <a:pt x="1316" y="96"/>
                      <a:pt x="1202" y="0"/>
                      <a:pt x="1076"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1" name="Google Shape;5551;p70"/>
              <p:cNvSpPr/>
              <p:nvPr/>
            </p:nvSpPr>
            <p:spPr>
              <a:xfrm>
                <a:off x="847595" y="3363766"/>
                <a:ext cx="75279" cy="48457"/>
              </a:xfrm>
              <a:custGeom>
                <a:avLst/>
                <a:gdLst/>
                <a:ahLst/>
                <a:cxnLst/>
                <a:rect l="l" t="t" r="r" b="b"/>
                <a:pathLst>
                  <a:path w="1364" h="878" extrusionOk="0">
                    <a:moveTo>
                      <a:pt x="1033" y="149"/>
                    </a:moveTo>
                    <a:cubicBezTo>
                      <a:pt x="1058" y="149"/>
                      <a:pt x="1088" y="159"/>
                      <a:pt x="1130" y="177"/>
                    </a:cubicBezTo>
                    <a:cubicBezTo>
                      <a:pt x="1167" y="177"/>
                      <a:pt x="1205" y="262"/>
                      <a:pt x="1205" y="299"/>
                    </a:cubicBezTo>
                    <a:lnTo>
                      <a:pt x="1205" y="336"/>
                    </a:lnTo>
                    <a:cubicBezTo>
                      <a:pt x="1205" y="374"/>
                      <a:pt x="1167" y="458"/>
                      <a:pt x="1093" y="495"/>
                    </a:cubicBezTo>
                    <a:cubicBezTo>
                      <a:pt x="542" y="691"/>
                      <a:pt x="234" y="728"/>
                      <a:pt x="159" y="728"/>
                    </a:cubicBezTo>
                    <a:cubicBezTo>
                      <a:pt x="196" y="644"/>
                      <a:pt x="430" y="458"/>
                      <a:pt x="971" y="177"/>
                    </a:cubicBezTo>
                    <a:cubicBezTo>
                      <a:pt x="990" y="159"/>
                      <a:pt x="1009" y="149"/>
                      <a:pt x="1033" y="149"/>
                    </a:cubicBezTo>
                    <a:close/>
                    <a:moveTo>
                      <a:pt x="1037" y="0"/>
                    </a:moveTo>
                    <a:cubicBezTo>
                      <a:pt x="983" y="0"/>
                      <a:pt x="934" y="9"/>
                      <a:pt x="897" y="28"/>
                    </a:cubicBezTo>
                    <a:cubicBezTo>
                      <a:pt x="467" y="224"/>
                      <a:pt x="0" y="532"/>
                      <a:pt x="0" y="728"/>
                    </a:cubicBezTo>
                    <a:cubicBezTo>
                      <a:pt x="0" y="766"/>
                      <a:pt x="0" y="803"/>
                      <a:pt x="38" y="840"/>
                    </a:cubicBezTo>
                    <a:cubicBezTo>
                      <a:pt x="38" y="840"/>
                      <a:pt x="75" y="878"/>
                      <a:pt x="196" y="878"/>
                    </a:cubicBezTo>
                    <a:cubicBezTo>
                      <a:pt x="346" y="878"/>
                      <a:pt x="626" y="840"/>
                      <a:pt x="1167" y="607"/>
                    </a:cubicBezTo>
                    <a:cubicBezTo>
                      <a:pt x="1279" y="570"/>
                      <a:pt x="1363" y="458"/>
                      <a:pt x="1363" y="299"/>
                    </a:cubicBezTo>
                    <a:cubicBezTo>
                      <a:pt x="1363" y="177"/>
                      <a:pt x="1279" y="103"/>
                      <a:pt x="1205" y="28"/>
                    </a:cubicBezTo>
                    <a:cubicBezTo>
                      <a:pt x="1149" y="9"/>
                      <a:pt x="1090" y="0"/>
                      <a:pt x="1037"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52" name="Google Shape;5552;p70"/>
            <p:cNvSpPr/>
            <p:nvPr/>
          </p:nvSpPr>
          <p:spPr>
            <a:xfrm>
              <a:off x="7049885" y="3051874"/>
              <a:ext cx="321206" cy="549584"/>
            </a:xfrm>
            <a:custGeom>
              <a:avLst/>
              <a:gdLst/>
              <a:ahLst/>
              <a:cxnLst/>
              <a:rect l="l" t="t" r="r" b="b"/>
              <a:pathLst>
                <a:path w="5834" h="9982" extrusionOk="0">
                  <a:moveTo>
                    <a:pt x="4026" y="0"/>
                  </a:moveTo>
                  <a:cubicBezTo>
                    <a:pt x="3597" y="0"/>
                    <a:pt x="3171" y="216"/>
                    <a:pt x="2912" y="598"/>
                  </a:cubicBezTo>
                  <a:cubicBezTo>
                    <a:pt x="0" y="5153"/>
                    <a:pt x="663" y="8420"/>
                    <a:pt x="663" y="8420"/>
                  </a:cubicBezTo>
                  <a:cubicBezTo>
                    <a:pt x="775" y="9857"/>
                    <a:pt x="1633" y="9894"/>
                    <a:pt x="1633" y="9894"/>
                  </a:cubicBezTo>
                  <a:cubicBezTo>
                    <a:pt x="1870" y="9954"/>
                    <a:pt x="2109" y="9982"/>
                    <a:pt x="2346" y="9982"/>
                  </a:cubicBezTo>
                  <a:cubicBezTo>
                    <a:pt x="3658" y="9982"/>
                    <a:pt x="4940" y="9147"/>
                    <a:pt x="5834" y="8420"/>
                  </a:cubicBezTo>
                  <a:cubicBezTo>
                    <a:pt x="5796" y="8261"/>
                    <a:pt x="5750" y="8112"/>
                    <a:pt x="5712" y="7953"/>
                  </a:cubicBezTo>
                  <a:cubicBezTo>
                    <a:pt x="5600" y="7412"/>
                    <a:pt x="5442" y="6898"/>
                    <a:pt x="5367" y="6357"/>
                  </a:cubicBezTo>
                  <a:lnTo>
                    <a:pt x="3696" y="6824"/>
                  </a:lnTo>
                  <a:cubicBezTo>
                    <a:pt x="5050" y="4453"/>
                    <a:pt x="5367" y="3249"/>
                    <a:pt x="5516" y="2231"/>
                  </a:cubicBezTo>
                  <a:cubicBezTo>
                    <a:pt x="5516" y="2119"/>
                    <a:pt x="5563" y="1998"/>
                    <a:pt x="5563" y="1886"/>
                  </a:cubicBezTo>
                  <a:cubicBezTo>
                    <a:pt x="5600" y="953"/>
                    <a:pt x="5171" y="449"/>
                    <a:pt x="4667" y="178"/>
                  </a:cubicBezTo>
                  <a:cubicBezTo>
                    <a:pt x="4467" y="57"/>
                    <a:pt x="4246" y="0"/>
                    <a:pt x="4026" y="0"/>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3" name="Google Shape;5553;p70"/>
            <p:cNvSpPr/>
            <p:nvPr/>
          </p:nvSpPr>
          <p:spPr>
            <a:xfrm>
              <a:off x="7279035" y="3271333"/>
              <a:ext cx="70474" cy="141333"/>
            </a:xfrm>
            <a:custGeom>
              <a:avLst/>
              <a:gdLst/>
              <a:ahLst/>
              <a:cxnLst/>
              <a:rect l="l" t="t" r="r" b="b"/>
              <a:pathLst>
                <a:path w="1280" h="2567" extrusionOk="0">
                  <a:moveTo>
                    <a:pt x="850" y="0"/>
                  </a:moveTo>
                  <a:cubicBezTo>
                    <a:pt x="813" y="0"/>
                    <a:pt x="776" y="0"/>
                    <a:pt x="776" y="37"/>
                  </a:cubicBezTo>
                  <a:cubicBezTo>
                    <a:pt x="738" y="112"/>
                    <a:pt x="1" y="1596"/>
                    <a:pt x="38" y="2371"/>
                  </a:cubicBezTo>
                  <a:cubicBezTo>
                    <a:pt x="38" y="2408"/>
                    <a:pt x="38" y="2492"/>
                    <a:pt x="113" y="2530"/>
                  </a:cubicBezTo>
                  <a:cubicBezTo>
                    <a:pt x="150" y="2567"/>
                    <a:pt x="272" y="2567"/>
                    <a:pt x="384" y="2567"/>
                  </a:cubicBezTo>
                  <a:cubicBezTo>
                    <a:pt x="738" y="2567"/>
                    <a:pt x="1168" y="2446"/>
                    <a:pt x="1242" y="2408"/>
                  </a:cubicBezTo>
                  <a:cubicBezTo>
                    <a:pt x="1280" y="2408"/>
                    <a:pt x="1280" y="2371"/>
                    <a:pt x="1280" y="2371"/>
                  </a:cubicBezTo>
                  <a:cubicBezTo>
                    <a:pt x="1280" y="2334"/>
                    <a:pt x="1242" y="2334"/>
                    <a:pt x="1205" y="2334"/>
                  </a:cubicBezTo>
                  <a:cubicBezTo>
                    <a:pt x="1043" y="2385"/>
                    <a:pt x="692" y="2460"/>
                    <a:pt x="427" y="2460"/>
                  </a:cubicBezTo>
                  <a:cubicBezTo>
                    <a:pt x="310" y="2460"/>
                    <a:pt x="210" y="2445"/>
                    <a:pt x="150" y="2408"/>
                  </a:cubicBezTo>
                  <a:cubicBezTo>
                    <a:pt x="150" y="2408"/>
                    <a:pt x="113" y="2371"/>
                    <a:pt x="113" y="2334"/>
                  </a:cubicBezTo>
                  <a:cubicBezTo>
                    <a:pt x="76" y="1633"/>
                    <a:pt x="850" y="112"/>
                    <a:pt x="850" y="75"/>
                  </a:cubicBezTo>
                  <a:lnTo>
                    <a:pt x="850" y="0"/>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4" name="Google Shape;5554;p70"/>
            <p:cNvSpPr/>
            <p:nvPr/>
          </p:nvSpPr>
          <p:spPr>
            <a:xfrm>
              <a:off x="7163414" y="2536150"/>
              <a:ext cx="417391" cy="214614"/>
            </a:xfrm>
            <a:custGeom>
              <a:avLst/>
              <a:gdLst/>
              <a:ahLst/>
              <a:cxnLst/>
              <a:rect l="l" t="t" r="r" b="b"/>
              <a:pathLst>
                <a:path w="7581" h="3898" extrusionOk="0">
                  <a:moveTo>
                    <a:pt x="4226" y="1"/>
                  </a:moveTo>
                  <a:cubicBezTo>
                    <a:pt x="4026" y="1"/>
                    <a:pt x="3821" y="40"/>
                    <a:pt x="3613" y="127"/>
                  </a:cubicBezTo>
                  <a:cubicBezTo>
                    <a:pt x="1476" y="1023"/>
                    <a:pt x="1" y="1686"/>
                    <a:pt x="738" y="3823"/>
                  </a:cubicBezTo>
                  <a:cubicBezTo>
                    <a:pt x="738" y="3823"/>
                    <a:pt x="850" y="3897"/>
                    <a:pt x="1063" y="3897"/>
                  </a:cubicBezTo>
                  <a:cubicBezTo>
                    <a:pt x="1539" y="3897"/>
                    <a:pt x="2518" y="3528"/>
                    <a:pt x="3884" y="1144"/>
                  </a:cubicBezTo>
                  <a:cubicBezTo>
                    <a:pt x="3884" y="1144"/>
                    <a:pt x="6150" y="3482"/>
                    <a:pt x="7167" y="3482"/>
                  </a:cubicBezTo>
                  <a:cubicBezTo>
                    <a:pt x="7190" y="3482"/>
                    <a:pt x="7213" y="3480"/>
                    <a:pt x="7235" y="3478"/>
                  </a:cubicBezTo>
                  <a:cubicBezTo>
                    <a:pt x="7580" y="3402"/>
                    <a:pt x="6092" y="1"/>
                    <a:pt x="4226"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555" name="Google Shape;5555;p70"/>
            <p:cNvSpPr/>
            <p:nvPr/>
          </p:nvSpPr>
          <p:spPr>
            <a:xfrm>
              <a:off x="7262575" y="2366425"/>
              <a:ext cx="196500" cy="171900"/>
            </a:xfrm>
            <a:prstGeom prst="ellipse">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556" name="Google Shape;5556;p70"/>
          <p:cNvSpPr/>
          <p:nvPr/>
        </p:nvSpPr>
        <p:spPr>
          <a:xfrm>
            <a:off x="5784350" y="-83375"/>
            <a:ext cx="3514725" cy="1630025"/>
          </a:xfrm>
          <a:custGeom>
            <a:avLst/>
            <a:gdLst/>
            <a:ahLst/>
            <a:cxnLst/>
            <a:rect l="l" t="t" r="r" b="b"/>
            <a:pathLst>
              <a:path w="140589" h="65201" extrusionOk="0">
                <a:moveTo>
                  <a:pt x="0" y="0"/>
                </a:moveTo>
                <a:cubicBezTo>
                  <a:pt x="11396" y="6512"/>
                  <a:pt x="30520" y="6217"/>
                  <a:pt x="34671" y="18669"/>
                </a:cubicBezTo>
                <a:cubicBezTo>
                  <a:pt x="37740" y="27876"/>
                  <a:pt x="37719" y="37920"/>
                  <a:pt x="37719" y="47625"/>
                </a:cubicBezTo>
                <a:cubicBezTo>
                  <a:pt x="37719" y="52585"/>
                  <a:pt x="37149" y="59170"/>
                  <a:pt x="41148" y="62103"/>
                </a:cubicBezTo>
                <a:cubicBezTo>
                  <a:pt x="57800" y="74314"/>
                  <a:pt x="81318" y="46009"/>
                  <a:pt x="101727" y="49149"/>
                </a:cubicBezTo>
                <a:cubicBezTo>
                  <a:pt x="115184" y="51219"/>
                  <a:pt x="127673" y="66027"/>
                  <a:pt x="140589" y="61722"/>
                </a:cubicBezTo>
              </a:path>
            </a:pathLst>
          </a:custGeom>
          <a:noFill/>
          <a:ln w="19050" cap="flat" cmpd="sng">
            <a:solidFill>
              <a:schemeClr val="dk2"/>
            </a:solidFill>
            <a:prstDash val="dash"/>
            <a:round/>
            <a:headEnd type="none" w="med" len="med"/>
            <a:tailEnd type="none" w="med" len="med"/>
          </a:ln>
        </p:spPr>
        <p:txBody>
          <a:bodyPr/>
          <a:lstStyle/>
          <a:p>
            <a:endParaRPr lang="pt-BR"/>
          </a:p>
        </p:txBody>
      </p:sp>
      <p:sp>
        <p:nvSpPr>
          <p:cNvPr id="5557" name="Google Shape;5557;p70"/>
          <p:cNvSpPr/>
          <p:nvPr/>
        </p:nvSpPr>
        <p:spPr>
          <a:xfrm rot="-619937">
            <a:off x="1453201" y="790689"/>
            <a:ext cx="1452671" cy="448347"/>
          </a:xfrm>
          <a:prstGeom prst="rect">
            <a:avLst/>
          </a:prstGeom>
        </p:spPr>
        <p:txBody>
          <a:bodyPr>
            <a:prstTxWarp prst="textPlain">
              <a:avLst/>
            </a:prstTxWarp>
          </a:bodyPr>
          <a:lstStyle/>
          <a:p>
            <a:pPr lvl="0" algn="ctr"/>
            <a:endParaRPr b="0" i="0" dirty="0">
              <a:ln>
                <a:noFill/>
              </a:ln>
              <a:solidFill>
                <a:schemeClr val="accent2"/>
              </a:solidFill>
              <a:latin typeface="Nanum Pen Script"/>
            </a:endParaRPr>
          </a:p>
        </p:txBody>
      </p:sp>
    </p:spTree>
    <p:extLst>
      <p:ext uri="{BB962C8B-B14F-4D97-AF65-F5344CB8AC3E}">
        <p14:creationId xmlns:p14="http://schemas.microsoft.com/office/powerpoint/2010/main" val="395893937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988"/>
        <p:cNvGrpSpPr/>
        <p:nvPr/>
      </p:nvGrpSpPr>
      <p:grpSpPr>
        <a:xfrm>
          <a:off x="0" y="0"/>
          <a:ext cx="0" cy="0"/>
          <a:chOff x="0" y="0"/>
          <a:chExt cx="0" cy="0"/>
        </a:xfrm>
      </p:grpSpPr>
      <p:pic>
        <p:nvPicPr>
          <p:cNvPr id="2989" name="Google Shape;2989;p55"/>
          <p:cNvPicPr preferRelativeResize="0"/>
          <p:nvPr/>
        </p:nvPicPr>
        <p:blipFill rotWithShape="1">
          <a:blip r:embed="rId3"/>
          <a:srcRect l="-158" t="1387" r="-164" b="-1387"/>
          <a:stretch/>
        </p:blipFill>
        <p:spPr>
          <a:xfrm>
            <a:off x="4032904" y="1348402"/>
            <a:ext cx="4314845" cy="2606053"/>
          </a:xfrm>
          <a:prstGeom prst="rect">
            <a:avLst/>
          </a:prstGeom>
          <a:noFill/>
          <a:ln>
            <a:noFill/>
          </a:ln>
        </p:spPr>
      </p:pic>
      <p:sp>
        <p:nvSpPr>
          <p:cNvPr id="2990" name="Google Shape;2990;p55"/>
          <p:cNvSpPr txBox="1">
            <a:spLocks noGrp="1"/>
          </p:cNvSpPr>
          <p:nvPr>
            <p:ph type="title"/>
          </p:nvPr>
        </p:nvSpPr>
        <p:spPr>
          <a:xfrm>
            <a:off x="713100" y="1030025"/>
            <a:ext cx="2717100" cy="2211000"/>
          </a:xfrm>
          <a:prstGeom prst="rect">
            <a:avLst/>
          </a:prstGeom>
        </p:spPr>
        <p:txBody>
          <a:bodyPr spcFirstLastPara="1" wrap="square" lIns="14400" tIns="14400" rIns="14400" bIns="14400" anchor="t" anchorCtr="0">
            <a:noAutofit/>
          </a:bodyPr>
          <a:lstStyle/>
          <a:p>
            <a:pPr marL="0" lvl="0" indent="0" algn="l" rtl="0">
              <a:spcBef>
                <a:spcPts val="0"/>
              </a:spcBef>
              <a:spcAft>
                <a:spcPts val="0"/>
              </a:spcAft>
              <a:buNone/>
            </a:pPr>
            <a:r>
              <a:rPr lang="en" dirty="0"/>
              <a:t>Exemplos de Insert</a:t>
            </a:r>
            <a:br>
              <a:rPr lang="en" dirty="0"/>
            </a:br>
            <a:r>
              <a:rPr lang="en" dirty="0"/>
              <a:t>(inserção de dados).</a:t>
            </a:r>
            <a:endParaRPr dirty="0"/>
          </a:p>
        </p:txBody>
      </p:sp>
      <p:sp>
        <p:nvSpPr>
          <p:cNvPr id="2991" name="Google Shape;2991;p55"/>
          <p:cNvSpPr txBox="1">
            <a:spLocks noGrp="1"/>
          </p:cNvSpPr>
          <p:nvPr>
            <p:ph type="subTitle" idx="1"/>
          </p:nvPr>
        </p:nvSpPr>
        <p:spPr>
          <a:xfrm>
            <a:off x="713100" y="3398625"/>
            <a:ext cx="2376900" cy="874200"/>
          </a:xfrm>
          <a:prstGeom prst="rect">
            <a:avLst/>
          </a:prstGeom>
        </p:spPr>
        <p:txBody>
          <a:bodyPr spcFirstLastPara="1" wrap="square" lIns="14400" tIns="14400" rIns="14400" bIns="14400" anchor="t" anchorCtr="0">
            <a:noAutofit/>
          </a:bodyPr>
          <a:lstStyle/>
          <a:p>
            <a:pPr marL="0" lvl="0" indent="0" algn="l" rtl="0">
              <a:spcBef>
                <a:spcPts val="0"/>
              </a:spcBef>
              <a:spcAft>
                <a:spcPts val="0"/>
              </a:spcAft>
              <a:buNone/>
            </a:pPr>
            <a:r>
              <a:rPr lang="pt-BR" dirty="0"/>
              <a:t>Com êxito, registramos mais de 50 inserções recentes em nosso banco de dados, destacando sua eficácia e confiabilidade.</a:t>
            </a:r>
            <a:endParaRPr lang="en-US" dirty="0"/>
          </a:p>
        </p:txBody>
      </p:sp>
      <p:sp>
        <p:nvSpPr>
          <p:cNvPr id="2992" name="Google Shape;2992;p55"/>
          <p:cNvSpPr/>
          <p:nvPr/>
        </p:nvSpPr>
        <p:spPr>
          <a:xfrm rot="-179835">
            <a:off x="5321244" y="983647"/>
            <a:ext cx="1727009" cy="277268"/>
          </a:xfrm>
          <a:prstGeom prst="rect">
            <a:avLst/>
          </a:prstGeom>
        </p:spPr>
        <p:txBody>
          <a:bodyPr>
            <a:prstTxWarp prst="textPlain">
              <a:avLst/>
            </a:prstTxWarp>
          </a:bodyPr>
          <a:lstStyle/>
          <a:p>
            <a:pPr lvl="0" algn="ctr"/>
            <a:r>
              <a:rPr b="0" i="0">
                <a:ln>
                  <a:noFill/>
                </a:ln>
                <a:solidFill>
                  <a:schemeClr val="dk1"/>
                </a:solidFill>
                <a:latin typeface="Nanum Pen Script"/>
              </a:rPr>
              <a:t>Take a walk!</a:t>
            </a:r>
          </a:p>
        </p:txBody>
      </p:sp>
      <p:sp>
        <p:nvSpPr>
          <p:cNvPr id="2993" name="Google Shape;2993;p55"/>
          <p:cNvSpPr/>
          <p:nvPr/>
        </p:nvSpPr>
        <p:spPr>
          <a:xfrm>
            <a:off x="0" y="-30375"/>
            <a:ext cx="2161911" cy="1172029"/>
          </a:xfrm>
          <a:custGeom>
            <a:avLst/>
            <a:gdLst/>
            <a:ahLst/>
            <a:cxnLst/>
            <a:rect l="l" t="t" r="r" b="b"/>
            <a:pathLst>
              <a:path w="103963" h="60484" extrusionOk="0">
                <a:moveTo>
                  <a:pt x="0" y="60484"/>
                </a:moveTo>
                <a:cubicBezTo>
                  <a:pt x="10808" y="58321"/>
                  <a:pt x="22750" y="56057"/>
                  <a:pt x="30849" y="48581"/>
                </a:cubicBezTo>
                <a:cubicBezTo>
                  <a:pt x="38144" y="41848"/>
                  <a:pt x="40272" y="29626"/>
                  <a:pt x="49066" y="25020"/>
                </a:cubicBezTo>
                <a:cubicBezTo>
                  <a:pt x="60115" y="19232"/>
                  <a:pt x="74103" y="22730"/>
                  <a:pt x="85988" y="18947"/>
                </a:cubicBezTo>
                <a:cubicBezTo>
                  <a:pt x="94284" y="16307"/>
                  <a:pt x="100070" y="7787"/>
                  <a:pt x="103963" y="0"/>
                </a:cubicBezTo>
              </a:path>
            </a:pathLst>
          </a:custGeom>
          <a:noFill/>
          <a:ln w="19050" cap="flat" cmpd="sng">
            <a:solidFill>
              <a:schemeClr val="dk2"/>
            </a:solidFill>
            <a:prstDash val="dash"/>
            <a:round/>
            <a:headEnd type="none" w="med" len="med"/>
            <a:tailEnd type="none" w="med" len="med"/>
          </a:ln>
        </p:spPr>
        <p:txBody>
          <a:bodyPr/>
          <a:lstStyle/>
          <a:p>
            <a:endParaRPr lang="pt-BR"/>
          </a:p>
        </p:txBody>
      </p:sp>
      <p:grpSp>
        <p:nvGrpSpPr>
          <p:cNvPr id="2994" name="Google Shape;2994;p55"/>
          <p:cNvGrpSpPr/>
          <p:nvPr/>
        </p:nvGrpSpPr>
        <p:grpSpPr>
          <a:xfrm>
            <a:off x="3525700" y="473050"/>
            <a:ext cx="5318100" cy="4131276"/>
            <a:chOff x="3525700" y="473050"/>
            <a:chExt cx="5318100" cy="4131276"/>
          </a:xfrm>
        </p:grpSpPr>
        <p:sp>
          <p:nvSpPr>
            <p:cNvPr id="2995" name="Google Shape;2995;p55"/>
            <p:cNvSpPr/>
            <p:nvPr/>
          </p:nvSpPr>
          <p:spPr>
            <a:xfrm>
              <a:off x="5519075" y="473050"/>
              <a:ext cx="1342500" cy="305700"/>
            </a:xfrm>
            <a:prstGeom prst="round2SameRect">
              <a:avLst>
                <a:gd name="adj1" fmla="val 16667"/>
                <a:gd name="adj2" fmla="val 0"/>
              </a:avLst>
            </a:pr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2996" name="Google Shape;2996;p55"/>
            <p:cNvGrpSpPr/>
            <p:nvPr/>
          </p:nvGrpSpPr>
          <p:grpSpPr>
            <a:xfrm>
              <a:off x="3653050" y="778750"/>
              <a:ext cx="5006100" cy="3703569"/>
              <a:chOff x="3653050" y="778750"/>
              <a:chExt cx="5006100" cy="3703569"/>
            </a:xfrm>
          </p:grpSpPr>
          <p:sp>
            <p:nvSpPr>
              <p:cNvPr id="2997" name="Google Shape;2997;p55"/>
              <p:cNvSpPr/>
              <p:nvPr/>
            </p:nvSpPr>
            <p:spPr>
              <a:xfrm rot="5400000">
                <a:off x="6672322" y="2712618"/>
                <a:ext cx="3445200" cy="94200"/>
              </a:xfrm>
              <a:prstGeom prst="roundRect">
                <a:avLst>
                  <a:gd name="adj" fmla="val 50000"/>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8" name="Google Shape;2998;p55"/>
              <p:cNvSpPr/>
              <p:nvPr/>
            </p:nvSpPr>
            <p:spPr>
              <a:xfrm rot="5400000">
                <a:off x="2263195" y="2712618"/>
                <a:ext cx="3445200" cy="94200"/>
              </a:xfrm>
              <a:prstGeom prst="roundRect">
                <a:avLst>
                  <a:gd name="adj" fmla="val 50000"/>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2999" name="Google Shape;2999;p55"/>
              <p:cNvSpPr/>
              <p:nvPr/>
            </p:nvSpPr>
            <p:spPr>
              <a:xfrm rot="10800000">
                <a:off x="3842921" y="860306"/>
                <a:ext cx="4667100" cy="488100"/>
              </a:xfrm>
              <a:prstGeom prst="round2SameRect">
                <a:avLst>
                  <a:gd name="adj1" fmla="val 16667"/>
                  <a:gd name="adj2" fmla="val 0"/>
                </a:avLst>
              </a:pr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0" name="Google Shape;3000;p55"/>
              <p:cNvSpPr/>
              <p:nvPr/>
            </p:nvSpPr>
            <p:spPr>
              <a:xfrm>
                <a:off x="3653050" y="778750"/>
                <a:ext cx="5006100" cy="135600"/>
              </a:xfrm>
              <a:prstGeom prst="roundRect">
                <a:avLst>
                  <a:gd name="adj" fmla="val 50000"/>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001" name="Google Shape;3001;p55"/>
              <p:cNvCxnSpPr/>
              <p:nvPr/>
            </p:nvCxnSpPr>
            <p:spPr>
              <a:xfrm>
                <a:off x="3984225" y="3954450"/>
                <a:ext cx="4384500" cy="0"/>
              </a:xfrm>
              <a:prstGeom prst="straightConnector1">
                <a:avLst/>
              </a:prstGeom>
              <a:noFill/>
              <a:ln w="28575" cap="flat" cmpd="sng">
                <a:solidFill>
                  <a:srgbClr val="5A2543"/>
                </a:solidFill>
                <a:prstDash val="solid"/>
                <a:round/>
                <a:headEnd type="none" w="med" len="med"/>
                <a:tailEnd type="none" w="med" len="med"/>
              </a:ln>
            </p:spPr>
          </p:cxnSp>
        </p:grpSp>
        <p:sp>
          <p:nvSpPr>
            <p:cNvPr id="3002" name="Google Shape;3002;p55"/>
            <p:cNvSpPr/>
            <p:nvPr/>
          </p:nvSpPr>
          <p:spPr>
            <a:xfrm>
              <a:off x="3525700" y="4390126"/>
              <a:ext cx="5318100" cy="214200"/>
            </a:xfrm>
            <a:prstGeom prst="round2SameRect">
              <a:avLst>
                <a:gd name="adj1" fmla="val 50000"/>
                <a:gd name="adj2" fmla="val 0"/>
              </a:avLst>
            </a:pr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03" name="Google Shape;3003;p55"/>
            <p:cNvGrpSpPr/>
            <p:nvPr/>
          </p:nvGrpSpPr>
          <p:grpSpPr>
            <a:xfrm>
              <a:off x="4181701" y="3851630"/>
              <a:ext cx="1947899" cy="549520"/>
              <a:chOff x="3431425" y="3904700"/>
              <a:chExt cx="2088900" cy="589298"/>
            </a:xfrm>
          </p:grpSpPr>
          <p:sp>
            <p:nvSpPr>
              <p:cNvPr id="3004" name="Google Shape;3004;p55"/>
              <p:cNvSpPr/>
              <p:nvPr/>
            </p:nvSpPr>
            <p:spPr>
              <a:xfrm rot="5400000">
                <a:off x="3388675" y="4203448"/>
                <a:ext cx="480000" cy="101100"/>
              </a:xfrm>
              <a:prstGeom prst="rect">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05" name="Google Shape;3005;p55"/>
              <p:cNvSpPr/>
              <p:nvPr/>
            </p:nvSpPr>
            <p:spPr>
              <a:xfrm rot="5400000">
                <a:off x="5046525" y="4203448"/>
                <a:ext cx="480000" cy="101100"/>
              </a:xfrm>
              <a:prstGeom prst="rect">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3006" name="Google Shape;3006;p55"/>
              <p:cNvCxnSpPr/>
              <p:nvPr/>
            </p:nvCxnSpPr>
            <p:spPr>
              <a:xfrm>
                <a:off x="3679225" y="4302573"/>
                <a:ext cx="1556700" cy="0"/>
              </a:xfrm>
              <a:prstGeom prst="straightConnector1">
                <a:avLst/>
              </a:prstGeom>
              <a:noFill/>
              <a:ln w="38100" cap="flat" cmpd="sng">
                <a:solidFill>
                  <a:srgbClr val="5A2543"/>
                </a:solidFill>
                <a:prstDash val="solid"/>
                <a:round/>
                <a:headEnd type="none" w="med" len="med"/>
                <a:tailEnd type="none" w="med" len="med"/>
              </a:ln>
            </p:spPr>
          </p:cxnSp>
          <p:sp>
            <p:nvSpPr>
              <p:cNvPr id="3007" name="Google Shape;3007;p55"/>
              <p:cNvSpPr/>
              <p:nvPr/>
            </p:nvSpPr>
            <p:spPr>
              <a:xfrm>
                <a:off x="3431425" y="3904700"/>
                <a:ext cx="2088900" cy="170400"/>
              </a:xfrm>
              <a:prstGeom prst="round2SameRect">
                <a:avLst>
                  <a:gd name="adj1" fmla="val 50000"/>
                  <a:gd name="adj2" fmla="val 0"/>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008" name="Google Shape;3008;p55"/>
          <p:cNvGrpSpPr/>
          <p:nvPr/>
        </p:nvGrpSpPr>
        <p:grpSpPr>
          <a:xfrm>
            <a:off x="3732719" y="539111"/>
            <a:ext cx="405023" cy="244664"/>
            <a:chOff x="3732719" y="539111"/>
            <a:chExt cx="405023" cy="244664"/>
          </a:xfrm>
        </p:grpSpPr>
        <p:grpSp>
          <p:nvGrpSpPr>
            <p:cNvPr id="3009" name="Google Shape;3009;p55"/>
            <p:cNvGrpSpPr/>
            <p:nvPr/>
          </p:nvGrpSpPr>
          <p:grpSpPr>
            <a:xfrm>
              <a:off x="4027697" y="625991"/>
              <a:ext cx="110046" cy="100110"/>
              <a:chOff x="3930047" y="549791"/>
              <a:chExt cx="110046" cy="100110"/>
            </a:xfrm>
          </p:grpSpPr>
          <p:sp>
            <p:nvSpPr>
              <p:cNvPr id="3010" name="Google Shape;3010;p55"/>
              <p:cNvSpPr/>
              <p:nvPr/>
            </p:nvSpPr>
            <p:spPr>
              <a:xfrm>
                <a:off x="3930193" y="549791"/>
                <a:ext cx="57991" cy="96590"/>
              </a:xfrm>
              <a:custGeom>
                <a:avLst/>
                <a:gdLst/>
                <a:ahLst/>
                <a:cxnLst/>
                <a:rect l="l" t="t" r="r" b="b"/>
                <a:pathLst>
                  <a:path w="4366" h="7272" extrusionOk="0">
                    <a:moveTo>
                      <a:pt x="2580" y="0"/>
                    </a:moveTo>
                    <a:cubicBezTo>
                      <a:pt x="2183" y="0"/>
                      <a:pt x="1771" y="185"/>
                      <a:pt x="1534" y="543"/>
                    </a:cubicBezTo>
                    <a:cubicBezTo>
                      <a:pt x="544" y="2421"/>
                      <a:pt x="485" y="4550"/>
                      <a:pt x="26" y="6553"/>
                    </a:cubicBezTo>
                    <a:cubicBezTo>
                      <a:pt x="0" y="6944"/>
                      <a:pt x="315" y="7272"/>
                      <a:pt x="643" y="7272"/>
                    </a:cubicBezTo>
                    <a:cubicBezTo>
                      <a:pt x="781" y="7272"/>
                      <a:pt x="921" y="7214"/>
                      <a:pt x="1039" y="7078"/>
                    </a:cubicBezTo>
                    <a:cubicBezTo>
                      <a:pt x="2577" y="5378"/>
                      <a:pt x="4366" y="3012"/>
                      <a:pt x="3567" y="639"/>
                    </a:cubicBezTo>
                    <a:cubicBezTo>
                      <a:pt x="3407" y="209"/>
                      <a:pt x="3002" y="0"/>
                      <a:pt x="2580"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1" name="Google Shape;3011;p55"/>
              <p:cNvSpPr/>
              <p:nvPr/>
            </p:nvSpPr>
            <p:spPr>
              <a:xfrm>
                <a:off x="3930047" y="591153"/>
                <a:ext cx="110046" cy="58748"/>
              </a:xfrm>
              <a:custGeom>
                <a:avLst/>
                <a:gdLst/>
                <a:ahLst/>
                <a:cxnLst/>
                <a:rect l="l" t="t" r="r" b="b"/>
                <a:pathLst>
                  <a:path w="8285" h="4423" extrusionOk="0">
                    <a:moveTo>
                      <a:pt x="6640" y="0"/>
                    </a:moveTo>
                    <a:cubicBezTo>
                      <a:pt x="6574" y="0"/>
                      <a:pt x="6507" y="6"/>
                      <a:pt x="6439" y="17"/>
                    </a:cubicBezTo>
                    <a:cubicBezTo>
                      <a:pt x="4162" y="601"/>
                      <a:pt x="2403" y="2079"/>
                      <a:pt x="466" y="3188"/>
                    </a:cubicBezTo>
                    <a:lnTo>
                      <a:pt x="436" y="3188"/>
                    </a:lnTo>
                    <a:cubicBezTo>
                      <a:pt x="0" y="3595"/>
                      <a:pt x="126" y="4423"/>
                      <a:pt x="776" y="4423"/>
                    </a:cubicBezTo>
                    <a:cubicBezTo>
                      <a:pt x="3297" y="4423"/>
                      <a:pt x="6535" y="4112"/>
                      <a:pt x="7859" y="1746"/>
                    </a:cubicBezTo>
                    <a:cubicBezTo>
                      <a:pt x="8285" y="915"/>
                      <a:pt x="7516" y="0"/>
                      <a:pt x="6640"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12" name="Google Shape;3012;p55"/>
            <p:cNvSpPr/>
            <p:nvPr/>
          </p:nvSpPr>
          <p:spPr>
            <a:xfrm>
              <a:off x="3756867" y="539111"/>
              <a:ext cx="308552" cy="244664"/>
            </a:xfrm>
            <a:custGeom>
              <a:avLst/>
              <a:gdLst/>
              <a:ahLst/>
              <a:cxnLst/>
              <a:rect l="l" t="t" r="r" b="b"/>
              <a:pathLst>
                <a:path w="23230" h="18420" extrusionOk="0">
                  <a:moveTo>
                    <a:pt x="6109" y="1"/>
                  </a:moveTo>
                  <a:cubicBezTo>
                    <a:pt x="5800" y="1"/>
                    <a:pt x="5489" y="20"/>
                    <a:pt x="5176" y="61"/>
                  </a:cubicBezTo>
                  <a:cubicBezTo>
                    <a:pt x="4902" y="90"/>
                    <a:pt x="4651" y="157"/>
                    <a:pt x="4377" y="246"/>
                  </a:cubicBezTo>
                  <a:cubicBezTo>
                    <a:pt x="3882" y="401"/>
                    <a:pt x="3387" y="645"/>
                    <a:pt x="2899" y="955"/>
                  </a:cubicBezTo>
                  <a:cubicBezTo>
                    <a:pt x="2500" y="1266"/>
                    <a:pt x="2093" y="1636"/>
                    <a:pt x="1760" y="2064"/>
                  </a:cubicBezTo>
                  <a:cubicBezTo>
                    <a:pt x="1450" y="2493"/>
                    <a:pt x="1169" y="2959"/>
                    <a:pt x="984" y="3454"/>
                  </a:cubicBezTo>
                  <a:cubicBezTo>
                    <a:pt x="97" y="5421"/>
                    <a:pt x="1" y="7579"/>
                    <a:pt x="496" y="9642"/>
                  </a:cubicBezTo>
                  <a:cubicBezTo>
                    <a:pt x="651" y="10167"/>
                    <a:pt x="799" y="10692"/>
                    <a:pt x="984" y="11180"/>
                  </a:cubicBezTo>
                  <a:cubicBezTo>
                    <a:pt x="2718" y="16006"/>
                    <a:pt x="7489" y="18419"/>
                    <a:pt x="12241" y="18419"/>
                  </a:cubicBezTo>
                  <a:cubicBezTo>
                    <a:pt x="12555" y="18419"/>
                    <a:pt x="12869" y="18409"/>
                    <a:pt x="13182" y="18388"/>
                  </a:cubicBezTo>
                  <a:cubicBezTo>
                    <a:pt x="13552" y="18388"/>
                    <a:pt x="13921" y="18329"/>
                    <a:pt x="14262" y="18299"/>
                  </a:cubicBezTo>
                  <a:cubicBezTo>
                    <a:pt x="17130" y="17870"/>
                    <a:pt x="19533" y="16081"/>
                    <a:pt x="21566" y="14203"/>
                  </a:cubicBezTo>
                  <a:cubicBezTo>
                    <a:pt x="21750" y="14019"/>
                    <a:pt x="21965" y="13834"/>
                    <a:pt x="22179" y="13619"/>
                  </a:cubicBezTo>
                  <a:cubicBezTo>
                    <a:pt x="22490" y="13338"/>
                    <a:pt x="22793" y="13028"/>
                    <a:pt x="23074" y="12695"/>
                  </a:cubicBezTo>
                  <a:cubicBezTo>
                    <a:pt x="23074" y="12658"/>
                    <a:pt x="23103" y="12629"/>
                    <a:pt x="23103" y="12599"/>
                  </a:cubicBezTo>
                  <a:cubicBezTo>
                    <a:pt x="23229" y="12289"/>
                    <a:pt x="23133" y="11889"/>
                    <a:pt x="22734" y="11860"/>
                  </a:cubicBezTo>
                  <a:lnTo>
                    <a:pt x="22608" y="11860"/>
                  </a:lnTo>
                  <a:cubicBezTo>
                    <a:pt x="22490" y="11919"/>
                    <a:pt x="22364" y="11986"/>
                    <a:pt x="22238" y="12015"/>
                  </a:cubicBezTo>
                  <a:cubicBezTo>
                    <a:pt x="21849" y="12150"/>
                    <a:pt x="21470" y="12212"/>
                    <a:pt x="21101" y="12212"/>
                  </a:cubicBezTo>
                  <a:cubicBezTo>
                    <a:pt x="19960" y="12212"/>
                    <a:pt x="18921" y="11619"/>
                    <a:pt x="17988" y="10780"/>
                  </a:cubicBezTo>
                  <a:cubicBezTo>
                    <a:pt x="17744" y="10566"/>
                    <a:pt x="17529" y="10322"/>
                    <a:pt x="17315" y="10071"/>
                  </a:cubicBezTo>
                  <a:cubicBezTo>
                    <a:pt x="15836" y="8289"/>
                    <a:pt x="14912" y="6160"/>
                    <a:pt x="13552" y="4341"/>
                  </a:cubicBezTo>
                  <a:cubicBezTo>
                    <a:pt x="13367" y="4097"/>
                    <a:pt x="13182" y="3853"/>
                    <a:pt x="12968" y="3602"/>
                  </a:cubicBezTo>
                  <a:cubicBezTo>
                    <a:pt x="11334" y="1530"/>
                    <a:pt x="8835" y="1"/>
                    <a:pt x="6109"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3" name="Google Shape;3013;p55"/>
            <p:cNvSpPr/>
            <p:nvPr/>
          </p:nvSpPr>
          <p:spPr>
            <a:xfrm>
              <a:off x="3765022" y="662239"/>
              <a:ext cx="220556" cy="121535"/>
            </a:xfrm>
            <a:custGeom>
              <a:avLst/>
              <a:gdLst/>
              <a:ahLst/>
              <a:cxnLst/>
              <a:rect l="l" t="t" r="r" b="b"/>
              <a:pathLst>
                <a:path w="16605" h="9150" extrusionOk="0">
                  <a:moveTo>
                    <a:pt x="2889" y="0"/>
                  </a:moveTo>
                  <a:cubicBezTo>
                    <a:pt x="2603" y="0"/>
                    <a:pt x="2318" y="11"/>
                    <a:pt x="2033" y="32"/>
                  </a:cubicBezTo>
                  <a:cubicBezTo>
                    <a:pt x="1331" y="98"/>
                    <a:pt x="437" y="217"/>
                    <a:pt x="0" y="742"/>
                  </a:cubicBezTo>
                  <a:cubicBezTo>
                    <a:pt x="97" y="1141"/>
                    <a:pt x="222" y="1510"/>
                    <a:pt x="370" y="1910"/>
                  </a:cubicBezTo>
                  <a:cubicBezTo>
                    <a:pt x="2104" y="6736"/>
                    <a:pt x="6875" y="9149"/>
                    <a:pt x="11627" y="9149"/>
                  </a:cubicBezTo>
                  <a:cubicBezTo>
                    <a:pt x="11941" y="9149"/>
                    <a:pt x="12255" y="9139"/>
                    <a:pt x="12568" y="9118"/>
                  </a:cubicBezTo>
                  <a:cubicBezTo>
                    <a:pt x="12938" y="9118"/>
                    <a:pt x="13307" y="9059"/>
                    <a:pt x="13648" y="9029"/>
                  </a:cubicBezTo>
                  <a:cubicBezTo>
                    <a:pt x="14572" y="8874"/>
                    <a:pt x="15437" y="8600"/>
                    <a:pt x="16265" y="8231"/>
                  </a:cubicBezTo>
                  <a:cubicBezTo>
                    <a:pt x="16420" y="7890"/>
                    <a:pt x="16516" y="7491"/>
                    <a:pt x="16546" y="7055"/>
                  </a:cubicBezTo>
                  <a:cubicBezTo>
                    <a:pt x="16546" y="6567"/>
                    <a:pt x="16605" y="5946"/>
                    <a:pt x="16080" y="5761"/>
                  </a:cubicBezTo>
                  <a:cubicBezTo>
                    <a:pt x="15772" y="5648"/>
                    <a:pt x="15439" y="5622"/>
                    <a:pt x="15103" y="5622"/>
                  </a:cubicBezTo>
                  <a:cubicBezTo>
                    <a:pt x="14801" y="5622"/>
                    <a:pt x="14496" y="5643"/>
                    <a:pt x="14202" y="5643"/>
                  </a:cubicBezTo>
                  <a:cubicBezTo>
                    <a:pt x="13093" y="5643"/>
                    <a:pt x="12014" y="5148"/>
                    <a:pt x="11060" y="4623"/>
                  </a:cubicBezTo>
                  <a:cubicBezTo>
                    <a:pt x="10047" y="4068"/>
                    <a:pt x="9123" y="3359"/>
                    <a:pt x="8443" y="2435"/>
                  </a:cubicBezTo>
                  <a:cubicBezTo>
                    <a:pt x="8103" y="2006"/>
                    <a:pt x="7800" y="1540"/>
                    <a:pt x="7334" y="1207"/>
                  </a:cubicBezTo>
                  <a:cubicBezTo>
                    <a:pt x="6839" y="867"/>
                    <a:pt x="6284" y="616"/>
                    <a:pt x="5700" y="431"/>
                  </a:cubicBezTo>
                  <a:cubicBezTo>
                    <a:pt x="4801" y="124"/>
                    <a:pt x="3845" y="0"/>
                    <a:pt x="2889"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14" name="Google Shape;3014;p55"/>
            <p:cNvGrpSpPr/>
            <p:nvPr/>
          </p:nvGrpSpPr>
          <p:grpSpPr>
            <a:xfrm>
              <a:off x="3860364" y="641452"/>
              <a:ext cx="138377" cy="116023"/>
              <a:chOff x="3762714" y="565252"/>
              <a:chExt cx="138377" cy="116023"/>
            </a:xfrm>
          </p:grpSpPr>
          <p:sp>
            <p:nvSpPr>
              <p:cNvPr id="3015" name="Google Shape;3015;p55"/>
              <p:cNvSpPr/>
              <p:nvPr/>
            </p:nvSpPr>
            <p:spPr>
              <a:xfrm>
                <a:off x="3762714" y="565252"/>
                <a:ext cx="138377" cy="59931"/>
              </a:xfrm>
              <a:custGeom>
                <a:avLst/>
                <a:gdLst/>
                <a:ahLst/>
                <a:cxnLst/>
                <a:rect l="l" t="t" r="r" b="b"/>
                <a:pathLst>
                  <a:path w="10418" h="4512" extrusionOk="0">
                    <a:moveTo>
                      <a:pt x="3025" y="0"/>
                    </a:moveTo>
                    <a:cubicBezTo>
                      <a:pt x="2529" y="518"/>
                      <a:pt x="1975" y="983"/>
                      <a:pt x="1391" y="1294"/>
                    </a:cubicBezTo>
                    <a:cubicBezTo>
                      <a:pt x="925" y="1538"/>
                      <a:pt x="467" y="1723"/>
                      <a:pt x="1" y="1878"/>
                    </a:cubicBezTo>
                    <a:cubicBezTo>
                      <a:pt x="2004" y="3221"/>
                      <a:pt x="4411" y="4511"/>
                      <a:pt x="6771" y="4511"/>
                    </a:cubicBezTo>
                    <a:cubicBezTo>
                      <a:pt x="7607" y="4511"/>
                      <a:pt x="8437" y="4349"/>
                      <a:pt x="9242" y="3970"/>
                    </a:cubicBezTo>
                    <a:cubicBezTo>
                      <a:pt x="10417" y="3386"/>
                      <a:pt x="10196" y="1567"/>
                      <a:pt x="9027" y="983"/>
                    </a:cubicBezTo>
                    <a:cubicBezTo>
                      <a:pt x="7054" y="244"/>
                      <a:pt x="5021" y="89"/>
                      <a:pt x="3025"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6" name="Google Shape;3016;p55"/>
              <p:cNvSpPr/>
              <p:nvPr/>
            </p:nvSpPr>
            <p:spPr>
              <a:xfrm>
                <a:off x="3763604" y="570937"/>
                <a:ext cx="117736" cy="110338"/>
              </a:xfrm>
              <a:custGeom>
                <a:avLst/>
                <a:gdLst/>
                <a:ahLst/>
                <a:cxnLst/>
                <a:rect l="l" t="t" r="r" b="b"/>
                <a:pathLst>
                  <a:path w="8864" h="8307" extrusionOk="0">
                    <a:moveTo>
                      <a:pt x="2521" y="1"/>
                    </a:moveTo>
                    <a:cubicBezTo>
                      <a:pt x="2152" y="341"/>
                      <a:pt x="1752" y="644"/>
                      <a:pt x="1324" y="866"/>
                    </a:cubicBezTo>
                    <a:cubicBezTo>
                      <a:pt x="888" y="1110"/>
                      <a:pt x="429" y="1295"/>
                      <a:pt x="0" y="1450"/>
                    </a:cubicBezTo>
                    <a:cubicBezTo>
                      <a:pt x="1257" y="4525"/>
                      <a:pt x="3172" y="7667"/>
                      <a:pt x="6499" y="8288"/>
                    </a:cubicBezTo>
                    <a:cubicBezTo>
                      <a:pt x="6578" y="8300"/>
                      <a:pt x="6656" y="8306"/>
                      <a:pt x="6733" y="8306"/>
                    </a:cubicBezTo>
                    <a:cubicBezTo>
                      <a:pt x="8017" y="8306"/>
                      <a:pt x="8863" y="6672"/>
                      <a:pt x="8221" y="5486"/>
                    </a:cubicBezTo>
                    <a:cubicBezTo>
                      <a:pt x="6743" y="3202"/>
                      <a:pt x="4584" y="1635"/>
                      <a:pt x="2521"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17" name="Google Shape;3017;p55"/>
            <p:cNvSpPr/>
            <p:nvPr/>
          </p:nvSpPr>
          <p:spPr>
            <a:xfrm>
              <a:off x="3806171" y="567362"/>
              <a:ext cx="24745" cy="17493"/>
            </a:xfrm>
            <a:custGeom>
              <a:avLst/>
              <a:gdLst/>
              <a:ahLst/>
              <a:cxnLst/>
              <a:rect l="l" t="t" r="r" b="b"/>
              <a:pathLst>
                <a:path w="1863" h="1317" extrusionOk="0">
                  <a:moveTo>
                    <a:pt x="890" y="1"/>
                  </a:moveTo>
                  <a:cubicBezTo>
                    <a:pt x="239" y="1"/>
                    <a:pt x="0" y="1068"/>
                    <a:pt x="754" y="1290"/>
                  </a:cubicBezTo>
                  <a:cubicBezTo>
                    <a:pt x="819" y="1308"/>
                    <a:pt x="880" y="1316"/>
                    <a:pt x="939" y="1316"/>
                  </a:cubicBezTo>
                  <a:cubicBezTo>
                    <a:pt x="1611" y="1316"/>
                    <a:pt x="1863" y="231"/>
                    <a:pt x="1094" y="33"/>
                  </a:cubicBezTo>
                  <a:cubicBezTo>
                    <a:pt x="1023" y="11"/>
                    <a:pt x="954" y="1"/>
                    <a:pt x="890"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18" name="Google Shape;3018;p55"/>
            <p:cNvSpPr/>
            <p:nvPr/>
          </p:nvSpPr>
          <p:spPr>
            <a:xfrm>
              <a:off x="3732719" y="565742"/>
              <a:ext cx="65509" cy="27136"/>
            </a:xfrm>
            <a:custGeom>
              <a:avLst/>
              <a:gdLst/>
              <a:ahLst/>
              <a:cxnLst/>
              <a:rect l="l" t="t" r="r" b="b"/>
              <a:pathLst>
                <a:path w="4932" h="2043" extrusionOk="0">
                  <a:moveTo>
                    <a:pt x="2654" y="0"/>
                  </a:moveTo>
                  <a:cubicBezTo>
                    <a:pt x="2373" y="0"/>
                    <a:pt x="2063" y="30"/>
                    <a:pt x="1789" y="89"/>
                  </a:cubicBezTo>
                  <a:cubicBezTo>
                    <a:pt x="1449" y="118"/>
                    <a:pt x="1080" y="155"/>
                    <a:pt x="739" y="244"/>
                  </a:cubicBezTo>
                  <a:cubicBezTo>
                    <a:pt x="525" y="303"/>
                    <a:pt x="0" y="488"/>
                    <a:pt x="155" y="799"/>
                  </a:cubicBezTo>
                  <a:cubicBezTo>
                    <a:pt x="215" y="983"/>
                    <a:pt x="495" y="1013"/>
                    <a:pt x="651" y="1080"/>
                  </a:cubicBezTo>
                  <a:cubicBezTo>
                    <a:pt x="1020" y="1227"/>
                    <a:pt x="1789" y="1508"/>
                    <a:pt x="1819" y="1508"/>
                  </a:cubicBezTo>
                  <a:cubicBezTo>
                    <a:pt x="1974" y="1567"/>
                    <a:pt x="2129" y="1634"/>
                    <a:pt x="2285" y="1693"/>
                  </a:cubicBezTo>
                  <a:cubicBezTo>
                    <a:pt x="2695" y="1832"/>
                    <a:pt x="3206" y="2042"/>
                    <a:pt x="3664" y="2042"/>
                  </a:cubicBezTo>
                  <a:cubicBezTo>
                    <a:pt x="3718" y="2042"/>
                    <a:pt x="3770" y="2039"/>
                    <a:pt x="3822" y="2033"/>
                  </a:cubicBezTo>
                  <a:cubicBezTo>
                    <a:pt x="4687" y="1937"/>
                    <a:pt x="4931" y="710"/>
                    <a:pt x="4162" y="303"/>
                  </a:cubicBezTo>
                  <a:cubicBezTo>
                    <a:pt x="3726" y="89"/>
                    <a:pt x="3142" y="0"/>
                    <a:pt x="2654"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19" name="Google Shape;3019;p55"/>
            <p:cNvGrpSpPr/>
            <p:nvPr/>
          </p:nvGrpSpPr>
          <p:grpSpPr>
            <a:xfrm>
              <a:off x="3818245" y="595588"/>
              <a:ext cx="30696" cy="27043"/>
              <a:chOff x="3720595" y="519388"/>
              <a:chExt cx="30696" cy="27043"/>
            </a:xfrm>
          </p:grpSpPr>
          <p:sp>
            <p:nvSpPr>
              <p:cNvPr id="3020" name="Google Shape;3020;p55"/>
              <p:cNvSpPr/>
              <p:nvPr/>
            </p:nvSpPr>
            <p:spPr>
              <a:xfrm>
                <a:off x="3728737" y="519388"/>
                <a:ext cx="13110" cy="26419"/>
              </a:xfrm>
              <a:custGeom>
                <a:avLst/>
                <a:gdLst/>
                <a:ahLst/>
                <a:cxnLst/>
                <a:rect l="l" t="t" r="r" b="b"/>
                <a:pathLst>
                  <a:path w="987" h="1989" extrusionOk="0">
                    <a:moveTo>
                      <a:pt x="371" y="1"/>
                    </a:moveTo>
                    <a:cubicBezTo>
                      <a:pt x="1" y="89"/>
                      <a:pt x="127" y="710"/>
                      <a:pt x="186" y="1050"/>
                    </a:cubicBezTo>
                    <a:cubicBezTo>
                      <a:pt x="223" y="1324"/>
                      <a:pt x="371" y="1849"/>
                      <a:pt x="681" y="1974"/>
                    </a:cubicBezTo>
                    <a:cubicBezTo>
                      <a:pt x="707" y="1984"/>
                      <a:pt x="730" y="1989"/>
                      <a:pt x="752" y="1989"/>
                    </a:cubicBezTo>
                    <a:cubicBezTo>
                      <a:pt x="987" y="1989"/>
                      <a:pt x="959" y="1432"/>
                      <a:pt x="925" y="1235"/>
                    </a:cubicBezTo>
                    <a:cubicBezTo>
                      <a:pt x="895" y="895"/>
                      <a:pt x="777" y="341"/>
                      <a:pt x="437" y="30"/>
                    </a:cubicBezTo>
                    <a:lnTo>
                      <a:pt x="408" y="30"/>
                    </a:lnTo>
                    <a:cubicBezTo>
                      <a:pt x="408" y="1"/>
                      <a:pt x="371" y="1"/>
                      <a:pt x="371"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1" name="Google Shape;3021;p55"/>
              <p:cNvSpPr/>
              <p:nvPr/>
            </p:nvSpPr>
            <p:spPr>
              <a:xfrm>
                <a:off x="3742684" y="525179"/>
                <a:ext cx="8607" cy="21252"/>
              </a:xfrm>
              <a:custGeom>
                <a:avLst/>
                <a:gdLst/>
                <a:ahLst/>
                <a:cxnLst/>
                <a:rect l="l" t="t" r="r" b="b"/>
                <a:pathLst>
                  <a:path w="648" h="1600" extrusionOk="0">
                    <a:moveTo>
                      <a:pt x="230" y="1"/>
                    </a:moveTo>
                    <a:cubicBezTo>
                      <a:pt x="222" y="1"/>
                      <a:pt x="215" y="8"/>
                      <a:pt x="215" y="23"/>
                    </a:cubicBezTo>
                    <a:cubicBezTo>
                      <a:pt x="1" y="149"/>
                      <a:pt x="97" y="674"/>
                      <a:pt x="156" y="947"/>
                    </a:cubicBezTo>
                    <a:cubicBezTo>
                      <a:pt x="186" y="1102"/>
                      <a:pt x="282" y="1538"/>
                      <a:pt x="466" y="1598"/>
                    </a:cubicBezTo>
                    <a:cubicBezTo>
                      <a:pt x="475" y="1599"/>
                      <a:pt x="483" y="1600"/>
                      <a:pt x="490" y="1600"/>
                    </a:cubicBezTo>
                    <a:cubicBezTo>
                      <a:pt x="648" y="1600"/>
                      <a:pt x="614" y="1311"/>
                      <a:pt x="614" y="1198"/>
                    </a:cubicBezTo>
                    <a:cubicBezTo>
                      <a:pt x="614" y="829"/>
                      <a:pt x="526" y="430"/>
                      <a:pt x="311" y="60"/>
                    </a:cubicBezTo>
                    <a:cubicBezTo>
                      <a:pt x="282" y="23"/>
                      <a:pt x="282" y="23"/>
                      <a:pt x="245" y="23"/>
                    </a:cubicBezTo>
                    <a:cubicBezTo>
                      <a:pt x="245" y="8"/>
                      <a:pt x="237" y="1"/>
                      <a:pt x="230"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2" name="Google Shape;3022;p55"/>
              <p:cNvSpPr/>
              <p:nvPr/>
            </p:nvSpPr>
            <p:spPr>
              <a:xfrm>
                <a:off x="3720595" y="520171"/>
                <a:ext cx="9829" cy="19937"/>
              </a:xfrm>
              <a:custGeom>
                <a:avLst/>
                <a:gdLst/>
                <a:ahLst/>
                <a:cxnLst/>
                <a:rect l="l" t="t" r="r" b="b"/>
                <a:pathLst>
                  <a:path w="740" h="1501" extrusionOk="0">
                    <a:moveTo>
                      <a:pt x="281" y="1"/>
                    </a:moveTo>
                    <a:cubicBezTo>
                      <a:pt x="0" y="1"/>
                      <a:pt x="126" y="710"/>
                      <a:pt x="156" y="925"/>
                    </a:cubicBezTo>
                    <a:cubicBezTo>
                      <a:pt x="205" y="1104"/>
                      <a:pt x="342" y="1500"/>
                      <a:pt x="494" y="1500"/>
                    </a:cubicBezTo>
                    <a:cubicBezTo>
                      <a:pt x="524" y="1500"/>
                      <a:pt x="554" y="1485"/>
                      <a:pt x="584" y="1450"/>
                    </a:cubicBezTo>
                    <a:cubicBezTo>
                      <a:pt x="740" y="1235"/>
                      <a:pt x="614" y="807"/>
                      <a:pt x="496" y="437"/>
                    </a:cubicBezTo>
                    <a:cubicBezTo>
                      <a:pt x="466" y="252"/>
                      <a:pt x="400" y="1"/>
                      <a:pt x="281"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23" name="Google Shape;3023;p55"/>
            <p:cNvGrpSpPr/>
            <p:nvPr/>
          </p:nvGrpSpPr>
          <p:grpSpPr>
            <a:xfrm>
              <a:off x="3860364" y="641465"/>
              <a:ext cx="138377" cy="116023"/>
              <a:chOff x="3762714" y="565252"/>
              <a:chExt cx="138377" cy="116023"/>
            </a:xfrm>
          </p:grpSpPr>
          <p:sp>
            <p:nvSpPr>
              <p:cNvPr id="3024" name="Google Shape;3024;p55"/>
              <p:cNvSpPr/>
              <p:nvPr/>
            </p:nvSpPr>
            <p:spPr>
              <a:xfrm>
                <a:off x="3762714" y="565252"/>
                <a:ext cx="138377" cy="59931"/>
              </a:xfrm>
              <a:custGeom>
                <a:avLst/>
                <a:gdLst/>
                <a:ahLst/>
                <a:cxnLst/>
                <a:rect l="l" t="t" r="r" b="b"/>
                <a:pathLst>
                  <a:path w="10418" h="4512" extrusionOk="0">
                    <a:moveTo>
                      <a:pt x="3025" y="0"/>
                    </a:moveTo>
                    <a:cubicBezTo>
                      <a:pt x="2529" y="518"/>
                      <a:pt x="1975" y="983"/>
                      <a:pt x="1391" y="1294"/>
                    </a:cubicBezTo>
                    <a:cubicBezTo>
                      <a:pt x="925" y="1538"/>
                      <a:pt x="467" y="1723"/>
                      <a:pt x="1" y="1878"/>
                    </a:cubicBezTo>
                    <a:cubicBezTo>
                      <a:pt x="2004" y="3221"/>
                      <a:pt x="4411" y="4511"/>
                      <a:pt x="6771" y="4511"/>
                    </a:cubicBezTo>
                    <a:cubicBezTo>
                      <a:pt x="7607" y="4511"/>
                      <a:pt x="8437" y="4349"/>
                      <a:pt x="9242" y="3970"/>
                    </a:cubicBezTo>
                    <a:cubicBezTo>
                      <a:pt x="10417" y="3386"/>
                      <a:pt x="10196" y="1567"/>
                      <a:pt x="9027" y="983"/>
                    </a:cubicBezTo>
                    <a:cubicBezTo>
                      <a:pt x="7054" y="244"/>
                      <a:pt x="5021" y="89"/>
                      <a:pt x="3025" y="0"/>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5" name="Google Shape;3025;p55"/>
              <p:cNvSpPr/>
              <p:nvPr/>
            </p:nvSpPr>
            <p:spPr>
              <a:xfrm>
                <a:off x="3763604" y="570937"/>
                <a:ext cx="117736" cy="110338"/>
              </a:xfrm>
              <a:custGeom>
                <a:avLst/>
                <a:gdLst/>
                <a:ahLst/>
                <a:cxnLst/>
                <a:rect l="l" t="t" r="r" b="b"/>
                <a:pathLst>
                  <a:path w="8864" h="8307" extrusionOk="0">
                    <a:moveTo>
                      <a:pt x="2521" y="1"/>
                    </a:moveTo>
                    <a:cubicBezTo>
                      <a:pt x="2152" y="341"/>
                      <a:pt x="1752" y="644"/>
                      <a:pt x="1324" y="866"/>
                    </a:cubicBezTo>
                    <a:cubicBezTo>
                      <a:pt x="888" y="1110"/>
                      <a:pt x="429" y="1295"/>
                      <a:pt x="0" y="1450"/>
                    </a:cubicBezTo>
                    <a:cubicBezTo>
                      <a:pt x="1257" y="4525"/>
                      <a:pt x="3172" y="7667"/>
                      <a:pt x="6499" y="8288"/>
                    </a:cubicBezTo>
                    <a:cubicBezTo>
                      <a:pt x="6578" y="8300"/>
                      <a:pt x="6656" y="8306"/>
                      <a:pt x="6733" y="8306"/>
                    </a:cubicBezTo>
                    <a:cubicBezTo>
                      <a:pt x="8017" y="8306"/>
                      <a:pt x="8863" y="6672"/>
                      <a:pt x="8221" y="5486"/>
                    </a:cubicBezTo>
                    <a:cubicBezTo>
                      <a:pt x="6743" y="3202"/>
                      <a:pt x="4584" y="1635"/>
                      <a:pt x="2521"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26" name="Google Shape;3026;p55"/>
            <p:cNvSpPr/>
            <p:nvPr/>
          </p:nvSpPr>
          <p:spPr>
            <a:xfrm>
              <a:off x="3860370" y="641445"/>
              <a:ext cx="148578" cy="95169"/>
            </a:xfrm>
            <a:custGeom>
              <a:avLst/>
              <a:gdLst/>
              <a:ahLst/>
              <a:cxnLst/>
              <a:rect l="l" t="t" r="r" b="b"/>
              <a:pathLst>
                <a:path w="11186" h="7165" extrusionOk="0">
                  <a:moveTo>
                    <a:pt x="2684" y="0"/>
                  </a:moveTo>
                  <a:cubicBezTo>
                    <a:pt x="2218" y="466"/>
                    <a:pt x="1730" y="895"/>
                    <a:pt x="1176" y="1176"/>
                  </a:cubicBezTo>
                  <a:cubicBezTo>
                    <a:pt x="776" y="1390"/>
                    <a:pt x="407" y="1545"/>
                    <a:pt x="0" y="1693"/>
                  </a:cubicBezTo>
                  <a:cubicBezTo>
                    <a:pt x="2177" y="4646"/>
                    <a:pt x="4513" y="7165"/>
                    <a:pt x="8164" y="7165"/>
                  </a:cubicBezTo>
                  <a:cubicBezTo>
                    <a:pt x="8444" y="7165"/>
                    <a:pt x="8731" y="7150"/>
                    <a:pt x="9027" y="7120"/>
                  </a:cubicBezTo>
                  <a:cubicBezTo>
                    <a:pt x="10661" y="6905"/>
                    <a:pt x="11186" y="4687"/>
                    <a:pt x="10047" y="3512"/>
                  </a:cubicBezTo>
                  <a:cubicBezTo>
                    <a:pt x="7615" y="1449"/>
                    <a:pt x="5486" y="1139"/>
                    <a:pt x="2684"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027" name="Google Shape;3027;p55"/>
            <p:cNvGrpSpPr/>
            <p:nvPr/>
          </p:nvGrpSpPr>
          <p:grpSpPr>
            <a:xfrm>
              <a:off x="4027697" y="626004"/>
              <a:ext cx="110046" cy="100110"/>
              <a:chOff x="3930047" y="549791"/>
              <a:chExt cx="110046" cy="100110"/>
            </a:xfrm>
          </p:grpSpPr>
          <p:sp>
            <p:nvSpPr>
              <p:cNvPr id="3028" name="Google Shape;3028;p55"/>
              <p:cNvSpPr/>
              <p:nvPr/>
            </p:nvSpPr>
            <p:spPr>
              <a:xfrm>
                <a:off x="3930193" y="549791"/>
                <a:ext cx="57991" cy="96590"/>
              </a:xfrm>
              <a:custGeom>
                <a:avLst/>
                <a:gdLst/>
                <a:ahLst/>
                <a:cxnLst/>
                <a:rect l="l" t="t" r="r" b="b"/>
                <a:pathLst>
                  <a:path w="4366" h="7272" extrusionOk="0">
                    <a:moveTo>
                      <a:pt x="2580" y="0"/>
                    </a:moveTo>
                    <a:cubicBezTo>
                      <a:pt x="2183" y="0"/>
                      <a:pt x="1771" y="185"/>
                      <a:pt x="1534" y="543"/>
                    </a:cubicBezTo>
                    <a:cubicBezTo>
                      <a:pt x="544" y="2421"/>
                      <a:pt x="485" y="4550"/>
                      <a:pt x="26" y="6553"/>
                    </a:cubicBezTo>
                    <a:cubicBezTo>
                      <a:pt x="0" y="6944"/>
                      <a:pt x="315" y="7272"/>
                      <a:pt x="643" y="7272"/>
                    </a:cubicBezTo>
                    <a:cubicBezTo>
                      <a:pt x="781" y="7272"/>
                      <a:pt x="921" y="7214"/>
                      <a:pt x="1039" y="7078"/>
                    </a:cubicBezTo>
                    <a:cubicBezTo>
                      <a:pt x="2577" y="5378"/>
                      <a:pt x="4366" y="3012"/>
                      <a:pt x="3567" y="639"/>
                    </a:cubicBezTo>
                    <a:cubicBezTo>
                      <a:pt x="3407" y="209"/>
                      <a:pt x="3002" y="0"/>
                      <a:pt x="2580" y="0"/>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29" name="Google Shape;3029;p55"/>
              <p:cNvSpPr/>
              <p:nvPr/>
            </p:nvSpPr>
            <p:spPr>
              <a:xfrm>
                <a:off x="3930047" y="591153"/>
                <a:ext cx="110046" cy="58748"/>
              </a:xfrm>
              <a:custGeom>
                <a:avLst/>
                <a:gdLst/>
                <a:ahLst/>
                <a:cxnLst/>
                <a:rect l="l" t="t" r="r" b="b"/>
                <a:pathLst>
                  <a:path w="8285" h="4423" extrusionOk="0">
                    <a:moveTo>
                      <a:pt x="6640" y="0"/>
                    </a:moveTo>
                    <a:cubicBezTo>
                      <a:pt x="6574" y="0"/>
                      <a:pt x="6507" y="6"/>
                      <a:pt x="6439" y="17"/>
                    </a:cubicBezTo>
                    <a:cubicBezTo>
                      <a:pt x="4162" y="601"/>
                      <a:pt x="2403" y="2079"/>
                      <a:pt x="466" y="3188"/>
                    </a:cubicBezTo>
                    <a:lnTo>
                      <a:pt x="436" y="3188"/>
                    </a:lnTo>
                    <a:cubicBezTo>
                      <a:pt x="0" y="3595"/>
                      <a:pt x="126" y="4423"/>
                      <a:pt x="776" y="4423"/>
                    </a:cubicBezTo>
                    <a:cubicBezTo>
                      <a:pt x="3297" y="4423"/>
                      <a:pt x="6535" y="4112"/>
                      <a:pt x="7859" y="1746"/>
                    </a:cubicBezTo>
                    <a:cubicBezTo>
                      <a:pt x="8285" y="915"/>
                      <a:pt x="7516" y="0"/>
                      <a:pt x="6640" y="0"/>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030" name="Google Shape;3030;p55"/>
            <p:cNvSpPr/>
            <p:nvPr/>
          </p:nvSpPr>
          <p:spPr>
            <a:xfrm>
              <a:off x="4026316" y="621847"/>
              <a:ext cx="91038" cy="104347"/>
            </a:xfrm>
            <a:custGeom>
              <a:avLst/>
              <a:gdLst/>
              <a:ahLst/>
              <a:cxnLst/>
              <a:rect l="l" t="t" r="r" b="b"/>
              <a:pathLst>
                <a:path w="6854" h="7856" extrusionOk="0">
                  <a:moveTo>
                    <a:pt x="5412" y="0"/>
                  </a:moveTo>
                  <a:cubicBezTo>
                    <a:pt x="5095" y="0"/>
                    <a:pt x="4775" y="95"/>
                    <a:pt x="4510" y="301"/>
                  </a:cubicBezTo>
                  <a:cubicBezTo>
                    <a:pt x="2544" y="2090"/>
                    <a:pt x="1553" y="4551"/>
                    <a:pt x="200" y="6710"/>
                  </a:cubicBezTo>
                  <a:cubicBezTo>
                    <a:pt x="0" y="7238"/>
                    <a:pt x="338" y="7856"/>
                    <a:pt x="837" y="7856"/>
                  </a:cubicBezTo>
                  <a:cubicBezTo>
                    <a:pt x="946" y="7856"/>
                    <a:pt x="1063" y="7826"/>
                    <a:pt x="1184" y="7760"/>
                  </a:cubicBezTo>
                  <a:cubicBezTo>
                    <a:pt x="3712" y="6400"/>
                    <a:pt x="6758" y="4367"/>
                    <a:pt x="6854" y="1254"/>
                  </a:cubicBezTo>
                  <a:cubicBezTo>
                    <a:pt x="6833" y="485"/>
                    <a:pt x="6130" y="0"/>
                    <a:pt x="5412"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031" name="Google Shape;3031;p55"/>
          <p:cNvGrpSpPr/>
          <p:nvPr/>
        </p:nvGrpSpPr>
        <p:grpSpPr>
          <a:xfrm>
            <a:off x="8116562" y="2284874"/>
            <a:ext cx="1221344" cy="2415279"/>
            <a:chOff x="9554457" y="2279529"/>
            <a:chExt cx="1221344" cy="2415279"/>
          </a:xfrm>
        </p:grpSpPr>
        <p:sp>
          <p:nvSpPr>
            <p:cNvPr id="3032" name="Google Shape;3032;p55"/>
            <p:cNvSpPr/>
            <p:nvPr/>
          </p:nvSpPr>
          <p:spPr>
            <a:xfrm>
              <a:off x="9812926" y="4389980"/>
              <a:ext cx="149566" cy="254296"/>
            </a:xfrm>
            <a:custGeom>
              <a:avLst/>
              <a:gdLst/>
              <a:ahLst/>
              <a:cxnLst/>
              <a:rect l="l" t="t" r="r" b="b"/>
              <a:pathLst>
                <a:path w="2652" h="4509" extrusionOk="0">
                  <a:moveTo>
                    <a:pt x="2418" y="0"/>
                  </a:moveTo>
                  <a:lnTo>
                    <a:pt x="0" y="234"/>
                  </a:lnTo>
                  <a:lnTo>
                    <a:pt x="122" y="3613"/>
                  </a:lnTo>
                  <a:lnTo>
                    <a:pt x="588" y="4434"/>
                  </a:lnTo>
                  <a:lnTo>
                    <a:pt x="2334" y="4509"/>
                  </a:lnTo>
                  <a:lnTo>
                    <a:pt x="2651" y="3687"/>
                  </a:lnTo>
                  <a:cubicBezTo>
                    <a:pt x="2371" y="3575"/>
                    <a:pt x="2418" y="0"/>
                    <a:pt x="2418"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3" name="Google Shape;3033;p55"/>
            <p:cNvSpPr/>
            <p:nvPr/>
          </p:nvSpPr>
          <p:spPr>
            <a:xfrm>
              <a:off x="9815013" y="4584664"/>
              <a:ext cx="307479" cy="110144"/>
            </a:xfrm>
            <a:custGeom>
              <a:avLst/>
              <a:gdLst/>
              <a:ahLst/>
              <a:cxnLst/>
              <a:rect l="l" t="t" r="r" b="b"/>
              <a:pathLst>
                <a:path w="5452" h="1953" extrusionOk="0">
                  <a:moveTo>
                    <a:pt x="51" y="1"/>
                  </a:moveTo>
                  <a:cubicBezTo>
                    <a:pt x="17" y="1"/>
                    <a:pt x="1" y="2"/>
                    <a:pt x="1" y="2"/>
                  </a:cubicBezTo>
                  <a:lnTo>
                    <a:pt x="85" y="1915"/>
                  </a:lnTo>
                  <a:lnTo>
                    <a:pt x="5414" y="1953"/>
                  </a:lnTo>
                  <a:cubicBezTo>
                    <a:pt x="5452" y="1757"/>
                    <a:pt x="5330" y="1290"/>
                    <a:pt x="5181" y="1169"/>
                  </a:cubicBezTo>
                  <a:lnTo>
                    <a:pt x="2530" y="198"/>
                  </a:lnTo>
                  <a:cubicBezTo>
                    <a:pt x="2530" y="198"/>
                    <a:pt x="2398" y="399"/>
                    <a:pt x="2050" y="399"/>
                  </a:cubicBezTo>
                  <a:cubicBezTo>
                    <a:pt x="1936" y="399"/>
                    <a:pt x="1798" y="377"/>
                    <a:pt x="1634" y="319"/>
                  </a:cubicBezTo>
                  <a:cubicBezTo>
                    <a:pt x="740" y="26"/>
                    <a:pt x="208" y="1"/>
                    <a:pt x="51"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4" name="Google Shape;3034;p55"/>
            <p:cNvSpPr/>
            <p:nvPr/>
          </p:nvSpPr>
          <p:spPr>
            <a:xfrm>
              <a:off x="10004001" y="4615796"/>
              <a:ext cx="105351" cy="41678"/>
            </a:xfrm>
            <a:custGeom>
              <a:avLst/>
              <a:gdLst/>
              <a:ahLst/>
              <a:cxnLst/>
              <a:rect l="l" t="t" r="r" b="b"/>
              <a:pathLst>
                <a:path w="1868" h="739" extrusionOk="0">
                  <a:moveTo>
                    <a:pt x="150" y="1"/>
                  </a:moveTo>
                  <a:lnTo>
                    <a:pt x="1" y="738"/>
                  </a:lnTo>
                  <a:lnTo>
                    <a:pt x="1830" y="738"/>
                  </a:lnTo>
                  <a:cubicBezTo>
                    <a:pt x="1867" y="738"/>
                    <a:pt x="1867" y="701"/>
                    <a:pt x="1830" y="701"/>
                  </a:cubicBezTo>
                  <a:lnTo>
                    <a:pt x="150"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5" name="Google Shape;3035;p55"/>
            <p:cNvSpPr/>
            <p:nvPr/>
          </p:nvSpPr>
          <p:spPr>
            <a:xfrm>
              <a:off x="10001914" y="4613709"/>
              <a:ext cx="107437" cy="43764"/>
            </a:xfrm>
            <a:custGeom>
              <a:avLst/>
              <a:gdLst/>
              <a:ahLst/>
              <a:cxnLst/>
              <a:rect l="l" t="t" r="r" b="b"/>
              <a:pathLst>
                <a:path w="1905" h="776" extrusionOk="0">
                  <a:moveTo>
                    <a:pt x="187" y="75"/>
                  </a:moveTo>
                  <a:lnTo>
                    <a:pt x="1820" y="738"/>
                  </a:lnTo>
                  <a:lnTo>
                    <a:pt x="75" y="738"/>
                  </a:lnTo>
                  <a:lnTo>
                    <a:pt x="187" y="75"/>
                  </a:lnTo>
                  <a:close/>
                  <a:moveTo>
                    <a:pt x="150" y="0"/>
                  </a:moveTo>
                  <a:lnTo>
                    <a:pt x="0" y="775"/>
                  </a:lnTo>
                  <a:lnTo>
                    <a:pt x="1867" y="775"/>
                  </a:lnTo>
                  <a:cubicBezTo>
                    <a:pt x="1904" y="775"/>
                    <a:pt x="1904" y="775"/>
                    <a:pt x="1904" y="738"/>
                  </a:cubicBezTo>
                  <a:lnTo>
                    <a:pt x="1904" y="700"/>
                  </a:lnTo>
                  <a:lnTo>
                    <a:pt x="150" y="0"/>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6" name="Google Shape;3036;p55"/>
            <p:cNvSpPr/>
            <p:nvPr/>
          </p:nvSpPr>
          <p:spPr>
            <a:xfrm>
              <a:off x="9815013" y="4584721"/>
              <a:ext cx="24307" cy="72753"/>
            </a:xfrm>
            <a:custGeom>
              <a:avLst/>
              <a:gdLst/>
              <a:ahLst/>
              <a:cxnLst/>
              <a:rect l="l" t="t" r="r" b="b"/>
              <a:pathLst>
                <a:path w="431" h="1290" extrusionOk="0">
                  <a:moveTo>
                    <a:pt x="1" y="1"/>
                  </a:moveTo>
                  <a:lnTo>
                    <a:pt x="47" y="1289"/>
                  </a:lnTo>
                  <a:lnTo>
                    <a:pt x="430" y="1252"/>
                  </a:lnTo>
                  <a:lnTo>
                    <a:pt x="355" y="48"/>
                  </a:lnTo>
                  <a:cubicBezTo>
                    <a:pt x="318" y="48"/>
                    <a:pt x="1" y="1"/>
                    <a:pt x="1"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7" name="Google Shape;3037;p55"/>
            <p:cNvSpPr/>
            <p:nvPr/>
          </p:nvSpPr>
          <p:spPr>
            <a:xfrm>
              <a:off x="9817664" y="4655274"/>
              <a:ext cx="293775" cy="4286"/>
            </a:xfrm>
            <a:custGeom>
              <a:avLst/>
              <a:gdLst/>
              <a:ahLst/>
              <a:cxnLst/>
              <a:rect l="l" t="t" r="r" b="b"/>
              <a:pathLst>
                <a:path w="5209" h="76" extrusionOk="0">
                  <a:moveTo>
                    <a:pt x="38" y="1"/>
                  </a:moveTo>
                  <a:cubicBezTo>
                    <a:pt x="38" y="1"/>
                    <a:pt x="0" y="1"/>
                    <a:pt x="0" y="38"/>
                  </a:cubicBezTo>
                  <a:lnTo>
                    <a:pt x="38" y="38"/>
                  </a:lnTo>
                  <a:lnTo>
                    <a:pt x="5171" y="75"/>
                  </a:lnTo>
                  <a:lnTo>
                    <a:pt x="5209" y="38"/>
                  </a:lnTo>
                  <a:lnTo>
                    <a:pt x="5171"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8" name="Google Shape;3038;p55"/>
            <p:cNvSpPr/>
            <p:nvPr/>
          </p:nvSpPr>
          <p:spPr>
            <a:xfrm>
              <a:off x="9727653" y="3518976"/>
              <a:ext cx="331166" cy="1006583"/>
            </a:xfrm>
            <a:custGeom>
              <a:avLst/>
              <a:gdLst/>
              <a:ahLst/>
              <a:cxnLst/>
              <a:rect l="l" t="t" r="r" b="b"/>
              <a:pathLst>
                <a:path w="5872" h="17848" extrusionOk="0">
                  <a:moveTo>
                    <a:pt x="5713" y="1"/>
                  </a:moveTo>
                  <a:lnTo>
                    <a:pt x="0" y="776"/>
                  </a:lnTo>
                  <a:lnTo>
                    <a:pt x="1083" y="8709"/>
                  </a:lnTo>
                  <a:cubicBezTo>
                    <a:pt x="1242" y="9913"/>
                    <a:pt x="1400" y="17577"/>
                    <a:pt x="1400" y="17577"/>
                  </a:cubicBezTo>
                  <a:lnTo>
                    <a:pt x="4079" y="17847"/>
                  </a:lnTo>
                  <a:lnTo>
                    <a:pt x="5479" y="12331"/>
                  </a:lnTo>
                  <a:cubicBezTo>
                    <a:pt x="5750" y="11351"/>
                    <a:pt x="5871" y="10343"/>
                    <a:pt x="5871" y="9335"/>
                  </a:cubicBezTo>
                  <a:lnTo>
                    <a:pt x="5713" y="1"/>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39" name="Google Shape;3039;p55"/>
            <p:cNvSpPr/>
            <p:nvPr/>
          </p:nvSpPr>
          <p:spPr>
            <a:xfrm>
              <a:off x="9727428" y="3519014"/>
              <a:ext cx="331166" cy="1006583"/>
            </a:xfrm>
            <a:custGeom>
              <a:avLst/>
              <a:gdLst/>
              <a:ahLst/>
              <a:cxnLst/>
              <a:rect l="l" t="t" r="r" b="b"/>
              <a:pathLst>
                <a:path w="5872" h="17848" extrusionOk="0">
                  <a:moveTo>
                    <a:pt x="5713" y="1"/>
                  </a:moveTo>
                  <a:lnTo>
                    <a:pt x="0" y="776"/>
                  </a:lnTo>
                  <a:lnTo>
                    <a:pt x="1083" y="8709"/>
                  </a:lnTo>
                  <a:cubicBezTo>
                    <a:pt x="1242" y="9913"/>
                    <a:pt x="1400" y="17577"/>
                    <a:pt x="1400" y="17577"/>
                  </a:cubicBezTo>
                  <a:lnTo>
                    <a:pt x="4079" y="17847"/>
                  </a:lnTo>
                  <a:lnTo>
                    <a:pt x="5479" y="12331"/>
                  </a:lnTo>
                  <a:cubicBezTo>
                    <a:pt x="5750" y="11351"/>
                    <a:pt x="5871" y="10343"/>
                    <a:pt x="5871" y="9335"/>
                  </a:cubicBezTo>
                  <a:lnTo>
                    <a:pt x="5713" y="1"/>
                  </a:ln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0" name="Google Shape;3040;p55"/>
            <p:cNvSpPr/>
            <p:nvPr/>
          </p:nvSpPr>
          <p:spPr>
            <a:xfrm>
              <a:off x="10354624" y="4271545"/>
              <a:ext cx="241663" cy="260613"/>
            </a:xfrm>
            <a:custGeom>
              <a:avLst/>
              <a:gdLst/>
              <a:ahLst/>
              <a:cxnLst/>
              <a:rect l="l" t="t" r="r" b="b"/>
              <a:pathLst>
                <a:path w="4285" h="4621" extrusionOk="0">
                  <a:moveTo>
                    <a:pt x="2025" y="0"/>
                  </a:moveTo>
                  <a:lnTo>
                    <a:pt x="0" y="1316"/>
                  </a:lnTo>
                  <a:lnTo>
                    <a:pt x="1913" y="4117"/>
                  </a:lnTo>
                  <a:lnTo>
                    <a:pt x="2688" y="4621"/>
                  </a:lnTo>
                  <a:lnTo>
                    <a:pt x="4284" y="3921"/>
                  </a:lnTo>
                  <a:lnTo>
                    <a:pt x="4200" y="3071"/>
                  </a:lnTo>
                  <a:cubicBezTo>
                    <a:pt x="3892" y="3071"/>
                    <a:pt x="2025" y="0"/>
                    <a:pt x="2025"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1" name="Google Shape;3041;p55"/>
            <p:cNvSpPr/>
            <p:nvPr/>
          </p:nvSpPr>
          <p:spPr>
            <a:xfrm>
              <a:off x="10455689" y="4424721"/>
              <a:ext cx="320112" cy="169023"/>
            </a:xfrm>
            <a:custGeom>
              <a:avLst/>
              <a:gdLst/>
              <a:ahLst/>
              <a:cxnLst/>
              <a:rect l="l" t="t" r="r" b="b"/>
              <a:pathLst>
                <a:path w="5676" h="2997" extrusionOk="0">
                  <a:moveTo>
                    <a:pt x="5134" y="0"/>
                  </a:moveTo>
                  <a:lnTo>
                    <a:pt x="2334" y="318"/>
                  </a:lnTo>
                  <a:cubicBezTo>
                    <a:pt x="2334" y="318"/>
                    <a:pt x="2296" y="738"/>
                    <a:pt x="1596" y="859"/>
                  </a:cubicBezTo>
                  <a:cubicBezTo>
                    <a:pt x="467" y="1018"/>
                    <a:pt x="0" y="1326"/>
                    <a:pt x="0" y="1326"/>
                  </a:cubicBezTo>
                  <a:lnTo>
                    <a:pt x="934" y="2997"/>
                  </a:lnTo>
                  <a:lnTo>
                    <a:pt x="5675" y="589"/>
                  </a:lnTo>
                  <a:cubicBezTo>
                    <a:pt x="5638" y="392"/>
                    <a:pt x="5330" y="0"/>
                    <a:pt x="5134"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2" name="Google Shape;3042;p55"/>
            <p:cNvSpPr/>
            <p:nvPr/>
          </p:nvSpPr>
          <p:spPr>
            <a:xfrm>
              <a:off x="10644113" y="4426808"/>
              <a:ext cx="103264" cy="50589"/>
            </a:xfrm>
            <a:custGeom>
              <a:avLst/>
              <a:gdLst/>
              <a:ahLst/>
              <a:cxnLst/>
              <a:rect l="l" t="t" r="r" b="b"/>
              <a:pathLst>
                <a:path w="1831" h="897" extrusionOk="0">
                  <a:moveTo>
                    <a:pt x="1830" y="1"/>
                  </a:moveTo>
                  <a:lnTo>
                    <a:pt x="1" y="159"/>
                  </a:lnTo>
                  <a:lnTo>
                    <a:pt x="197" y="897"/>
                  </a:lnTo>
                  <a:lnTo>
                    <a:pt x="1830" y="47"/>
                  </a:lnTo>
                  <a:lnTo>
                    <a:pt x="1830"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3" name="Google Shape;3043;p55"/>
            <p:cNvSpPr/>
            <p:nvPr/>
          </p:nvSpPr>
          <p:spPr>
            <a:xfrm>
              <a:off x="10642026" y="4426808"/>
              <a:ext cx="107437" cy="52732"/>
            </a:xfrm>
            <a:custGeom>
              <a:avLst/>
              <a:gdLst/>
              <a:ahLst/>
              <a:cxnLst/>
              <a:rect l="l" t="t" r="r" b="b"/>
              <a:pathLst>
                <a:path w="1905" h="935" extrusionOk="0">
                  <a:moveTo>
                    <a:pt x="1792" y="47"/>
                  </a:moveTo>
                  <a:lnTo>
                    <a:pt x="234" y="860"/>
                  </a:lnTo>
                  <a:lnTo>
                    <a:pt x="84" y="159"/>
                  </a:lnTo>
                  <a:lnTo>
                    <a:pt x="1792" y="47"/>
                  </a:lnTo>
                  <a:close/>
                  <a:moveTo>
                    <a:pt x="1867" y="1"/>
                  </a:moveTo>
                  <a:lnTo>
                    <a:pt x="38" y="122"/>
                  </a:lnTo>
                  <a:lnTo>
                    <a:pt x="0" y="122"/>
                  </a:lnTo>
                  <a:lnTo>
                    <a:pt x="234" y="934"/>
                  </a:lnTo>
                  <a:lnTo>
                    <a:pt x="1867" y="85"/>
                  </a:lnTo>
                  <a:cubicBezTo>
                    <a:pt x="1904" y="85"/>
                    <a:pt x="1904" y="47"/>
                    <a:pt x="1904" y="47"/>
                  </a:cubicBezTo>
                  <a:cubicBezTo>
                    <a:pt x="1904" y="1"/>
                    <a:pt x="1867" y="1"/>
                    <a:pt x="1867" y="1"/>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4" name="Google Shape;3044;p55"/>
            <p:cNvSpPr/>
            <p:nvPr/>
          </p:nvSpPr>
          <p:spPr>
            <a:xfrm>
              <a:off x="10455689" y="4490537"/>
              <a:ext cx="52675" cy="70553"/>
            </a:xfrm>
            <a:custGeom>
              <a:avLst/>
              <a:gdLst/>
              <a:ahLst/>
              <a:cxnLst/>
              <a:rect l="l" t="t" r="r" b="b"/>
              <a:pathLst>
                <a:path w="934" h="1251" extrusionOk="0">
                  <a:moveTo>
                    <a:pt x="308" y="0"/>
                  </a:moveTo>
                  <a:cubicBezTo>
                    <a:pt x="271" y="0"/>
                    <a:pt x="0" y="159"/>
                    <a:pt x="0" y="159"/>
                  </a:cubicBezTo>
                  <a:lnTo>
                    <a:pt x="626" y="1251"/>
                  </a:lnTo>
                  <a:lnTo>
                    <a:pt x="934" y="1055"/>
                  </a:lnTo>
                  <a:lnTo>
                    <a:pt x="308" y="0"/>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5" name="Google Shape;3045;p55"/>
            <p:cNvSpPr/>
            <p:nvPr/>
          </p:nvSpPr>
          <p:spPr>
            <a:xfrm>
              <a:off x="10488850" y="4426808"/>
              <a:ext cx="263264" cy="134282"/>
            </a:xfrm>
            <a:custGeom>
              <a:avLst/>
              <a:gdLst/>
              <a:ahLst/>
              <a:cxnLst/>
              <a:rect l="l" t="t" r="r" b="b"/>
              <a:pathLst>
                <a:path w="4668" h="2381" extrusionOk="0">
                  <a:moveTo>
                    <a:pt x="4620" y="1"/>
                  </a:moveTo>
                  <a:lnTo>
                    <a:pt x="38" y="2334"/>
                  </a:lnTo>
                  <a:lnTo>
                    <a:pt x="0" y="2381"/>
                  </a:lnTo>
                  <a:lnTo>
                    <a:pt x="38" y="2381"/>
                  </a:lnTo>
                  <a:lnTo>
                    <a:pt x="4620" y="85"/>
                  </a:lnTo>
                  <a:lnTo>
                    <a:pt x="4667" y="47"/>
                  </a:lnTo>
                  <a:lnTo>
                    <a:pt x="4620"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6" name="Google Shape;3046;p55"/>
            <p:cNvSpPr/>
            <p:nvPr/>
          </p:nvSpPr>
          <p:spPr>
            <a:xfrm>
              <a:off x="9725510" y="3578251"/>
              <a:ext cx="829156" cy="851264"/>
            </a:xfrm>
            <a:custGeom>
              <a:avLst/>
              <a:gdLst/>
              <a:ahLst/>
              <a:cxnLst/>
              <a:rect l="l" t="t" r="r" b="b"/>
              <a:pathLst>
                <a:path w="14702" h="15094" extrusionOk="0">
                  <a:moveTo>
                    <a:pt x="6843" y="1"/>
                  </a:moveTo>
                  <a:lnTo>
                    <a:pt x="505" y="234"/>
                  </a:lnTo>
                  <a:lnTo>
                    <a:pt x="1" y="271"/>
                  </a:lnTo>
                  <a:cubicBezTo>
                    <a:pt x="309" y="2642"/>
                    <a:pt x="972" y="4359"/>
                    <a:pt x="2754" y="5946"/>
                  </a:cubicBezTo>
                  <a:lnTo>
                    <a:pt x="6535" y="8830"/>
                  </a:lnTo>
                  <a:cubicBezTo>
                    <a:pt x="7272" y="9530"/>
                    <a:pt x="8009" y="10268"/>
                    <a:pt x="8635" y="11127"/>
                  </a:cubicBezTo>
                  <a:lnTo>
                    <a:pt x="11706" y="15093"/>
                  </a:lnTo>
                  <a:lnTo>
                    <a:pt x="14702" y="13647"/>
                  </a:lnTo>
                  <a:lnTo>
                    <a:pt x="12676" y="8980"/>
                  </a:lnTo>
                  <a:cubicBezTo>
                    <a:pt x="11976" y="7430"/>
                    <a:pt x="11118" y="5946"/>
                    <a:pt x="10147" y="4546"/>
                  </a:cubicBezTo>
                  <a:lnTo>
                    <a:pt x="6843" y="1"/>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7" name="Google Shape;3047;p55"/>
            <p:cNvSpPr/>
            <p:nvPr/>
          </p:nvSpPr>
          <p:spPr>
            <a:xfrm>
              <a:off x="9554457" y="2943328"/>
              <a:ext cx="267493" cy="470242"/>
            </a:xfrm>
            <a:custGeom>
              <a:avLst/>
              <a:gdLst/>
              <a:ahLst/>
              <a:cxnLst/>
              <a:rect l="l" t="t" r="r" b="b"/>
              <a:pathLst>
                <a:path w="4743" h="8338" extrusionOk="0">
                  <a:moveTo>
                    <a:pt x="4236" y="1"/>
                  </a:moveTo>
                  <a:cubicBezTo>
                    <a:pt x="3236" y="1"/>
                    <a:pt x="1066" y="208"/>
                    <a:pt x="616" y="1962"/>
                  </a:cubicBezTo>
                  <a:cubicBezTo>
                    <a:pt x="383" y="2895"/>
                    <a:pt x="112" y="3987"/>
                    <a:pt x="38" y="5425"/>
                  </a:cubicBezTo>
                  <a:cubicBezTo>
                    <a:pt x="0" y="6433"/>
                    <a:pt x="504" y="7992"/>
                    <a:pt x="2017" y="8337"/>
                  </a:cubicBezTo>
                  <a:lnTo>
                    <a:pt x="3417" y="7796"/>
                  </a:lnTo>
                  <a:lnTo>
                    <a:pt x="4742" y="21"/>
                  </a:lnTo>
                  <a:cubicBezTo>
                    <a:pt x="4742" y="21"/>
                    <a:pt x="4545" y="1"/>
                    <a:pt x="4236" y="1"/>
                  </a:cubicBezTo>
                  <a:close/>
                </a:path>
              </a:pathLst>
            </a:custGeom>
            <a:solidFill>
              <a:srgbClr val="FFAE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8" name="Google Shape;3048;p55"/>
            <p:cNvSpPr/>
            <p:nvPr/>
          </p:nvSpPr>
          <p:spPr>
            <a:xfrm>
              <a:off x="9562860" y="2889976"/>
              <a:ext cx="241720" cy="308776"/>
            </a:xfrm>
            <a:custGeom>
              <a:avLst/>
              <a:gdLst/>
              <a:ahLst/>
              <a:cxnLst/>
              <a:rect l="l" t="t" r="r" b="b"/>
              <a:pathLst>
                <a:path w="4286" h="5475" extrusionOk="0">
                  <a:moveTo>
                    <a:pt x="3251" y="1"/>
                  </a:moveTo>
                  <a:cubicBezTo>
                    <a:pt x="2797" y="1"/>
                    <a:pt x="2345" y="121"/>
                    <a:pt x="1952" y="341"/>
                  </a:cubicBezTo>
                  <a:cubicBezTo>
                    <a:pt x="393" y="1275"/>
                    <a:pt x="1" y="4233"/>
                    <a:pt x="85" y="4663"/>
                  </a:cubicBezTo>
                  <a:cubicBezTo>
                    <a:pt x="186" y="5063"/>
                    <a:pt x="359" y="5474"/>
                    <a:pt x="621" y="5474"/>
                  </a:cubicBezTo>
                  <a:cubicBezTo>
                    <a:pt x="842" y="5474"/>
                    <a:pt x="1126" y="5182"/>
                    <a:pt x="1485" y="4345"/>
                  </a:cubicBezTo>
                  <a:cubicBezTo>
                    <a:pt x="1905" y="3375"/>
                    <a:pt x="3305" y="845"/>
                    <a:pt x="3305" y="845"/>
                  </a:cubicBezTo>
                  <a:lnTo>
                    <a:pt x="4285" y="229"/>
                  </a:lnTo>
                  <a:cubicBezTo>
                    <a:pt x="3958" y="74"/>
                    <a:pt x="3604" y="1"/>
                    <a:pt x="3251"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49" name="Google Shape;3049;p55"/>
            <p:cNvSpPr/>
            <p:nvPr/>
          </p:nvSpPr>
          <p:spPr>
            <a:xfrm>
              <a:off x="9990860" y="2860254"/>
              <a:ext cx="250067" cy="582248"/>
            </a:xfrm>
            <a:custGeom>
              <a:avLst/>
              <a:gdLst/>
              <a:ahLst/>
              <a:cxnLst/>
              <a:rect l="l" t="t" r="r" b="b"/>
              <a:pathLst>
                <a:path w="4434" h="10324" extrusionOk="0">
                  <a:moveTo>
                    <a:pt x="971" y="1"/>
                  </a:moveTo>
                  <a:cubicBezTo>
                    <a:pt x="945" y="1"/>
                    <a:pt x="920" y="3"/>
                    <a:pt x="896" y="9"/>
                  </a:cubicBezTo>
                  <a:cubicBezTo>
                    <a:pt x="738" y="9"/>
                    <a:pt x="663" y="56"/>
                    <a:pt x="663" y="56"/>
                  </a:cubicBezTo>
                  <a:lnTo>
                    <a:pt x="579" y="93"/>
                  </a:lnTo>
                  <a:cubicBezTo>
                    <a:pt x="0" y="868"/>
                    <a:pt x="4434" y="10323"/>
                    <a:pt x="4434" y="10323"/>
                  </a:cubicBezTo>
                  <a:cubicBezTo>
                    <a:pt x="4434" y="10323"/>
                    <a:pt x="4163" y="7169"/>
                    <a:pt x="4117" y="6935"/>
                  </a:cubicBezTo>
                  <a:cubicBezTo>
                    <a:pt x="3463" y="2576"/>
                    <a:pt x="1867" y="672"/>
                    <a:pt x="1400" y="205"/>
                  </a:cubicBezTo>
                  <a:cubicBezTo>
                    <a:pt x="1267" y="80"/>
                    <a:pt x="1107" y="1"/>
                    <a:pt x="971" y="1"/>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0" name="Google Shape;3050;p55"/>
            <p:cNvSpPr/>
            <p:nvPr/>
          </p:nvSpPr>
          <p:spPr>
            <a:xfrm>
              <a:off x="9876599" y="2803913"/>
              <a:ext cx="173253" cy="182164"/>
            </a:xfrm>
            <a:custGeom>
              <a:avLst/>
              <a:gdLst/>
              <a:ahLst/>
              <a:cxnLst/>
              <a:rect l="l" t="t" r="r" b="b"/>
              <a:pathLst>
                <a:path w="3072" h="3230" extrusionOk="0">
                  <a:moveTo>
                    <a:pt x="505" y="0"/>
                  </a:moveTo>
                  <a:lnTo>
                    <a:pt x="271" y="1167"/>
                  </a:lnTo>
                  <a:lnTo>
                    <a:pt x="1" y="2838"/>
                  </a:lnTo>
                  <a:lnTo>
                    <a:pt x="2876" y="3230"/>
                  </a:lnTo>
                  <a:lnTo>
                    <a:pt x="3072" y="75"/>
                  </a:lnTo>
                  <a:lnTo>
                    <a:pt x="505" y="0"/>
                  </a:ln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1" name="Google Shape;3051;p55"/>
            <p:cNvSpPr/>
            <p:nvPr/>
          </p:nvSpPr>
          <p:spPr>
            <a:xfrm>
              <a:off x="9889796" y="2803913"/>
              <a:ext cx="160056" cy="81100"/>
            </a:xfrm>
            <a:custGeom>
              <a:avLst/>
              <a:gdLst/>
              <a:ahLst/>
              <a:cxnLst/>
              <a:rect l="l" t="t" r="r" b="b"/>
              <a:pathLst>
                <a:path w="2838" h="1438" extrusionOk="0">
                  <a:moveTo>
                    <a:pt x="271" y="0"/>
                  </a:moveTo>
                  <a:lnTo>
                    <a:pt x="37" y="1167"/>
                  </a:lnTo>
                  <a:lnTo>
                    <a:pt x="0" y="1438"/>
                  </a:lnTo>
                  <a:cubicBezTo>
                    <a:pt x="2334" y="1130"/>
                    <a:pt x="2838" y="75"/>
                    <a:pt x="2838" y="75"/>
                  </a:cubicBezTo>
                  <a:lnTo>
                    <a:pt x="271" y="0"/>
                  </a:ln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2" name="Google Shape;3052;p55"/>
            <p:cNvSpPr/>
            <p:nvPr/>
          </p:nvSpPr>
          <p:spPr>
            <a:xfrm>
              <a:off x="9602338" y="2924491"/>
              <a:ext cx="263264" cy="412717"/>
            </a:xfrm>
            <a:custGeom>
              <a:avLst/>
              <a:gdLst/>
              <a:ahLst/>
              <a:cxnLst/>
              <a:rect l="l" t="t" r="r" b="b"/>
              <a:pathLst>
                <a:path w="4668" h="7318" extrusionOk="0">
                  <a:moveTo>
                    <a:pt x="3282" y="0"/>
                  </a:moveTo>
                  <a:cubicBezTo>
                    <a:pt x="1887" y="0"/>
                    <a:pt x="1252" y="1400"/>
                    <a:pt x="1252" y="1400"/>
                  </a:cubicBezTo>
                  <a:cubicBezTo>
                    <a:pt x="318" y="2996"/>
                    <a:pt x="1" y="6926"/>
                    <a:pt x="1" y="6926"/>
                  </a:cubicBezTo>
                  <a:lnTo>
                    <a:pt x="3230" y="7318"/>
                  </a:lnTo>
                  <a:cubicBezTo>
                    <a:pt x="3968" y="6422"/>
                    <a:pt x="4668" y="6338"/>
                    <a:pt x="4668" y="6338"/>
                  </a:cubicBezTo>
                  <a:lnTo>
                    <a:pt x="4397" y="270"/>
                  </a:lnTo>
                  <a:cubicBezTo>
                    <a:pt x="3982" y="78"/>
                    <a:pt x="3611" y="0"/>
                    <a:pt x="3282" y="0"/>
                  </a:cubicBezTo>
                  <a:close/>
                </a:path>
              </a:pathLst>
            </a:custGeom>
            <a:solidFill>
              <a:srgbClr val="FD7D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3" name="Google Shape;3053;p55"/>
            <p:cNvSpPr/>
            <p:nvPr/>
          </p:nvSpPr>
          <p:spPr>
            <a:xfrm>
              <a:off x="9696184" y="3360839"/>
              <a:ext cx="226831" cy="214480"/>
            </a:xfrm>
            <a:custGeom>
              <a:avLst/>
              <a:gdLst/>
              <a:ahLst/>
              <a:cxnLst/>
              <a:rect l="l" t="t" r="r" b="b"/>
              <a:pathLst>
                <a:path w="4022" h="3803" extrusionOk="0">
                  <a:moveTo>
                    <a:pt x="792" y="1"/>
                  </a:moveTo>
                  <a:cubicBezTo>
                    <a:pt x="792" y="1"/>
                    <a:pt x="1" y="3802"/>
                    <a:pt x="2935" y="3802"/>
                  </a:cubicBezTo>
                  <a:cubicBezTo>
                    <a:pt x="3251" y="3802"/>
                    <a:pt x="3612" y="3758"/>
                    <a:pt x="4021" y="3660"/>
                  </a:cubicBezTo>
                  <a:cubicBezTo>
                    <a:pt x="4021" y="3660"/>
                    <a:pt x="1454" y="3622"/>
                    <a:pt x="1604" y="159"/>
                  </a:cubicBezTo>
                  <a:lnTo>
                    <a:pt x="792" y="1"/>
                  </a:lnTo>
                  <a:close/>
                </a:path>
              </a:pathLst>
            </a:custGeom>
            <a:solidFill>
              <a:srgbClr val="2741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4" name="Google Shape;3054;p55"/>
            <p:cNvSpPr/>
            <p:nvPr/>
          </p:nvSpPr>
          <p:spPr>
            <a:xfrm>
              <a:off x="9918221" y="3268347"/>
              <a:ext cx="79013" cy="142065"/>
            </a:xfrm>
            <a:custGeom>
              <a:avLst/>
              <a:gdLst/>
              <a:ahLst/>
              <a:cxnLst/>
              <a:rect l="l" t="t" r="r" b="b"/>
              <a:pathLst>
                <a:path w="1401" h="2519" extrusionOk="0">
                  <a:moveTo>
                    <a:pt x="564" y="1"/>
                  </a:moveTo>
                  <a:cubicBezTo>
                    <a:pt x="532" y="1"/>
                    <a:pt x="499" y="3"/>
                    <a:pt x="467" y="7"/>
                  </a:cubicBezTo>
                  <a:cubicBezTo>
                    <a:pt x="196" y="54"/>
                    <a:pt x="0" y="287"/>
                    <a:pt x="38" y="521"/>
                  </a:cubicBezTo>
                  <a:lnTo>
                    <a:pt x="355" y="2191"/>
                  </a:lnTo>
                  <a:cubicBezTo>
                    <a:pt x="386" y="2384"/>
                    <a:pt x="575" y="2519"/>
                    <a:pt x="792" y="2519"/>
                  </a:cubicBezTo>
                  <a:cubicBezTo>
                    <a:pt x="838" y="2519"/>
                    <a:pt x="886" y="2513"/>
                    <a:pt x="934" y="2499"/>
                  </a:cubicBezTo>
                  <a:cubicBezTo>
                    <a:pt x="1251" y="2462"/>
                    <a:pt x="1400" y="2229"/>
                    <a:pt x="1363" y="1995"/>
                  </a:cubicBezTo>
                  <a:lnTo>
                    <a:pt x="1055" y="325"/>
                  </a:lnTo>
                  <a:cubicBezTo>
                    <a:pt x="1022" y="119"/>
                    <a:pt x="801" y="1"/>
                    <a:pt x="564" y="1"/>
                  </a:cubicBezTo>
                  <a:close/>
                </a:path>
              </a:pathLst>
            </a:custGeom>
            <a:solidFill>
              <a:srgbClr val="3B81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5" name="Google Shape;3055;p55"/>
            <p:cNvSpPr/>
            <p:nvPr/>
          </p:nvSpPr>
          <p:spPr>
            <a:xfrm>
              <a:off x="9788732" y="3271336"/>
              <a:ext cx="90067" cy="52732"/>
            </a:xfrm>
            <a:custGeom>
              <a:avLst/>
              <a:gdLst/>
              <a:ahLst/>
              <a:cxnLst/>
              <a:rect l="l" t="t" r="r" b="b"/>
              <a:pathLst>
                <a:path w="1597" h="935" extrusionOk="0">
                  <a:moveTo>
                    <a:pt x="1521" y="1"/>
                  </a:moveTo>
                  <a:cubicBezTo>
                    <a:pt x="1363" y="1"/>
                    <a:pt x="1213" y="38"/>
                    <a:pt x="1055" y="76"/>
                  </a:cubicBezTo>
                  <a:cubicBezTo>
                    <a:pt x="933" y="113"/>
                    <a:pt x="784" y="150"/>
                    <a:pt x="663" y="234"/>
                  </a:cubicBezTo>
                  <a:cubicBezTo>
                    <a:pt x="513" y="309"/>
                    <a:pt x="392" y="384"/>
                    <a:pt x="280" y="505"/>
                  </a:cubicBezTo>
                  <a:cubicBezTo>
                    <a:pt x="196" y="580"/>
                    <a:pt x="84" y="738"/>
                    <a:pt x="47" y="850"/>
                  </a:cubicBezTo>
                  <a:cubicBezTo>
                    <a:pt x="0" y="888"/>
                    <a:pt x="0" y="888"/>
                    <a:pt x="47" y="934"/>
                  </a:cubicBezTo>
                  <a:cubicBezTo>
                    <a:pt x="84" y="934"/>
                    <a:pt x="84" y="934"/>
                    <a:pt x="121" y="888"/>
                  </a:cubicBezTo>
                  <a:cubicBezTo>
                    <a:pt x="196" y="776"/>
                    <a:pt x="280" y="654"/>
                    <a:pt x="392" y="580"/>
                  </a:cubicBezTo>
                  <a:cubicBezTo>
                    <a:pt x="467" y="505"/>
                    <a:pt x="588" y="421"/>
                    <a:pt x="747" y="346"/>
                  </a:cubicBezTo>
                  <a:cubicBezTo>
                    <a:pt x="859" y="309"/>
                    <a:pt x="980" y="272"/>
                    <a:pt x="1129" y="234"/>
                  </a:cubicBezTo>
                  <a:cubicBezTo>
                    <a:pt x="1251" y="188"/>
                    <a:pt x="1400" y="188"/>
                    <a:pt x="1521" y="188"/>
                  </a:cubicBezTo>
                  <a:cubicBezTo>
                    <a:pt x="1559" y="188"/>
                    <a:pt x="1596" y="150"/>
                    <a:pt x="1596" y="76"/>
                  </a:cubicBezTo>
                  <a:cubicBezTo>
                    <a:pt x="1596" y="38"/>
                    <a:pt x="1559" y="1"/>
                    <a:pt x="1521" y="1"/>
                  </a:cubicBezTo>
                  <a:close/>
                </a:path>
              </a:pathLst>
            </a:custGeom>
            <a:solidFill>
              <a:srgbClr val="415C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6" name="Google Shape;3056;p55"/>
            <p:cNvSpPr/>
            <p:nvPr/>
          </p:nvSpPr>
          <p:spPr>
            <a:xfrm>
              <a:off x="9567597" y="2889355"/>
              <a:ext cx="278547" cy="559463"/>
            </a:xfrm>
            <a:custGeom>
              <a:avLst/>
              <a:gdLst/>
              <a:ahLst/>
              <a:cxnLst/>
              <a:rect l="l" t="t" r="r" b="b"/>
              <a:pathLst>
                <a:path w="4939" h="9920" extrusionOk="0">
                  <a:moveTo>
                    <a:pt x="3783" y="0"/>
                  </a:moveTo>
                  <a:cubicBezTo>
                    <a:pt x="2765" y="0"/>
                    <a:pt x="1350" y="659"/>
                    <a:pt x="738" y="4011"/>
                  </a:cubicBezTo>
                  <a:cubicBezTo>
                    <a:pt x="738" y="4011"/>
                    <a:pt x="271" y="5486"/>
                    <a:pt x="113" y="7082"/>
                  </a:cubicBezTo>
                  <a:cubicBezTo>
                    <a:pt x="1" y="8211"/>
                    <a:pt x="775" y="9257"/>
                    <a:pt x="1942" y="9453"/>
                  </a:cubicBezTo>
                  <a:lnTo>
                    <a:pt x="4388" y="9919"/>
                  </a:lnTo>
                  <a:lnTo>
                    <a:pt x="4938" y="277"/>
                  </a:lnTo>
                  <a:cubicBezTo>
                    <a:pt x="4938" y="277"/>
                    <a:pt x="4444" y="0"/>
                    <a:pt x="3783"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7" name="Google Shape;3057;p55"/>
            <p:cNvSpPr/>
            <p:nvPr/>
          </p:nvSpPr>
          <p:spPr>
            <a:xfrm>
              <a:off x="9722916" y="2902891"/>
              <a:ext cx="151653" cy="258526"/>
            </a:xfrm>
            <a:custGeom>
              <a:avLst/>
              <a:gdLst/>
              <a:ahLst/>
              <a:cxnLst/>
              <a:rect l="l" t="t" r="r" b="b"/>
              <a:pathLst>
                <a:path w="2689" h="4584" extrusionOk="0">
                  <a:moveTo>
                    <a:pt x="2688" y="0"/>
                  </a:moveTo>
                  <a:lnTo>
                    <a:pt x="2688" y="0"/>
                  </a:lnTo>
                  <a:cubicBezTo>
                    <a:pt x="2688" y="0"/>
                    <a:pt x="1596" y="37"/>
                    <a:pt x="1522" y="149"/>
                  </a:cubicBezTo>
                  <a:cubicBezTo>
                    <a:pt x="1522" y="149"/>
                    <a:pt x="551" y="1279"/>
                    <a:pt x="0" y="4583"/>
                  </a:cubicBezTo>
                  <a:lnTo>
                    <a:pt x="2026" y="971"/>
                  </a:lnTo>
                  <a:cubicBezTo>
                    <a:pt x="2026" y="971"/>
                    <a:pt x="2184" y="653"/>
                    <a:pt x="2688" y="0"/>
                  </a:cubicBezTo>
                  <a:close/>
                </a:path>
              </a:pathLst>
            </a:custGeom>
            <a:solidFill>
              <a:srgbClr val="115E8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8" name="Google Shape;3058;p55"/>
            <p:cNvSpPr/>
            <p:nvPr/>
          </p:nvSpPr>
          <p:spPr>
            <a:xfrm>
              <a:off x="9602338" y="2884956"/>
              <a:ext cx="204328" cy="509100"/>
            </a:xfrm>
            <a:custGeom>
              <a:avLst/>
              <a:gdLst/>
              <a:ahLst/>
              <a:cxnLst/>
              <a:rect l="l" t="t" r="r" b="b"/>
              <a:pathLst>
                <a:path w="3623" h="9027" extrusionOk="0">
                  <a:moveTo>
                    <a:pt x="3538" y="1"/>
                  </a:moveTo>
                  <a:cubicBezTo>
                    <a:pt x="3464" y="1"/>
                    <a:pt x="2185" y="197"/>
                    <a:pt x="1522" y="1830"/>
                  </a:cubicBezTo>
                  <a:cubicBezTo>
                    <a:pt x="972" y="3156"/>
                    <a:pt x="1" y="6385"/>
                    <a:pt x="197" y="8989"/>
                  </a:cubicBezTo>
                  <a:cubicBezTo>
                    <a:pt x="197" y="9027"/>
                    <a:pt x="234" y="9027"/>
                    <a:pt x="271" y="9027"/>
                  </a:cubicBezTo>
                  <a:cubicBezTo>
                    <a:pt x="318" y="9027"/>
                    <a:pt x="355" y="8989"/>
                    <a:pt x="355" y="8952"/>
                  </a:cubicBezTo>
                  <a:cubicBezTo>
                    <a:pt x="159" y="6423"/>
                    <a:pt x="1130" y="3230"/>
                    <a:pt x="1672" y="1868"/>
                  </a:cubicBezTo>
                  <a:cubicBezTo>
                    <a:pt x="2297" y="355"/>
                    <a:pt x="3538" y="159"/>
                    <a:pt x="3538" y="159"/>
                  </a:cubicBezTo>
                  <a:cubicBezTo>
                    <a:pt x="3585" y="159"/>
                    <a:pt x="3622" y="122"/>
                    <a:pt x="3622" y="85"/>
                  </a:cubicBezTo>
                  <a:cubicBezTo>
                    <a:pt x="3622" y="38"/>
                    <a:pt x="3585" y="1"/>
                    <a:pt x="3538"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59" name="Google Shape;3059;p55"/>
            <p:cNvSpPr/>
            <p:nvPr/>
          </p:nvSpPr>
          <p:spPr>
            <a:xfrm>
              <a:off x="9696578" y="2869729"/>
              <a:ext cx="577003" cy="892772"/>
            </a:xfrm>
            <a:custGeom>
              <a:avLst/>
              <a:gdLst/>
              <a:ahLst/>
              <a:cxnLst/>
              <a:rect l="l" t="t" r="r" b="b"/>
              <a:pathLst>
                <a:path w="10231" h="15830" extrusionOk="0">
                  <a:moveTo>
                    <a:pt x="3426" y="0"/>
                  </a:moveTo>
                  <a:cubicBezTo>
                    <a:pt x="1" y="4275"/>
                    <a:pt x="467" y="13338"/>
                    <a:pt x="467" y="13338"/>
                  </a:cubicBezTo>
                  <a:cubicBezTo>
                    <a:pt x="355" y="15634"/>
                    <a:pt x="4714" y="15709"/>
                    <a:pt x="4714" y="15709"/>
                  </a:cubicBezTo>
                  <a:cubicBezTo>
                    <a:pt x="5426" y="15791"/>
                    <a:pt x="6034" y="15829"/>
                    <a:pt x="6554" y="15829"/>
                  </a:cubicBezTo>
                  <a:cubicBezTo>
                    <a:pt x="9274" y="15829"/>
                    <a:pt x="9581" y="14792"/>
                    <a:pt x="9652" y="13656"/>
                  </a:cubicBezTo>
                  <a:cubicBezTo>
                    <a:pt x="10231" y="5096"/>
                    <a:pt x="6189" y="429"/>
                    <a:pt x="6189" y="429"/>
                  </a:cubicBezTo>
                  <a:cubicBezTo>
                    <a:pt x="6085" y="730"/>
                    <a:pt x="5841" y="840"/>
                    <a:pt x="5538" y="840"/>
                  </a:cubicBezTo>
                  <a:cubicBezTo>
                    <a:pt x="4704" y="840"/>
                    <a:pt x="3426" y="0"/>
                    <a:pt x="3426"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0" name="Google Shape;3060;p55"/>
            <p:cNvSpPr/>
            <p:nvPr/>
          </p:nvSpPr>
          <p:spPr>
            <a:xfrm>
              <a:off x="9865545" y="2929736"/>
              <a:ext cx="208558" cy="32147"/>
            </a:xfrm>
            <a:custGeom>
              <a:avLst/>
              <a:gdLst/>
              <a:ahLst/>
              <a:cxnLst/>
              <a:rect l="l" t="t" r="r" b="b"/>
              <a:pathLst>
                <a:path w="3698" h="570" extrusionOk="0">
                  <a:moveTo>
                    <a:pt x="3660" y="0"/>
                  </a:moveTo>
                  <a:cubicBezTo>
                    <a:pt x="3650" y="0"/>
                    <a:pt x="3641" y="9"/>
                    <a:pt x="3622" y="28"/>
                  </a:cubicBezTo>
                  <a:cubicBezTo>
                    <a:pt x="3060" y="357"/>
                    <a:pt x="2460" y="463"/>
                    <a:pt x="1918" y="463"/>
                  </a:cubicBezTo>
                  <a:cubicBezTo>
                    <a:pt x="921" y="463"/>
                    <a:pt x="122" y="103"/>
                    <a:pt x="122" y="103"/>
                  </a:cubicBezTo>
                  <a:cubicBezTo>
                    <a:pt x="85" y="103"/>
                    <a:pt x="38" y="103"/>
                    <a:pt x="38" y="140"/>
                  </a:cubicBezTo>
                  <a:cubicBezTo>
                    <a:pt x="1" y="177"/>
                    <a:pt x="38" y="177"/>
                    <a:pt x="38" y="224"/>
                  </a:cubicBezTo>
                  <a:cubicBezTo>
                    <a:pt x="85" y="224"/>
                    <a:pt x="859" y="570"/>
                    <a:pt x="1868" y="570"/>
                  </a:cubicBezTo>
                  <a:cubicBezTo>
                    <a:pt x="2456" y="570"/>
                    <a:pt x="3072" y="458"/>
                    <a:pt x="3660" y="103"/>
                  </a:cubicBezTo>
                  <a:cubicBezTo>
                    <a:pt x="3697" y="103"/>
                    <a:pt x="3697" y="65"/>
                    <a:pt x="3697" y="28"/>
                  </a:cubicBezTo>
                  <a:cubicBezTo>
                    <a:pt x="3678" y="9"/>
                    <a:pt x="3669" y="0"/>
                    <a:pt x="3660"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1" name="Google Shape;3061;p55"/>
            <p:cNvSpPr/>
            <p:nvPr/>
          </p:nvSpPr>
          <p:spPr>
            <a:xfrm>
              <a:off x="9867688" y="2966056"/>
              <a:ext cx="230609" cy="35305"/>
            </a:xfrm>
            <a:custGeom>
              <a:avLst/>
              <a:gdLst/>
              <a:ahLst/>
              <a:cxnLst/>
              <a:rect l="l" t="t" r="r" b="b"/>
              <a:pathLst>
                <a:path w="4089" h="626" extrusionOk="0">
                  <a:moveTo>
                    <a:pt x="3967" y="0"/>
                  </a:moveTo>
                  <a:cubicBezTo>
                    <a:pt x="3314" y="404"/>
                    <a:pt x="2546" y="522"/>
                    <a:pt x="1867" y="522"/>
                  </a:cubicBezTo>
                  <a:cubicBezTo>
                    <a:pt x="897" y="522"/>
                    <a:pt x="106" y="280"/>
                    <a:pt x="84" y="280"/>
                  </a:cubicBezTo>
                  <a:cubicBezTo>
                    <a:pt x="47" y="280"/>
                    <a:pt x="47" y="280"/>
                    <a:pt x="0" y="318"/>
                  </a:cubicBezTo>
                  <a:lnTo>
                    <a:pt x="47" y="355"/>
                  </a:lnTo>
                  <a:cubicBezTo>
                    <a:pt x="84" y="392"/>
                    <a:pt x="859" y="626"/>
                    <a:pt x="1867" y="626"/>
                  </a:cubicBezTo>
                  <a:cubicBezTo>
                    <a:pt x="2567" y="626"/>
                    <a:pt x="3351" y="514"/>
                    <a:pt x="4051" y="84"/>
                  </a:cubicBezTo>
                  <a:cubicBezTo>
                    <a:pt x="4051" y="84"/>
                    <a:pt x="4088" y="47"/>
                    <a:pt x="4051"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2" name="Google Shape;3062;p55"/>
            <p:cNvSpPr/>
            <p:nvPr/>
          </p:nvSpPr>
          <p:spPr>
            <a:xfrm>
              <a:off x="9867688" y="2999218"/>
              <a:ext cx="247980" cy="39535"/>
            </a:xfrm>
            <a:custGeom>
              <a:avLst/>
              <a:gdLst/>
              <a:ahLst/>
              <a:cxnLst/>
              <a:rect l="l" t="t" r="r" b="b"/>
              <a:pathLst>
                <a:path w="4397" h="701" extrusionOk="0">
                  <a:moveTo>
                    <a:pt x="4322" y="0"/>
                  </a:moveTo>
                  <a:cubicBezTo>
                    <a:pt x="3567" y="459"/>
                    <a:pt x="2579" y="580"/>
                    <a:pt x="1743" y="580"/>
                  </a:cubicBezTo>
                  <a:cubicBezTo>
                    <a:pt x="810" y="580"/>
                    <a:pt x="66" y="430"/>
                    <a:pt x="47" y="430"/>
                  </a:cubicBezTo>
                  <a:cubicBezTo>
                    <a:pt x="47" y="430"/>
                    <a:pt x="0" y="430"/>
                    <a:pt x="0" y="467"/>
                  </a:cubicBezTo>
                  <a:cubicBezTo>
                    <a:pt x="0" y="504"/>
                    <a:pt x="0" y="542"/>
                    <a:pt x="47" y="542"/>
                  </a:cubicBezTo>
                  <a:cubicBezTo>
                    <a:pt x="47" y="542"/>
                    <a:pt x="784" y="700"/>
                    <a:pt x="1718" y="700"/>
                  </a:cubicBezTo>
                  <a:cubicBezTo>
                    <a:pt x="2567" y="700"/>
                    <a:pt x="3584" y="542"/>
                    <a:pt x="4359" y="75"/>
                  </a:cubicBezTo>
                  <a:cubicBezTo>
                    <a:pt x="4396" y="75"/>
                    <a:pt x="4396" y="38"/>
                    <a:pt x="4396" y="38"/>
                  </a:cubicBezTo>
                  <a:cubicBezTo>
                    <a:pt x="4359" y="0"/>
                    <a:pt x="4322" y="0"/>
                    <a:pt x="4322"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3" name="Google Shape;3063;p55"/>
            <p:cNvSpPr/>
            <p:nvPr/>
          </p:nvSpPr>
          <p:spPr>
            <a:xfrm>
              <a:off x="9885566" y="3033282"/>
              <a:ext cx="250123" cy="38068"/>
            </a:xfrm>
            <a:custGeom>
              <a:avLst/>
              <a:gdLst/>
              <a:ahLst/>
              <a:cxnLst/>
              <a:rect l="l" t="t" r="r" b="b"/>
              <a:pathLst>
                <a:path w="4435" h="675" extrusionOk="0">
                  <a:moveTo>
                    <a:pt x="4351" y="1"/>
                  </a:moveTo>
                  <a:cubicBezTo>
                    <a:pt x="4339" y="1"/>
                    <a:pt x="4325" y="6"/>
                    <a:pt x="4313" y="22"/>
                  </a:cubicBezTo>
                  <a:cubicBezTo>
                    <a:pt x="3553" y="466"/>
                    <a:pt x="2564" y="582"/>
                    <a:pt x="1733" y="582"/>
                  </a:cubicBezTo>
                  <a:cubicBezTo>
                    <a:pt x="819" y="582"/>
                    <a:pt x="95" y="442"/>
                    <a:pt x="75" y="442"/>
                  </a:cubicBezTo>
                  <a:cubicBezTo>
                    <a:pt x="64" y="431"/>
                    <a:pt x="54" y="426"/>
                    <a:pt x="44" y="426"/>
                  </a:cubicBezTo>
                  <a:cubicBezTo>
                    <a:pt x="20" y="426"/>
                    <a:pt x="0" y="455"/>
                    <a:pt x="0" y="488"/>
                  </a:cubicBezTo>
                  <a:lnTo>
                    <a:pt x="38" y="526"/>
                  </a:lnTo>
                  <a:cubicBezTo>
                    <a:pt x="75" y="526"/>
                    <a:pt x="813" y="675"/>
                    <a:pt x="1746" y="675"/>
                  </a:cubicBezTo>
                  <a:cubicBezTo>
                    <a:pt x="2605" y="675"/>
                    <a:pt x="3613" y="563"/>
                    <a:pt x="4397" y="96"/>
                  </a:cubicBezTo>
                  <a:cubicBezTo>
                    <a:pt x="4397" y="96"/>
                    <a:pt x="4434" y="59"/>
                    <a:pt x="4397" y="22"/>
                  </a:cubicBezTo>
                  <a:cubicBezTo>
                    <a:pt x="4397" y="22"/>
                    <a:pt x="4376" y="1"/>
                    <a:pt x="4351"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4" name="Google Shape;3064;p55"/>
            <p:cNvSpPr/>
            <p:nvPr/>
          </p:nvSpPr>
          <p:spPr>
            <a:xfrm>
              <a:off x="9900850" y="3062891"/>
              <a:ext cx="250067" cy="39535"/>
            </a:xfrm>
            <a:custGeom>
              <a:avLst/>
              <a:gdLst/>
              <a:ahLst/>
              <a:cxnLst/>
              <a:rect l="l" t="t" r="r" b="b"/>
              <a:pathLst>
                <a:path w="4434" h="701" extrusionOk="0">
                  <a:moveTo>
                    <a:pt x="4312" y="1"/>
                  </a:moveTo>
                  <a:cubicBezTo>
                    <a:pt x="3580" y="460"/>
                    <a:pt x="2601" y="581"/>
                    <a:pt x="1769" y="581"/>
                  </a:cubicBezTo>
                  <a:cubicBezTo>
                    <a:pt x="841" y="581"/>
                    <a:pt x="95" y="430"/>
                    <a:pt x="75" y="430"/>
                  </a:cubicBezTo>
                  <a:cubicBezTo>
                    <a:pt x="37" y="430"/>
                    <a:pt x="0" y="467"/>
                    <a:pt x="0" y="467"/>
                  </a:cubicBezTo>
                  <a:cubicBezTo>
                    <a:pt x="0" y="505"/>
                    <a:pt x="37" y="542"/>
                    <a:pt x="37" y="542"/>
                  </a:cubicBezTo>
                  <a:cubicBezTo>
                    <a:pt x="75" y="542"/>
                    <a:pt x="812" y="701"/>
                    <a:pt x="1746" y="701"/>
                  </a:cubicBezTo>
                  <a:cubicBezTo>
                    <a:pt x="2604" y="701"/>
                    <a:pt x="3612" y="579"/>
                    <a:pt x="4396" y="113"/>
                  </a:cubicBezTo>
                  <a:cubicBezTo>
                    <a:pt x="4434" y="75"/>
                    <a:pt x="4434" y="38"/>
                    <a:pt x="4396" y="38"/>
                  </a:cubicBezTo>
                  <a:cubicBezTo>
                    <a:pt x="4396" y="1"/>
                    <a:pt x="4359" y="1"/>
                    <a:pt x="4312"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5" name="Google Shape;3065;p55"/>
            <p:cNvSpPr/>
            <p:nvPr/>
          </p:nvSpPr>
          <p:spPr>
            <a:xfrm>
              <a:off x="9916077" y="3105020"/>
              <a:ext cx="250123" cy="39027"/>
            </a:xfrm>
            <a:custGeom>
              <a:avLst/>
              <a:gdLst/>
              <a:ahLst/>
              <a:cxnLst/>
              <a:rect l="l" t="t" r="r" b="b"/>
              <a:pathLst>
                <a:path w="4435" h="692" extrusionOk="0">
                  <a:moveTo>
                    <a:pt x="4378" y="0"/>
                  </a:moveTo>
                  <a:cubicBezTo>
                    <a:pt x="4369" y="0"/>
                    <a:pt x="4360" y="10"/>
                    <a:pt x="4360" y="28"/>
                  </a:cubicBezTo>
                  <a:cubicBezTo>
                    <a:pt x="3605" y="469"/>
                    <a:pt x="2618" y="590"/>
                    <a:pt x="1780" y="590"/>
                  </a:cubicBezTo>
                  <a:cubicBezTo>
                    <a:pt x="846" y="590"/>
                    <a:pt x="100" y="440"/>
                    <a:pt x="76" y="420"/>
                  </a:cubicBezTo>
                  <a:cubicBezTo>
                    <a:pt x="38" y="420"/>
                    <a:pt x="38" y="458"/>
                    <a:pt x="1" y="495"/>
                  </a:cubicBezTo>
                  <a:cubicBezTo>
                    <a:pt x="1" y="495"/>
                    <a:pt x="38" y="532"/>
                    <a:pt x="76" y="532"/>
                  </a:cubicBezTo>
                  <a:cubicBezTo>
                    <a:pt x="76" y="532"/>
                    <a:pt x="822" y="691"/>
                    <a:pt x="1756" y="691"/>
                  </a:cubicBezTo>
                  <a:cubicBezTo>
                    <a:pt x="2605" y="691"/>
                    <a:pt x="3622" y="570"/>
                    <a:pt x="4397" y="103"/>
                  </a:cubicBezTo>
                  <a:cubicBezTo>
                    <a:pt x="4434" y="66"/>
                    <a:pt x="4434" y="66"/>
                    <a:pt x="4397" y="28"/>
                  </a:cubicBezTo>
                  <a:cubicBezTo>
                    <a:pt x="4397" y="10"/>
                    <a:pt x="4388" y="0"/>
                    <a:pt x="4378"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6" name="Google Shape;3066;p55"/>
            <p:cNvSpPr/>
            <p:nvPr/>
          </p:nvSpPr>
          <p:spPr>
            <a:xfrm>
              <a:off x="9819750" y="3143990"/>
              <a:ext cx="359590" cy="41621"/>
            </a:xfrm>
            <a:custGeom>
              <a:avLst/>
              <a:gdLst/>
              <a:ahLst/>
              <a:cxnLst/>
              <a:rect l="l" t="t" r="r" b="b"/>
              <a:pathLst>
                <a:path w="6376" h="738" extrusionOk="0">
                  <a:moveTo>
                    <a:pt x="6301" y="0"/>
                  </a:moveTo>
                  <a:cubicBezTo>
                    <a:pt x="5446" y="479"/>
                    <a:pt x="4152" y="613"/>
                    <a:pt x="2965" y="613"/>
                  </a:cubicBezTo>
                  <a:cubicBezTo>
                    <a:pt x="1443" y="613"/>
                    <a:pt x="96" y="392"/>
                    <a:pt x="75" y="392"/>
                  </a:cubicBezTo>
                  <a:cubicBezTo>
                    <a:pt x="38" y="392"/>
                    <a:pt x="1" y="392"/>
                    <a:pt x="1" y="429"/>
                  </a:cubicBezTo>
                  <a:cubicBezTo>
                    <a:pt x="1" y="467"/>
                    <a:pt x="38" y="467"/>
                    <a:pt x="38" y="504"/>
                  </a:cubicBezTo>
                  <a:cubicBezTo>
                    <a:pt x="150" y="504"/>
                    <a:pt x="1475" y="737"/>
                    <a:pt x="2997" y="737"/>
                  </a:cubicBezTo>
                  <a:cubicBezTo>
                    <a:pt x="4201" y="737"/>
                    <a:pt x="5480" y="579"/>
                    <a:pt x="6338" y="112"/>
                  </a:cubicBezTo>
                  <a:cubicBezTo>
                    <a:pt x="6376" y="75"/>
                    <a:pt x="6376" y="75"/>
                    <a:pt x="6376" y="37"/>
                  </a:cubicBezTo>
                  <a:cubicBezTo>
                    <a:pt x="6376" y="0"/>
                    <a:pt x="6338" y="0"/>
                    <a:pt x="6301"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7" name="Google Shape;3067;p55"/>
            <p:cNvSpPr/>
            <p:nvPr/>
          </p:nvSpPr>
          <p:spPr>
            <a:xfrm>
              <a:off x="9832947" y="3181325"/>
              <a:ext cx="361677" cy="41678"/>
            </a:xfrm>
            <a:custGeom>
              <a:avLst/>
              <a:gdLst/>
              <a:ahLst/>
              <a:cxnLst/>
              <a:rect l="l" t="t" r="r" b="b"/>
              <a:pathLst>
                <a:path w="6413" h="739" extrusionOk="0">
                  <a:moveTo>
                    <a:pt x="6300" y="1"/>
                  </a:moveTo>
                  <a:cubicBezTo>
                    <a:pt x="5470" y="473"/>
                    <a:pt x="4187" y="606"/>
                    <a:pt x="3001" y="606"/>
                  </a:cubicBezTo>
                  <a:cubicBezTo>
                    <a:pt x="1467" y="606"/>
                    <a:pt x="96" y="383"/>
                    <a:pt x="75" y="383"/>
                  </a:cubicBezTo>
                  <a:cubicBezTo>
                    <a:pt x="37" y="383"/>
                    <a:pt x="37" y="383"/>
                    <a:pt x="37" y="430"/>
                  </a:cubicBezTo>
                  <a:cubicBezTo>
                    <a:pt x="0" y="467"/>
                    <a:pt x="37" y="505"/>
                    <a:pt x="75" y="505"/>
                  </a:cubicBezTo>
                  <a:cubicBezTo>
                    <a:pt x="149" y="505"/>
                    <a:pt x="1512" y="738"/>
                    <a:pt x="3034" y="738"/>
                  </a:cubicBezTo>
                  <a:cubicBezTo>
                    <a:pt x="4200" y="738"/>
                    <a:pt x="5516" y="579"/>
                    <a:pt x="6375" y="113"/>
                  </a:cubicBezTo>
                  <a:cubicBezTo>
                    <a:pt x="6375" y="75"/>
                    <a:pt x="6412" y="75"/>
                    <a:pt x="6375" y="38"/>
                  </a:cubicBezTo>
                  <a:cubicBezTo>
                    <a:pt x="6375" y="1"/>
                    <a:pt x="6338" y="1"/>
                    <a:pt x="6300"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8" name="Google Shape;3068;p55"/>
            <p:cNvSpPr/>
            <p:nvPr/>
          </p:nvSpPr>
          <p:spPr>
            <a:xfrm>
              <a:off x="9844001" y="3219224"/>
              <a:ext cx="359590" cy="41114"/>
            </a:xfrm>
            <a:custGeom>
              <a:avLst/>
              <a:gdLst/>
              <a:ahLst/>
              <a:cxnLst/>
              <a:rect l="l" t="t" r="r" b="b"/>
              <a:pathLst>
                <a:path w="6376" h="729" extrusionOk="0">
                  <a:moveTo>
                    <a:pt x="6324" y="1"/>
                  </a:moveTo>
                  <a:cubicBezTo>
                    <a:pt x="6310" y="1"/>
                    <a:pt x="6301" y="10"/>
                    <a:pt x="6301" y="29"/>
                  </a:cubicBezTo>
                  <a:cubicBezTo>
                    <a:pt x="5467" y="476"/>
                    <a:pt x="4215" y="604"/>
                    <a:pt x="3049" y="604"/>
                  </a:cubicBezTo>
                  <a:cubicBezTo>
                    <a:pt x="1487" y="604"/>
                    <a:pt x="80" y="374"/>
                    <a:pt x="37" y="374"/>
                  </a:cubicBezTo>
                  <a:cubicBezTo>
                    <a:pt x="37" y="374"/>
                    <a:pt x="0" y="374"/>
                    <a:pt x="0" y="411"/>
                  </a:cubicBezTo>
                  <a:cubicBezTo>
                    <a:pt x="0" y="458"/>
                    <a:pt x="0" y="496"/>
                    <a:pt x="37" y="496"/>
                  </a:cubicBezTo>
                  <a:cubicBezTo>
                    <a:pt x="149" y="496"/>
                    <a:pt x="1475" y="729"/>
                    <a:pt x="2987" y="729"/>
                  </a:cubicBezTo>
                  <a:cubicBezTo>
                    <a:pt x="4200" y="729"/>
                    <a:pt x="5479" y="570"/>
                    <a:pt x="6338" y="103"/>
                  </a:cubicBezTo>
                  <a:cubicBezTo>
                    <a:pt x="6375" y="103"/>
                    <a:pt x="6375" y="66"/>
                    <a:pt x="6375" y="29"/>
                  </a:cubicBezTo>
                  <a:cubicBezTo>
                    <a:pt x="6357" y="10"/>
                    <a:pt x="6338" y="1"/>
                    <a:pt x="6324"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69" name="Google Shape;3069;p55"/>
            <p:cNvSpPr/>
            <p:nvPr/>
          </p:nvSpPr>
          <p:spPr>
            <a:xfrm>
              <a:off x="9850318" y="3258195"/>
              <a:ext cx="362185" cy="41621"/>
            </a:xfrm>
            <a:custGeom>
              <a:avLst/>
              <a:gdLst/>
              <a:ahLst/>
              <a:cxnLst/>
              <a:rect l="l" t="t" r="r" b="b"/>
              <a:pathLst>
                <a:path w="6422" h="738" extrusionOk="0">
                  <a:moveTo>
                    <a:pt x="6301" y="1"/>
                  </a:moveTo>
                  <a:cubicBezTo>
                    <a:pt x="5470" y="473"/>
                    <a:pt x="4189" y="606"/>
                    <a:pt x="3004" y="606"/>
                  </a:cubicBezTo>
                  <a:cubicBezTo>
                    <a:pt x="1472" y="606"/>
                    <a:pt x="101" y="383"/>
                    <a:pt x="75" y="383"/>
                  </a:cubicBezTo>
                  <a:cubicBezTo>
                    <a:pt x="37" y="383"/>
                    <a:pt x="37" y="383"/>
                    <a:pt x="0" y="421"/>
                  </a:cubicBezTo>
                  <a:cubicBezTo>
                    <a:pt x="0" y="467"/>
                    <a:pt x="37" y="505"/>
                    <a:pt x="75" y="505"/>
                  </a:cubicBezTo>
                  <a:cubicBezTo>
                    <a:pt x="159" y="505"/>
                    <a:pt x="1522" y="738"/>
                    <a:pt x="2996" y="738"/>
                  </a:cubicBezTo>
                  <a:cubicBezTo>
                    <a:pt x="4200" y="738"/>
                    <a:pt x="5488" y="579"/>
                    <a:pt x="6375" y="113"/>
                  </a:cubicBezTo>
                  <a:cubicBezTo>
                    <a:pt x="6375" y="75"/>
                    <a:pt x="6422" y="75"/>
                    <a:pt x="6375" y="38"/>
                  </a:cubicBezTo>
                  <a:cubicBezTo>
                    <a:pt x="6375" y="1"/>
                    <a:pt x="6338" y="1"/>
                    <a:pt x="6301"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0" name="Google Shape;3070;p55"/>
            <p:cNvSpPr/>
            <p:nvPr/>
          </p:nvSpPr>
          <p:spPr>
            <a:xfrm>
              <a:off x="9861372" y="3300324"/>
              <a:ext cx="361677" cy="41114"/>
            </a:xfrm>
            <a:custGeom>
              <a:avLst/>
              <a:gdLst/>
              <a:ahLst/>
              <a:cxnLst/>
              <a:rect l="l" t="t" r="r" b="b"/>
              <a:pathLst>
                <a:path w="6413" h="729" extrusionOk="0">
                  <a:moveTo>
                    <a:pt x="6352" y="0"/>
                  </a:moveTo>
                  <a:cubicBezTo>
                    <a:pt x="6338" y="0"/>
                    <a:pt x="6319" y="10"/>
                    <a:pt x="6301" y="28"/>
                  </a:cubicBezTo>
                  <a:cubicBezTo>
                    <a:pt x="5487" y="475"/>
                    <a:pt x="4238" y="603"/>
                    <a:pt x="3071" y="603"/>
                  </a:cubicBezTo>
                  <a:cubicBezTo>
                    <a:pt x="1510" y="603"/>
                    <a:pt x="96" y="374"/>
                    <a:pt x="75" y="374"/>
                  </a:cubicBezTo>
                  <a:cubicBezTo>
                    <a:pt x="37" y="374"/>
                    <a:pt x="37" y="420"/>
                    <a:pt x="0" y="420"/>
                  </a:cubicBezTo>
                  <a:cubicBezTo>
                    <a:pt x="0" y="458"/>
                    <a:pt x="37" y="495"/>
                    <a:pt x="75" y="495"/>
                  </a:cubicBezTo>
                  <a:cubicBezTo>
                    <a:pt x="159" y="495"/>
                    <a:pt x="1512" y="728"/>
                    <a:pt x="2996" y="728"/>
                  </a:cubicBezTo>
                  <a:cubicBezTo>
                    <a:pt x="4200" y="728"/>
                    <a:pt x="5479" y="570"/>
                    <a:pt x="6375" y="103"/>
                  </a:cubicBezTo>
                  <a:cubicBezTo>
                    <a:pt x="6375" y="103"/>
                    <a:pt x="6413" y="66"/>
                    <a:pt x="6375" y="28"/>
                  </a:cubicBezTo>
                  <a:cubicBezTo>
                    <a:pt x="6375" y="10"/>
                    <a:pt x="6366" y="0"/>
                    <a:pt x="6352"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1" name="Google Shape;3071;p55"/>
            <p:cNvSpPr/>
            <p:nvPr/>
          </p:nvSpPr>
          <p:spPr>
            <a:xfrm>
              <a:off x="9870283" y="3341381"/>
              <a:ext cx="359590" cy="41621"/>
            </a:xfrm>
            <a:custGeom>
              <a:avLst/>
              <a:gdLst/>
              <a:ahLst/>
              <a:cxnLst/>
              <a:rect l="l" t="t" r="r" b="b"/>
              <a:pathLst>
                <a:path w="6376" h="738" extrusionOk="0">
                  <a:moveTo>
                    <a:pt x="6301" y="0"/>
                  </a:moveTo>
                  <a:cubicBezTo>
                    <a:pt x="5446" y="479"/>
                    <a:pt x="4152" y="613"/>
                    <a:pt x="2965" y="613"/>
                  </a:cubicBezTo>
                  <a:cubicBezTo>
                    <a:pt x="1443" y="613"/>
                    <a:pt x="96" y="392"/>
                    <a:pt x="75" y="392"/>
                  </a:cubicBezTo>
                  <a:cubicBezTo>
                    <a:pt x="38" y="392"/>
                    <a:pt x="1" y="392"/>
                    <a:pt x="1" y="430"/>
                  </a:cubicBezTo>
                  <a:cubicBezTo>
                    <a:pt x="1" y="467"/>
                    <a:pt x="1" y="467"/>
                    <a:pt x="38" y="467"/>
                  </a:cubicBezTo>
                  <a:cubicBezTo>
                    <a:pt x="150" y="504"/>
                    <a:pt x="1476" y="738"/>
                    <a:pt x="2988" y="738"/>
                  </a:cubicBezTo>
                  <a:cubicBezTo>
                    <a:pt x="4201" y="738"/>
                    <a:pt x="5480" y="579"/>
                    <a:pt x="6339" y="112"/>
                  </a:cubicBezTo>
                  <a:cubicBezTo>
                    <a:pt x="6376" y="75"/>
                    <a:pt x="6376" y="38"/>
                    <a:pt x="6376" y="38"/>
                  </a:cubicBezTo>
                  <a:cubicBezTo>
                    <a:pt x="6339" y="0"/>
                    <a:pt x="6339" y="0"/>
                    <a:pt x="6301"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2" name="Google Shape;3072;p55"/>
            <p:cNvSpPr/>
            <p:nvPr/>
          </p:nvSpPr>
          <p:spPr>
            <a:xfrm>
              <a:off x="9872426" y="3380860"/>
              <a:ext cx="361677" cy="39535"/>
            </a:xfrm>
            <a:custGeom>
              <a:avLst/>
              <a:gdLst/>
              <a:ahLst/>
              <a:cxnLst/>
              <a:rect l="l" t="t" r="r" b="b"/>
              <a:pathLst>
                <a:path w="6413" h="701" extrusionOk="0">
                  <a:moveTo>
                    <a:pt x="6301" y="0"/>
                  </a:moveTo>
                  <a:cubicBezTo>
                    <a:pt x="5466" y="479"/>
                    <a:pt x="4175" y="613"/>
                    <a:pt x="2984" y="613"/>
                  </a:cubicBezTo>
                  <a:cubicBezTo>
                    <a:pt x="1457" y="613"/>
                    <a:pt x="96" y="392"/>
                    <a:pt x="75" y="392"/>
                  </a:cubicBezTo>
                  <a:cubicBezTo>
                    <a:pt x="64" y="378"/>
                    <a:pt x="56" y="373"/>
                    <a:pt x="49" y="373"/>
                  </a:cubicBezTo>
                  <a:cubicBezTo>
                    <a:pt x="34" y="373"/>
                    <a:pt x="26" y="404"/>
                    <a:pt x="0" y="430"/>
                  </a:cubicBezTo>
                  <a:cubicBezTo>
                    <a:pt x="0" y="430"/>
                    <a:pt x="37" y="467"/>
                    <a:pt x="75" y="467"/>
                  </a:cubicBezTo>
                  <a:cubicBezTo>
                    <a:pt x="149" y="504"/>
                    <a:pt x="1512" y="700"/>
                    <a:pt x="2996" y="700"/>
                  </a:cubicBezTo>
                  <a:cubicBezTo>
                    <a:pt x="4200" y="700"/>
                    <a:pt x="5479" y="579"/>
                    <a:pt x="6375" y="75"/>
                  </a:cubicBezTo>
                  <a:cubicBezTo>
                    <a:pt x="6375" y="75"/>
                    <a:pt x="6413" y="38"/>
                    <a:pt x="6375"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3" name="Google Shape;3073;p55"/>
            <p:cNvSpPr/>
            <p:nvPr/>
          </p:nvSpPr>
          <p:spPr>
            <a:xfrm>
              <a:off x="9883480" y="3419379"/>
              <a:ext cx="359590" cy="40493"/>
            </a:xfrm>
            <a:custGeom>
              <a:avLst/>
              <a:gdLst/>
              <a:ahLst/>
              <a:cxnLst/>
              <a:rect l="l" t="t" r="r" b="b"/>
              <a:pathLst>
                <a:path w="6376" h="718" extrusionOk="0">
                  <a:moveTo>
                    <a:pt x="6310" y="1"/>
                  </a:moveTo>
                  <a:cubicBezTo>
                    <a:pt x="6305" y="1"/>
                    <a:pt x="6301" y="5"/>
                    <a:pt x="6301" y="17"/>
                  </a:cubicBezTo>
                  <a:cubicBezTo>
                    <a:pt x="5447" y="475"/>
                    <a:pt x="4148" y="607"/>
                    <a:pt x="2954" y="607"/>
                  </a:cubicBezTo>
                  <a:cubicBezTo>
                    <a:pt x="1419" y="607"/>
                    <a:pt x="58" y="389"/>
                    <a:pt x="37" y="363"/>
                  </a:cubicBezTo>
                  <a:lnTo>
                    <a:pt x="0" y="409"/>
                  </a:lnTo>
                  <a:cubicBezTo>
                    <a:pt x="0" y="447"/>
                    <a:pt x="0" y="484"/>
                    <a:pt x="37" y="484"/>
                  </a:cubicBezTo>
                  <a:cubicBezTo>
                    <a:pt x="112" y="521"/>
                    <a:pt x="1475" y="717"/>
                    <a:pt x="2987" y="717"/>
                  </a:cubicBezTo>
                  <a:cubicBezTo>
                    <a:pt x="4154" y="717"/>
                    <a:pt x="5479" y="596"/>
                    <a:pt x="6338" y="92"/>
                  </a:cubicBezTo>
                  <a:cubicBezTo>
                    <a:pt x="6375" y="92"/>
                    <a:pt x="6375" y="55"/>
                    <a:pt x="6338" y="17"/>
                  </a:cubicBezTo>
                  <a:cubicBezTo>
                    <a:pt x="6338" y="17"/>
                    <a:pt x="6321" y="1"/>
                    <a:pt x="6310"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4" name="Google Shape;3074;p55"/>
            <p:cNvSpPr/>
            <p:nvPr/>
          </p:nvSpPr>
          <p:spPr>
            <a:xfrm>
              <a:off x="9769218" y="3464046"/>
              <a:ext cx="475939" cy="39535"/>
            </a:xfrm>
            <a:custGeom>
              <a:avLst/>
              <a:gdLst/>
              <a:ahLst/>
              <a:cxnLst/>
              <a:rect l="l" t="t" r="r" b="b"/>
              <a:pathLst>
                <a:path w="8439" h="701" extrusionOk="0">
                  <a:moveTo>
                    <a:pt x="75" y="0"/>
                  </a:moveTo>
                  <a:cubicBezTo>
                    <a:pt x="38" y="0"/>
                    <a:pt x="38" y="0"/>
                    <a:pt x="1" y="37"/>
                  </a:cubicBezTo>
                  <a:cubicBezTo>
                    <a:pt x="1" y="84"/>
                    <a:pt x="38" y="84"/>
                    <a:pt x="38" y="121"/>
                  </a:cubicBezTo>
                  <a:cubicBezTo>
                    <a:pt x="75" y="121"/>
                    <a:pt x="1867" y="700"/>
                    <a:pt x="4313" y="700"/>
                  </a:cubicBezTo>
                  <a:cubicBezTo>
                    <a:pt x="5564" y="700"/>
                    <a:pt x="6964" y="551"/>
                    <a:pt x="8401" y="121"/>
                  </a:cubicBezTo>
                  <a:cubicBezTo>
                    <a:pt x="8439" y="121"/>
                    <a:pt x="8439" y="84"/>
                    <a:pt x="8439" y="37"/>
                  </a:cubicBezTo>
                  <a:cubicBezTo>
                    <a:pt x="8439" y="0"/>
                    <a:pt x="8401" y="0"/>
                    <a:pt x="8364" y="0"/>
                  </a:cubicBezTo>
                  <a:cubicBezTo>
                    <a:pt x="6951" y="442"/>
                    <a:pt x="5564" y="589"/>
                    <a:pt x="4340" y="589"/>
                  </a:cubicBezTo>
                  <a:cubicBezTo>
                    <a:pt x="1892" y="589"/>
                    <a:pt x="100" y="0"/>
                    <a:pt x="75"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5" name="Google Shape;3075;p55"/>
            <p:cNvSpPr/>
            <p:nvPr/>
          </p:nvSpPr>
          <p:spPr>
            <a:xfrm>
              <a:off x="9718686" y="3497208"/>
              <a:ext cx="528557" cy="47938"/>
            </a:xfrm>
            <a:custGeom>
              <a:avLst/>
              <a:gdLst/>
              <a:ahLst/>
              <a:cxnLst/>
              <a:rect l="l" t="t" r="r" b="b"/>
              <a:pathLst>
                <a:path w="9372" h="850" extrusionOk="0">
                  <a:moveTo>
                    <a:pt x="75" y="0"/>
                  </a:moveTo>
                  <a:cubicBezTo>
                    <a:pt x="75" y="0"/>
                    <a:pt x="38" y="0"/>
                    <a:pt x="38" y="37"/>
                  </a:cubicBezTo>
                  <a:cubicBezTo>
                    <a:pt x="1" y="75"/>
                    <a:pt x="38" y="75"/>
                    <a:pt x="38" y="112"/>
                  </a:cubicBezTo>
                  <a:cubicBezTo>
                    <a:pt x="75" y="112"/>
                    <a:pt x="2297" y="849"/>
                    <a:pt x="5172" y="849"/>
                  </a:cubicBezTo>
                  <a:cubicBezTo>
                    <a:pt x="6460" y="849"/>
                    <a:pt x="7897" y="700"/>
                    <a:pt x="9335" y="233"/>
                  </a:cubicBezTo>
                  <a:lnTo>
                    <a:pt x="9372" y="196"/>
                  </a:lnTo>
                  <a:cubicBezTo>
                    <a:pt x="9345" y="163"/>
                    <a:pt x="9338" y="134"/>
                    <a:pt x="9322" y="134"/>
                  </a:cubicBezTo>
                  <a:cubicBezTo>
                    <a:pt x="9316" y="134"/>
                    <a:pt x="9308" y="139"/>
                    <a:pt x="9297" y="149"/>
                  </a:cubicBezTo>
                  <a:cubicBezTo>
                    <a:pt x="7903" y="601"/>
                    <a:pt x="6489" y="756"/>
                    <a:pt x="5202" y="756"/>
                  </a:cubicBezTo>
                  <a:cubicBezTo>
                    <a:pt x="2361" y="756"/>
                    <a:pt x="133" y="0"/>
                    <a:pt x="75"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6" name="Google Shape;3076;p55"/>
            <p:cNvSpPr/>
            <p:nvPr/>
          </p:nvSpPr>
          <p:spPr>
            <a:xfrm>
              <a:off x="9718686" y="3540859"/>
              <a:ext cx="528557" cy="48502"/>
            </a:xfrm>
            <a:custGeom>
              <a:avLst/>
              <a:gdLst/>
              <a:ahLst/>
              <a:cxnLst/>
              <a:rect l="l" t="t" r="r" b="b"/>
              <a:pathLst>
                <a:path w="9372" h="860" extrusionOk="0">
                  <a:moveTo>
                    <a:pt x="75" y="1"/>
                  </a:moveTo>
                  <a:cubicBezTo>
                    <a:pt x="75" y="1"/>
                    <a:pt x="38" y="1"/>
                    <a:pt x="38" y="38"/>
                  </a:cubicBezTo>
                  <a:cubicBezTo>
                    <a:pt x="1" y="75"/>
                    <a:pt x="38" y="75"/>
                    <a:pt x="38" y="122"/>
                  </a:cubicBezTo>
                  <a:cubicBezTo>
                    <a:pt x="75" y="122"/>
                    <a:pt x="2297" y="860"/>
                    <a:pt x="5172" y="860"/>
                  </a:cubicBezTo>
                  <a:cubicBezTo>
                    <a:pt x="6460" y="860"/>
                    <a:pt x="7897" y="701"/>
                    <a:pt x="9335" y="234"/>
                  </a:cubicBezTo>
                  <a:cubicBezTo>
                    <a:pt x="9335" y="234"/>
                    <a:pt x="9372" y="197"/>
                    <a:pt x="9372" y="160"/>
                  </a:cubicBezTo>
                  <a:cubicBezTo>
                    <a:pt x="9347" y="160"/>
                    <a:pt x="9339" y="143"/>
                    <a:pt x="9325" y="143"/>
                  </a:cubicBezTo>
                  <a:cubicBezTo>
                    <a:pt x="9318" y="143"/>
                    <a:pt x="9310" y="147"/>
                    <a:pt x="9297" y="160"/>
                  </a:cubicBezTo>
                  <a:cubicBezTo>
                    <a:pt x="7909" y="606"/>
                    <a:pt x="6502" y="760"/>
                    <a:pt x="5219" y="760"/>
                  </a:cubicBezTo>
                  <a:cubicBezTo>
                    <a:pt x="2370" y="760"/>
                    <a:pt x="133" y="1"/>
                    <a:pt x="75"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7" name="Google Shape;3077;p55"/>
            <p:cNvSpPr/>
            <p:nvPr/>
          </p:nvSpPr>
          <p:spPr>
            <a:xfrm>
              <a:off x="9718686" y="3584567"/>
              <a:ext cx="528557" cy="48502"/>
            </a:xfrm>
            <a:custGeom>
              <a:avLst/>
              <a:gdLst/>
              <a:ahLst/>
              <a:cxnLst/>
              <a:rect l="l" t="t" r="r" b="b"/>
              <a:pathLst>
                <a:path w="9372" h="860" extrusionOk="0">
                  <a:moveTo>
                    <a:pt x="75" y="1"/>
                  </a:moveTo>
                  <a:cubicBezTo>
                    <a:pt x="75" y="1"/>
                    <a:pt x="38" y="1"/>
                    <a:pt x="38" y="47"/>
                  </a:cubicBezTo>
                  <a:cubicBezTo>
                    <a:pt x="1" y="85"/>
                    <a:pt x="38" y="85"/>
                    <a:pt x="38" y="122"/>
                  </a:cubicBezTo>
                  <a:cubicBezTo>
                    <a:pt x="75" y="122"/>
                    <a:pt x="2297" y="859"/>
                    <a:pt x="5134" y="859"/>
                  </a:cubicBezTo>
                  <a:cubicBezTo>
                    <a:pt x="6460" y="859"/>
                    <a:pt x="7897" y="701"/>
                    <a:pt x="9335" y="234"/>
                  </a:cubicBezTo>
                  <a:cubicBezTo>
                    <a:pt x="9335" y="234"/>
                    <a:pt x="9372" y="197"/>
                    <a:pt x="9372" y="159"/>
                  </a:cubicBezTo>
                  <a:cubicBezTo>
                    <a:pt x="9347" y="159"/>
                    <a:pt x="9339" y="143"/>
                    <a:pt x="9325" y="143"/>
                  </a:cubicBezTo>
                  <a:cubicBezTo>
                    <a:pt x="9318" y="143"/>
                    <a:pt x="9310" y="147"/>
                    <a:pt x="9297" y="159"/>
                  </a:cubicBezTo>
                  <a:cubicBezTo>
                    <a:pt x="7909" y="606"/>
                    <a:pt x="6502" y="759"/>
                    <a:pt x="5219" y="759"/>
                  </a:cubicBezTo>
                  <a:cubicBezTo>
                    <a:pt x="2370" y="759"/>
                    <a:pt x="133" y="1"/>
                    <a:pt x="75"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8" name="Google Shape;3078;p55"/>
            <p:cNvSpPr/>
            <p:nvPr/>
          </p:nvSpPr>
          <p:spPr>
            <a:xfrm>
              <a:off x="9718686" y="3628783"/>
              <a:ext cx="528557" cy="47938"/>
            </a:xfrm>
            <a:custGeom>
              <a:avLst/>
              <a:gdLst/>
              <a:ahLst/>
              <a:cxnLst/>
              <a:rect l="l" t="t" r="r" b="b"/>
              <a:pathLst>
                <a:path w="9372" h="850" extrusionOk="0">
                  <a:moveTo>
                    <a:pt x="75" y="1"/>
                  </a:moveTo>
                  <a:cubicBezTo>
                    <a:pt x="75" y="1"/>
                    <a:pt x="38" y="1"/>
                    <a:pt x="38" y="38"/>
                  </a:cubicBezTo>
                  <a:cubicBezTo>
                    <a:pt x="1" y="75"/>
                    <a:pt x="38" y="75"/>
                    <a:pt x="38" y="113"/>
                  </a:cubicBezTo>
                  <a:cubicBezTo>
                    <a:pt x="75" y="113"/>
                    <a:pt x="2297" y="850"/>
                    <a:pt x="5172" y="850"/>
                  </a:cubicBezTo>
                  <a:cubicBezTo>
                    <a:pt x="6460" y="850"/>
                    <a:pt x="7897" y="701"/>
                    <a:pt x="9335" y="234"/>
                  </a:cubicBezTo>
                  <a:cubicBezTo>
                    <a:pt x="9335" y="234"/>
                    <a:pt x="9372" y="197"/>
                    <a:pt x="9372" y="150"/>
                  </a:cubicBezTo>
                  <a:cubicBezTo>
                    <a:pt x="9347" y="150"/>
                    <a:pt x="9339" y="133"/>
                    <a:pt x="9325" y="133"/>
                  </a:cubicBezTo>
                  <a:cubicBezTo>
                    <a:pt x="9318" y="133"/>
                    <a:pt x="9310" y="137"/>
                    <a:pt x="9297" y="150"/>
                  </a:cubicBezTo>
                  <a:cubicBezTo>
                    <a:pt x="7903" y="601"/>
                    <a:pt x="6489" y="756"/>
                    <a:pt x="5202" y="756"/>
                  </a:cubicBezTo>
                  <a:cubicBezTo>
                    <a:pt x="2361" y="756"/>
                    <a:pt x="133" y="1"/>
                    <a:pt x="75"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79" name="Google Shape;3079;p55"/>
            <p:cNvSpPr/>
            <p:nvPr/>
          </p:nvSpPr>
          <p:spPr>
            <a:xfrm>
              <a:off x="9738707" y="3676665"/>
              <a:ext cx="495396" cy="46415"/>
            </a:xfrm>
            <a:custGeom>
              <a:avLst/>
              <a:gdLst/>
              <a:ahLst/>
              <a:cxnLst/>
              <a:rect l="l" t="t" r="r" b="b"/>
              <a:pathLst>
                <a:path w="8784" h="823" extrusionOk="0">
                  <a:moveTo>
                    <a:pt x="75" y="1"/>
                  </a:moveTo>
                  <a:cubicBezTo>
                    <a:pt x="38" y="1"/>
                    <a:pt x="0" y="1"/>
                    <a:pt x="0" y="48"/>
                  </a:cubicBezTo>
                  <a:cubicBezTo>
                    <a:pt x="0" y="85"/>
                    <a:pt x="0" y="85"/>
                    <a:pt x="38" y="122"/>
                  </a:cubicBezTo>
                  <a:cubicBezTo>
                    <a:pt x="75" y="122"/>
                    <a:pt x="2054" y="822"/>
                    <a:pt x="4779" y="822"/>
                  </a:cubicBezTo>
                  <a:cubicBezTo>
                    <a:pt x="5983" y="822"/>
                    <a:pt x="7346" y="664"/>
                    <a:pt x="8746" y="281"/>
                  </a:cubicBezTo>
                  <a:cubicBezTo>
                    <a:pt x="8784" y="281"/>
                    <a:pt x="8784" y="234"/>
                    <a:pt x="8784" y="197"/>
                  </a:cubicBezTo>
                  <a:cubicBezTo>
                    <a:pt x="8784" y="197"/>
                    <a:pt x="8746" y="160"/>
                    <a:pt x="8709" y="160"/>
                  </a:cubicBezTo>
                  <a:cubicBezTo>
                    <a:pt x="7317" y="569"/>
                    <a:pt x="5966" y="710"/>
                    <a:pt x="4761" y="710"/>
                  </a:cubicBezTo>
                  <a:cubicBezTo>
                    <a:pt x="2063" y="710"/>
                    <a:pt x="101" y="1"/>
                    <a:pt x="75"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0" name="Google Shape;3080;p55"/>
            <p:cNvSpPr/>
            <p:nvPr/>
          </p:nvSpPr>
          <p:spPr>
            <a:xfrm>
              <a:off x="9727653" y="2881121"/>
              <a:ext cx="353274" cy="649022"/>
            </a:xfrm>
            <a:custGeom>
              <a:avLst/>
              <a:gdLst/>
              <a:ahLst/>
              <a:cxnLst/>
              <a:rect l="l" t="t" r="r" b="b"/>
              <a:pathLst>
                <a:path w="6264" h="11508" extrusionOk="0">
                  <a:moveTo>
                    <a:pt x="2486" y="1"/>
                  </a:moveTo>
                  <a:cubicBezTo>
                    <a:pt x="1968" y="1"/>
                    <a:pt x="1208" y="459"/>
                    <a:pt x="738" y="1786"/>
                  </a:cubicBezTo>
                  <a:cubicBezTo>
                    <a:pt x="738" y="1786"/>
                    <a:pt x="1235" y="760"/>
                    <a:pt x="1971" y="760"/>
                  </a:cubicBezTo>
                  <a:cubicBezTo>
                    <a:pt x="2131" y="760"/>
                    <a:pt x="2303" y="809"/>
                    <a:pt x="2483" y="927"/>
                  </a:cubicBezTo>
                  <a:cubicBezTo>
                    <a:pt x="3650" y="1740"/>
                    <a:pt x="4705" y="4157"/>
                    <a:pt x="5209" y="8087"/>
                  </a:cubicBezTo>
                  <a:cubicBezTo>
                    <a:pt x="5367" y="9095"/>
                    <a:pt x="4742" y="10103"/>
                    <a:pt x="3734" y="10373"/>
                  </a:cubicBezTo>
                  <a:cubicBezTo>
                    <a:pt x="3438" y="10456"/>
                    <a:pt x="3129" y="10490"/>
                    <a:pt x="2822" y="10490"/>
                  </a:cubicBezTo>
                  <a:cubicBezTo>
                    <a:pt x="1396" y="10490"/>
                    <a:pt x="0" y="9757"/>
                    <a:pt x="0" y="9757"/>
                  </a:cubicBezTo>
                  <a:lnTo>
                    <a:pt x="0" y="10765"/>
                  </a:lnTo>
                  <a:cubicBezTo>
                    <a:pt x="0" y="10765"/>
                    <a:pt x="658" y="11508"/>
                    <a:pt x="1993" y="11508"/>
                  </a:cubicBezTo>
                  <a:cubicBezTo>
                    <a:pt x="2491" y="11508"/>
                    <a:pt x="3084" y="11404"/>
                    <a:pt x="3771" y="11120"/>
                  </a:cubicBezTo>
                  <a:cubicBezTo>
                    <a:pt x="6263" y="10065"/>
                    <a:pt x="6179" y="8432"/>
                    <a:pt x="6179" y="8432"/>
                  </a:cubicBezTo>
                  <a:cubicBezTo>
                    <a:pt x="6179" y="8432"/>
                    <a:pt x="6030" y="1702"/>
                    <a:pt x="2800" y="69"/>
                  </a:cubicBezTo>
                  <a:cubicBezTo>
                    <a:pt x="2713" y="25"/>
                    <a:pt x="2606" y="1"/>
                    <a:pt x="2486" y="1"/>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1" name="Google Shape;3081;p55"/>
            <p:cNvSpPr/>
            <p:nvPr/>
          </p:nvSpPr>
          <p:spPr>
            <a:xfrm>
              <a:off x="9861372" y="3325083"/>
              <a:ext cx="98470" cy="86457"/>
            </a:xfrm>
            <a:custGeom>
              <a:avLst/>
              <a:gdLst/>
              <a:ahLst/>
              <a:cxnLst/>
              <a:rect l="l" t="t" r="r" b="b"/>
              <a:pathLst>
                <a:path w="1746" h="1533" extrusionOk="0">
                  <a:moveTo>
                    <a:pt x="831" y="0"/>
                  </a:moveTo>
                  <a:cubicBezTo>
                    <a:pt x="734" y="0"/>
                    <a:pt x="635" y="18"/>
                    <a:pt x="541" y="56"/>
                  </a:cubicBezTo>
                  <a:cubicBezTo>
                    <a:pt x="159" y="252"/>
                    <a:pt x="0" y="681"/>
                    <a:pt x="159" y="1064"/>
                  </a:cubicBezTo>
                  <a:cubicBezTo>
                    <a:pt x="295" y="1351"/>
                    <a:pt x="562" y="1533"/>
                    <a:pt x="849" y="1533"/>
                  </a:cubicBezTo>
                  <a:cubicBezTo>
                    <a:pt x="954" y="1533"/>
                    <a:pt x="1062" y="1509"/>
                    <a:pt x="1167" y="1456"/>
                  </a:cubicBezTo>
                  <a:cubicBezTo>
                    <a:pt x="1559" y="1297"/>
                    <a:pt x="1746" y="831"/>
                    <a:pt x="1559" y="448"/>
                  </a:cubicBezTo>
                  <a:cubicBezTo>
                    <a:pt x="1438" y="178"/>
                    <a:pt x="1139" y="0"/>
                    <a:pt x="831"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2" name="Google Shape;3082;p55"/>
            <p:cNvSpPr/>
            <p:nvPr/>
          </p:nvSpPr>
          <p:spPr>
            <a:xfrm>
              <a:off x="9891883" y="3255544"/>
              <a:ext cx="171110" cy="151709"/>
            </a:xfrm>
            <a:custGeom>
              <a:avLst/>
              <a:gdLst/>
              <a:ahLst/>
              <a:cxnLst/>
              <a:rect l="l" t="t" r="r" b="b"/>
              <a:pathLst>
                <a:path w="3034" h="2690" extrusionOk="0">
                  <a:moveTo>
                    <a:pt x="1755" y="1"/>
                  </a:moveTo>
                  <a:cubicBezTo>
                    <a:pt x="1755" y="48"/>
                    <a:pt x="1718" y="85"/>
                    <a:pt x="1671" y="122"/>
                  </a:cubicBezTo>
                  <a:cubicBezTo>
                    <a:pt x="1251" y="664"/>
                    <a:pt x="663" y="1056"/>
                    <a:pt x="0" y="1289"/>
                  </a:cubicBezTo>
                  <a:lnTo>
                    <a:pt x="626" y="2689"/>
                  </a:lnTo>
                  <a:cubicBezTo>
                    <a:pt x="1363" y="2334"/>
                    <a:pt x="2959" y="1597"/>
                    <a:pt x="3034" y="1289"/>
                  </a:cubicBezTo>
                  <a:cubicBezTo>
                    <a:pt x="2922" y="430"/>
                    <a:pt x="2259" y="122"/>
                    <a:pt x="1755"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3" name="Google Shape;3083;p55"/>
            <p:cNvSpPr/>
            <p:nvPr/>
          </p:nvSpPr>
          <p:spPr>
            <a:xfrm>
              <a:off x="9950141" y="3197906"/>
              <a:ext cx="69200" cy="119957"/>
            </a:xfrm>
            <a:custGeom>
              <a:avLst/>
              <a:gdLst/>
              <a:ahLst/>
              <a:cxnLst/>
              <a:rect l="l" t="t" r="r" b="b"/>
              <a:pathLst>
                <a:path w="1227" h="2127" extrusionOk="0">
                  <a:moveTo>
                    <a:pt x="791" y="0"/>
                  </a:moveTo>
                  <a:cubicBezTo>
                    <a:pt x="766" y="0"/>
                    <a:pt x="742" y="5"/>
                    <a:pt x="722" y="15"/>
                  </a:cubicBezTo>
                  <a:cubicBezTo>
                    <a:pt x="760" y="248"/>
                    <a:pt x="638" y="640"/>
                    <a:pt x="489" y="1023"/>
                  </a:cubicBezTo>
                  <a:cubicBezTo>
                    <a:pt x="368" y="1256"/>
                    <a:pt x="256" y="1452"/>
                    <a:pt x="134" y="1648"/>
                  </a:cubicBezTo>
                  <a:cubicBezTo>
                    <a:pt x="0" y="1857"/>
                    <a:pt x="136" y="2126"/>
                    <a:pt x="334" y="2126"/>
                  </a:cubicBezTo>
                  <a:cubicBezTo>
                    <a:pt x="357" y="2126"/>
                    <a:pt x="381" y="2123"/>
                    <a:pt x="405" y="2115"/>
                  </a:cubicBezTo>
                  <a:lnTo>
                    <a:pt x="452" y="2115"/>
                  </a:lnTo>
                  <a:cubicBezTo>
                    <a:pt x="797" y="2003"/>
                    <a:pt x="1068" y="1648"/>
                    <a:pt x="1068" y="1256"/>
                  </a:cubicBezTo>
                  <a:cubicBezTo>
                    <a:pt x="1068" y="1107"/>
                    <a:pt x="1105" y="948"/>
                    <a:pt x="1105" y="948"/>
                  </a:cubicBezTo>
                  <a:cubicBezTo>
                    <a:pt x="1105" y="948"/>
                    <a:pt x="1226" y="481"/>
                    <a:pt x="993" y="89"/>
                  </a:cubicBezTo>
                  <a:cubicBezTo>
                    <a:pt x="938" y="35"/>
                    <a:pt x="859" y="0"/>
                    <a:pt x="791"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4" name="Google Shape;3084;p55"/>
            <p:cNvSpPr/>
            <p:nvPr/>
          </p:nvSpPr>
          <p:spPr>
            <a:xfrm>
              <a:off x="10028196" y="3303144"/>
              <a:ext cx="65872" cy="29665"/>
            </a:xfrm>
            <a:custGeom>
              <a:avLst/>
              <a:gdLst/>
              <a:ahLst/>
              <a:cxnLst/>
              <a:rect l="l" t="t" r="r" b="b"/>
              <a:pathLst>
                <a:path w="1168" h="526" extrusionOk="0">
                  <a:moveTo>
                    <a:pt x="959" y="1"/>
                  </a:moveTo>
                  <a:cubicBezTo>
                    <a:pt x="935" y="1"/>
                    <a:pt x="910" y="6"/>
                    <a:pt x="888" y="16"/>
                  </a:cubicBezTo>
                  <a:cubicBezTo>
                    <a:pt x="542" y="174"/>
                    <a:pt x="1" y="324"/>
                    <a:pt x="76" y="482"/>
                  </a:cubicBezTo>
                  <a:cubicBezTo>
                    <a:pt x="85" y="513"/>
                    <a:pt x="127" y="526"/>
                    <a:pt x="190" y="526"/>
                  </a:cubicBezTo>
                  <a:cubicBezTo>
                    <a:pt x="375" y="526"/>
                    <a:pt x="744" y="414"/>
                    <a:pt x="1009" y="324"/>
                  </a:cubicBezTo>
                  <a:cubicBezTo>
                    <a:pt x="1121" y="324"/>
                    <a:pt x="1168" y="212"/>
                    <a:pt x="1121" y="90"/>
                  </a:cubicBezTo>
                  <a:cubicBezTo>
                    <a:pt x="1094" y="36"/>
                    <a:pt x="1026" y="1"/>
                    <a:pt x="959"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5" name="Google Shape;3085;p55"/>
            <p:cNvSpPr/>
            <p:nvPr/>
          </p:nvSpPr>
          <p:spPr>
            <a:xfrm>
              <a:off x="10025601" y="3298971"/>
              <a:ext cx="72696" cy="38238"/>
            </a:xfrm>
            <a:custGeom>
              <a:avLst/>
              <a:gdLst/>
              <a:ahLst/>
              <a:cxnLst/>
              <a:rect l="l" t="t" r="r" b="b"/>
              <a:pathLst>
                <a:path w="1289" h="678" extrusionOk="0">
                  <a:moveTo>
                    <a:pt x="1018" y="164"/>
                  </a:moveTo>
                  <a:cubicBezTo>
                    <a:pt x="1055" y="164"/>
                    <a:pt x="1092" y="164"/>
                    <a:pt x="1092" y="211"/>
                  </a:cubicBezTo>
                  <a:lnTo>
                    <a:pt x="1092" y="286"/>
                  </a:lnTo>
                  <a:cubicBezTo>
                    <a:pt x="1092" y="323"/>
                    <a:pt x="1055" y="323"/>
                    <a:pt x="1055" y="323"/>
                  </a:cubicBezTo>
                  <a:cubicBezTo>
                    <a:pt x="859" y="398"/>
                    <a:pt x="392" y="519"/>
                    <a:pt x="196" y="519"/>
                  </a:cubicBezTo>
                  <a:cubicBezTo>
                    <a:pt x="280" y="444"/>
                    <a:pt x="514" y="360"/>
                    <a:pt x="663" y="286"/>
                  </a:cubicBezTo>
                  <a:cubicBezTo>
                    <a:pt x="784" y="248"/>
                    <a:pt x="896" y="211"/>
                    <a:pt x="980" y="164"/>
                  </a:cubicBezTo>
                  <a:close/>
                  <a:moveTo>
                    <a:pt x="991" y="1"/>
                  </a:moveTo>
                  <a:cubicBezTo>
                    <a:pt x="959" y="1"/>
                    <a:pt x="927" y="6"/>
                    <a:pt x="896" y="15"/>
                  </a:cubicBezTo>
                  <a:cubicBezTo>
                    <a:pt x="822" y="90"/>
                    <a:pt x="700" y="127"/>
                    <a:pt x="626" y="164"/>
                  </a:cubicBezTo>
                  <a:cubicBezTo>
                    <a:pt x="280" y="286"/>
                    <a:pt x="84" y="360"/>
                    <a:pt x="47" y="482"/>
                  </a:cubicBezTo>
                  <a:cubicBezTo>
                    <a:pt x="0" y="519"/>
                    <a:pt x="0" y="556"/>
                    <a:pt x="47" y="594"/>
                  </a:cubicBezTo>
                  <a:cubicBezTo>
                    <a:pt x="47" y="631"/>
                    <a:pt x="84" y="678"/>
                    <a:pt x="196" y="678"/>
                  </a:cubicBezTo>
                  <a:cubicBezTo>
                    <a:pt x="355" y="678"/>
                    <a:pt x="626" y="631"/>
                    <a:pt x="1092" y="482"/>
                  </a:cubicBezTo>
                  <a:cubicBezTo>
                    <a:pt x="1130" y="482"/>
                    <a:pt x="1214" y="444"/>
                    <a:pt x="1251" y="360"/>
                  </a:cubicBezTo>
                  <a:cubicBezTo>
                    <a:pt x="1288" y="286"/>
                    <a:pt x="1288" y="211"/>
                    <a:pt x="1251" y="127"/>
                  </a:cubicBezTo>
                  <a:cubicBezTo>
                    <a:pt x="1188" y="43"/>
                    <a:pt x="1088" y="1"/>
                    <a:pt x="991"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6" name="Google Shape;3086;p55"/>
            <p:cNvSpPr/>
            <p:nvPr/>
          </p:nvSpPr>
          <p:spPr>
            <a:xfrm>
              <a:off x="10019285" y="3281093"/>
              <a:ext cx="79013" cy="37617"/>
            </a:xfrm>
            <a:custGeom>
              <a:avLst/>
              <a:gdLst/>
              <a:ahLst/>
              <a:cxnLst/>
              <a:rect l="l" t="t" r="r" b="b"/>
              <a:pathLst>
                <a:path w="1401" h="667" extrusionOk="0">
                  <a:moveTo>
                    <a:pt x="1189" y="0"/>
                  </a:moveTo>
                  <a:cubicBezTo>
                    <a:pt x="1169" y="0"/>
                    <a:pt x="1149" y="5"/>
                    <a:pt x="1130" y="15"/>
                  </a:cubicBezTo>
                  <a:cubicBezTo>
                    <a:pt x="738" y="211"/>
                    <a:pt x="0" y="481"/>
                    <a:pt x="112" y="640"/>
                  </a:cubicBezTo>
                  <a:cubicBezTo>
                    <a:pt x="137" y="659"/>
                    <a:pt x="173" y="667"/>
                    <a:pt x="217" y="667"/>
                  </a:cubicBezTo>
                  <a:cubicBezTo>
                    <a:pt x="459" y="667"/>
                    <a:pt x="956" y="421"/>
                    <a:pt x="1279" y="295"/>
                  </a:cubicBezTo>
                  <a:cubicBezTo>
                    <a:pt x="1363" y="248"/>
                    <a:pt x="1400" y="173"/>
                    <a:pt x="1363" y="99"/>
                  </a:cubicBezTo>
                  <a:cubicBezTo>
                    <a:pt x="1301" y="37"/>
                    <a:pt x="1244" y="0"/>
                    <a:pt x="1189"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7" name="Google Shape;3087;p55"/>
            <p:cNvSpPr/>
            <p:nvPr/>
          </p:nvSpPr>
          <p:spPr>
            <a:xfrm>
              <a:off x="10021372" y="3276919"/>
              <a:ext cx="79013" cy="47148"/>
            </a:xfrm>
            <a:custGeom>
              <a:avLst/>
              <a:gdLst/>
              <a:ahLst/>
              <a:cxnLst/>
              <a:rect l="l" t="t" r="r" b="b"/>
              <a:pathLst>
                <a:path w="1401" h="836" extrusionOk="0">
                  <a:moveTo>
                    <a:pt x="1163" y="157"/>
                  </a:moveTo>
                  <a:cubicBezTo>
                    <a:pt x="1189" y="157"/>
                    <a:pt x="1216" y="183"/>
                    <a:pt x="1242" y="210"/>
                  </a:cubicBezTo>
                  <a:lnTo>
                    <a:pt x="1242" y="247"/>
                  </a:lnTo>
                  <a:cubicBezTo>
                    <a:pt x="1242" y="285"/>
                    <a:pt x="1205" y="285"/>
                    <a:pt x="1205" y="285"/>
                  </a:cubicBezTo>
                  <a:lnTo>
                    <a:pt x="1130" y="322"/>
                  </a:lnTo>
                  <a:cubicBezTo>
                    <a:pt x="934" y="443"/>
                    <a:pt x="355" y="677"/>
                    <a:pt x="197" y="677"/>
                  </a:cubicBezTo>
                  <a:cubicBezTo>
                    <a:pt x="271" y="555"/>
                    <a:pt x="589" y="443"/>
                    <a:pt x="775" y="322"/>
                  </a:cubicBezTo>
                  <a:cubicBezTo>
                    <a:pt x="897" y="285"/>
                    <a:pt x="1055" y="210"/>
                    <a:pt x="1130" y="173"/>
                  </a:cubicBezTo>
                  <a:cubicBezTo>
                    <a:pt x="1141" y="162"/>
                    <a:pt x="1152" y="157"/>
                    <a:pt x="1163" y="157"/>
                  </a:cubicBezTo>
                  <a:close/>
                  <a:moveTo>
                    <a:pt x="1144" y="0"/>
                  </a:moveTo>
                  <a:cubicBezTo>
                    <a:pt x="1113" y="0"/>
                    <a:pt x="1083" y="5"/>
                    <a:pt x="1055" y="14"/>
                  </a:cubicBezTo>
                  <a:cubicBezTo>
                    <a:pt x="971" y="89"/>
                    <a:pt x="859" y="135"/>
                    <a:pt x="701" y="173"/>
                  </a:cubicBezTo>
                  <a:cubicBezTo>
                    <a:pt x="234" y="406"/>
                    <a:pt x="38" y="518"/>
                    <a:pt x="1" y="639"/>
                  </a:cubicBezTo>
                  <a:cubicBezTo>
                    <a:pt x="1" y="677"/>
                    <a:pt x="1" y="714"/>
                    <a:pt x="38" y="751"/>
                  </a:cubicBezTo>
                  <a:cubicBezTo>
                    <a:pt x="75" y="789"/>
                    <a:pt x="122" y="835"/>
                    <a:pt x="197" y="835"/>
                  </a:cubicBezTo>
                  <a:cubicBezTo>
                    <a:pt x="430" y="835"/>
                    <a:pt x="775" y="677"/>
                    <a:pt x="1167" y="481"/>
                  </a:cubicBezTo>
                  <a:lnTo>
                    <a:pt x="1289" y="443"/>
                  </a:lnTo>
                  <a:cubicBezTo>
                    <a:pt x="1326" y="406"/>
                    <a:pt x="1363" y="369"/>
                    <a:pt x="1401" y="322"/>
                  </a:cubicBezTo>
                  <a:cubicBezTo>
                    <a:pt x="1401" y="247"/>
                    <a:pt x="1401" y="173"/>
                    <a:pt x="1363" y="135"/>
                  </a:cubicBezTo>
                  <a:cubicBezTo>
                    <a:pt x="1335" y="44"/>
                    <a:pt x="1238" y="0"/>
                    <a:pt x="1144"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8" name="Google Shape;3088;p55"/>
            <p:cNvSpPr/>
            <p:nvPr/>
          </p:nvSpPr>
          <p:spPr>
            <a:xfrm>
              <a:off x="10004001" y="3254755"/>
              <a:ext cx="92210" cy="49291"/>
            </a:xfrm>
            <a:custGeom>
              <a:avLst/>
              <a:gdLst/>
              <a:ahLst/>
              <a:cxnLst/>
              <a:rect l="l" t="t" r="r" b="b"/>
              <a:pathLst>
                <a:path w="1635" h="874" extrusionOk="0">
                  <a:moveTo>
                    <a:pt x="1372" y="1"/>
                  </a:moveTo>
                  <a:cubicBezTo>
                    <a:pt x="1341" y="1"/>
                    <a:pt x="1309" y="6"/>
                    <a:pt x="1279" y="15"/>
                  </a:cubicBezTo>
                  <a:cubicBezTo>
                    <a:pt x="775" y="295"/>
                    <a:pt x="1" y="603"/>
                    <a:pt x="113" y="836"/>
                  </a:cubicBezTo>
                  <a:cubicBezTo>
                    <a:pt x="126" y="862"/>
                    <a:pt x="158" y="873"/>
                    <a:pt x="204" y="873"/>
                  </a:cubicBezTo>
                  <a:cubicBezTo>
                    <a:pt x="440" y="873"/>
                    <a:pt x="1053" y="571"/>
                    <a:pt x="1475" y="407"/>
                  </a:cubicBezTo>
                  <a:cubicBezTo>
                    <a:pt x="1597" y="370"/>
                    <a:pt x="1634" y="248"/>
                    <a:pt x="1597" y="136"/>
                  </a:cubicBezTo>
                  <a:cubicBezTo>
                    <a:pt x="1562" y="45"/>
                    <a:pt x="1468" y="1"/>
                    <a:pt x="1372"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89" name="Google Shape;3089;p55"/>
            <p:cNvSpPr/>
            <p:nvPr/>
          </p:nvSpPr>
          <p:spPr>
            <a:xfrm>
              <a:off x="9999264" y="3249792"/>
              <a:ext cx="101121" cy="58484"/>
            </a:xfrm>
            <a:custGeom>
              <a:avLst/>
              <a:gdLst/>
              <a:ahLst/>
              <a:cxnLst/>
              <a:rect l="l" t="t" r="r" b="b"/>
              <a:pathLst>
                <a:path w="1793" h="1037" extrusionOk="0">
                  <a:moveTo>
                    <a:pt x="1522" y="187"/>
                  </a:moveTo>
                  <a:cubicBezTo>
                    <a:pt x="1559" y="187"/>
                    <a:pt x="1597" y="224"/>
                    <a:pt x="1597" y="262"/>
                  </a:cubicBezTo>
                  <a:cubicBezTo>
                    <a:pt x="1634" y="336"/>
                    <a:pt x="1597" y="420"/>
                    <a:pt x="1522" y="420"/>
                  </a:cubicBezTo>
                  <a:cubicBezTo>
                    <a:pt x="1401" y="458"/>
                    <a:pt x="1289" y="532"/>
                    <a:pt x="1167" y="570"/>
                  </a:cubicBezTo>
                  <a:cubicBezTo>
                    <a:pt x="916" y="682"/>
                    <a:pt x="433" y="891"/>
                    <a:pt x="267" y="891"/>
                  </a:cubicBezTo>
                  <a:cubicBezTo>
                    <a:pt x="254" y="891"/>
                    <a:pt x="243" y="890"/>
                    <a:pt x="234" y="887"/>
                  </a:cubicBezTo>
                  <a:cubicBezTo>
                    <a:pt x="234" y="766"/>
                    <a:pt x="785" y="495"/>
                    <a:pt x="1018" y="383"/>
                  </a:cubicBezTo>
                  <a:cubicBezTo>
                    <a:pt x="1167" y="299"/>
                    <a:pt x="1289" y="262"/>
                    <a:pt x="1401" y="187"/>
                  </a:cubicBezTo>
                  <a:close/>
                  <a:moveTo>
                    <a:pt x="1461" y="0"/>
                  </a:moveTo>
                  <a:cubicBezTo>
                    <a:pt x="1412" y="0"/>
                    <a:pt x="1363" y="10"/>
                    <a:pt x="1326" y="28"/>
                  </a:cubicBezTo>
                  <a:cubicBezTo>
                    <a:pt x="1214" y="103"/>
                    <a:pt x="1093" y="187"/>
                    <a:pt x="981" y="224"/>
                  </a:cubicBezTo>
                  <a:cubicBezTo>
                    <a:pt x="430" y="495"/>
                    <a:pt x="1" y="691"/>
                    <a:pt x="122" y="924"/>
                  </a:cubicBezTo>
                  <a:cubicBezTo>
                    <a:pt x="122" y="999"/>
                    <a:pt x="197" y="1036"/>
                    <a:pt x="281" y="1036"/>
                  </a:cubicBezTo>
                  <a:cubicBezTo>
                    <a:pt x="467" y="1036"/>
                    <a:pt x="785" y="924"/>
                    <a:pt x="1214" y="728"/>
                  </a:cubicBezTo>
                  <a:cubicBezTo>
                    <a:pt x="1363" y="691"/>
                    <a:pt x="1485" y="616"/>
                    <a:pt x="1597" y="570"/>
                  </a:cubicBezTo>
                  <a:cubicBezTo>
                    <a:pt x="1755" y="532"/>
                    <a:pt x="1793" y="336"/>
                    <a:pt x="1755" y="187"/>
                  </a:cubicBezTo>
                  <a:cubicBezTo>
                    <a:pt x="1718" y="103"/>
                    <a:pt x="1681" y="66"/>
                    <a:pt x="1597" y="28"/>
                  </a:cubicBezTo>
                  <a:cubicBezTo>
                    <a:pt x="1559" y="10"/>
                    <a:pt x="1510" y="0"/>
                    <a:pt x="1461"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0" name="Google Shape;3090;p55"/>
            <p:cNvSpPr/>
            <p:nvPr/>
          </p:nvSpPr>
          <p:spPr>
            <a:xfrm>
              <a:off x="9995034" y="3236877"/>
              <a:ext cx="74839" cy="40663"/>
            </a:xfrm>
            <a:custGeom>
              <a:avLst/>
              <a:gdLst/>
              <a:ahLst/>
              <a:cxnLst/>
              <a:rect l="l" t="t" r="r" b="b"/>
              <a:pathLst>
                <a:path w="1327" h="721" extrusionOk="0">
                  <a:moveTo>
                    <a:pt x="1078" y="0"/>
                  </a:moveTo>
                  <a:cubicBezTo>
                    <a:pt x="1043" y="0"/>
                    <a:pt x="1006" y="8"/>
                    <a:pt x="972" y="24"/>
                  </a:cubicBezTo>
                  <a:cubicBezTo>
                    <a:pt x="430" y="295"/>
                    <a:pt x="1" y="612"/>
                    <a:pt x="122" y="687"/>
                  </a:cubicBezTo>
                  <a:cubicBezTo>
                    <a:pt x="146" y="710"/>
                    <a:pt x="187" y="721"/>
                    <a:pt x="242" y="721"/>
                  </a:cubicBezTo>
                  <a:cubicBezTo>
                    <a:pt x="445" y="721"/>
                    <a:pt x="829" y="578"/>
                    <a:pt x="1168" y="453"/>
                  </a:cubicBezTo>
                  <a:cubicBezTo>
                    <a:pt x="1242" y="453"/>
                    <a:pt x="1326" y="332"/>
                    <a:pt x="1326" y="220"/>
                  </a:cubicBezTo>
                  <a:cubicBezTo>
                    <a:pt x="1326" y="96"/>
                    <a:pt x="1206" y="0"/>
                    <a:pt x="1078"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1" name="Google Shape;3091;p55"/>
            <p:cNvSpPr/>
            <p:nvPr/>
          </p:nvSpPr>
          <p:spPr>
            <a:xfrm>
              <a:off x="9997177" y="3232421"/>
              <a:ext cx="76926" cy="49517"/>
            </a:xfrm>
            <a:custGeom>
              <a:avLst/>
              <a:gdLst/>
              <a:ahLst/>
              <a:cxnLst/>
              <a:rect l="l" t="t" r="r" b="b"/>
              <a:pathLst>
                <a:path w="1364" h="878" extrusionOk="0">
                  <a:moveTo>
                    <a:pt x="1040" y="149"/>
                  </a:moveTo>
                  <a:cubicBezTo>
                    <a:pt x="1064" y="149"/>
                    <a:pt x="1092" y="159"/>
                    <a:pt x="1130" y="177"/>
                  </a:cubicBezTo>
                  <a:cubicBezTo>
                    <a:pt x="1167" y="177"/>
                    <a:pt x="1204" y="262"/>
                    <a:pt x="1204" y="299"/>
                  </a:cubicBezTo>
                  <a:lnTo>
                    <a:pt x="1204" y="336"/>
                  </a:lnTo>
                  <a:cubicBezTo>
                    <a:pt x="1204" y="374"/>
                    <a:pt x="1167" y="458"/>
                    <a:pt x="1092" y="495"/>
                  </a:cubicBezTo>
                  <a:cubicBezTo>
                    <a:pt x="551" y="691"/>
                    <a:pt x="234" y="728"/>
                    <a:pt x="159" y="728"/>
                  </a:cubicBezTo>
                  <a:cubicBezTo>
                    <a:pt x="196" y="644"/>
                    <a:pt x="430" y="458"/>
                    <a:pt x="971" y="177"/>
                  </a:cubicBezTo>
                  <a:cubicBezTo>
                    <a:pt x="994" y="159"/>
                    <a:pt x="1015" y="149"/>
                    <a:pt x="1040" y="149"/>
                  </a:cubicBezTo>
                  <a:close/>
                  <a:moveTo>
                    <a:pt x="1036" y="0"/>
                  </a:moveTo>
                  <a:cubicBezTo>
                    <a:pt x="983" y="0"/>
                    <a:pt x="934" y="9"/>
                    <a:pt x="896" y="28"/>
                  </a:cubicBezTo>
                  <a:cubicBezTo>
                    <a:pt x="504" y="224"/>
                    <a:pt x="0" y="532"/>
                    <a:pt x="0" y="728"/>
                  </a:cubicBezTo>
                  <a:cubicBezTo>
                    <a:pt x="0" y="766"/>
                    <a:pt x="0" y="803"/>
                    <a:pt x="38" y="840"/>
                  </a:cubicBezTo>
                  <a:cubicBezTo>
                    <a:pt x="38" y="840"/>
                    <a:pt x="84" y="878"/>
                    <a:pt x="196" y="878"/>
                  </a:cubicBezTo>
                  <a:cubicBezTo>
                    <a:pt x="355" y="878"/>
                    <a:pt x="626" y="840"/>
                    <a:pt x="1167" y="607"/>
                  </a:cubicBezTo>
                  <a:cubicBezTo>
                    <a:pt x="1288" y="570"/>
                    <a:pt x="1363" y="458"/>
                    <a:pt x="1363" y="299"/>
                  </a:cubicBezTo>
                  <a:cubicBezTo>
                    <a:pt x="1363" y="177"/>
                    <a:pt x="1288" y="103"/>
                    <a:pt x="1204" y="28"/>
                  </a:cubicBezTo>
                  <a:cubicBezTo>
                    <a:pt x="1148" y="9"/>
                    <a:pt x="1090" y="0"/>
                    <a:pt x="1036"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2" name="Google Shape;3092;p55"/>
            <p:cNvSpPr/>
            <p:nvPr/>
          </p:nvSpPr>
          <p:spPr>
            <a:xfrm>
              <a:off x="9652870" y="2919190"/>
              <a:ext cx="329079" cy="562960"/>
            </a:xfrm>
            <a:custGeom>
              <a:avLst/>
              <a:gdLst/>
              <a:ahLst/>
              <a:cxnLst/>
              <a:rect l="l" t="t" r="r" b="b"/>
              <a:pathLst>
                <a:path w="5835" h="9982" extrusionOk="0">
                  <a:moveTo>
                    <a:pt x="4031" y="0"/>
                  </a:moveTo>
                  <a:cubicBezTo>
                    <a:pt x="3603" y="0"/>
                    <a:pt x="3175" y="216"/>
                    <a:pt x="2922" y="598"/>
                  </a:cubicBezTo>
                  <a:cubicBezTo>
                    <a:pt x="1" y="5153"/>
                    <a:pt x="664" y="8420"/>
                    <a:pt x="664" y="8420"/>
                  </a:cubicBezTo>
                  <a:cubicBezTo>
                    <a:pt x="776" y="9857"/>
                    <a:pt x="1634" y="9894"/>
                    <a:pt x="1634" y="9894"/>
                  </a:cubicBezTo>
                  <a:cubicBezTo>
                    <a:pt x="1873" y="9954"/>
                    <a:pt x="2112" y="9982"/>
                    <a:pt x="2350" y="9982"/>
                  </a:cubicBezTo>
                  <a:cubicBezTo>
                    <a:pt x="3668" y="9982"/>
                    <a:pt x="4949" y="9147"/>
                    <a:pt x="5835" y="8420"/>
                  </a:cubicBezTo>
                  <a:cubicBezTo>
                    <a:pt x="5797" y="8261"/>
                    <a:pt x="5760" y="8112"/>
                    <a:pt x="5723" y="7953"/>
                  </a:cubicBezTo>
                  <a:cubicBezTo>
                    <a:pt x="5601" y="7412"/>
                    <a:pt x="5443" y="6898"/>
                    <a:pt x="5405" y="6357"/>
                  </a:cubicBezTo>
                  <a:lnTo>
                    <a:pt x="3697" y="6824"/>
                  </a:lnTo>
                  <a:cubicBezTo>
                    <a:pt x="5060" y="4453"/>
                    <a:pt x="5368" y="3249"/>
                    <a:pt x="5527" y="2231"/>
                  </a:cubicBezTo>
                  <a:cubicBezTo>
                    <a:pt x="5527" y="2119"/>
                    <a:pt x="5564" y="1998"/>
                    <a:pt x="5564" y="1886"/>
                  </a:cubicBezTo>
                  <a:cubicBezTo>
                    <a:pt x="5601" y="953"/>
                    <a:pt x="5172" y="449"/>
                    <a:pt x="4668" y="178"/>
                  </a:cubicBezTo>
                  <a:cubicBezTo>
                    <a:pt x="4471" y="57"/>
                    <a:pt x="4251" y="0"/>
                    <a:pt x="4031"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3" name="Google Shape;3093;p55"/>
            <p:cNvSpPr/>
            <p:nvPr/>
          </p:nvSpPr>
          <p:spPr>
            <a:xfrm>
              <a:off x="9736057" y="2350083"/>
              <a:ext cx="394895" cy="394952"/>
            </a:xfrm>
            <a:custGeom>
              <a:avLst/>
              <a:gdLst/>
              <a:ahLst/>
              <a:cxnLst/>
              <a:rect l="l" t="t" r="r" b="b"/>
              <a:pathLst>
                <a:path w="7002" h="7003" extrusionOk="0">
                  <a:moveTo>
                    <a:pt x="3617" y="1"/>
                  </a:moveTo>
                  <a:cubicBezTo>
                    <a:pt x="3594" y="1"/>
                    <a:pt x="3571" y="1"/>
                    <a:pt x="3548" y="2"/>
                  </a:cubicBezTo>
                  <a:cubicBezTo>
                    <a:pt x="1597" y="39"/>
                    <a:pt x="1" y="1514"/>
                    <a:pt x="47" y="3539"/>
                  </a:cubicBezTo>
                  <a:cubicBezTo>
                    <a:pt x="84" y="5530"/>
                    <a:pt x="877" y="7003"/>
                    <a:pt x="2731" y="7003"/>
                  </a:cubicBezTo>
                  <a:cubicBezTo>
                    <a:pt x="2754" y="7003"/>
                    <a:pt x="2777" y="7002"/>
                    <a:pt x="2801" y="7002"/>
                  </a:cubicBezTo>
                  <a:cubicBezTo>
                    <a:pt x="4752" y="6955"/>
                    <a:pt x="7001" y="5873"/>
                    <a:pt x="6964" y="3847"/>
                  </a:cubicBezTo>
                  <a:cubicBezTo>
                    <a:pt x="6927" y="1846"/>
                    <a:pt x="5488" y="1"/>
                    <a:pt x="3617"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4" name="Google Shape;3094;p55"/>
            <p:cNvSpPr/>
            <p:nvPr/>
          </p:nvSpPr>
          <p:spPr>
            <a:xfrm>
              <a:off x="9808697" y="2432649"/>
              <a:ext cx="381698" cy="405047"/>
            </a:xfrm>
            <a:custGeom>
              <a:avLst/>
              <a:gdLst/>
              <a:ahLst/>
              <a:cxnLst/>
              <a:rect l="l" t="t" r="r" b="b"/>
              <a:pathLst>
                <a:path w="6768" h="7182" extrusionOk="0">
                  <a:moveTo>
                    <a:pt x="3334" y="1"/>
                  </a:moveTo>
                  <a:cubicBezTo>
                    <a:pt x="3247" y="1"/>
                    <a:pt x="3160" y="4"/>
                    <a:pt x="3072" y="12"/>
                  </a:cubicBezTo>
                  <a:cubicBezTo>
                    <a:pt x="1279" y="171"/>
                    <a:pt x="1" y="1916"/>
                    <a:pt x="159" y="3858"/>
                  </a:cubicBezTo>
                  <a:cubicBezTo>
                    <a:pt x="302" y="5753"/>
                    <a:pt x="1759" y="7182"/>
                    <a:pt x="3447" y="7182"/>
                  </a:cubicBezTo>
                  <a:cubicBezTo>
                    <a:pt x="3530" y="7182"/>
                    <a:pt x="3613" y="7178"/>
                    <a:pt x="3697" y="7171"/>
                  </a:cubicBezTo>
                  <a:cubicBezTo>
                    <a:pt x="5480" y="7013"/>
                    <a:pt x="6768" y="5258"/>
                    <a:pt x="6609" y="3316"/>
                  </a:cubicBezTo>
                  <a:cubicBezTo>
                    <a:pt x="6423" y="1435"/>
                    <a:pt x="5013" y="1"/>
                    <a:pt x="3334"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5" name="Google Shape;3095;p55"/>
            <p:cNvSpPr/>
            <p:nvPr/>
          </p:nvSpPr>
          <p:spPr>
            <a:xfrm>
              <a:off x="9773448" y="2615433"/>
              <a:ext cx="87980" cy="87473"/>
            </a:xfrm>
            <a:custGeom>
              <a:avLst/>
              <a:gdLst/>
              <a:ahLst/>
              <a:cxnLst/>
              <a:rect l="l" t="t" r="r" b="b"/>
              <a:pathLst>
                <a:path w="1560" h="1551" extrusionOk="0">
                  <a:moveTo>
                    <a:pt x="738" y="1"/>
                  </a:moveTo>
                  <a:cubicBezTo>
                    <a:pt x="318" y="1"/>
                    <a:pt x="0" y="346"/>
                    <a:pt x="0" y="776"/>
                  </a:cubicBezTo>
                  <a:cubicBezTo>
                    <a:pt x="0" y="1205"/>
                    <a:pt x="355" y="1550"/>
                    <a:pt x="784" y="1550"/>
                  </a:cubicBezTo>
                  <a:cubicBezTo>
                    <a:pt x="1204" y="1550"/>
                    <a:pt x="1559" y="1205"/>
                    <a:pt x="1559" y="776"/>
                  </a:cubicBezTo>
                  <a:cubicBezTo>
                    <a:pt x="1559" y="346"/>
                    <a:pt x="1167" y="1"/>
                    <a:pt x="738"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6" name="Google Shape;3096;p55"/>
            <p:cNvSpPr/>
            <p:nvPr/>
          </p:nvSpPr>
          <p:spPr>
            <a:xfrm>
              <a:off x="9793469" y="2648087"/>
              <a:ext cx="17427" cy="31131"/>
            </a:xfrm>
            <a:custGeom>
              <a:avLst/>
              <a:gdLst/>
              <a:ahLst/>
              <a:cxnLst/>
              <a:rect l="l" t="t" r="r" b="b"/>
              <a:pathLst>
                <a:path w="309" h="552" extrusionOk="0">
                  <a:moveTo>
                    <a:pt x="308" y="1"/>
                  </a:moveTo>
                  <a:cubicBezTo>
                    <a:pt x="233" y="38"/>
                    <a:pt x="149" y="38"/>
                    <a:pt x="112" y="85"/>
                  </a:cubicBezTo>
                  <a:cubicBezTo>
                    <a:pt x="75" y="159"/>
                    <a:pt x="0" y="197"/>
                    <a:pt x="0" y="318"/>
                  </a:cubicBezTo>
                  <a:cubicBezTo>
                    <a:pt x="0" y="393"/>
                    <a:pt x="37" y="467"/>
                    <a:pt x="112" y="505"/>
                  </a:cubicBezTo>
                  <a:cubicBezTo>
                    <a:pt x="149" y="505"/>
                    <a:pt x="196" y="551"/>
                    <a:pt x="233" y="551"/>
                  </a:cubicBezTo>
                  <a:lnTo>
                    <a:pt x="308" y="551"/>
                  </a:lnTo>
                  <a:lnTo>
                    <a:pt x="196" y="430"/>
                  </a:lnTo>
                  <a:cubicBezTo>
                    <a:pt x="149" y="393"/>
                    <a:pt x="112" y="355"/>
                    <a:pt x="112" y="318"/>
                  </a:cubicBezTo>
                  <a:cubicBezTo>
                    <a:pt x="112" y="271"/>
                    <a:pt x="149" y="197"/>
                    <a:pt x="196" y="159"/>
                  </a:cubicBezTo>
                  <a:cubicBezTo>
                    <a:pt x="233" y="122"/>
                    <a:pt x="271" y="85"/>
                    <a:pt x="308" y="1"/>
                  </a:cubicBezTo>
                  <a:close/>
                </a:path>
              </a:pathLst>
            </a:custGeom>
            <a:solidFill>
              <a:srgbClr val="EC7D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7" name="Google Shape;3097;p55"/>
            <p:cNvSpPr/>
            <p:nvPr/>
          </p:nvSpPr>
          <p:spPr>
            <a:xfrm>
              <a:off x="10021372" y="2707586"/>
              <a:ext cx="87980" cy="32654"/>
            </a:xfrm>
            <a:custGeom>
              <a:avLst/>
              <a:gdLst/>
              <a:ahLst/>
              <a:cxnLst/>
              <a:rect l="l" t="t" r="r" b="b"/>
              <a:pathLst>
                <a:path w="1560" h="579" extrusionOk="0">
                  <a:moveTo>
                    <a:pt x="1" y="0"/>
                  </a:moveTo>
                  <a:lnTo>
                    <a:pt x="1" y="0"/>
                  </a:lnTo>
                  <a:cubicBezTo>
                    <a:pt x="38" y="75"/>
                    <a:pt x="122" y="150"/>
                    <a:pt x="159" y="196"/>
                  </a:cubicBezTo>
                  <a:cubicBezTo>
                    <a:pt x="197" y="271"/>
                    <a:pt x="271" y="308"/>
                    <a:pt x="309" y="383"/>
                  </a:cubicBezTo>
                  <a:cubicBezTo>
                    <a:pt x="467" y="467"/>
                    <a:pt x="626" y="542"/>
                    <a:pt x="775" y="579"/>
                  </a:cubicBezTo>
                  <a:cubicBezTo>
                    <a:pt x="971" y="579"/>
                    <a:pt x="1167" y="504"/>
                    <a:pt x="1289" y="430"/>
                  </a:cubicBezTo>
                  <a:cubicBezTo>
                    <a:pt x="1401" y="308"/>
                    <a:pt x="1522" y="150"/>
                    <a:pt x="1559" y="0"/>
                  </a:cubicBezTo>
                  <a:lnTo>
                    <a:pt x="1559" y="0"/>
                  </a:lnTo>
                  <a:cubicBezTo>
                    <a:pt x="1438" y="112"/>
                    <a:pt x="1326" y="234"/>
                    <a:pt x="1205" y="271"/>
                  </a:cubicBezTo>
                  <a:cubicBezTo>
                    <a:pt x="1093" y="346"/>
                    <a:pt x="934" y="383"/>
                    <a:pt x="822" y="383"/>
                  </a:cubicBezTo>
                  <a:cubicBezTo>
                    <a:pt x="663" y="346"/>
                    <a:pt x="542" y="308"/>
                    <a:pt x="393" y="234"/>
                  </a:cubicBezTo>
                  <a:lnTo>
                    <a:pt x="197" y="150"/>
                  </a:lnTo>
                  <a:cubicBezTo>
                    <a:pt x="159" y="75"/>
                    <a:pt x="75" y="38"/>
                    <a:pt x="1" y="0"/>
                  </a:cubicBezTo>
                  <a:close/>
                </a:path>
              </a:pathLst>
            </a:custGeom>
            <a:solidFill>
              <a:srgbClr val="EC7D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8" name="Google Shape;3098;p55"/>
            <p:cNvSpPr/>
            <p:nvPr/>
          </p:nvSpPr>
          <p:spPr>
            <a:xfrm>
              <a:off x="10060850" y="2622313"/>
              <a:ext cx="39535" cy="63729"/>
            </a:xfrm>
            <a:custGeom>
              <a:avLst/>
              <a:gdLst/>
              <a:ahLst/>
              <a:cxnLst/>
              <a:rect l="l" t="t" r="r" b="b"/>
              <a:pathLst>
                <a:path w="701" h="1130" extrusionOk="0">
                  <a:moveTo>
                    <a:pt x="248" y="0"/>
                  </a:moveTo>
                  <a:cubicBezTo>
                    <a:pt x="215" y="0"/>
                    <a:pt x="178" y="9"/>
                    <a:pt x="159" y="28"/>
                  </a:cubicBezTo>
                  <a:cubicBezTo>
                    <a:pt x="122" y="346"/>
                    <a:pt x="1" y="887"/>
                    <a:pt x="197" y="1120"/>
                  </a:cubicBezTo>
                  <a:cubicBezTo>
                    <a:pt x="203" y="1127"/>
                    <a:pt x="219" y="1130"/>
                    <a:pt x="240" y="1130"/>
                  </a:cubicBezTo>
                  <a:cubicBezTo>
                    <a:pt x="346" y="1130"/>
                    <a:pt x="595" y="1056"/>
                    <a:pt x="626" y="924"/>
                  </a:cubicBezTo>
                  <a:cubicBezTo>
                    <a:pt x="701" y="654"/>
                    <a:pt x="393" y="261"/>
                    <a:pt x="309" y="28"/>
                  </a:cubicBezTo>
                  <a:cubicBezTo>
                    <a:pt x="309" y="9"/>
                    <a:pt x="281" y="0"/>
                    <a:pt x="248" y="0"/>
                  </a:cubicBezTo>
                  <a:close/>
                </a:path>
              </a:pathLst>
            </a:custGeom>
            <a:solidFill>
              <a:srgbClr val="EC7D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099" name="Google Shape;3099;p55"/>
            <p:cNvSpPr/>
            <p:nvPr/>
          </p:nvSpPr>
          <p:spPr>
            <a:xfrm>
              <a:off x="10130895" y="2604379"/>
              <a:ext cx="22164" cy="30624"/>
            </a:xfrm>
            <a:custGeom>
              <a:avLst/>
              <a:gdLst/>
              <a:ahLst/>
              <a:cxnLst/>
              <a:rect l="l" t="t" r="r" b="b"/>
              <a:pathLst>
                <a:path w="393" h="543" extrusionOk="0">
                  <a:moveTo>
                    <a:pt x="196" y="1"/>
                  </a:moveTo>
                  <a:cubicBezTo>
                    <a:pt x="84" y="1"/>
                    <a:pt x="0" y="113"/>
                    <a:pt x="0" y="271"/>
                  </a:cubicBezTo>
                  <a:cubicBezTo>
                    <a:pt x="0" y="393"/>
                    <a:pt x="84" y="542"/>
                    <a:pt x="196" y="542"/>
                  </a:cubicBezTo>
                  <a:cubicBezTo>
                    <a:pt x="317" y="542"/>
                    <a:pt x="392" y="430"/>
                    <a:pt x="392" y="271"/>
                  </a:cubicBezTo>
                  <a:cubicBezTo>
                    <a:pt x="392" y="113"/>
                    <a:pt x="317" y="1"/>
                    <a:pt x="196"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0" name="Google Shape;3100;p55"/>
            <p:cNvSpPr/>
            <p:nvPr/>
          </p:nvSpPr>
          <p:spPr>
            <a:xfrm>
              <a:off x="9972926" y="2619663"/>
              <a:ext cx="22164" cy="30567"/>
            </a:xfrm>
            <a:custGeom>
              <a:avLst/>
              <a:gdLst/>
              <a:ahLst/>
              <a:cxnLst/>
              <a:rect l="l" t="t" r="r" b="b"/>
              <a:pathLst>
                <a:path w="393" h="542" extrusionOk="0">
                  <a:moveTo>
                    <a:pt x="197" y="0"/>
                  </a:moveTo>
                  <a:cubicBezTo>
                    <a:pt x="85" y="0"/>
                    <a:pt x="1" y="122"/>
                    <a:pt x="1" y="271"/>
                  </a:cubicBezTo>
                  <a:cubicBezTo>
                    <a:pt x="1" y="430"/>
                    <a:pt x="85" y="542"/>
                    <a:pt x="197" y="542"/>
                  </a:cubicBezTo>
                  <a:cubicBezTo>
                    <a:pt x="318" y="542"/>
                    <a:pt x="393" y="430"/>
                    <a:pt x="393" y="271"/>
                  </a:cubicBezTo>
                  <a:cubicBezTo>
                    <a:pt x="393" y="122"/>
                    <a:pt x="318" y="0"/>
                    <a:pt x="197"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1" name="Google Shape;3101;p55"/>
            <p:cNvSpPr/>
            <p:nvPr/>
          </p:nvSpPr>
          <p:spPr>
            <a:xfrm>
              <a:off x="9922958" y="2569018"/>
              <a:ext cx="142178" cy="138625"/>
            </a:xfrm>
            <a:custGeom>
              <a:avLst/>
              <a:gdLst/>
              <a:ahLst/>
              <a:cxnLst/>
              <a:rect l="l" t="t" r="r" b="b"/>
              <a:pathLst>
                <a:path w="2521" h="2458" extrusionOk="0">
                  <a:moveTo>
                    <a:pt x="1242" y="124"/>
                  </a:moveTo>
                  <a:cubicBezTo>
                    <a:pt x="1820" y="124"/>
                    <a:pt x="2287" y="553"/>
                    <a:pt x="2334" y="1132"/>
                  </a:cubicBezTo>
                  <a:cubicBezTo>
                    <a:pt x="2371" y="1757"/>
                    <a:pt x="1904" y="2261"/>
                    <a:pt x="1316" y="2299"/>
                  </a:cubicBezTo>
                  <a:cubicBezTo>
                    <a:pt x="1295" y="2300"/>
                    <a:pt x="1273" y="2301"/>
                    <a:pt x="1251" y="2301"/>
                  </a:cubicBezTo>
                  <a:cubicBezTo>
                    <a:pt x="697" y="2301"/>
                    <a:pt x="185" y="1847"/>
                    <a:pt x="150" y="1291"/>
                  </a:cubicBezTo>
                  <a:cubicBezTo>
                    <a:pt x="150" y="973"/>
                    <a:pt x="234" y="702"/>
                    <a:pt x="420" y="506"/>
                  </a:cubicBezTo>
                  <a:cubicBezTo>
                    <a:pt x="616" y="273"/>
                    <a:pt x="887" y="161"/>
                    <a:pt x="1204" y="124"/>
                  </a:cubicBezTo>
                  <a:close/>
                  <a:moveTo>
                    <a:pt x="1240" y="0"/>
                  </a:moveTo>
                  <a:cubicBezTo>
                    <a:pt x="1216" y="0"/>
                    <a:pt x="1191" y="1"/>
                    <a:pt x="1167" y="2"/>
                  </a:cubicBezTo>
                  <a:cubicBezTo>
                    <a:pt x="850" y="2"/>
                    <a:pt x="542" y="161"/>
                    <a:pt x="346" y="394"/>
                  </a:cubicBezTo>
                  <a:cubicBezTo>
                    <a:pt x="112" y="665"/>
                    <a:pt x="0" y="973"/>
                    <a:pt x="38" y="1291"/>
                  </a:cubicBezTo>
                  <a:cubicBezTo>
                    <a:pt x="75" y="1953"/>
                    <a:pt x="616" y="2457"/>
                    <a:pt x="1279" y="2457"/>
                  </a:cubicBezTo>
                  <a:lnTo>
                    <a:pt x="1316" y="2457"/>
                  </a:lnTo>
                  <a:cubicBezTo>
                    <a:pt x="2016" y="2373"/>
                    <a:pt x="2520" y="1795"/>
                    <a:pt x="2483" y="1132"/>
                  </a:cubicBezTo>
                  <a:cubicBezTo>
                    <a:pt x="2447" y="492"/>
                    <a:pt x="1907" y="0"/>
                    <a:pt x="1240" y="0"/>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2" name="Google Shape;3102;p55"/>
            <p:cNvSpPr/>
            <p:nvPr/>
          </p:nvSpPr>
          <p:spPr>
            <a:xfrm>
              <a:off x="10096155" y="2557682"/>
              <a:ext cx="124808" cy="138907"/>
            </a:xfrm>
            <a:custGeom>
              <a:avLst/>
              <a:gdLst/>
              <a:ahLst/>
              <a:cxnLst/>
              <a:rect l="l" t="t" r="r" b="b"/>
              <a:pathLst>
                <a:path w="2213" h="2463" extrusionOk="0">
                  <a:moveTo>
                    <a:pt x="1083" y="129"/>
                  </a:moveTo>
                  <a:cubicBezTo>
                    <a:pt x="1279" y="129"/>
                    <a:pt x="1512" y="203"/>
                    <a:pt x="1671" y="362"/>
                  </a:cubicBezTo>
                  <a:cubicBezTo>
                    <a:pt x="1867" y="558"/>
                    <a:pt x="2016" y="829"/>
                    <a:pt x="2016" y="1137"/>
                  </a:cubicBezTo>
                  <a:cubicBezTo>
                    <a:pt x="2063" y="1762"/>
                    <a:pt x="1671" y="2266"/>
                    <a:pt x="1167" y="2304"/>
                  </a:cubicBezTo>
                  <a:cubicBezTo>
                    <a:pt x="1127" y="2310"/>
                    <a:pt x="1088" y="2313"/>
                    <a:pt x="1051" y="2313"/>
                  </a:cubicBezTo>
                  <a:cubicBezTo>
                    <a:pt x="867" y="2313"/>
                    <a:pt x="704" y="2239"/>
                    <a:pt x="541" y="2108"/>
                  </a:cubicBezTo>
                  <a:cubicBezTo>
                    <a:pt x="345" y="1921"/>
                    <a:pt x="196" y="1604"/>
                    <a:pt x="196" y="1295"/>
                  </a:cubicBezTo>
                  <a:cubicBezTo>
                    <a:pt x="149" y="670"/>
                    <a:pt x="541" y="166"/>
                    <a:pt x="1045" y="129"/>
                  </a:cubicBezTo>
                  <a:close/>
                  <a:moveTo>
                    <a:pt x="1134" y="1"/>
                  </a:moveTo>
                  <a:cubicBezTo>
                    <a:pt x="1104" y="1"/>
                    <a:pt x="1074" y="3"/>
                    <a:pt x="1045" y="7"/>
                  </a:cubicBezTo>
                  <a:cubicBezTo>
                    <a:pt x="467" y="54"/>
                    <a:pt x="0" y="633"/>
                    <a:pt x="37" y="1295"/>
                  </a:cubicBezTo>
                  <a:cubicBezTo>
                    <a:pt x="75" y="1641"/>
                    <a:pt x="233" y="1996"/>
                    <a:pt x="467" y="2192"/>
                  </a:cubicBezTo>
                  <a:cubicBezTo>
                    <a:pt x="663" y="2341"/>
                    <a:pt x="896" y="2462"/>
                    <a:pt x="1129" y="2462"/>
                  </a:cubicBezTo>
                  <a:lnTo>
                    <a:pt x="1167" y="2462"/>
                  </a:lnTo>
                  <a:cubicBezTo>
                    <a:pt x="1745" y="2388"/>
                    <a:pt x="2212" y="1837"/>
                    <a:pt x="2175" y="1137"/>
                  </a:cubicBezTo>
                  <a:cubicBezTo>
                    <a:pt x="2138" y="791"/>
                    <a:pt x="1979" y="474"/>
                    <a:pt x="1745" y="241"/>
                  </a:cubicBezTo>
                  <a:cubicBezTo>
                    <a:pt x="1574" y="110"/>
                    <a:pt x="1345" y="1"/>
                    <a:pt x="1134" y="1"/>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3" name="Google Shape;3103;p55"/>
            <p:cNvSpPr/>
            <p:nvPr/>
          </p:nvSpPr>
          <p:spPr>
            <a:xfrm>
              <a:off x="10056620" y="2622426"/>
              <a:ext cx="47994" cy="14663"/>
            </a:xfrm>
            <a:custGeom>
              <a:avLst/>
              <a:gdLst/>
              <a:ahLst/>
              <a:cxnLst/>
              <a:rect l="l" t="t" r="r" b="b"/>
              <a:pathLst>
                <a:path w="851" h="260" extrusionOk="0">
                  <a:moveTo>
                    <a:pt x="511" y="1"/>
                  </a:moveTo>
                  <a:cubicBezTo>
                    <a:pt x="338" y="1"/>
                    <a:pt x="163" y="52"/>
                    <a:pt x="1" y="147"/>
                  </a:cubicBezTo>
                  <a:lnTo>
                    <a:pt x="76" y="259"/>
                  </a:lnTo>
                  <a:cubicBezTo>
                    <a:pt x="190" y="194"/>
                    <a:pt x="329" y="155"/>
                    <a:pt x="471" y="155"/>
                  </a:cubicBezTo>
                  <a:cubicBezTo>
                    <a:pt x="574" y="155"/>
                    <a:pt x="678" y="175"/>
                    <a:pt x="776" y="222"/>
                  </a:cubicBezTo>
                  <a:lnTo>
                    <a:pt x="850" y="73"/>
                  </a:lnTo>
                  <a:cubicBezTo>
                    <a:pt x="742" y="24"/>
                    <a:pt x="627" y="1"/>
                    <a:pt x="511" y="1"/>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4" name="Google Shape;3104;p55"/>
            <p:cNvSpPr/>
            <p:nvPr/>
          </p:nvSpPr>
          <p:spPr>
            <a:xfrm>
              <a:off x="9826067" y="2608609"/>
              <a:ext cx="105351" cy="13197"/>
            </a:xfrm>
            <a:custGeom>
              <a:avLst/>
              <a:gdLst/>
              <a:ahLst/>
              <a:cxnLst/>
              <a:rect l="l" t="t" r="r" b="b"/>
              <a:pathLst>
                <a:path w="1868" h="234" extrusionOk="0">
                  <a:moveTo>
                    <a:pt x="1" y="0"/>
                  </a:moveTo>
                  <a:lnTo>
                    <a:pt x="1" y="159"/>
                  </a:lnTo>
                  <a:lnTo>
                    <a:pt x="1868" y="234"/>
                  </a:lnTo>
                  <a:lnTo>
                    <a:pt x="1868" y="122"/>
                  </a:lnTo>
                  <a:lnTo>
                    <a:pt x="1" y="0"/>
                  </a:ln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5" name="Google Shape;3105;p55"/>
            <p:cNvSpPr/>
            <p:nvPr/>
          </p:nvSpPr>
          <p:spPr>
            <a:xfrm>
              <a:off x="9782415" y="2355553"/>
              <a:ext cx="372731" cy="270990"/>
            </a:xfrm>
            <a:custGeom>
              <a:avLst/>
              <a:gdLst/>
              <a:ahLst/>
              <a:cxnLst/>
              <a:rect l="l" t="t" r="r" b="b"/>
              <a:pathLst>
                <a:path w="6609" h="4805" extrusionOk="0">
                  <a:moveTo>
                    <a:pt x="2887" y="1"/>
                  </a:moveTo>
                  <a:cubicBezTo>
                    <a:pt x="2397" y="1"/>
                    <a:pt x="1850" y="97"/>
                    <a:pt x="1241" y="325"/>
                  </a:cubicBezTo>
                  <a:cubicBezTo>
                    <a:pt x="812" y="483"/>
                    <a:pt x="0" y="3825"/>
                    <a:pt x="579" y="4609"/>
                  </a:cubicBezTo>
                  <a:lnTo>
                    <a:pt x="812" y="4805"/>
                  </a:lnTo>
                  <a:cubicBezTo>
                    <a:pt x="812" y="4805"/>
                    <a:pt x="1596" y="4217"/>
                    <a:pt x="2604" y="1687"/>
                  </a:cubicBezTo>
                  <a:cubicBezTo>
                    <a:pt x="2604" y="1687"/>
                    <a:pt x="4546" y="3094"/>
                    <a:pt x="6389" y="3094"/>
                  </a:cubicBezTo>
                  <a:cubicBezTo>
                    <a:pt x="6462" y="3094"/>
                    <a:pt x="6535" y="3092"/>
                    <a:pt x="6608" y="3087"/>
                  </a:cubicBezTo>
                  <a:cubicBezTo>
                    <a:pt x="6608" y="3087"/>
                    <a:pt x="5658" y="1"/>
                    <a:pt x="2887"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106" name="Google Shape;3106;p55"/>
            <p:cNvSpPr/>
            <p:nvPr/>
          </p:nvSpPr>
          <p:spPr>
            <a:xfrm>
              <a:off x="9718686" y="2279529"/>
              <a:ext cx="208502" cy="228579"/>
            </a:xfrm>
            <a:custGeom>
              <a:avLst/>
              <a:gdLst/>
              <a:ahLst/>
              <a:cxnLst/>
              <a:rect l="l" t="t" r="r" b="b"/>
              <a:pathLst>
                <a:path w="3697" h="4053" extrusionOk="0">
                  <a:moveTo>
                    <a:pt x="1891" y="1"/>
                  </a:moveTo>
                  <a:cubicBezTo>
                    <a:pt x="1871" y="1"/>
                    <a:pt x="1850" y="1"/>
                    <a:pt x="1830" y="2"/>
                  </a:cubicBezTo>
                  <a:cubicBezTo>
                    <a:pt x="822" y="2"/>
                    <a:pt x="1" y="935"/>
                    <a:pt x="38" y="2027"/>
                  </a:cubicBezTo>
                  <a:cubicBezTo>
                    <a:pt x="38" y="3157"/>
                    <a:pt x="897" y="4053"/>
                    <a:pt x="1905" y="4053"/>
                  </a:cubicBezTo>
                  <a:cubicBezTo>
                    <a:pt x="2922" y="4006"/>
                    <a:pt x="3697" y="3119"/>
                    <a:pt x="3697" y="1990"/>
                  </a:cubicBezTo>
                  <a:cubicBezTo>
                    <a:pt x="3697" y="883"/>
                    <a:pt x="2872" y="1"/>
                    <a:pt x="1891"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282"/>
        <p:cNvGrpSpPr/>
        <p:nvPr/>
      </p:nvGrpSpPr>
      <p:grpSpPr>
        <a:xfrm>
          <a:off x="0" y="0"/>
          <a:ext cx="0" cy="0"/>
          <a:chOff x="0" y="0"/>
          <a:chExt cx="0" cy="0"/>
        </a:xfrm>
      </p:grpSpPr>
      <p:grpSp>
        <p:nvGrpSpPr>
          <p:cNvPr id="5283" name="Google Shape;5283;p67"/>
          <p:cNvGrpSpPr/>
          <p:nvPr/>
        </p:nvGrpSpPr>
        <p:grpSpPr>
          <a:xfrm>
            <a:off x="5357700" y="1252900"/>
            <a:ext cx="2949300" cy="2441075"/>
            <a:chOff x="5357700" y="1252900"/>
            <a:chExt cx="2949300" cy="2441075"/>
          </a:xfrm>
        </p:grpSpPr>
        <p:grpSp>
          <p:nvGrpSpPr>
            <p:cNvPr id="5284" name="Google Shape;5284;p67"/>
            <p:cNvGrpSpPr/>
            <p:nvPr/>
          </p:nvGrpSpPr>
          <p:grpSpPr>
            <a:xfrm>
              <a:off x="5600700" y="1362075"/>
              <a:ext cx="2523225" cy="2331900"/>
              <a:chOff x="5600700" y="1362075"/>
              <a:chExt cx="2523225" cy="2331900"/>
            </a:xfrm>
          </p:grpSpPr>
          <p:sp>
            <p:nvSpPr>
              <p:cNvPr id="5285" name="Google Shape;5285;p67"/>
              <p:cNvSpPr/>
              <p:nvPr/>
            </p:nvSpPr>
            <p:spPr>
              <a:xfrm>
                <a:off x="8010525" y="1362075"/>
                <a:ext cx="113400" cy="2331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86" name="Google Shape;5286;p67"/>
              <p:cNvSpPr/>
              <p:nvPr/>
            </p:nvSpPr>
            <p:spPr>
              <a:xfrm>
                <a:off x="5600700" y="1362075"/>
                <a:ext cx="113400" cy="2331900"/>
              </a:xfrm>
              <a:prstGeom prst="rect">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87" name="Google Shape;5287;p67"/>
            <p:cNvSpPr/>
            <p:nvPr/>
          </p:nvSpPr>
          <p:spPr>
            <a:xfrm>
              <a:off x="5357700" y="1252900"/>
              <a:ext cx="2949300" cy="960600"/>
            </a:xfrm>
            <a:prstGeom prst="roundRect">
              <a:avLst>
                <a:gd name="adj" fmla="val 8339"/>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5288" name="Google Shape;5288;p67"/>
            <p:cNvSpPr/>
            <p:nvPr/>
          </p:nvSpPr>
          <p:spPr>
            <a:xfrm>
              <a:off x="5357700" y="2439925"/>
              <a:ext cx="2949300" cy="960600"/>
            </a:xfrm>
            <a:prstGeom prst="roundRect">
              <a:avLst>
                <a:gd name="adj" fmla="val 8339"/>
              </a:avLst>
            </a:pr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89" name="Google Shape;5289;p67"/>
          <p:cNvSpPr txBox="1">
            <a:spLocks noGrp="1"/>
          </p:cNvSpPr>
          <p:nvPr>
            <p:ph type="title"/>
          </p:nvPr>
        </p:nvSpPr>
        <p:spPr>
          <a:xfrm>
            <a:off x="195359" y="511390"/>
            <a:ext cx="2983749" cy="1706843"/>
          </a:xfrm>
          <a:prstGeom prst="rect">
            <a:avLst/>
          </a:prstGeom>
        </p:spPr>
        <p:txBody>
          <a:bodyPr spcFirstLastPara="1" wrap="square" lIns="14400" tIns="14400" rIns="14400" bIns="14400" anchor="t" anchorCtr="0">
            <a:noAutofit/>
          </a:bodyPr>
          <a:lstStyle/>
          <a:p>
            <a:pPr marL="0" lvl="0" indent="0" algn="l" rtl="0">
              <a:spcBef>
                <a:spcPts val="0"/>
              </a:spcBef>
              <a:spcAft>
                <a:spcPts val="0"/>
              </a:spcAft>
              <a:buNone/>
            </a:pPr>
            <a:r>
              <a:rPr lang="en" dirty="0"/>
              <a:t>Pergunta 4?</a:t>
            </a:r>
            <a:br>
              <a:rPr lang="en" dirty="0"/>
            </a:br>
            <a:r>
              <a:rPr lang="en" dirty="0"/>
              <a:t>Respondida!</a:t>
            </a:r>
            <a:endParaRPr dirty="0"/>
          </a:p>
        </p:txBody>
      </p:sp>
      <p:grpSp>
        <p:nvGrpSpPr>
          <p:cNvPr id="5290" name="Google Shape;5290;p67"/>
          <p:cNvGrpSpPr/>
          <p:nvPr/>
        </p:nvGrpSpPr>
        <p:grpSpPr>
          <a:xfrm>
            <a:off x="412081" y="3117150"/>
            <a:ext cx="8811569" cy="576750"/>
            <a:chOff x="412081" y="3117150"/>
            <a:chExt cx="8811569" cy="576750"/>
          </a:xfrm>
        </p:grpSpPr>
        <p:sp>
          <p:nvSpPr>
            <p:cNvPr id="5291" name="Google Shape;5291;p67"/>
            <p:cNvSpPr/>
            <p:nvPr/>
          </p:nvSpPr>
          <p:spPr>
            <a:xfrm flipH="1">
              <a:off x="412081" y="3117150"/>
              <a:ext cx="1064295" cy="576743"/>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959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2" name="Google Shape;5292;p67"/>
            <p:cNvSpPr/>
            <p:nvPr/>
          </p:nvSpPr>
          <p:spPr>
            <a:xfrm flipH="1">
              <a:off x="4980071" y="3249199"/>
              <a:ext cx="820654" cy="444701"/>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959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293" name="Google Shape;5293;p67"/>
            <p:cNvSpPr/>
            <p:nvPr/>
          </p:nvSpPr>
          <p:spPr>
            <a:xfrm flipH="1">
              <a:off x="8507093" y="3305599"/>
              <a:ext cx="716557" cy="388298"/>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959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294" name="Google Shape;5294;p67"/>
          <p:cNvSpPr txBox="1">
            <a:spLocks noGrp="1"/>
          </p:cNvSpPr>
          <p:nvPr>
            <p:ph type="subTitle" idx="1"/>
          </p:nvPr>
        </p:nvSpPr>
        <p:spPr>
          <a:xfrm>
            <a:off x="5556750" y="2682625"/>
            <a:ext cx="2551200" cy="475200"/>
          </a:xfrm>
          <a:prstGeom prst="rect">
            <a:avLst/>
          </a:prstGeom>
        </p:spPr>
        <p:txBody>
          <a:bodyPr spcFirstLastPara="1" wrap="square" lIns="14400" tIns="14400" rIns="14400" bIns="14400" anchor="t" anchorCtr="0">
            <a:noAutofit/>
          </a:bodyPr>
          <a:lstStyle/>
          <a:p>
            <a:pPr marL="0" lvl="0" indent="0" algn="ctr" rtl="0">
              <a:spcBef>
                <a:spcPts val="0"/>
              </a:spcBef>
              <a:spcAft>
                <a:spcPts val="0"/>
              </a:spcAft>
              <a:buNone/>
            </a:pPr>
            <a:r>
              <a:rPr lang="en"/>
              <a:t>Practice the information several times with parents</a:t>
            </a:r>
            <a:endParaRPr/>
          </a:p>
        </p:txBody>
      </p:sp>
      <p:sp>
        <p:nvSpPr>
          <p:cNvPr id="5295" name="Google Shape;5295;p67"/>
          <p:cNvSpPr txBox="1">
            <a:spLocks noGrp="1"/>
          </p:cNvSpPr>
          <p:nvPr>
            <p:ph type="subTitle" idx="2"/>
          </p:nvPr>
        </p:nvSpPr>
        <p:spPr>
          <a:xfrm>
            <a:off x="5556150" y="1495750"/>
            <a:ext cx="2552400" cy="474900"/>
          </a:xfrm>
          <a:prstGeom prst="rect">
            <a:avLst/>
          </a:prstGeom>
        </p:spPr>
        <p:txBody>
          <a:bodyPr spcFirstLastPara="1" wrap="square" lIns="14400" tIns="14400" rIns="14400" bIns="14400" anchor="t" anchorCtr="0">
            <a:noAutofit/>
          </a:bodyPr>
          <a:lstStyle/>
          <a:p>
            <a:pPr marL="0" lvl="0" indent="0" algn="ctr" rtl="0">
              <a:spcBef>
                <a:spcPts val="0"/>
              </a:spcBef>
              <a:spcAft>
                <a:spcPts val="0"/>
              </a:spcAft>
              <a:buNone/>
            </a:pPr>
            <a:r>
              <a:rPr lang="en" sz="1600" dirty="0"/>
              <a:t>Já falamos dos gatinhos </a:t>
            </a:r>
            <a:r>
              <a:rPr lang="pt-BR" sz="1600" b="0" i="0" dirty="0">
                <a:solidFill>
                  <a:srgbClr val="000000"/>
                </a:solidFill>
                <a:effectLst/>
                <a:latin typeface="Apple Color Emoji"/>
              </a:rPr>
              <a:t>🐈</a:t>
            </a:r>
            <a:endParaRPr sz="1600" dirty="0"/>
          </a:p>
        </p:txBody>
      </p:sp>
      <p:sp>
        <p:nvSpPr>
          <p:cNvPr id="5296" name="Google Shape;5296;p67"/>
          <p:cNvSpPr/>
          <p:nvPr/>
        </p:nvSpPr>
        <p:spPr>
          <a:xfrm>
            <a:off x="6419850" y="-9525"/>
            <a:ext cx="2809875" cy="866775"/>
          </a:xfrm>
          <a:custGeom>
            <a:avLst/>
            <a:gdLst/>
            <a:ahLst/>
            <a:cxnLst/>
            <a:rect l="l" t="t" r="r" b="b"/>
            <a:pathLst>
              <a:path w="112395" h="34671" extrusionOk="0">
                <a:moveTo>
                  <a:pt x="0" y="0"/>
                </a:moveTo>
                <a:cubicBezTo>
                  <a:pt x="8077" y="7179"/>
                  <a:pt x="17454" y="14809"/>
                  <a:pt x="28194" y="16002"/>
                </a:cubicBezTo>
                <a:cubicBezTo>
                  <a:pt x="44099" y="17769"/>
                  <a:pt x="60508" y="12483"/>
                  <a:pt x="76200" y="15621"/>
                </a:cubicBezTo>
                <a:cubicBezTo>
                  <a:pt x="89569" y="18295"/>
                  <a:pt x="98761" y="34671"/>
                  <a:pt x="112395" y="34671"/>
                </a:cubicBezTo>
              </a:path>
            </a:pathLst>
          </a:custGeom>
          <a:noFill/>
          <a:ln w="19050" cap="flat" cmpd="sng">
            <a:solidFill>
              <a:schemeClr val="dk2"/>
            </a:solidFill>
            <a:prstDash val="dash"/>
            <a:round/>
            <a:headEnd type="none" w="med" len="med"/>
            <a:tailEnd type="none" w="med" len="med"/>
          </a:ln>
        </p:spPr>
        <p:txBody>
          <a:bodyPr/>
          <a:lstStyle/>
          <a:p>
            <a:endParaRPr lang="pt-BR"/>
          </a:p>
        </p:txBody>
      </p:sp>
      <p:sp>
        <p:nvSpPr>
          <p:cNvPr id="5297" name="Google Shape;5297;p67"/>
          <p:cNvSpPr/>
          <p:nvPr/>
        </p:nvSpPr>
        <p:spPr>
          <a:xfrm rot="-619946">
            <a:off x="535441" y="4141111"/>
            <a:ext cx="819820" cy="392955"/>
          </a:xfrm>
          <a:prstGeom prst="rect">
            <a:avLst/>
          </a:prstGeom>
        </p:spPr>
        <p:txBody>
          <a:bodyPr>
            <a:prstTxWarp prst="textPlain">
              <a:avLst/>
            </a:prstTxWarp>
          </a:bodyPr>
          <a:lstStyle/>
          <a:p>
            <a:pPr lvl="0" algn="ctr"/>
            <a:r>
              <a:rPr b="0" i="0">
                <a:ln>
                  <a:noFill/>
                </a:ln>
                <a:solidFill>
                  <a:schemeClr val="dk2"/>
                </a:solidFill>
                <a:latin typeface="Nanum Pen Script"/>
              </a:rPr>
              <a:t>Fun!</a:t>
            </a:r>
          </a:p>
        </p:txBody>
      </p:sp>
      <p:grpSp>
        <p:nvGrpSpPr>
          <p:cNvPr id="5298" name="Google Shape;5298;p67"/>
          <p:cNvGrpSpPr/>
          <p:nvPr/>
        </p:nvGrpSpPr>
        <p:grpSpPr>
          <a:xfrm>
            <a:off x="7577157" y="886599"/>
            <a:ext cx="495263" cy="378658"/>
            <a:chOff x="7577157" y="886599"/>
            <a:chExt cx="495263" cy="378658"/>
          </a:xfrm>
        </p:grpSpPr>
        <p:sp>
          <p:nvSpPr>
            <p:cNvPr id="5299" name="Google Shape;5299;p67"/>
            <p:cNvSpPr/>
            <p:nvPr/>
          </p:nvSpPr>
          <p:spPr>
            <a:xfrm>
              <a:off x="7651310" y="886599"/>
              <a:ext cx="325595" cy="378658"/>
            </a:xfrm>
            <a:custGeom>
              <a:avLst/>
              <a:gdLst/>
              <a:ahLst/>
              <a:cxnLst/>
              <a:rect l="l" t="t" r="r" b="b"/>
              <a:pathLst>
                <a:path w="18083" h="21030" extrusionOk="0">
                  <a:moveTo>
                    <a:pt x="9862" y="0"/>
                  </a:moveTo>
                  <a:cubicBezTo>
                    <a:pt x="6720" y="0"/>
                    <a:pt x="3793" y="2218"/>
                    <a:pt x="2617" y="5020"/>
                  </a:cubicBezTo>
                  <a:cubicBezTo>
                    <a:pt x="2469" y="5390"/>
                    <a:pt x="2314" y="5730"/>
                    <a:pt x="2188" y="6099"/>
                  </a:cubicBezTo>
                  <a:cubicBezTo>
                    <a:pt x="0" y="11947"/>
                    <a:pt x="2314" y="20331"/>
                    <a:pt x="9123" y="20974"/>
                  </a:cubicBezTo>
                  <a:cubicBezTo>
                    <a:pt x="9502" y="21010"/>
                    <a:pt x="9893" y="21030"/>
                    <a:pt x="10288" y="21030"/>
                  </a:cubicBezTo>
                  <a:cubicBezTo>
                    <a:pt x="11908" y="21030"/>
                    <a:pt x="13604" y="20697"/>
                    <a:pt x="14941" y="19806"/>
                  </a:cubicBezTo>
                  <a:cubicBezTo>
                    <a:pt x="17529" y="18142"/>
                    <a:pt x="18083" y="15274"/>
                    <a:pt x="18083" y="12383"/>
                  </a:cubicBezTo>
                  <a:cubicBezTo>
                    <a:pt x="18083" y="10225"/>
                    <a:pt x="17558" y="8347"/>
                    <a:pt x="16730" y="6373"/>
                  </a:cubicBezTo>
                  <a:cubicBezTo>
                    <a:pt x="15836" y="4155"/>
                    <a:pt x="14815" y="1819"/>
                    <a:pt x="12568" y="673"/>
                  </a:cubicBezTo>
                  <a:cubicBezTo>
                    <a:pt x="11984" y="370"/>
                    <a:pt x="11400" y="185"/>
                    <a:pt x="10786" y="59"/>
                  </a:cubicBezTo>
                  <a:cubicBezTo>
                    <a:pt x="10476" y="30"/>
                    <a:pt x="10165" y="0"/>
                    <a:pt x="9862"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0" name="Google Shape;5300;p67"/>
            <p:cNvSpPr/>
            <p:nvPr/>
          </p:nvSpPr>
          <p:spPr>
            <a:xfrm>
              <a:off x="7714006" y="1030716"/>
              <a:ext cx="250656" cy="234541"/>
            </a:xfrm>
            <a:custGeom>
              <a:avLst/>
              <a:gdLst/>
              <a:ahLst/>
              <a:cxnLst/>
              <a:rect l="l" t="t" r="r" b="b"/>
              <a:pathLst>
                <a:path w="13921" h="13026" extrusionOk="0">
                  <a:moveTo>
                    <a:pt x="6260" y="0"/>
                  </a:moveTo>
                  <a:cubicBezTo>
                    <a:pt x="5686" y="0"/>
                    <a:pt x="5116" y="54"/>
                    <a:pt x="4562" y="158"/>
                  </a:cubicBezTo>
                  <a:cubicBezTo>
                    <a:pt x="3423" y="372"/>
                    <a:pt x="2159" y="772"/>
                    <a:pt x="1420" y="1666"/>
                  </a:cubicBezTo>
                  <a:cubicBezTo>
                    <a:pt x="651" y="2590"/>
                    <a:pt x="311" y="3825"/>
                    <a:pt x="155" y="4993"/>
                  </a:cubicBezTo>
                  <a:cubicBezTo>
                    <a:pt x="0" y="6227"/>
                    <a:pt x="30" y="7551"/>
                    <a:pt x="399" y="8748"/>
                  </a:cubicBezTo>
                  <a:cubicBezTo>
                    <a:pt x="739" y="9857"/>
                    <a:pt x="1390" y="10781"/>
                    <a:pt x="2033" y="11706"/>
                  </a:cubicBezTo>
                  <a:cubicBezTo>
                    <a:pt x="3053" y="12386"/>
                    <a:pt x="4251" y="12814"/>
                    <a:pt x="5641" y="12970"/>
                  </a:cubicBezTo>
                  <a:cubicBezTo>
                    <a:pt x="6020" y="13006"/>
                    <a:pt x="6411" y="13026"/>
                    <a:pt x="6806" y="13026"/>
                  </a:cubicBezTo>
                  <a:cubicBezTo>
                    <a:pt x="8426" y="13026"/>
                    <a:pt x="10122" y="12693"/>
                    <a:pt x="11459" y="11802"/>
                  </a:cubicBezTo>
                  <a:cubicBezTo>
                    <a:pt x="12538" y="11121"/>
                    <a:pt x="13248" y="10197"/>
                    <a:pt x="13736" y="9185"/>
                  </a:cubicBezTo>
                  <a:lnTo>
                    <a:pt x="13736" y="9059"/>
                  </a:lnTo>
                  <a:cubicBezTo>
                    <a:pt x="13921" y="6346"/>
                    <a:pt x="13492" y="3426"/>
                    <a:pt x="11245" y="1636"/>
                  </a:cubicBezTo>
                  <a:cubicBezTo>
                    <a:pt x="9846" y="518"/>
                    <a:pt x="8041" y="0"/>
                    <a:pt x="6260"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1" name="Google Shape;5301;p67"/>
            <p:cNvSpPr/>
            <p:nvPr/>
          </p:nvSpPr>
          <p:spPr>
            <a:xfrm>
              <a:off x="7798920" y="970919"/>
              <a:ext cx="45410" cy="50236"/>
            </a:xfrm>
            <a:custGeom>
              <a:avLst/>
              <a:gdLst/>
              <a:ahLst/>
              <a:cxnLst/>
              <a:rect l="l" t="t" r="r" b="b"/>
              <a:pathLst>
                <a:path w="2522" h="2790" extrusionOk="0">
                  <a:moveTo>
                    <a:pt x="1168" y="1"/>
                  </a:moveTo>
                  <a:cubicBezTo>
                    <a:pt x="1016" y="1"/>
                    <a:pt x="851" y="63"/>
                    <a:pt x="674" y="211"/>
                  </a:cubicBezTo>
                  <a:cubicBezTo>
                    <a:pt x="333" y="522"/>
                    <a:pt x="89" y="1135"/>
                    <a:pt x="30" y="1601"/>
                  </a:cubicBezTo>
                  <a:cubicBezTo>
                    <a:pt x="1" y="1816"/>
                    <a:pt x="1" y="2156"/>
                    <a:pt x="149" y="2340"/>
                  </a:cubicBezTo>
                  <a:cubicBezTo>
                    <a:pt x="245" y="2496"/>
                    <a:pt x="400" y="2614"/>
                    <a:pt x="614" y="2680"/>
                  </a:cubicBezTo>
                  <a:cubicBezTo>
                    <a:pt x="823" y="2742"/>
                    <a:pt x="1131" y="2790"/>
                    <a:pt x="1436" y="2790"/>
                  </a:cubicBezTo>
                  <a:cubicBezTo>
                    <a:pt x="1715" y="2790"/>
                    <a:pt x="1991" y="2750"/>
                    <a:pt x="2182" y="2644"/>
                  </a:cubicBezTo>
                  <a:cubicBezTo>
                    <a:pt x="2522" y="2429"/>
                    <a:pt x="2463" y="1971"/>
                    <a:pt x="2366" y="1631"/>
                  </a:cubicBezTo>
                  <a:cubicBezTo>
                    <a:pt x="2217" y="1105"/>
                    <a:pt x="1807" y="1"/>
                    <a:pt x="1168"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2" name="Google Shape;5302;p67"/>
            <p:cNvSpPr/>
            <p:nvPr/>
          </p:nvSpPr>
          <p:spPr>
            <a:xfrm>
              <a:off x="7844853" y="960332"/>
              <a:ext cx="27837" cy="21589"/>
            </a:xfrm>
            <a:custGeom>
              <a:avLst/>
              <a:gdLst/>
              <a:ahLst/>
              <a:cxnLst/>
              <a:rect l="l" t="t" r="r" b="b"/>
              <a:pathLst>
                <a:path w="1546" h="1199" extrusionOk="0">
                  <a:moveTo>
                    <a:pt x="777" y="1"/>
                  </a:moveTo>
                  <a:cubicBezTo>
                    <a:pt x="0" y="1"/>
                    <a:pt x="0" y="1198"/>
                    <a:pt x="777" y="1198"/>
                  </a:cubicBezTo>
                  <a:cubicBezTo>
                    <a:pt x="1545" y="1198"/>
                    <a:pt x="1545" y="1"/>
                    <a:pt x="77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3" name="Google Shape;5303;p67"/>
            <p:cNvSpPr/>
            <p:nvPr/>
          </p:nvSpPr>
          <p:spPr>
            <a:xfrm>
              <a:off x="7763918" y="960332"/>
              <a:ext cx="27711" cy="21589"/>
            </a:xfrm>
            <a:custGeom>
              <a:avLst/>
              <a:gdLst/>
              <a:ahLst/>
              <a:cxnLst/>
              <a:rect l="l" t="t" r="r" b="b"/>
              <a:pathLst>
                <a:path w="1539" h="1199" extrusionOk="0">
                  <a:moveTo>
                    <a:pt x="769" y="1"/>
                  </a:moveTo>
                  <a:cubicBezTo>
                    <a:pt x="0" y="1"/>
                    <a:pt x="0" y="1198"/>
                    <a:pt x="769" y="1198"/>
                  </a:cubicBezTo>
                  <a:cubicBezTo>
                    <a:pt x="1538" y="1198"/>
                    <a:pt x="1538" y="1"/>
                    <a:pt x="769"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4" name="Google Shape;5304;p67"/>
            <p:cNvSpPr/>
            <p:nvPr/>
          </p:nvSpPr>
          <p:spPr>
            <a:xfrm>
              <a:off x="7740096" y="991355"/>
              <a:ext cx="22237" cy="22237"/>
            </a:xfrm>
            <a:custGeom>
              <a:avLst/>
              <a:gdLst/>
              <a:ahLst/>
              <a:cxnLst/>
              <a:rect l="l" t="t" r="r" b="b"/>
              <a:pathLst>
                <a:path w="1235" h="1235" extrusionOk="0">
                  <a:moveTo>
                    <a:pt x="954" y="0"/>
                  </a:moveTo>
                  <a:cubicBezTo>
                    <a:pt x="643" y="126"/>
                    <a:pt x="399" y="437"/>
                    <a:pt x="274" y="681"/>
                  </a:cubicBezTo>
                  <a:cubicBezTo>
                    <a:pt x="185" y="806"/>
                    <a:pt x="0" y="1205"/>
                    <a:pt x="244" y="1235"/>
                  </a:cubicBezTo>
                  <a:cubicBezTo>
                    <a:pt x="458" y="1235"/>
                    <a:pt x="710" y="924"/>
                    <a:pt x="828" y="769"/>
                  </a:cubicBezTo>
                  <a:cubicBezTo>
                    <a:pt x="983" y="555"/>
                    <a:pt x="1235" y="156"/>
                    <a:pt x="1013"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5" name="Google Shape;5305;p67"/>
            <p:cNvSpPr/>
            <p:nvPr/>
          </p:nvSpPr>
          <p:spPr>
            <a:xfrm>
              <a:off x="7731705" y="991877"/>
              <a:ext cx="15053" cy="17862"/>
            </a:xfrm>
            <a:custGeom>
              <a:avLst/>
              <a:gdLst/>
              <a:ahLst/>
              <a:cxnLst/>
              <a:rect l="l" t="t" r="r" b="b"/>
              <a:pathLst>
                <a:path w="836" h="992" extrusionOk="0">
                  <a:moveTo>
                    <a:pt x="710" y="1"/>
                  </a:moveTo>
                  <a:cubicBezTo>
                    <a:pt x="710" y="1"/>
                    <a:pt x="681" y="1"/>
                    <a:pt x="681" y="38"/>
                  </a:cubicBezTo>
                  <a:cubicBezTo>
                    <a:pt x="437" y="186"/>
                    <a:pt x="252" y="437"/>
                    <a:pt x="156" y="681"/>
                  </a:cubicBezTo>
                  <a:cubicBezTo>
                    <a:pt x="96" y="777"/>
                    <a:pt x="0" y="992"/>
                    <a:pt x="126" y="992"/>
                  </a:cubicBezTo>
                  <a:cubicBezTo>
                    <a:pt x="252" y="992"/>
                    <a:pt x="466" y="740"/>
                    <a:pt x="525" y="652"/>
                  </a:cubicBezTo>
                  <a:cubicBezTo>
                    <a:pt x="621" y="496"/>
                    <a:pt x="836" y="156"/>
                    <a:pt x="740" y="38"/>
                  </a:cubicBezTo>
                  <a:cubicBezTo>
                    <a:pt x="740" y="1"/>
                    <a:pt x="740" y="1"/>
                    <a:pt x="710" y="1"/>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6" name="Google Shape;5306;p67"/>
            <p:cNvSpPr/>
            <p:nvPr/>
          </p:nvSpPr>
          <p:spPr>
            <a:xfrm>
              <a:off x="7754465" y="995785"/>
              <a:ext cx="15053" cy="17141"/>
            </a:xfrm>
            <a:custGeom>
              <a:avLst/>
              <a:gdLst/>
              <a:ahLst/>
              <a:cxnLst/>
              <a:rect l="l" t="t" r="r" b="b"/>
              <a:pathLst>
                <a:path w="836" h="952" extrusionOk="0">
                  <a:moveTo>
                    <a:pt x="650" y="0"/>
                  </a:moveTo>
                  <a:cubicBezTo>
                    <a:pt x="560" y="0"/>
                    <a:pt x="456" y="134"/>
                    <a:pt x="370" y="220"/>
                  </a:cubicBezTo>
                  <a:cubicBezTo>
                    <a:pt x="185" y="435"/>
                    <a:pt x="1" y="678"/>
                    <a:pt x="30" y="893"/>
                  </a:cubicBezTo>
                  <a:cubicBezTo>
                    <a:pt x="45" y="934"/>
                    <a:pt x="70" y="951"/>
                    <a:pt x="101" y="951"/>
                  </a:cubicBezTo>
                  <a:cubicBezTo>
                    <a:pt x="210" y="951"/>
                    <a:pt x="392" y="747"/>
                    <a:pt x="466" y="649"/>
                  </a:cubicBezTo>
                  <a:cubicBezTo>
                    <a:pt x="555" y="494"/>
                    <a:pt x="836" y="65"/>
                    <a:pt x="681" y="6"/>
                  </a:cubicBezTo>
                  <a:cubicBezTo>
                    <a:pt x="671" y="2"/>
                    <a:pt x="661" y="0"/>
                    <a:pt x="650"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7" name="Google Shape;5307;p67"/>
            <p:cNvSpPr/>
            <p:nvPr/>
          </p:nvSpPr>
          <p:spPr>
            <a:xfrm>
              <a:off x="7872131" y="991355"/>
              <a:ext cx="21589" cy="22237"/>
            </a:xfrm>
            <a:custGeom>
              <a:avLst/>
              <a:gdLst/>
              <a:ahLst/>
              <a:cxnLst/>
              <a:rect l="l" t="t" r="r" b="b"/>
              <a:pathLst>
                <a:path w="1199" h="1235" extrusionOk="0">
                  <a:moveTo>
                    <a:pt x="245" y="0"/>
                  </a:moveTo>
                  <a:cubicBezTo>
                    <a:pt x="1" y="0"/>
                    <a:pt x="186" y="437"/>
                    <a:pt x="245" y="555"/>
                  </a:cubicBezTo>
                  <a:cubicBezTo>
                    <a:pt x="400" y="769"/>
                    <a:pt x="644" y="1109"/>
                    <a:pt x="925" y="1205"/>
                  </a:cubicBezTo>
                  <a:lnTo>
                    <a:pt x="954" y="1235"/>
                  </a:lnTo>
                  <a:cubicBezTo>
                    <a:pt x="984" y="1235"/>
                    <a:pt x="984" y="1235"/>
                    <a:pt x="984" y="1205"/>
                  </a:cubicBezTo>
                  <a:cubicBezTo>
                    <a:pt x="1198" y="1080"/>
                    <a:pt x="954" y="681"/>
                    <a:pt x="799" y="466"/>
                  </a:cubicBezTo>
                  <a:cubicBezTo>
                    <a:pt x="703" y="311"/>
                    <a:pt x="459" y="0"/>
                    <a:pt x="245"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8" name="Google Shape;5308;p67"/>
            <p:cNvSpPr/>
            <p:nvPr/>
          </p:nvSpPr>
          <p:spPr>
            <a:xfrm>
              <a:off x="7863759" y="995173"/>
              <a:ext cx="15053" cy="17591"/>
            </a:xfrm>
            <a:custGeom>
              <a:avLst/>
              <a:gdLst/>
              <a:ahLst/>
              <a:cxnLst/>
              <a:rect l="l" t="t" r="r" b="b"/>
              <a:pathLst>
                <a:path w="836" h="977" extrusionOk="0">
                  <a:moveTo>
                    <a:pt x="144" y="1"/>
                  </a:moveTo>
                  <a:cubicBezTo>
                    <a:pt x="138" y="1"/>
                    <a:pt x="132" y="1"/>
                    <a:pt x="126" y="3"/>
                  </a:cubicBezTo>
                  <a:cubicBezTo>
                    <a:pt x="0" y="3"/>
                    <a:pt x="96" y="225"/>
                    <a:pt x="126" y="313"/>
                  </a:cubicBezTo>
                  <a:cubicBezTo>
                    <a:pt x="244" y="528"/>
                    <a:pt x="399" y="779"/>
                    <a:pt x="680" y="964"/>
                  </a:cubicBezTo>
                  <a:lnTo>
                    <a:pt x="710" y="964"/>
                  </a:lnTo>
                  <a:cubicBezTo>
                    <a:pt x="710" y="974"/>
                    <a:pt x="713" y="977"/>
                    <a:pt x="717" y="977"/>
                  </a:cubicBezTo>
                  <a:cubicBezTo>
                    <a:pt x="726" y="977"/>
                    <a:pt x="739" y="964"/>
                    <a:pt x="739" y="964"/>
                  </a:cubicBezTo>
                  <a:cubicBezTo>
                    <a:pt x="835" y="809"/>
                    <a:pt x="614" y="498"/>
                    <a:pt x="495" y="313"/>
                  </a:cubicBezTo>
                  <a:cubicBezTo>
                    <a:pt x="467" y="257"/>
                    <a:pt x="266" y="1"/>
                    <a:pt x="144" y="1"/>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09" name="Google Shape;5309;p67"/>
            <p:cNvSpPr/>
            <p:nvPr/>
          </p:nvSpPr>
          <p:spPr>
            <a:xfrm>
              <a:off x="7886518" y="991968"/>
              <a:ext cx="14927" cy="17303"/>
            </a:xfrm>
            <a:custGeom>
              <a:avLst/>
              <a:gdLst/>
              <a:ahLst/>
              <a:cxnLst/>
              <a:rect l="l" t="t" r="r" b="b"/>
              <a:pathLst>
                <a:path w="829" h="961" extrusionOk="0">
                  <a:moveTo>
                    <a:pt x="93" y="0"/>
                  </a:moveTo>
                  <a:cubicBezTo>
                    <a:pt x="60" y="0"/>
                    <a:pt x="37" y="18"/>
                    <a:pt x="30" y="62"/>
                  </a:cubicBezTo>
                  <a:cubicBezTo>
                    <a:pt x="0" y="247"/>
                    <a:pt x="185" y="491"/>
                    <a:pt x="370" y="706"/>
                  </a:cubicBezTo>
                  <a:cubicBezTo>
                    <a:pt x="424" y="821"/>
                    <a:pt x="534" y="961"/>
                    <a:pt x="620" y="961"/>
                  </a:cubicBezTo>
                  <a:cubicBezTo>
                    <a:pt x="628" y="961"/>
                    <a:pt x="636" y="960"/>
                    <a:pt x="643" y="957"/>
                  </a:cubicBezTo>
                  <a:cubicBezTo>
                    <a:pt x="828" y="861"/>
                    <a:pt x="555" y="432"/>
                    <a:pt x="459" y="277"/>
                  </a:cubicBezTo>
                  <a:cubicBezTo>
                    <a:pt x="391" y="181"/>
                    <a:pt x="195" y="0"/>
                    <a:pt x="93"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10" name="Google Shape;5310;p67"/>
            <p:cNvGrpSpPr/>
            <p:nvPr/>
          </p:nvGrpSpPr>
          <p:grpSpPr>
            <a:xfrm>
              <a:off x="7948007" y="1015105"/>
              <a:ext cx="123824" cy="153876"/>
              <a:chOff x="2131450" y="260482"/>
              <a:chExt cx="101762" cy="126459"/>
            </a:xfrm>
          </p:grpSpPr>
          <p:sp>
            <p:nvSpPr>
              <p:cNvPr id="5311" name="Google Shape;5311;p67"/>
              <p:cNvSpPr/>
              <p:nvPr/>
            </p:nvSpPr>
            <p:spPr>
              <a:xfrm>
                <a:off x="2131450" y="264270"/>
                <a:ext cx="72079" cy="122671"/>
              </a:xfrm>
              <a:custGeom>
                <a:avLst/>
                <a:gdLst/>
                <a:ahLst/>
                <a:cxnLst/>
                <a:rect l="l" t="t" r="r" b="b"/>
                <a:pathLst>
                  <a:path w="4871" h="8290" extrusionOk="0">
                    <a:moveTo>
                      <a:pt x="1" y="0"/>
                    </a:moveTo>
                    <a:cubicBezTo>
                      <a:pt x="97" y="458"/>
                      <a:pt x="186" y="954"/>
                      <a:pt x="252" y="1449"/>
                    </a:cubicBezTo>
                    <a:cubicBezTo>
                      <a:pt x="311" y="2122"/>
                      <a:pt x="311" y="2802"/>
                      <a:pt x="223" y="3512"/>
                    </a:cubicBezTo>
                    <a:cubicBezTo>
                      <a:pt x="1080" y="5145"/>
                      <a:pt x="1945" y="6772"/>
                      <a:pt x="3113" y="8036"/>
                    </a:cubicBezTo>
                    <a:cubicBezTo>
                      <a:pt x="3310" y="8210"/>
                      <a:pt x="3522" y="8289"/>
                      <a:pt x="3728" y="8289"/>
                    </a:cubicBezTo>
                    <a:cubicBezTo>
                      <a:pt x="4329" y="8289"/>
                      <a:pt x="4870" y="7617"/>
                      <a:pt x="4776" y="6654"/>
                    </a:cubicBezTo>
                    <a:cubicBezTo>
                      <a:pt x="4318" y="3327"/>
                      <a:pt x="2034" y="1323"/>
                      <a:pt x="1"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2" name="Google Shape;5312;p67"/>
              <p:cNvSpPr/>
              <p:nvPr/>
            </p:nvSpPr>
            <p:spPr>
              <a:xfrm>
                <a:off x="2131997" y="260482"/>
                <a:ext cx="101215" cy="75334"/>
              </a:xfrm>
              <a:custGeom>
                <a:avLst/>
                <a:gdLst/>
                <a:ahLst/>
                <a:cxnLst/>
                <a:rect l="l" t="t" r="r" b="b"/>
                <a:pathLst>
                  <a:path w="6840" h="5091" extrusionOk="0">
                    <a:moveTo>
                      <a:pt x="2162" y="1"/>
                    </a:moveTo>
                    <a:cubicBezTo>
                      <a:pt x="1432" y="1"/>
                      <a:pt x="697" y="131"/>
                      <a:pt x="1" y="315"/>
                    </a:cubicBezTo>
                    <a:cubicBezTo>
                      <a:pt x="89" y="744"/>
                      <a:pt x="149" y="1210"/>
                      <a:pt x="215" y="1705"/>
                    </a:cubicBezTo>
                    <a:cubicBezTo>
                      <a:pt x="245" y="2193"/>
                      <a:pt x="274" y="2688"/>
                      <a:pt x="245" y="3184"/>
                    </a:cubicBezTo>
                    <a:cubicBezTo>
                      <a:pt x="1908" y="4041"/>
                      <a:pt x="3571" y="5032"/>
                      <a:pt x="5390" y="5091"/>
                    </a:cubicBezTo>
                    <a:cubicBezTo>
                      <a:pt x="6314" y="4995"/>
                      <a:pt x="6839" y="3272"/>
                      <a:pt x="6159" y="2163"/>
                    </a:cubicBezTo>
                    <a:cubicBezTo>
                      <a:pt x="5069" y="521"/>
                      <a:pt x="3624" y="1"/>
                      <a:pt x="2162"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13" name="Google Shape;5313;p67"/>
            <p:cNvGrpSpPr/>
            <p:nvPr/>
          </p:nvGrpSpPr>
          <p:grpSpPr>
            <a:xfrm>
              <a:off x="7948007" y="1015092"/>
              <a:ext cx="123824" cy="153876"/>
              <a:chOff x="2131450" y="260482"/>
              <a:chExt cx="101762" cy="126459"/>
            </a:xfrm>
          </p:grpSpPr>
          <p:sp>
            <p:nvSpPr>
              <p:cNvPr id="5314" name="Google Shape;5314;p67"/>
              <p:cNvSpPr/>
              <p:nvPr/>
            </p:nvSpPr>
            <p:spPr>
              <a:xfrm>
                <a:off x="2131450" y="264270"/>
                <a:ext cx="72079" cy="122671"/>
              </a:xfrm>
              <a:custGeom>
                <a:avLst/>
                <a:gdLst/>
                <a:ahLst/>
                <a:cxnLst/>
                <a:rect l="l" t="t" r="r" b="b"/>
                <a:pathLst>
                  <a:path w="4871" h="8290" extrusionOk="0">
                    <a:moveTo>
                      <a:pt x="1" y="0"/>
                    </a:moveTo>
                    <a:cubicBezTo>
                      <a:pt x="97" y="458"/>
                      <a:pt x="186" y="954"/>
                      <a:pt x="252" y="1449"/>
                    </a:cubicBezTo>
                    <a:cubicBezTo>
                      <a:pt x="311" y="2122"/>
                      <a:pt x="311" y="2802"/>
                      <a:pt x="223" y="3512"/>
                    </a:cubicBezTo>
                    <a:cubicBezTo>
                      <a:pt x="1080" y="5145"/>
                      <a:pt x="1945" y="6772"/>
                      <a:pt x="3113" y="8036"/>
                    </a:cubicBezTo>
                    <a:cubicBezTo>
                      <a:pt x="3310" y="8210"/>
                      <a:pt x="3522" y="8289"/>
                      <a:pt x="3728" y="8289"/>
                    </a:cubicBezTo>
                    <a:cubicBezTo>
                      <a:pt x="4329" y="8289"/>
                      <a:pt x="4870" y="7617"/>
                      <a:pt x="4776" y="6654"/>
                    </a:cubicBezTo>
                    <a:cubicBezTo>
                      <a:pt x="4318" y="3327"/>
                      <a:pt x="2034" y="1323"/>
                      <a:pt x="1" y="0"/>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5" name="Google Shape;5315;p67"/>
              <p:cNvSpPr/>
              <p:nvPr/>
            </p:nvSpPr>
            <p:spPr>
              <a:xfrm>
                <a:off x="2131997" y="260482"/>
                <a:ext cx="101215" cy="75334"/>
              </a:xfrm>
              <a:custGeom>
                <a:avLst/>
                <a:gdLst/>
                <a:ahLst/>
                <a:cxnLst/>
                <a:rect l="l" t="t" r="r" b="b"/>
                <a:pathLst>
                  <a:path w="6840" h="5091" extrusionOk="0">
                    <a:moveTo>
                      <a:pt x="2162" y="1"/>
                    </a:moveTo>
                    <a:cubicBezTo>
                      <a:pt x="1432" y="1"/>
                      <a:pt x="697" y="131"/>
                      <a:pt x="1" y="315"/>
                    </a:cubicBezTo>
                    <a:cubicBezTo>
                      <a:pt x="89" y="744"/>
                      <a:pt x="149" y="1210"/>
                      <a:pt x="215" y="1705"/>
                    </a:cubicBezTo>
                    <a:cubicBezTo>
                      <a:pt x="245" y="2193"/>
                      <a:pt x="274" y="2688"/>
                      <a:pt x="245" y="3184"/>
                    </a:cubicBezTo>
                    <a:cubicBezTo>
                      <a:pt x="1908" y="4041"/>
                      <a:pt x="3571" y="5032"/>
                      <a:pt x="5390" y="5091"/>
                    </a:cubicBezTo>
                    <a:cubicBezTo>
                      <a:pt x="6314" y="4995"/>
                      <a:pt x="6839" y="3272"/>
                      <a:pt x="6159" y="2163"/>
                    </a:cubicBezTo>
                    <a:cubicBezTo>
                      <a:pt x="5069" y="521"/>
                      <a:pt x="3624" y="1"/>
                      <a:pt x="2162"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16" name="Google Shape;5316;p67"/>
            <p:cNvSpPr/>
            <p:nvPr/>
          </p:nvSpPr>
          <p:spPr>
            <a:xfrm>
              <a:off x="7948072" y="1026777"/>
              <a:ext cx="124347" cy="135168"/>
            </a:xfrm>
            <a:custGeom>
              <a:avLst/>
              <a:gdLst/>
              <a:ahLst/>
              <a:cxnLst/>
              <a:rect l="l" t="t" r="r" b="b"/>
              <a:pathLst>
                <a:path w="6906" h="7507" extrusionOk="0">
                  <a:moveTo>
                    <a:pt x="0" y="0"/>
                  </a:moveTo>
                  <a:lnTo>
                    <a:pt x="0" y="0"/>
                  </a:lnTo>
                  <a:cubicBezTo>
                    <a:pt x="59" y="400"/>
                    <a:pt x="119" y="799"/>
                    <a:pt x="185" y="1235"/>
                  </a:cubicBezTo>
                  <a:cubicBezTo>
                    <a:pt x="244" y="1849"/>
                    <a:pt x="244" y="2492"/>
                    <a:pt x="156" y="3142"/>
                  </a:cubicBezTo>
                  <a:cubicBezTo>
                    <a:pt x="1878" y="4895"/>
                    <a:pt x="2861" y="6528"/>
                    <a:pt x="4924" y="7452"/>
                  </a:cubicBezTo>
                  <a:cubicBezTo>
                    <a:pt x="5031" y="7489"/>
                    <a:pt x="5137" y="7506"/>
                    <a:pt x="5240" y="7506"/>
                  </a:cubicBezTo>
                  <a:cubicBezTo>
                    <a:pt x="6178" y="7506"/>
                    <a:pt x="6906" y="6079"/>
                    <a:pt x="6439" y="4747"/>
                  </a:cubicBezTo>
                  <a:cubicBezTo>
                    <a:pt x="4990" y="1050"/>
                    <a:pt x="2588" y="311"/>
                    <a:pt x="0"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17" name="Google Shape;5317;p67"/>
            <p:cNvGrpSpPr/>
            <p:nvPr/>
          </p:nvGrpSpPr>
          <p:grpSpPr>
            <a:xfrm flipH="1">
              <a:off x="7577744" y="1015105"/>
              <a:ext cx="123824" cy="153876"/>
              <a:chOff x="2131450" y="260482"/>
              <a:chExt cx="101762" cy="126459"/>
            </a:xfrm>
          </p:grpSpPr>
          <p:sp>
            <p:nvSpPr>
              <p:cNvPr id="5318" name="Google Shape;5318;p67"/>
              <p:cNvSpPr/>
              <p:nvPr/>
            </p:nvSpPr>
            <p:spPr>
              <a:xfrm>
                <a:off x="2131450" y="264270"/>
                <a:ext cx="72079" cy="122671"/>
              </a:xfrm>
              <a:custGeom>
                <a:avLst/>
                <a:gdLst/>
                <a:ahLst/>
                <a:cxnLst/>
                <a:rect l="l" t="t" r="r" b="b"/>
                <a:pathLst>
                  <a:path w="4871" h="8290" extrusionOk="0">
                    <a:moveTo>
                      <a:pt x="1" y="0"/>
                    </a:moveTo>
                    <a:cubicBezTo>
                      <a:pt x="97" y="458"/>
                      <a:pt x="186" y="954"/>
                      <a:pt x="252" y="1449"/>
                    </a:cubicBezTo>
                    <a:cubicBezTo>
                      <a:pt x="311" y="2122"/>
                      <a:pt x="311" y="2802"/>
                      <a:pt x="223" y="3512"/>
                    </a:cubicBezTo>
                    <a:cubicBezTo>
                      <a:pt x="1080" y="5145"/>
                      <a:pt x="1945" y="6772"/>
                      <a:pt x="3113" y="8036"/>
                    </a:cubicBezTo>
                    <a:cubicBezTo>
                      <a:pt x="3310" y="8210"/>
                      <a:pt x="3522" y="8289"/>
                      <a:pt x="3728" y="8289"/>
                    </a:cubicBezTo>
                    <a:cubicBezTo>
                      <a:pt x="4329" y="8289"/>
                      <a:pt x="4870" y="7617"/>
                      <a:pt x="4776" y="6654"/>
                    </a:cubicBezTo>
                    <a:cubicBezTo>
                      <a:pt x="4318" y="3327"/>
                      <a:pt x="2034" y="1323"/>
                      <a:pt x="1"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19" name="Google Shape;5319;p67"/>
              <p:cNvSpPr/>
              <p:nvPr/>
            </p:nvSpPr>
            <p:spPr>
              <a:xfrm>
                <a:off x="2131997" y="260482"/>
                <a:ext cx="101215" cy="75334"/>
              </a:xfrm>
              <a:custGeom>
                <a:avLst/>
                <a:gdLst/>
                <a:ahLst/>
                <a:cxnLst/>
                <a:rect l="l" t="t" r="r" b="b"/>
                <a:pathLst>
                  <a:path w="6840" h="5091" extrusionOk="0">
                    <a:moveTo>
                      <a:pt x="2162" y="1"/>
                    </a:moveTo>
                    <a:cubicBezTo>
                      <a:pt x="1432" y="1"/>
                      <a:pt x="697" y="131"/>
                      <a:pt x="1" y="315"/>
                    </a:cubicBezTo>
                    <a:cubicBezTo>
                      <a:pt x="89" y="744"/>
                      <a:pt x="149" y="1210"/>
                      <a:pt x="215" y="1705"/>
                    </a:cubicBezTo>
                    <a:cubicBezTo>
                      <a:pt x="245" y="2193"/>
                      <a:pt x="274" y="2688"/>
                      <a:pt x="245" y="3184"/>
                    </a:cubicBezTo>
                    <a:cubicBezTo>
                      <a:pt x="1908" y="4041"/>
                      <a:pt x="3571" y="5032"/>
                      <a:pt x="5390" y="5091"/>
                    </a:cubicBezTo>
                    <a:cubicBezTo>
                      <a:pt x="6314" y="4995"/>
                      <a:pt x="6839" y="3272"/>
                      <a:pt x="6159" y="2163"/>
                    </a:cubicBezTo>
                    <a:cubicBezTo>
                      <a:pt x="5069" y="521"/>
                      <a:pt x="3624" y="1"/>
                      <a:pt x="2162"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20" name="Google Shape;5320;p67"/>
            <p:cNvGrpSpPr/>
            <p:nvPr/>
          </p:nvGrpSpPr>
          <p:grpSpPr>
            <a:xfrm flipH="1">
              <a:off x="7577744" y="1015092"/>
              <a:ext cx="123824" cy="153876"/>
              <a:chOff x="2131450" y="260482"/>
              <a:chExt cx="101762" cy="126459"/>
            </a:xfrm>
          </p:grpSpPr>
          <p:sp>
            <p:nvSpPr>
              <p:cNvPr id="5321" name="Google Shape;5321;p67"/>
              <p:cNvSpPr/>
              <p:nvPr/>
            </p:nvSpPr>
            <p:spPr>
              <a:xfrm>
                <a:off x="2131450" y="264270"/>
                <a:ext cx="72079" cy="122671"/>
              </a:xfrm>
              <a:custGeom>
                <a:avLst/>
                <a:gdLst/>
                <a:ahLst/>
                <a:cxnLst/>
                <a:rect l="l" t="t" r="r" b="b"/>
                <a:pathLst>
                  <a:path w="4871" h="8290" extrusionOk="0">
                    <a:moveTo>
                      <a:pt x="1" y="0"/>
                    </a:moveTo>
                    <a:cubicBezTo>
                      <a:pt x="97" y="458"/>
                      <a:pt x="186" y="954"/>
                      <a:pt x="252" y="1449"/>
                    </a:cubicBezTo>
                    <a:cubicBezTo>
                      <a:pt x="311" y="2122"/>
                      <a:pt x="311" y="2802"/>
                      <a:pt x="223" y="3512"/>
                    </a:cubicBezTo>
                    <a:cubicBezTo>
                      <a:pt x="1080" y="5145"/>
                      <a:pt x="1945" y="6772"/>
                      <a:pt x="3113" y="8036"/>
                    </a:cubicBezTo>
                    <a:cubicBezTo>
                      <a:pt x="3310" y="8210"/>
                      <a:pt x="3522" y="8289"/>
                      <a:pt x="3728" y="8289"/>
                    </a:cubicBezTo>
                    <a:cubicBezTo>
                      <a:pt x="4329" y="8289"/>
                      <a:pt x="4870" y="7617"/>
                      <a:pt x="4776" y="6654"/>
                    </a:cubicBezTo>
                    <a:cubicBezTo>
                      <a:pt x="4318" y="3327"/>
                      <a:pt x="2034" y="1323"/>
                      <a:pt x="1" y="0"/>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2" name="Google Shape;5322;p67"/>
              <p:cNvSpPr/>
              <p:nvPr/>
            </p:nvSpPr>
            <p:spPr>
              <a:xfrm>
                <a:off x="2131997" y="260482"/>
                <a:ext cx="101215" cy="75334"/>
              </a:xfrm>
              <a:custGeom>
                <a:avLst/>
                <a:gdLst/>
                <a:ahLst/>
                <a:cxnLst/>
                <a:rect l="l" t="t" r="r" b="b"/>
                <a:pathLst>
                  <a:path w="6840" h="5091" extrusionOk="0">
                    <a:moveTo>
                      <a:pt x="2162" y="1"/>
                    </a:moveTo>
                    <a:cubicBezTo>
                      <a:pt x="1432" y="1"/>
                      <a:pt x="697" y="131"/>
                      <a:pt x="1" y="315"/>
                    </a:cubicBezTo>
                    <a:cubicBezTo>
                      <a:pt x="89" y="744"/>
                      <a:pt x="149" y="1210"/>
                      <a:pt x="215" y="1705"/>
                    </a:cubicBezTo>
                    <a:cubicBezTo>
                      <a:pt x="245" y="2193"/>
                      <a:pt x="274" y="2688"/>
                      <a:pt x="245" y="3184"/>
                    </a:cubicBezTo>
                    <a:cubicBezTo>
                      <a:pt x="1908" y="4041"/>
                      <a:pt x="3571" y="5032"/>
                      <a:pt x="5390" y="5091"/>
                    </a:cubicBezTo>
                    <a:cubicBezTo>
                      <a:pt x="6314" y="4995"/>
                      <a:pt x="6839" y="3272"/>
                      <a:pt x="6159" y="2163"/>
                    </a:cubicBezTo>
                    <a:cubicBezTo>
                      <a:pt x="5069" y="521"/>
                      <a:pt x="3624" y="1"/>
                      <a:pt x="2162"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23" name="Google Shape;5323;p67"/>
            <p:cNvSpPr/>
            <p:nvPr/>
          </p:nvSpPr>
          <p:spPr>
            <a:xfrm flipH="1">
              <a:off x="7577157" y="1026777"/>
              <a:ext cx="124347" cy="135168"/>
            </a:xfrm>
            <a:custGeom>
              <a:avLst/>
              <a:gdLst/>
              <a:ahLst/>
              <a:cxnLst/>
              <a:rect l="l" t="t" r="r" b="b"/>
              <a:pathLst>
                <a:path w="6906" h="7507" extrusionOk="0">
                  <a:moveTo>
                    <a:pt x="0" y="0"/>
                  </a:moveTo>
                  <a:lnTo>
                    <a:pt x="0" y="0"/>
                  </a:lnTo>
                  <a:cubicBezTo>
                    <a:pt x="59" y="400"/>
                    <a:pt x="119" y="799"/>
                    <a:pt x="185" y="1235"/>
                  </a:cubicBezTo>
                  <a:cubicBezTo>
                    <a:pt x="244" y="1849"/>
                    <a:pt x="244" y="2492"/>
                    <a:pt x="156" y="3142"/>
                  </a:cubicBezTo>
                  <a:cubicBezTo>
                    <a:pt x="1878" y="4895"/>
                    <a:pt x="2861" y="6528"/>
                    <a:pt x="4924" y="7452"/>
                  </a:cubicBezTo>
                  <a:cubicBezTo>
                    <a:pt x="5031" y="7489"/>
                    <a:pt x="5137" y="7506"/>
                    <a:pt x="5240" y="7506"/>
                  </a:cubicBezTo>
                  <a:cubicBezTo>
                    <a:pt x="6178" y="7506"/>
                    <a:pt x="6906" y="6079"/>
                    <a:pt x="6439" y="4747"/>
                  </a:cubicBezTo>
                  <a:cubicBezTo>
                    <a:pt x="4990" y="1050"/>
                    <a:pt x="2588" y="311"/>
                    <a:pt x="0"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324" name="Google Shape;5324;p67"/>
          <p:cNvGrpSpPr/>
          <p:nvPr/>
        </p:nvGrpSpPr>
        <p:grpSpPr>
          <a:xfrm>
            <a:off x="1857796" y="1145521"/>
            <a:ext cx="3356788" cy="3238488"/>
            <a:chOff x="1857796" y="1145521"/>
            <a:chExt cx="3356788" cy="3238488"/>
          </a:xfrm>
        </p:grpSpPr>
        <p:sp>
          <p:nvSpPr>
            <p:cNvPr id="5325" name="Google Shape;5325;p67"/>
            <p:cNvSpPr/>
            <p:nvPr/>
          </p:nvSpPr>
          <p:spPr>
            <a:xfrm flipH="1">
              <a:off x="3269887" y="2662888"/>
              <a:ext cx="1058479" cy="659669"/>
            </a:xfrm>
            <a:custGeom>
              <a:avLst/>
              <a:gdLst/>
              <a:ahLst/>
              <a:cxnLst/>
              <a:rect l="l" t="t" r="r" b="b"/>
              <a:pathLst>
                <a:path w="68510" h="42697" extrusionOk="0">
                  <a:moveTo>
                    <a:pt x="36805" y="0"/>
                  </a:moveTo>
                  <a:cubicBezTo>
                    <a:pt x="25843" y="0"/>
                    <a:pt x="14064" y="989"/>
                    <a:pt x="10524" y="4916"/>
                  </a:cubicBezTo>
                  <a:cubicBezTo>
                    <a:pt x="1" y="16571"/>
                    <a:pt x="31035" y="42696"/>
                    <a:pt x="31035" y="42696"/>
                  </a:cubicBezTo>
                  <a:lnTo>
                    <a:pt x="45505" y="34666"/>
                  </a:lnTo>
                  <a:cubicBezTo>
                    <a:pt x="45505" y="34666"/>
                    <a:pt x="34553" y="22949"/>
                    <a:pt x="36710" y="21802"/>
                  </a:cubicBezTo>
                  <a:cubicBezTo>
                    <a:pt x="37042" y="21627"/>
                    <a:pt x="38014" y="21553"/>
                    <a:pt x="39424" y="21553"/>
                  </a:cubicBezTo>
                  <a:cubicBezTo>
                    <a:pt x="47242" y="21553"/>
                    <a:pt x="68509" y="23837"/>
                    <a:pt x="68509" y="23837"/>
                  </a:cubicBezTo>
                  <a:lnTo>
                    <a:pt x="58185" y="1016"/>
                  </a:lnTo>
                  <a:cubicBezTo>
                    <a:pt x="58185" y="1016"/>
                    <a:pt x="47915" y="0"/>
                    <a:pt x="36805" y="0"/>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6" name="Google Shape;5326;p67"/>
            <p:cNvSpPr/>
            <p:nvPr/>
          </p:nvSpPr>
          <p:spPr>
            <a:xfrm flipH="1">
              <a:off x="3269887" y="2662901"/>
              <a:ext cx="1058479" cy="659669"/>
            </a:xfrm>
            <a:custGeom>
              <a:avLst/>
              <a:gdLst/>
              <a:ahLst/>
              <a:cxnLst/>
              <a:rect l="l" t="t" r="r" b="b"/>
              <a:pathLst>
                <a:path w="68510" h="42697" extrusionOk="0">
                  <a:moveTo>
                    <a:pt x="36805" y="0"/>
                  </a:moveTo>
                  <a:cubicBezTo>
                    <a:pt x="25843" y="0"/>
                    <a:pt x="14064" y="989"/>
                    <a:pt x="10524" y="4916"/>
                  </a:cubicBezTo>
                  <a:cubicBezTo>
                    <a:pt x="1" y="16571"/>
                    <a:pt x="31035" y="42696"/>
                    <a:pt x="31035" y="42696"/>
                  </a:cubicBezTo>
                  <a:lnTo>
                    <a:pt x="45505" y="34666"/>
                  </a:lnTo>
                  <a:cubicBezTo>
                    <a:pt x="45505" y="34666"/>
                    <a:pt x="34553" y="22949"/>
                    <a:pt x="36710" y="21802"/>
                  </a:cubicBezTo>
                  <a:cubicBezTo>
                    <a:pt x="37042" y="21627"/>
                    <a:pt x="38014" y="21553"/>
                    <a:pt x="39424" y="21553"/>
                  </a:cubicBezTo>
                  <a:cubicBezTo>
                    <a:pt x="47242" y="21553"/>
                    <a:pt x="68509" y="23837"/>
                    <a:pt x="68509" y="23837"/>
                  </a:cubicBezTo>
                  <a:lnTo>
                    <a:pt x="58185" y="1016"/>
                  </a:lnTo>
                  <a:cubicBezTo>
                    <a:pt x="58185" y="1016"/>
                    <a:pt x="47915" y="0"/>
                    <a:pt x="36805" y="0"/>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7" name="Google Shape;5327;p67"/>
            <p:cNvSpPr/>
            <p:nvPr/>
          </p:nvSpPr>
          <p:spPr>
            <a:xfrm flipH="1">
              <a:off x="3659386" y="2044505"/>
              <a:ext cx="771125" cy="525825"/>
            </a:xfrm>
            <a:custGeom>
              <a:avLst/>
              <a:gdLst/>
              <a:ahLst/>
              <a:cxnLst/>
              <a:rect l="l" t="t" r="r" b="b"/>
              <a:pathLst>
                <a:path w="49911" h="34034" extrusionOk="0">
                  <a:moveTo>
                    <a:pt x="36710" y="0"/>
                  </a:moveTo>
                  <a:cubicBezTo>
                    <a:pt x="36710" y="0"/>
                    <a:pt x="13507" y="20451"/>
                    <a:pt x="1" y="25865"/>
                  </a:cubicBezTo>
                  <a:lnTo>
                    <a:pt x="4330" y="34033"/>
                  </a:lnTo>
                  <a:lnTo>
                    <a:pt x="49910" y="6501"/>
                  </a:lnTo>
                  <a:lnTo>
                    <a:pt x="36710" y="0"/>
                  </a:lnTo>
                  <a:close/>
                </a:path>
              </a:pathLst>
            </a:custGeom>
            <a:solidFill>
              <a:srgbClr val="E287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8" name="Google Shape;5328;p67"/>
            <p:cNvSpPr/>
            <p:nvPr/>
          </p:nvSpPr>
          <p:spPr>
            <a:xfrm flipH="1">
              <a:off x="3670449" y="2048592"/>
              <a:ext cx="771125" cy="525825"/>
            </a:xfrm>
            <a:custGeom>
              <a:avLst/>
              <a:gdLst/>
              <a:ahLst/>
              <a:cxnLst/>
              <a:rect l="l" t="t" r="r" b="b"/>
              <a:pathLst>
                <a:path w="49911" h="34034" extrusionOk="0">
                  <a:moveTo>
                    <a:pt x="36710" y="0"/>
                  </a:moveTo>
                  <a:cubicBezTo>
                    <a:pt x="36710" y="0"/>
                    <a:pt x="13507" y="20451"/>
                    <a:pt x="1" y="25865"/>
                  </a:cubicBezTo>
                  <a:lnTo>
                    <a:pt x="4330" y="34033"/>
                  </a:lnTo>
                  <a:lnTo>
                    <a:pt x="49910" y="6501"/>
                  </a:lnTo>
                  <a:lnTo>
                    <a:pt x="36710" y="0"/>
                  </a:ln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29" name="Google Shape;5329;p67"/>
            <p:cNvSpPr/>
            <p:nvPr/>
          </p:nvSpPr>
          <p:spPr>
            <a:xfrm flipH="1">
              <a:off x="3532662" y="1805436"/>
              <a:ext cx="431287" cy="444048"/>
            </a:xfrm>
            <a:custGeom>
              <a:avLst/>
              <a:gdLst/>
              <a:ahLst/>
              <a:cxnLst/>
              <a:rect l="l" t="t" r="r" b="b"/>
              <a:pathLst>
                <a:path w="27915" h="28741" extrusionOk="0">
                  <a:moveTo>
                    <a:pt x="19441" y="0"/>
                  </a:moveTo>
                  <a:cubicBezTo>
                    <a:pt x="13644" y="6118"/>
                    <a:pt x="7143" y="11533"/>
                    <a:pt x="0" y="16061"/>
                  </a:cubicBezTo>
                  <a:cubicBezTo>
                    <a:pt x="3059" y="20573"/>
                    <a:pt x="6501" y="24856"/>
                    <a:pt x="10264" y="28741"/>
                  </a:cubicBezTo>
                  <a:cubicBezTo>
                    <a:pt x="12114" y="26003"/>
                    <a:pt x="14791" y="23953"/>
                    <a:pt x="17529" y="22041"/>
                  </a:cubicBezTo>
                  <a:cubicBezTo>
                    <a:pt x="20206" y="20068"/>
                    <a:pt x="22944" y="18156"/>
                    <a:pt x="24917" y="15479"/>
                  </a:cubicBezTo>
                  <a:cubicBezTo>
                    <a:pt x="26890" y="12803"/>
                    <a:pt x="27915" y="9178"/>
                    <a:pt x="26645" y="6118"/>
                  </a:cubicBezTo>
                  <a:cubicBezTo>
                    <a:pt x="25360" y="2860"/>
                    <a:pt x="22057" y="1010"/>
                    <a:pt x="19441"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0" name="Google Shape;5330;p67"/>
            <p:cNvSpPr/>
            <p:nvPr/>
          </p:nvSpPr>
          <p:spPr>
            <a:xfrm flipH="1">
              <a:off x="3532662" y="1805436"/>
              <a:ext cx="431287" cy="444048"/>
            </a:xfrm>
            <a:custGeom>
              <a:avLst/>
              <a:gdLst/>
              <a:ahLst/>
              <a:cxnLst/>
              <a:rect l="l" t="t" r="r" b="b"/>
              <a:pathLst>
                <a:path w="27915" h="28741" extrusionOk="0">
                  <a:moveTo>
                    <a:pt x="19441" y="0"/>
                  </a:moveTo>
                  <a:cubicBezTo>
                    <a:pt x="13644" y="6118"/>
                    <a:pt x="7143" y="11533"/>
                    <a:pt x="0" y="16061"/>
                  </a:cubicBezTo>
                  <a:cubicBezTo>
                    <a:pt x="3059" y="20573"/>
                    <a:pt x="6501" y="24856"/>
                    <a:pt x="10264" y="28741"/>
                  </a:cubicBezTo>
                  <a:cubicBezTo>
                    <a:pt x="12114" y="26003"/>
                    <a:pt x="14791" y="23953"/>
                    <a:pt x="17529" y="22041"/>
                  </a:cubicBezTo>
                  <a:cubicBezTo>
                    <a:pt x="20206" y="20068"/>
                    <a:pt x="22944" y="18156"/>
                    <a:pt x="24917" y="15479"/>
                  </a:cubicBezTo>
                  <a:cubicBezTo>
                    <a:pt x="26890" y="12803"/>
                    <a:pt x="27915" y="9178"/>
                    <a:pt x="26645" y="6118"/>
                  </a:cubicBezTo>
                  <a:cubicBezTo>
                    <a:pt x="25360" y="2860"/>
                    <a:pt x="22057" y="1010"/>
                    <a:pt x="19441"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31" name="Google Shape;5331;p67"/>
            <p:cNvGrpSpPr/>
            <p:nvPr/>
          </p:nvGrpSpPr>
          <p:grpSpPr>
            <a:xfrm rot="1265623" flipH="1">
              <a:off x="2772653" y="1623272"/>
              <a:ext cx="477883" cy="871758"/>
              <a:chOff x="776555" y="1702460"/>
              <a:chExt cx="306839" cy="559813"/>
            </a:xfrm>
          </p:grpSpPr>
          <p:sp>
            <p:nvSpPr>
              <p:cNvPr id="5332" name="Google Shape;5332;p67"/>
              <p:cNvSpPr/>
              <p:nvPr/>
            </p:nvSpPr>
            <p:spPr>
              <a:xfrm flipH="1">
                <a:off x="819893" y="1760412"/>
                <a:ext cx="263501" cy="466865"/>
              </a:xfrm>
              <a:custGeom>
                <a:avLst/>
                <a:gdLst/>
                <a:ahLst/>
                <a:cxnLst/>
                <a:rect l="l" t="t" r="r" b="b"/>
                <a:pathLst>
                  <a:path w="4706" h="8338" extrusionOk="0">
                    <a:moveTo>
                      <a:pt x="4199" y="1"/>
                    </a:moveTo>
                    <a:cubicBezTo>
                      <a:pt x="3200" y="1"/>
                      <a:pt x="1029" y="208"/>
                      <a:pt x="580" y="1962"/>
                    </a:cubicBezTo>
                    <a:cubicBezTo>
                      <a:pt x="346" y="2895"/>
                      <a:pt x="76" y="3987"/>
                      <a:pt x="38" y="5425"/>
                    </a:cubicBezTo>
                    <a:cubicBezTo>
                      <a:pt x="1" y="6433"/>
                      <a:pt x="468" y="7992"/>
                      <a:pt x="2026" y="8337"/>
                    </a:cubicBezTo>
                    <a:lnTo>
                      <a:pt x="3426" y="7796"/>
                    </a:lnTo>
                    <a:lnTo>
                      <a:pt x="4705" y="21"/>
                    </a:lnTo>
                    <a:cubicBezTo>
                      <a:pt x="4705" y="21"/>
                      <a:pt x="4508" y="1"/>
                      <a:pt x="4199" y="1"/>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3" name="Google Shape;5333;p67"/>
              <p:cNvSpPr/>
              <p:nvPr/>
            </p:nvSpPr>
            <p:spPr>
              <a:xfrm flipH="1">
                <a:off x="837139" y="1711643"/>
                <a:ext cx="239984" cy="302360"/>
              </a:xfrm>
              <a:custGeom>
                <a:avLst/>
                <a:gdLst/>
                <a:ahLst/>
                <a:cxnLst/>
                <a:rect l="l" t="t" r="r" b="b"/>
                <a:pathLst>
                  <a:path w="4286" h="5400" extrusionOk="0">
                    <a:moveTo>
                      <a:pt x="3569" y="0"/>
                    </a:moveTo>
                    <a:cubicBezTo>
                      <a:pt x="3047" y="0"/>
                      <a:pt x="2506" y="190"/>
                      <a:pt x="1952" y="266"/>
                    </a:cubicBezTo>
                    <a:cubicBezTo>
                      <a:pt x="701" y="499"/>
                      <a:pt x="1" y="4158"/>
                      <a:pt x="122" y="4588"/>
                    </a:cubicBezTo>
                    <a:cubicBezTo>
                      <a:pt x="229" y="4988"/>
                      <a:pt x="390" y="5399"/>
                      <a:pt x="641" y="5399"/>
                    </a:cubicBezTo>
                    <a:cubicBezTo>
                      <a:pt x="852" y="5399"/>
                      <a:pt x="1126" y="5107"/>
                      <a:pt x="1485" y="4270"/>
                    </a:cubicBezTo>
                    <a:cubicBezTo>
                      <a:pt x="1914" y="3300"/>
                      <a:pt x="3314" y="770"/>
                      <a:pt x="3314" y="770"/>
                    </a:cubicBezTo>
                    <a:lnTo>
                      <a:pt x="4285" y="154"/>
                    </a:lnTo>
                    <a:cubicBezTo>
                      <a:pt x="4051" y="41"/>
                      <a:pt x="3812" y="0"/>
                      <a:pt x="3569"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4" name="Google Shape;5334;p67"/>
              <p:cNvSpPr/>
              <p:nvPr/>
            </p:nvSpPr>
            <p:spPr>
              <a:xfrm flipH="1">
                <a:off x="776555" y="1741711"/>
                <a:ext cx="261373" cy="409753"/>
              </a:xfrm>
              <a:custGeom>
                <a:avLst/>
                <a:gdLst/>
                <a:ahLst/>
                <a:cxnLst/>
                <a:rect l="l" t="t" r="r" b="b"/>
                <a:pathLst>
                  <a:path w="4668" h="7318" extrusionOk="0">
                    <a:moveTo>
                      <a:pt x="3282" y="0"/>
                    </a:moveTo>
                    <a:cubicBezTo>
                      <a:pt x="1887" y="0"/>
                      <a:pt x="1252" y="1400"/>
                      <a:pt x="1252" y="1400"/>
                    </a:cubicBezTo>
                    <a:cubicBezTo>
                      <a:pt x="318" y="2996"/>
                      <a:pt x="1" y="6926"/>
                      <a:pt x="1" y="6926"/>
                    </a:cubicBezTo>
                    <a:lnTo>
                      <a:pt x="3231" y="7318"/>
                    </a:lnTo>
                    <a:cubicBezTo>
                      <a:pt x="3968" y="6422"/>
                      <a:pt x="4668" y="6338"/>
                      <a:pt x="4668" y="6338"/>
                    </a:cubicBezTo>
                    <a:lnTo>
                      <a:pt x="4397" y="270"/>
                    </a:lnTo>
                    <a:cubicBezTo>
                      <a:pt x="3982" y="78"/>
                      <a:pt x="3611" y="0"/>
                      <a:pt x="3282" y="0"/>
                    </a:cubicBezTo>
                    <a:close/>
                  </a:path>
                </a:pathLst>
              </a:custGeom>
              <a:solidFill>
                <a:srgbClr val="FD7D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5" name="Google Shape;5335;p67"/>
              <p:cNvSpPr/>
              <p:nvPr/>
            </p:nvSpPr>
            <p:spPr>
              <a:xfrm flipH="1">
                <a:off x="795872" y="1706827"/>
                <a:ext cx="274419" cy="555446"/>
              </a:xfrm>
              <a:custGeom>
                <a:avLst/>
                <a:gdLst/>
                <a:ahLst/>
                <a:cxnLst/>
                <a:rect l="l" t="t" r="r" b="b"/>
                <a:pathLst>
                  <a:path w="4901" h="9920" extrusionOk="0">
                    <a:moveTo>
                      <a:pt x="3746" y="0"/>
                    </a:moveTo>
                    <a:cubicBezTo>
                      <a:pt x="2727" y="0"/>
                      <a:pt x="1312" y="659"/>
                      <a:pt x="700" y="4011"/>
                    </a:cubicBezTo>
                    <a:cubicBezTo>
                      <a:pt x="700" y="4011"/>
                      <a:pt x="234" y="5486"/>
                      <a:pt x="75" y="7082"/>
                    </a:cubicBezTo>
                    <a:cubicBezTo>
                      <a:pt x="0" y="8211"/>
                      <a:pt x="775" y="9257"/>
                      <a:pt x="1904" y="9453"/>
                    </a:cubicBezTo>
                    <a:lnTo>
                      <a:pt x="4359" y="9919"/>
                    </a:lnTo>
                    <a:lnTo>
                      <a:pt x="4901" y="277"/>
                    </a:lnTo>
                    <a:cubicBezTo>
                      <a:pt x="4901" y="277"/>
                      <a:pt x="4406" y="0"/>
                      <a:pt x="3746"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6" name="Google Shape;5336;p67"/>
              <p:cNvSpPr/>
              <p:nvPr/>
            </p:nvSpPr>
            <p:spPr>
              <a:xfrm flipH="1">
                <a:off x="835067" y="1702460"/>
                <a:ext cx="202861" cy="505444"/>
              </a:xfrm>
              <a:custGeom>
                <a:avLst/>
                <a:gdLst/>
                <a:ahLst/>
                <a:cxnLst/>
                <a:rect l="l" t="t" r="r" b="b"/>
                <a:pathLst>
                  <a:path w="3623" h="9027" extrusionOk="0">
                    <a:moveTo>
                      <a:pt x="3548" y="1"/>
                    </a:moveTo>
                    <a:cubicBezTo>
                      <a:pt x="3464" y="1"/>
                      <a:pt x="2185" y="197"/>
                      <a:pt x="1522" y="1830"/>
                    </a:cubicBezTo>
                    <a:cubicBezTo>
                      <a:pt x="981" y="3156"/>
                      <a:pt x="1" y="6385"/>
                      <a:pt x="197" y="8989"/>
                    </a:cubicBezTo>
                    <a:cubicBezTo>
                      <a:pt x="197" y="9027"/>
                      <a:pt x="234" y="9027"/>
                      <a:pt x="281" y="9027"/>
                    </a:cubicBezTo>
                    <a:cubicBezTo>
                      <a:pt x="356" y="9027"/>
                      <a:pt x="356" y="8989"/>
                      <a:pt x="356" y="8952"/>
                    </a:cubicBezTo>
                    <a:cubicBezTo>
                      <a:pt x="160" y="6423"/>
                      <a:pt x="1130" y="3230"/>
                      <a:pt x="1681" y="1868"/>
                    </a:cubicBezTo>
                    <a:cubicBezTo>
                      <a:pt x="2297" y="355"/>
                      <a:pt x="3548" y="159"/>
                      <a:pt x="3548" y="159"/>
                    </a:cubicBezTo>
                    <a:cubicBezTo>
                      <a:pt x="3623" y="159"/>
                      <a:pt x="3623" y="122"/>
                      <a:pt x="3623" y="85"/>
                    </a:cubicBezTo>
                    <a:cubicBezTo>
                      <a:pt x="3623" y="38"/>
                      <a:pt x="3585" y="1"/>
                      <a:pt x="3548"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37" name="Google Shape;5337;p67"/>
            <p:cNvSpPr/>
            <p:nvPr/>
          </p:nvSpPr>
          <p:spPr>
            <a:xfrm flipH="1">
              <a:off x="3473561" y="3162066"/>
              <a:ext cx="468649" cy="433398"/>
            </a:xfrm>
            <a:custGeom>
              <a:avLst/>
              <a:gdLst/>
              <a:ahLst/>
              <a:cxnLst/>
              <a:rect l="l" t="t" r="r" b="b"/>
              <a:pathLst>
                <a:path w="30332" h="28053" extrusionOk="0">
                  <a:moveTo>
                    <a:pt x="18738" y="0"/>
                  </a:moveTo>
                  <a:cubicBezTo>
                    <a:pt x="18738" y="0"/>
                    <a:pt x="5155" y="8551"/>
                    <a:pt x="1912" y="15678"/>
                  </a:cubicBezTo>
                  <a:cubicBezTo>
                    <a:pt x="1" y="19823"/>
                    <a:pt x="628" y="23005"/>
                    <a:pt x="1591" y="25116"/>
                  </a:cubicBezTo>
                  <a:cubicBezTo>
                    <a:pt x="2478" y="27028"/>
                    <a:pt x="3748" y="28053"/>
                    <a:pt x="3748" y="28053"/>
                  </a:cubicBezTo>
                  <a:lnTo>
                    <a:pt x="30332" y="8168"/>
                  </a:lnTo>
                  <a:cubicBezTo>
                    <a:pt x="29750" y="6761"/>
                    <a:pt x="28924" y="5553"/>
                    <a:pt x="27976" y="4589"/>
                  </a:cubicBezTo>
                  <a:cubicBezTo>
                    <a:pt x="24336" y="704"/>
                    <a:pt x="18738" y="0"/>
                    <a:pt x="18738"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8" name="Google Shape;5338;p67"/>
            <p:cNvSpPr/>
            <p:nvPr/>
          </p:nvSpPr>
          <p:spPr>
            <a:xfrm flipH="1">
              <a:off x="3473561" y="3232963"/>
              <a:ext cx="444067" cy="362501"/>
            </a:xfrm>
            <a:custGeom>
              <a:avLst/>
              <a:gdLst/>
              <a:ahLst/>
              <a:cxnLst/>
              <a:rect l="l" t="t" r="r" b="b"/>
              <a:pathLst>
                <a:path w="28741" h="23464" extrusionOk="0">
                  <a:moveTo>
                    <a:pt x="26385" y="0"/>
                  </a:moveTo>
                  <a:lnTo>
                    <a:pt x="0" y="20527"/>
                  </a:lnTo>
                  <a:cubicBezTo>
                    <a:pt x="887" y="22439"/>
                    <a:pt x="2157" y="23464"/>
                    <a:pt x="2157" y="23464"/>
                  </a:cubicBezTo>
                  <a:lnTo>
                    <a:pt x="28741" y="3579"/>
                  </a:lnTo>
                  <a:cubicBezTo>
                    <a:pt x="28159" y="2172"/>
                    <a:pt x="27333" y="964"/>
                    <a:pt x="26385" y="0"/>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39" name="Google Shape;5339;p67"/>
            <p:cNvSpPr/>
            <p:nvPr/>
          </p:nvSpPr>
          <p:spPr>
            <a:xfrm flipH="1">
              <a:off x="3445904" y="3289198"/>
              <a:ext cx="330875" cy="277669"/>
            </a:xfrm>
            <a:custGeom>
              <a:avLst/>
              <a:gdLst/>
              <a:ahLst/>
              <a:cxnLst/>
              <a:rect l="l" t="t" r="r" b="b"/>
              <a:pathLst>
                <a:path w="21415" h="17973" extrusionOk="0">
                  <a:moveTo>
                    <a:pt x="18156" y="0"/>
                  </a:moveTo>
                  <a:lnTo>
                    <a:pt x="0" y="13568"/>
                  </a:lnTo>
                  <a:lnTo>
                    <a:pt x="3304" y="17973"/>
                  </a:lnTo>
                  <a:lnTo>
                    <a:pt x="21414" y="4390"/>
                  </a:lnTo>
                  <a:lnTo>
                    <a:pt x="18156" y="0"/>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0" name="Google Shape;5340;p67"/>
            <p:cNvSpPr/>
            <p:nvPr/>
          </p:nvSpPr>
          <p:spPr>
            <a:xfrm flipH="1">
              <a:off x="3293484" y="3400556"/>
              <a:ext cx="349540" cy="493542"/>
            </a:xfrm>
            <a:custGeom>
              <a:avLst/>
              <a:gdLst/>
              <a:ahLst/>
              <a:cxnLst/>
              <a:rect l="l" t="t" r="r" b="b"/>
              <a:pathLst>
                <a:path w="22623" h="31946" extrusionOk="0">
                  <a:moveTo>
                    <a:pt x="2753" y="0"/>
                  </a:moveTo>
                  <a:cubicBezTo>
                    <a:pt x="2425" y="0"/>
                    <a:pt x="2090" y="97"/>
                    <a:pt x="1790" y="303"/>
                  </a:cubicBezTo>
                  <a:lnTo>
                    <a:pt x="1087" y="761"/>
                  </a:lnTo>
                  <a:cubicBezTo>
                    <a:pt x="261" y="1266"/>
                    <a:pt x="1" y="2352"/>
                    <a:pt x="582" y="3178"/>
                  </a:cubicBezTo>
                  <a:lnTo>
                    <a:pt x="18417" y="31154"/>
                  </a:lnTo>
                  <a:cubicBezTo>
                    <a:pt x="18744" y="31674"/>
                    <a:pt x="19296" y="31945"/>
                    <a:pt x="19866" y="31945"/>
                  </a:cubicBezTo>
                  <a:cubicBezTo>
                    <a:pt x="20201" y="31945"/>
                    <a:pt x="20543" y="31851"/>
                    <a:pt x="20849" y="31659"/>
                  </a:cubicBezTo>
                  <a:lnTo>
                    <a:pt x="21552" y="31215"/>
                  </a:lnTo>
                  <a:cubicBezTo>
                    <a:pt x="22378" y="30710"/>
                    <a:pt x="22623" y="29624"/>
                    <a:pt x="22057" y="28798"/>
                  </a:cubicBezTo>
                  <a:lnTo>
                    <a:pt x="4207" y="823"/>
                  </a:lnTo>
                  <a:cubicBezTo>
                    <a:pt x="3886" y="297"/>
                    <a:pt x="3329" y="0"/>
                    <a:pt x="2753"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1" name="Google Shape;5341;p67"/>
            <p:cNvSpPr/>
            <p:nvPr/>
          </p:nvSpPr>
          <p:spPr>
            <a:xfrm flipH="1">
              <a:off x="4181586" y="3351103"/>
              <a:ext cx="993537" cy="994639"/>
            </a:xfrm>
            <a:custGeom>
              <a:avLst/>
              <a:gdLst/>
              <a:ahLst/>
              <a:cxnLst/>
              <a:rect l="l" t="t" r="r" b="b"/>
              <a:pathLst>
                <a:path w="64304" h="64381" extrusionOk="0">
                  <a:moveTo>
                    <a:pt x="32121" y="5293"/>
                  </a:moveTo>
                  <a:cubicBezTo>
                    <a:pt x="46973" y="5293"/>
                    <a:pt x="59011" y="17346"/>
                    <a:pt x="59011" y="32183"/>
                  </a:cubicBezTo>
                  <a:cubicBezTo>
                    <a:pt x="59011" y="47035"/>
                    <a:pt x="46973" y="59088"/>
                    <a:pt x="32121" y="59088"/>
                  </a:cubicBezTo>
                  <a:cubicBezTo>
                    <a:pt x="17269" y="59088"/>
                    <a:pt x="5232" y="47035"/>
                    <a:pt x="5232" y="32183"/>
                  </a:cubicBezTo>
                  <a:cubicBezTo>
                    <a:pt x="5232" y="17346"/>
                    <a:pt x="17269" y="5293"/>
                    <a:pt x="32121" y="5293"/>
                  </a:cubicBezTo>
                  <a:close/>
                  <a:moveTo>
                    <a:pt x="32121" y="1"/>
                  </a:moveTo>
                  <a:cubicBezTo>
                    <a:pt x="14332" y="1"/>
                    <a:pt x="1" y="14409"/>
                    <a:pt x="1" y="32183"/>
                  </a:cubicBezTo>
                  <a:cubicBezTo>
                    <a:pt x="1" y="49972"/>
                    <a:pt x="14409" y="64380"/>
                    <a:pt x="32121" y="64380"/>
                  </a:cubicBezTo>
                  <a:cubicBezTo>
                    <a:pt x="49895" y="64380"/>
                    <a:pt x="64303" y="49972"/>
                    <a:pt x="64303" y="32183"/>
                  </a:cubicBezTo>
                  <a:cubicBezTo>
                    <a:pt x="64303" y="14409"/>
                    <a:pt x="49895" y="1"/>
                    <a:pt x="32121" y="1"/>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2" name="Google Shape;5342;p67"/>
            <p:cNvSpPr/>
            <p:nvPr/>
          </p:nvSpPr>
          <p:spPr>
            <a:xfrm flipH="1">
              <a:off x="4143067" y="3312820"/>
              <a:ext cx="1071517" cy="1071190"/>
            </a:xfrm>
            <a:custGeom>
              <a:avLst/>
              <a:gdLst/>
              <a:ahLst/>
              <a:cxnLst/>
              <a:rect l="l" t="t" r="r" b="b"/>
              <a:pathLst>
                <a:path w="69351" h="69336" extrusionOk="0">
                  <a:moveTo>
                    <a:pt x="34675" y="5676"/>
                  </a:moveTo>
                  <a:cubicBezTo>
                    <a:pt x="50736" y="5676"/>
                    <a:pt x="63676" y="18677"/>
                    <a:pt x="63676" y="34661"/>
                  </a:cubicBezTo>
                  <a:cubicBezTo>
                    <a:pt x="63676" y="50660"/>
                    <a:pt x="50674" y="63661"/>
                    <a:pt x="34675" y="63661"/>
                  </a:cubicBezTo>
                  <a:cubicBezTo>
                    <a:pt x="18676" y="63661"/>
                    <a:pt x="5675" y="50660"/>
                    <a:pt x="5675" y="34661"/>
                  </a:cubicBezTo>
                  <a:cubicBezTo>
                    <a:pt x="5675" y="18677"/>
                    <a:pt x="18676" y="5676"/>
                    <a:pt x="34675" y="5676"/>
                  </a:cubicBezTo>
                  <a:close/>
                  <a:moveTo>
                    <a:pt x="34675" y="1"/>
                  </a:moveTo>
                  <a:cubicBezTo>
                    <a:pt x="15556" y="1"/>
                    <a:pt x="0" y="15480"/>
                    <a:pt x="0" y="34661"/>
                  </a:cubicBezTo>
                  <a:cubicBezTo>
                    <a:pt x="0" y="53857"/>
                    <a:pt x="15556" y="69336"/>
                    <a:pt x="34675" y="69336"/>
                  </a:cubicBezTo>
                  <a:cubicBezTo>
                    <a:pt x="53856" y="69336"/>
                    <a:pt x="69350" y="53857"/>
                    <a:pt x="69350" y="34661"/>
                  </a:cubicBezTo>
                  <a:cubicBezTo>
                    <a:pt x="69350" y="15480"/>
                    <a:pt x="53856" y="1"/>
                    <a:pt x="34675"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3" name="Google Shape;5343;p67"/>
            <p:cNvSpPr/>
            <p:nvPr/>
          </p:nvSpPr>
          <p:spPr>
            <a:xfrm flipH="1">
              <a:off x="4578389" y="2891256"/>
              <a:ext cx="137789" cy="992692"/>
            </a:xfrm>
            <a:custGeom>
              <a:avLst/>
              <a:gdLst/>
              <a:ahLst/>
              <a:cxnLst/>
              <a:rect l="l" t="t" r="r" b="b"/>
              <a:pathLst>
                <a:path w="8918" h="64255" extrusionOk="0">
                  <a:moveTo>
                    <a:pt x="4008" y="1"/>
                  </a:moveTo>
                  <a:lnTo>
                    <a:pt x="123" y="61504"/>
                  </a:lnTo>
                  <a:cubicBezTo>
                    <a:pt x="1" y="62911"/>
                    <a:pt x="1010" y="64120"/>
                    <a:pt x="2356" y="64242"/>
                  </a:cubicBezTo>
                  <a:cubicBezTo>
                    <a:pt x="2440" y="64250"/>
                    <a:pt x="2524" y="64255"/>
                    <a:pt x="2606" y="64255"/>
                  </a:cubicBezTo>
                  <a:cubicBezTo>
                    <a:pt x="3892" y="64255"/>
                    <a:pt x="4979" y="63270"/>
                    <a:pt x="5094" y="61948"/>
                  </a:cubicBezTo>
                  <a:lnTo>
                    <a:pt x="8918" y="459"/>
                  </a:lnTo>
                  <a:lnTo>
                    <a:pt x="4008" y="1"/>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4" name="Google Shape;5344;p67"/>
            <p:cNvSpPr/>
            <p:nvPr/>
          </p:nvSpPr>
          <p:spPr>
            <a:xfrm flipH="1">
              <a:off x="4461165" y="2535846"/>
              <a:ext cx="193102" cy="363459"/>
            </a:xfrm>
            <a:custGeom>
              <a:avLst/>
              <a:gdLst/>
              <a:ahLst/>
              <a:cxnLst/>
              <a:rect l="l" t="t" r="r" b="b"/>
              <a:pathLst>
                <a:path w="12498" h="23526" extrusionOk="0">
                  <a:moveTo>
                    <a:pt x="7970" y="1"/>
                  </a:moveTo>
                  <a:lnTo>
                    <a:pt x="3504" y="6884"/>
                  </a:lnTo>
                  <a:cubicBezTo>
                    <a:pt x="2173" y="8995"/>
                    <a:pt x="1271" y="11350"/>
                    <a:pt x="1026" y="13905"/>
                  </a:cubicBezTo>
                  <a:lnTo>
                    <a:pt x="1" y="23082"/>
                  </a:lnTo>
                  <a:lnTo>
                    <a:pt x="4972" y="23526"/>
                  </a:lnTo>
                  <a:lnTo>
                    <a:pt x="5798" y="15618"/>
                  </a:lnTo>
                  <a:cubicBezTo>
                    <a:pt x="6058" y="13063"/>
                    <a:pt x="6945" y="10586"/>
                    <a:pt x="8414" y="8414"/>
                  </a:cubicBezTo>
                  <a:lnTo>
                    <a:pt x="12497" y="2234"/>
                  </a:lnTo>
                  <a:lnTo>
                    <a:pt x="7970" y="1"/>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5" name="Google Shape;5345;p67"/>
            <p:cNvSpPr/>
            <p:nvPr/>
          </p:nvSpPr>
          <p:spPr>
            <a:xfrm flipH="1">
              <a:off x="4558767" y="2862907"/>
              <a:ext cx="112280" cy="57904"/>
            </a:xfrm>
            <a:custGeom>
              <a:avLst/>
              <a:gdLst/>
              <a:ahLst/>
              <a:cxnLst/>
              <a:rect l="l" t="t" r="r" b="b"/>
              <a:pathLst>
                <a:path w="7267" h="3748" extrusionOk="0">
                  <a:moveTo>
                    <a:pt x="261" y="0"/>
                  </a:moveTo>
                  <a:lnTo>
                    <a:pt x="1" y="3120"/>
                  </a:lnTo>
                  <a:lnTo>
                    <a:pt x="6945" y="3748"/>
                  </a:lnTo>
                  <a:lnTo>
                    <a:pt x="7266" y="566"/>
                  </a:lnTo>
                  <a:lnTo>
                    <a:pt x="261" y="0"/>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6" name="Google Shape;5346;p67"/>
            <p:cNvSpPr/>
            <p:nvPr/>
          </p:nvSpPr>
          <p:spPr>
            <a:xfrm flipH="1">
              <a:off x="3343575" y="3024305"/>
              <a:ext cx="1318480" cy="832035"/>
            </a:xfrm>
            <a:custGeom>
              <a:avLst/>
              <a:gdLst/>
              <a:ahLst/>
              <a:cxnLst/>
              <a:rect l="l" t="t" r="r" b="b"/>
              <a:pathLst>
                <a:path w="85335" h="53856" extrusionOk="0">
                  <a:moveTo>
                    <a:pt x="2539" y="0"/>
                  </a:moveTo>
                  <a:lnTo>
                    <a:pt x="0" y="4267"/>
                  </a:lnTo>
                  <a:lnTo>
                    <a:pt x="82780" y="53856"/>
                  </a:lnTo>
                  <a:lnTo>
                    <a:pt x="85334" y="49588"/>
                  </a:lnTo>
                  <a:lnTo>
                    <a:pt x="2539" y="0"/>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7" name="Google Shape;5347;p67"/>
            <p:cNvSpPr/>
            <p:nvPr/>
          </p:nvSpPr>
          <p:spPr>
            <a:xfrm flipH="1">
              <a:off x="1896082" y="3346144"/>
              <a:ext cx="994480" cy="994623"/>
            </a:xfrm>
            <a:custGeom>
              <a:avLst/>
              <a:gdLst/>
              <a:ahLst/>
              <a:cxnLst/>
              <a:rect l="l" t="t" r="r" b="b"/>
              <a:pathLst>
                <a:path w="64365" h="64380" extrusionOk="0">
                  <a:moveTo>
                    <a:pt x="32183" y="5293"/>
                  </a:moveTo>
                  <a:cubicBezTo>
                    <a:pt x="47035" y="5293"/>
                    <a:pt x="59072" y="17346"/>
                    <a:pt x="59072" y="32198"/>
                  </a:cubicBezTo>
                  <a:cubicBezTo>
                    <a:pt x="59072" y="47035"/>
                    <a:pt x="47035" y="59088"/>
                    <a:pt x="32183" y="59088"/>
                  </a:cubicBezTo>
                  <a:cubicBezTo>
                    <a:pt x="17331" y="59088"/>
                    <a:pt x="5278" y="47035"/>
                    <a:pt x="5278" y="32198"/>
                  </a:cubicBezTo>
                  <a:cubicBezTo>
                    <a:pt x="5278" y="17346"/>
                    <a:pt x="17331" y="5293"/>
                    <a:pt x="32183" y="5293"/>
                  </a:cubicBezTo>
                  <a:close/>
                  <a:moveTo>
                    <a:pt x="32183" y="1"/>
                  </a:moveTo>
                  <a:cubicBezTo>
                    <a:pt x="14394" y="1"/>
                    <a:pt x="1" y="14409"/>
                    <a:pt x="1" y="32198"/>
                  </a:cubicBezTo>
                  <a:cubicBezTo>
                    <a:pt x="1" y="49971"/>
                    <a:pt x="14394" y="64380"/>
                    <a:pt x="32183" y="64380"/>
                  </a:cubicBezTo>
                  <a:cubicBezTo>
                    <a:pt x="49956" y="64380"/>
                    <a:pt x="64365" y="49971"/>
                    <a:pt x="64365" y="32198"/>
                  </a:cubicBezTo>
                  <a:cubicBezTo>
                    <a:pt x="64365" y="14409"/>
                    <a:pt x="49956" y="1"/>
                    <a:pt x="32183" y="1"/>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8" name="Google Shape;5348;p67"/>
            <p:cNvSpPr/>
            <p:nvPr/>
          </p:nvSpPr>
          <p:spPr>
            <a:xfrm flipH="1">
              <a:off x="1857796" y="3307861"/>
              <a:ext cx="1071285" cy="1071190"/>
            </a:xfrm>
            <a:custGeom>
              <a:avLst/>
              <a:gdLst/>
              <a:ahLst/>
              <a:cxnLst/>
              <a:rect l="l" t="t" r="r" b="b"/>
              <a:pathLst>
                <a:path w="69336" h="69336" extrusionOk="0">
                  <a:moveTo>
                    <a:pt x="34676" y="5675"/>
                  </a:moveTo>
                  <a:cubicBezTo>
                    <a:pt x="50675" y="5675"/>
                    <a:pt x="63676" y="18677"/>
                    <a:pt x="63676" y="34676"/>
                  </a:cubicBezTo>
                  <a:cubicBezTo>
                    <a:pt x="63676" y="50660"/>
                    <a:pt x="50675" y="63661"/>
                    <a:pt x="34676" y="63661"/>
                  </a:cubicBezTo>
                  <a:cubicBezTo>
                    <a:pt x="18677" y="63661"/>
                    <a:pt x="5675" y="50660"/>
                    <a:pt x="5675" y="34676"/>
                  </a:cubicBezTo>
                  <a:cubicBezTo>
                    <a:pt x="5675" y="18677"/>
                    <a:pt x="18677" y="5675"/>
                    <a:pt x="34676" y="5675"/>
                  </a:cubicBezTo>
                  <a:close/>
                  <a:moveTo>
                    <a:pt x="34676" y="1"/>
                  </a:moveTo>
                  <a:cubicBezTo>
                    <a:pt x="15495" y="1"/>
                    <a:pt x="1" y="15480"/>
                    <a:pt x="1" y="34676"/>
                  </a:cubicBezTo>
                  <a:cubicBezTo>
                    <a:pt x="1" y="53857"/>
                    <a:pt x="15495" y="69336"/>
                    <a:pt x="34676" y="69336"/>
                  </a:cubicBezTo>
                  <a:cubicBezTo>
                    <a:pt x="53856" y="69336"/>
                    <a:pt x="69335" y="53857"/>
                    <a:pt x="69335" y="34676"/>
                  </a:cubicBezTo>
                  <a:cubicBezTo>
                    <a:pt x="69335" y="15480"/>
                    <a:pt x="53856" y="1"/>
                    <a:pt x="34676"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49" name="Google Shape;5349;p67"/>
            <p:cNvSpPr/>
            <p:nvPr/>
          </p:nvSpPr>
          <p:spPr>
            <a:xfrm flipH="1">
              <a:off x="2383627" y="3810008"/>
              <a:ext cx="886233" cy="76829"/>
            </a:xfrm>
            <a:custGeom>
              <a:avLst/>
              <a:gdLst/>
              <a:ahLst/>
              <a:cxnLst/>
              <a:rect l="l" t="t" r="r" b="b"/>
              <a:pathLst>
                <a:path w="57359" h="4973" extrusionOk="0">
                  <a:moveTo>
                    <a:pt x="0" y="1"/>
                  </a:moveTo>
                  <a:lnTo>
                    <a:pt x="0" y="4972"/>
                  </a:lnTo>
                  <a:lnTo>
                    <a:pt x="57359" y="4972"/>
                  </a:lnTo>
                  <a:lnTo>
                    <a:pt x="57359" y="1"/>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0" name="Google Shape;5350;p67"/>
            <p:cNvSpPr/>
            <p:nvPr/>
          </p:nvSpPr>
          <p:spPr>
            <a:xfrm flipH="1">
              <a:off x="2341076" y="3211936"/>
              <a:ext cx="893340" cy="674453"/>
            </a:xfrm>
            <a:custGeom>
              <a:avLst/>
              <a:gdLst/>
              <a:ahLst/>
              <a:cxnLst/>
              <a:rect l="l" t="t" r="r" b="b"/>
              <a:pathLst>
                <a:path w="57819" h="43656" extrusionOk="0">
                  <a:moveTo>
                    <a:pt x="2384" y="0"/>
                  </a:moveTo>
                  <a:cubicBezTo>
                    <a:pt x="1688" y="0"/>
                    <a:pt x="1028" y="438"/>
                    <a:pt x="643" y="1239"/>
                  </a:cubicBezTo>
                  <a:cubicBezTo>
                    <a:pt x="1" y="2386"/>
                    <a:pt x="322" y="3977"/>
                    <a:pt x="1347" y="4680"/>
                  </a:cubicBezTo>
                  <a:lnTo>
                    <a:pt x="54438" y="43302"/>
                  </a:lnTo>
                  <a:cubicBezTo>
                    <a:pt x="54761" y="43542"/>
                    <a:pt x="55124" y="43655"/>
                    <a:pt x="55484" y="43655"/>
                  </a:cubicBezTo>
                  <a:cubicBezTo>
                    <a:pt x="56179" y="43655"/>
                    <a:pt x="56864" y="43231"/>
                    <a:pt x="57237" y="42476"/>
                  </a:cubicBezTo>
                  <a:cubicBezTo>
                    <a:pt x="57818" y="41267"/>
                    <a:pt x="57497" y="39738"/>
                    <a:pt x="56533" y="39034"/>
                  </a:cubicBezTo>
                  <a:lnTo>
                    <a:pt x="3442" y="352"/>
                  </a:lnTo>
                  <a:cubicBezTo>
                    <a:pt x="3101" y="114"/>
                    <a:pt x="2738" y="0"/>
                    <a:pt x="2384"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1" name="Google Shape;5351;p67"/>
            <p:cNvSpPr/>
            <p:nvPr/>
          </p:nvSpPr>
          <p:spPr>
            <a:xfrm flipH="1">
              <a:off x="3097322" y="3522436"/>
              <a:ext cx="574300" cy="575176"/>
            </a:xfrm>
            <a:custGeom>
              <a:avLst/>
              <a:gdLst/>
              <a:ahLst/>
              <a:cxnLst/>
              <a:rect l="l" t="t" r="r" b="b"/>
              <a:pathLst>
                <a:path w="37170" h="37230" extrusionOk="0">
                  <a:moveTo>
                    <a:pt x="18554" y="0"/>
                  </a:moveTo>
                  <a:cubicBezTo>
                    <a:pt x="8291" y="0"/>
                    <a:pt x="1" y="8352"/>
                    <a:pt x="1" y="18615"/>
                  </a:cubicBezTo>
                  <a:cubicBezTo>
                    <a:pt x="1" y="28878"/>
                    <a:pt x="8291" y="37230"/>
                    <a:pt x="18554" y="37230"/>
                  </a:cubicBezTo>
                  <a:cubicBezTo>
                    <a:pt x="28818" y="37230"/>
                    <a:pt x="37169" y="28878"/>
                    <a:pt x="37169" y="18615"/>
                  </a:cubicBezTo>
                  <a:cubicBezTo>
                    <a:pt x="37169" y="8352"/>
                    <a:pt x="28818" y="0"/>
                    <a:pt x="18554"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2" name="Google Shape;5352;p67"/>
            <p:cNvSpPr/>
            <p:nvPr/>
          </p:nvSpPr>
          <p:spPr>
            <a:xfrm flipH="1">
              <a:off x="3059994" y="3768774"/>
              <a:ext cx="349540" cy="493604"/>
            </a:xfrm>
            <a:custGeom>
              <a:avLst/>
              <a:gdLst/>
              <a:ahLst/>
              <a:cxnLst/>
              <a:rect l="l" t="t" r="r" b="b"/>
              <a:pathLst>
                <a:path w="22623" h="31950" extrusionOk="0">
                  <a:moveTo>
                    <a:pt x="2757" y="1"/>
                  </a:moveTo>
                  <a:cubicBezTo>
                    <a:pt x="2424" y="1"/>
                    <a:pt x="2084" y="101"/>
                    <a:pt x="1775" y="314"/>
                  </a:cubicBezTo>
                  <a:lnTo>
                    <a:pt x="1087" y="758"/>
                  </a:lnTo>
                  <a:cubicBezTo>
                    <a:pt x="245" y="1263"/>
                    <a:pt x="1" y="2349"/>
                    <a:pt x="567" y="3175"/>
                  </a:cubicBezTo>
                  <a:lnTo>
                    <a:pt x="18417" y="31150"/>
                  </a:lnTo>
                  <a:cubicBezTo>
                    <a:pt x="18735" y="31681"/>
                    <a:pt x="19284" y="31950"/>
                    <a:pt x="19853" y="31950"/>
                  </a:cubicBezTo>
                  <a:cubicBezTo>
                    <a:pt x="20187" y="31950"/>
                    <a:pt x="20528" y="31857"/>
                    <a:pt x="20833" y="31670"/>
                  </a:cubicBezTo>
                  <a:lnTo>
                    <a:pt x="21537" y="31227"/>
                  </a:lnTo>
                  <a:cubicBezTo>
                    <a:pt x="22363" y="30707"/>
                    <a:pt x="22623" y="29621"/>
                    <a:pt x="22042" y="28795"/>
                  </a:cubicBezTo>
                  <a:lnTo>
                    <a:pt x="4207" y="819"/>
                  </a:lnTo>
                  <a:cubicBezTo>
                    <a:pt x="3878" y="297"/>
                    <a:pt x="3329" y="1"/>
                    <a:pt x="2757"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3" name="Google Shape;5353;p67"/>
            <p:cNvSpPr/>
            <p:nvPr/>
          </p:nvSpPr>
          <p:spPr>
            <a:xfrm flipH="1">
              <a:off x="2950804" y="2902442"/>
              <a:ext cx="610454" cy="193626"/>
            </a:xfrm>
            <a:custGeom>
              <a:avLst/>
              <a:gdLst/>
              <a:ahLst/>
              <a:cxnLst/>
              <a:rect l="l" t="t" r="r" b="b"/>
              <a:pathLst>
                <a:path w="39510" h="12533" extrusionOk="0">
                  <a:moveTo>
                    <a:pt x="7513" y="1"/>
                  </a:moveTo>
                  <a:cubicBezTo>
                    <a:pt x="5688" y="1"/>
                    <a:pt x="4166" y="97"/>
                    <a:pt x="3259" y="363"/>
                  </a:cubicBezTo>
                  <a:cubicBezTo>
                    <a:pt x="1" y="1326"/>
                    <a:pt x="827" y="5334"/>
                    <a:pt x="5232" y="7383"/>
                  </a:cubicBezTo>
                  <a:cubicBezTo>
                    <a:pt x="8869" y="9018"/>
                    <a:pt x="21179" y="12532"/>
                    <a:pt x="28957" y="12532"/>
                  </a:cubicBezTo>
                  <a:cubicBezTo>
                    <a:pt x="30566" y="12532"/>
                    <a:pt x="31981" y="12382"/>
                    <a:pt x="33085" y="12033"/>
                  </a:cubicBezTo>
                  <a:cubicBezTo>
                    <a:pt x="39509" y="9984"/>
                    <a:pt x="38882" y="118"/>
                    <a:pt x="38882" y="118"/>
                  </a:cubicBezTo>
                  <a:lnTo>
                    <a:pt x="38882" y="118"/>
                  </a:lnTo>
                  <a:cubicBezTo>
                    <a:pt x="38882" y="118"/>
                    <a:pt x="28394" y="698"/>
                    <a:pt x="23472" y="698"/>
                  </a:cubicBezTo>
                  <a:cubicBezTo>
                    <a:pt x="23034" y="698"/>
                    <a:pt x="22640" y="694"/>
                    <a:pt x="22302" y="684"/>
                  </a:cubicBezTo>
                  <a:cubicBezTo>
                    <a:pt x="18909" y="640"/>
                    <a:pt x="12209" y="1"/>
                    <a:pt x="7513"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4" name="Google Shape;5354;p67"/>
            <p:cNvSpPr/>
            <p:nvPr/>
          </p:nvSpPr>
          <p:spPr>
            <a:xfrm flipH="1">
              <a:off x="3482538" y="1609292"/>
              <a:ext cx="263758" cy="342664"/>
            </a:xfrm>
            <a:custGeom>
              <a:avLst/>
              <a:gdLst/>
              <a:ahLst/>
              <a:cxnLst/>
              <a:rect l="l" t="t" r="r" b="b"/>
              <a:pathLst>
                <a:path w="17071" h="22180" extrusionOk="0">
                  <a:moveTo>
                    <a:pt x="10187" y="1"/>
                  </a:moveTo>
                  <a:lnTo>
                    <a:pt x="1" y="12497"/>
                  </a:lnTo>
                  <a:cubicBezTo>
                    <a:pt x="6440" y="16642"/>
                    <a:pt x="5599" y="22179"/>
                    <a:pt x="5599" y="22179"/>
                  </a:cubicBezTo>
                  <a:cubicBezTo>
                    <a:pt x="11335" y="18294"/>
                    <a:pt x="17070" y="6761"/>
                    <a:pt x="17070" y="6761"/>
                  </a:cubicBezTo>
                  <a:cubicBezTo>
                    <a:pt x="14715" y="5997"/>
                    <a:pt x="11090" y="2295"/>
                    <a:pt x="10187" y="1"/>
                  </a:cubicBezTo>
                  <a:close/>
                </a:path>
              </a:pathLst>
            </a:custGeom>
            <a:solidFill>
              <a:srgbClr val="E287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5" name="Google Shape;5355;p67"/>
            <p:cNvSpPr/>
            <p:nvPr/>
          </p:nvSpPr>
          <p:spPr>
            <a:xfrm flipH="1">
              <a:off x="2884629" y="3975423"/>
              <a:ext cx="522061" cy="254990"/>
            </a:xfrm>
            <a:custGeom>
              <a:avLst/>
              <a:gdLst/>
              <a:ahLst/>
              <a:cxnLst/>
              <a:rect l="l" t="t" r="r" b="b"/>
              <a:pathLst>
                <a:path w="33789" h="16505" extrusionOk="0">
                  <a:moveTo>
                    <a:pt x="27731" y="1"/>
                  </a:moveTo>
                  <a:cubicBezTo>
                    <a:pt x="27731" y="1"/>
                    <a:pt x="11671" y="444"/>
                    <a:pt x="5231" y="4972"/>
                  </a:cubicBezTo>
                  <a:cubicBezTo>
                    <a:pt x="1530" y="7588"/>
                    <a:pt x="383" y="10647"/>
                    <a:pt x="199" y="12941"/>
                  </a:cubicBezTo>
                  <a:cubicBezTo>
                    <a:pt x="0" y="15036"/>
                    <a:pt x="520" y="16505"/>
                    <a:pt x="520" y="16505"/>
                  </a:cubicBezTo>
                  <a:lnTo>
                    <a:pt x="33528" y="13002"/>
                  </a:lnTo>
                  <a:cubicBezTo>
                    <a:pt x="33788" y="11473"/>
                    <a:pt x="33651" y="10004"/>
                    <a:pt x="33329" y="8673"/>
                  </a:cubicBezTo>
                  <a:cubicBezTo>
                    <a:pt x="32182" y="3442"/>
                    <a:pt x="27731" y="1"/>
                    <a:pt x="27731"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6" name="Google Shape;5356;p67"/>
            <p:cNvSpPr/>
            <p:nvPr/>
          </p:nvSpPr>
          <p:spPr>
            <a:xfrm flipH="1">
              <a:off x="2884629" y="4109415"/>
              <a:ext cx="522061" cy="120999"/>
            </a:xfrm>
            <a:custGeom>
              <a:avLst/>
              <a:gdLst/>
              <a:ahLst/>
              <a:cxnLst/>
              <a:rect l="l" t="t" r="r" b="b"/>
              <a:pathLst>
                <a:path w="33789" h="7832" extrusionOk="0">
                  <a:moveTo>
                    <a:pt x="33329" y="0"/>
                  </a:moveTo>
                  <a:lnTo>
                    <a:pt x="199" y="4268"/>
                  </a:lnTo>
                  <a:cubicBezTo>
                    <a:pt x="0" y="6363"/>
                    <a:pt x="520" y="7832"/>
                    <a:pt x="520" y="7832"/>
                  </a:cubicBezTo>
                  <a:lnTo>
                    <a:pt x="33528" y="4329"/>
                  </a:lnTo>
                  <a:cubicBezTo>
                    <a:pt x="33788" y="2800"/>
                    <a:pt x="33651" y="1331"/>
                    <a:pt x="33329" y="0"/>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7" name="Google Shape;5357;p67"/>
            <p:cNvSpPr/>
            <p:nvPr/>
          </p:nvSpPr>
          <p:spPr>
            <a:xfrm flipH="1">
              <a:off x="4293850" y="2397853"/>
              <a:ext cx="319056" cy="261927"/>
            </a:xfrm>
            <a:custGeom>
              <a:avLst/>
              <a:gdLst/>
              <a:ahLst/>
              <a:cxnLst/>
              <a:rect l="l" t="t" r="r" b="b"/>
              <a:pathLst>
                <a:path w="20650" h="16954" extrusionOk="0">
                  <a:moveTo>
                    <a:pt x="5627" y="1"/>
                  </a:moveTo>
                  <a:cubicBezTo>
                    <a:pt x="4999" y="1"/>
                    <a:pt x="4491" y="86"/>
                    <a:pt x="4146" y="276"/>
                  </a:cubicBezTo>
                  <a:cubicBezTo>
                    <a:pt x="2800" y="964"/>
                    <a:pt x="200" y="9514"/>
                    <a:pt x="62" y="11365"/>
                  </a:cubicBezTo>
                  <a:cubicBezTo>
                    <a:pt x="1" y="12573"/>
                    <a:pt x="5415" y="16520"/>
                    <a:pt x="7144" y="16902"/>
                  </a:cubicBezTo>
                  <a:cubicBezTo>
                    <a:pt x="7282" y="16938"/>
                    <a:pt x="7450" y="16954"/>
                    <a:pt x="7641" y="16954"/>
                  </a:cubicBezTo>
                  <a:cubicBezTo>
                    <a:pt x="8848" y="16954"/>
                    <a:pt x="10978" y="16301"/>
                    <a:pt x="12298" y="15694"/>
                  </a:cubicBezTo>
                  <a:cubicBezTo>
                    <a:pt x="12941" y="15250"/>
                    <a:pt x="12941" y="14225"/>
                    <a:pt x="12436" y="13720"/>
                  </a:cubicBezTo>
                  <a:cubicBezTo>
                    <a:pt x="11916" y="13139"/>
                    <a:pt x="11090" y="13017"/>
                    <a:pt x="10325" y="12956"/>
                  </a:cubicBezTo>
                  <a:cubicBezTo>
                    <a:pt x="9622" y="12956"/>
                    <a:pt x="8291" y="12895"/>
                    <a:pt x="8092" y="12818"/>
                  </a:cubicBezTo>
                  <a:cubicBezTo>
                    <a:pt x="7771" y="12696"/>
                    <a:pt x="6563" y="11809"/>
                    <a:pt x="6119" y="10906"/>
                  </a:cubicBezTo>
                  <a:cubicBezTo>
                    <a:pt x="6501" y="10279"/>
                    <a:pt x="6823" y="9575"/>
                    <a:pt x="7205" y="8933"/>
                  </a:cubicBezTo>
                  <a:cubicBezTo>
                    <a:pt x="8700" y="11432"/>
                    <a:pt x="12507" y="13612"/>
                    <a:pt x="16182" y="13612"/>
                  </a:cubicBezTo>
                  <a:cubicBezTo>
                    <a:pt x="17659" y="13612"/>
                    <a:pt x="19114" y="13260"/>
                    <a:pt x="20390" y="12436"/>
                  </a:cubicBezTo>
                  <a:cubicBezTo>
                    <a:pt x="20650" y="9453"/>
                    <a:pt x="19564" y="6516"/>
                    <a:pt x="18095" y="3457"/>
                  </a:cubicBezTo>
                  <a:cubicBezTo>
                    <a:pt x="14209" y="1880"/>
                    <a:pt x="8585" y="1"/>
                    <a:pt x="5627" y="1"/>
                  </a:cubicBezTo>
                  <a:close/>
                </a:path>
              </a:pathLst>
            </a:custGeom>
            <a:solidFill>
              <a:srgbClr val="E287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8" name="Google Shape;5358;p67"/>
            <p:cNvSpPr/>
            <p:nvPr/>
          </p:nvSpPr>
          <p:spPr>
            <a:xfrm flipH="1">
              <a:off x="4444386" y="2520258"/>
              <a:ext cx="76821" cy="76814"/>
            </a:xfrm>
            <a:custGeom>
              <a:avLst/>
              <a:gdLst/>
              <a:ahLst/>
              <a:cxnLst/>
              <a:rect l="l" t="t" r="r" b="b"/>
              <a:pathLst>
                <a:path w="4972" h="4972" extrusionOk="0">
                  <a:moveTo>
                    <a:pt x="2478" y="0"/>
                  </a:moveTo>
                  <a:cubicBezTo>
                    <a:pt x="1148" y="0"/>
                    <a:pt x="0" y="1071"/>
                    <a:pt x="0" y="2478"/>
                  </a:cubicBezTo>
                  <a:cubicBezTo>
                    <a:pt x="0" y="3824"/>
                    <a:pt x="1148" y="4972"/>
                    <a:pt x="2478" y="4972"/>
                  </a:cubicBezTo>
                  <a:cubicBezTo>
                    <a:pt x="3885" y="4972"/>
                    <a:pt x="4971" y="3824"/>
                    <a:pt x="4971" y="2478"/>
                  </a:cubicBezTo>
                  <a:cubicBezTo>
                    <a:pt x="4971" y="1071"/>
                    <a:pt x="3885" y="0"/>
                    <a:pt x="2478"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59" name="Google Shape;5359;p67"/>
            <p:cNvSpPr/>
            <p:nvPr/>
          </p:nvSpPr>
          <p:spPr>
            <a:xfrm flipH="1">
              <a:off x="2920088" y="4169435"/>
              <a:ext cx="357574" cy="121956"/>
            </a:xfrm>
            <a:custGeom>
              <a:avLst/>
              <a:gdLst/>
              <a:ahLst/>
              <a:cxnLst/>
              <a:rect l="l" t="t" r="r" b="b"/>
              <a:pathLst>
                <a:path w="23143" h="7894" extrusionOk="0">
                  <a:moveTo>
                    <a:pt x="22562" y="1"/>
                  </a:moveTo>
                  <a:lnTo>
                    <a:pt x="1" y="2478"/>
                  </a:lnTo>
                  <a:lnTo>
                    <a:pt x="643" y="7893"/>
                  </a:lnTo>
                  <a:lnTo>
                    <a:pt x="23143" y="5415"/>
                  </a:lnTo>
                  <a:lnTo>
                    <a:pt x="22562" y="1"/>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0" name="Google Shape;5360;p67"/>
            <p:cNvSpPr/>
            <p:nvPr/>
          </p:nvSpPr>
          <p:spPr>
            <a:xfrm flipH="1">
              <a:off x="3681294" y="2062296"/>
              <a:ext cx="692204" cy="537619"/>
            </a:xfrm>
            <a:custGeom>
              <a:avLst/>
              <a:gdLst/>
              <a:ahLst/>
              <a:cxnLst/>
              <a:rect l="l" t="t" r="r" b="b"/>
              <a:pathLst>
                <a:path w="44801" h="34799" extrusionOk="0">
                  <a:moveTo>
                    <a:pt x="36633" y="1"/>
                  </a:moveTo>
                  <a:cubicBezTo>
                    <a:pt x="36511" y="62"/>
                    <a:pt x="36449" y="199"/>
                    <a:pt x="36388" y="261"/>
                  </a:cubicBezTo>
                  <a:cubicBezTo>
                    <a:pt x="34277" y="2234"/>
                    <a:pt x="32182" y="4146"/>
                    <a:pt x="30010" y="5935"/>
                  </a:cubicBezTo>
                  <a:cubicBezTo>
                    <a:pt x="20955" y="13507"/>
                    <a:pt x="11395" y="19242"/>
                    <a:pt x="0" y="24474"/>
                  </a:cubicBezTo>
                  <a:cubicBezTo>
                    <a:pt x="1010" y="27976"/>
                    <a:pt x="2034" y="31479"/>
                    <a:pt x="3625" y="34798"/>
                  </a:cubicBezTo>
                  <a:cubicBezTo>
                    <a:pt x="16366" y="30531"/>
                    <a:pt x="27272" y="26202"/>
                    <a:pt x="37015" y="20328"/>
                  </a:cubicBezTo>
                  <a:cubicBezTo>
                    <a:pt x="39692" y="18738"/>
                    <a:pt x="42308" y="17025"/>
                    <a:pt x="44801" y="15174"/>
                  </a:cubicBezTo>
                  <a:cubicBezTo>
                    <a:pt x="43011" y="11212"/>
                    <a:pt x="41161" y="7205"/>
                    <a:pt x="38744" y="3320"/>
                  </a:cubicBezTo>
                  <a:cubicBezTo>
                    <a:pt x="38101" y="2173"/>
                    <a:pt x="37398" y="1087"/>
                    <a:pt x="36633" y="1"/>
                  </a:cubicBezTo>
                  <a:close/>
                </a:path>
              </a:pathLst>
            </a:custGeom>
            <a:solidFill>
              <a:srgbClr val="E287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1" name="Google Shape;5361;p67"/>
            <p:cNvSpPr/>
            <p:nvPr/>
          </p:nvSpPr>
          <p:spPr>
            <a:xfrm flipH="1">
              <a:off x="3477586" y="1617442"/>
              <a:ext cx="263747" cy="342681"/>
            </a:xfrm>
            <a:custGeom>
              <a:avLst/>
              <a:gdLst/>
              <a:ahLst/>
              <a:cxnLst/>
              <a:rect l="l" t="t" r="r" b="b"/>
              <a:pathLst>
                <a:path w="17071" h="22180" extrusionOk="0">
                  <a:moveTo>
                    <a:pt x="10187" y="1"/>
                  </a:moveTo>
                  <a:lnTo>
                    <a:pt x="1" y="12497"/>
                  </a:lnTo>
                  <a:cubicBezTo>
                    <a:pt x="6440" y="16642"/>
                    <a:pt x="5599" y="22179"/>
                    <a:pt x="5599" y="22179"/>
                  </a:cubicBezTo>
                  <a:cubicBezTo>
                    <a:pt x="11335" y="18294"/>
                    <a:pt x="17070" y="6761"/>
                    <a:pt x="17070" y="6761"/>
                  </a:cubicBezTo>
                  <a:cubicBezTo>
                    <a:pt x="14715" y="5997"/>
                    <a:pt x="11090" y="2295"/>
                    <a:pt x="10187" y="1"/>
                  </a:cubicBez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62" name="Google Shape;5362;p67"/>
            <p:cNvGrpSpPr/>
            <p:nvPr/>
          </p:nvGrpSpPr>
          <p:grpSpPr>
            <a:xfrm>
              <a:off x="3486323" y="1145521"/>
              <a:ext cx="630293" cy="712072"/>
              <a:chOff x="3486323" y="-3369329"/>
              <a:chExt cx="630293" cy="712072"/>
            </a:xfrm>
          </p:grpSpPr>
          <p:sp>
            <p:nvSpPr>
              <p:cNvPr id="5363" name="Google Shape;5363;p67"/>
              <p:cNvSpPr/>
              <p:nvPr/>
            </p:nvSpPr>
            <p:spPr>
              <a:xfrm flipH="1">
                <a:off x="3547523" y="-3256225"/>
                <a:ext cx="532707" cy="598968"/>
              </a:xfrm>
              <a:custGeom>
                <a:avLst/>
                <a:gdLst/>
                <a:ahLst/>
                <a:cxnLst/>
                <a:rect l="l" t="t" r="r" b="b"/>
                <a:pathLst>
                  <a:path w="34478" h="38770" extrusionOk="0">
                    <a:moveTo>
                      <a:pt x="16449" y="0"/>
                    </a:moveTo>
                    <a:cubicBezTo>
                      <a:pt x="15435" y="0"/>
                      <a:pt x="14428" y="110"/>
                      <a:pt x="13446" y="337"/>
                    </a:cubicBezTo>
                    <a:cubicBezTo>
                      <a:pt x="1" y="3457"/>
                      <a:pt x="62" y="12695"/>
                      <a:pt x="2616" y="23464"/>
                    </a:cubicBezTo>
                    <a:cubicBezTo>
                      <a:pt x="4841" y="32910"/>
                      <a:pt x="9480" y="38770"/>
                      <a:pt x="16239" y="38770"/>
                    </a:cubicBezTo>
                    <a:cubicBezTo>
                      <a:pt x="17240" y="38770"/>
                      <a:pt x="18288" y="38641"/>
                      <a:pt x="19380" y="38377"/>
                    </a:cubicBezTo>
                    <a:cubicBezTo>
                      <a:pt x="27915" y="36404"/>
                      <a:pt x="34477" y="26523"/>
                      <a:pt x="33468" y="16275"/>
                    </a:cubicBezTo>
                    <a:cubicBezTo>
                      <a:pt x="32506" y="6514"/>
                      <a:pt x="24260" y="0"/>
                      <a:pt x="16449" y="0"/>
                    </a:cubicBezTo>
                    <a:close/>
                  </a:path>
                </a:pathLst>
              </a:custGeom>
              <a:solidFill>
                <a:srgbClr val="E287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4" name="Google Shape;5364;p67"/>
              <p:cNvSpPr/>
              <p:nvPr/>
            </p:nvSpPr>
            <p:spPr>
              <a:xfrm flipH="1">
                <a:off x="3523899" y="-3369329"/>
                <a:ext cx="592717" cy="463787"/>
              </a:xfrm>
              <a:custGeom>
                <a:avLst/>
                <a:gdLst/>
                <a:ahLst/>
                <a:cxnLst/>
                <a:rect l="l" t="t" r="r" b="b"/>
                <a:pathLst>
                  <a:path w="38362" h="30020" extrusionOk="0">
                    <a:moveTo>
                      <a:pt x="22843" y="0"/>
                    </a:moveTo>
                    <a:cubicBezTo>
                      <a:pt x="20833" y="0"/>
                      <a:pt x="18846" y="720"/>
                      <a:pt x="16948" y="1539"/>
                    </a:cubicBezTo>
                    <a:cubicBezTo>
                      <a:pt x="14791" y="2488"/>
                      <a:pt x="12558" y="3574"/>
                      <a:pt x="10141" y="3711"/>
                    </a:cubicBezTo>
                    <a:cubicBezTo>
                      <a:pt x="9993" y="3720"/>
                      <a:pt x="9844" y="3723"/>
                      <a:pt x="9695" y="3723"/>
                    </a:cubicBezTo>
                    <a:cubicBezTo>
                      <a:pt x="8894" y="3723"/>
                      <a:pt x="8070" y="3623"/>
                      <a:pt x="7269" y="3623"/>
                    </a:cubicBezTo>
                    <a:cubicBezTo>
                      <a:pt x="7119" y="3623"/>
                      <a:pt x="6970" y="3627"/>
                      <a:pt x="6822" y="3635"/>
                    </a:cubicBezTo>
                    <a:cubicBezTo>
                      <a:pt x="5675" y="3773"/>
                      <a:pt x="4528" y="4094"/>
                      <a:pt x="3763" y="4920"/>
                    </a:cubicBezTo>
                    <a:cubicBezTo>
                      <a:pt x="2555" y="6388"/>
                      <a:pt x="3060" y="8682"/>
                      <a:pt x="2234" y="10457"/>
                    </a:cubicBezTo>
                    <a:cubicBezTo>
                      <a:pt x="1790" y="11420"/>
                      <a:pt x="964" y="12185"/>
                      <a:pt x="582" y="13195"/>
                    </a:cubicBezTo>
                    <a:cubicBezTo>
                      <a:pt x="0" y="14724"/>
                      <a:pt x="643" y="16391"/>
                      <a:pt x="1530" y="17860"/>
                    </a:cubicBezTo>
                    <a:cubicBezTo>
                      <a:pt x="1851" y="18303"/>
                      <a:pt x="2172" y="18747"/>
                      <a:pt x="2494" y="19129"/>
                    </a:cubicBezTo>
                    <a:cubicBezTo>
                      <a:pt x="2417" y="23213"/>
                      <a:pt x="3182" y="26838"/>
                      <a:pt x="4910" y="30020"/>
                    </a:cubicBezTo>
                    <a:cubicBezTo>
                      <a:pt x="3885" y="26578"/>
                      <a:pt x="3702" y="22693"/>
                      <a:pt x="3885" y="19894"/>
                    </a:cubicBezTo>
                    <a:lnTo>
                      <a:pt x="3885" y="19894"/>
                    </a:lnTo>
                    <a:cubicBezTo>
                      <a:pt x="4300" y="20171"/>
                      <a:pt x="4950" y="20373"/>
                      <a:pt x="5697" y="20373"/>
                    </a:cubicBezTo>
                    <a:cubicBezTo>
                      <a:pt x="6686" y="20373"/>
                      <a:pt x="7846" y="20018"/>
                      <a:pt x="8857" y="19007"/>
                    </a:cubicBezTo>
                    <a:cubicBezTo>
                      <a:pt x="10215" y="17649"/>
                      <a:pt x="11141" y="15584"/>
                      <a:pt x="14346" y="15584"/>
                    </a:cubicBezTo>
                    <a:cubicBezTo>
                      <a:pt x="14606" y="15584"/>
                      <a:pt x="14882" y="15598"/>
                      <a:pt x="15174" y="15627"/>
                    </a:cubicBezTo>
                    <a:cubicBezTo>
                      <a:pt x="16589" y="15739"/>
                      <a:pt x="17762" y="15802"/>
                      <a:pt x="18755" y="15802"/>
                    </a:cubicBezTo>
                    <a:cubicBezTo>
                      <a:pt x="21689" y="15802"/>
                      <a:pt x="23060" y="15250"/>
                      <a:pt x="24535" y="13776"/>
                    </a:cubicBezTo>
                    <a:cubicBezTo>
                      <a:pt x="25437" y="19573"/>
                      <a:pt x="28496" y="24544"/>
                      <a:pt x="31616" y="27343"/>
                    </a:cubicBezTo>
                    <a:cubicBezTo>
                      <a:pt x="33268" y="28811"/>
                      <a:pt x="34094" y="28246"/>
                      <a:pt x="36205" y="28689"/>
                    </a:cubicBezTo>
                    <a:cubicBezTo>
                      <a:pt x="37857" y="26961"/>
                      <a:pt x="38362" y="24422"/>
                      <a:pt x="38301" y="22066"/>
                    </a:cubicBezTo>
                    <a:cubicBezTo>
                      <a:pt x="38178" y="19695"/>
                      <a:pt x="37597" y="17401"/>
                      <a:pt x="37475" y="15045"/>
                    </a:cubicBezTo>
                    <a:cubicBezTo>
                      <a:pt x="37352" y="13393"/>
                      <a:pt x="37413" y="11742"/>
                      <a:pt x="36909" y="10212"/>
                    </a:cubicBezTo>
                    <a:cubicBezTo>
                      <a:pt x="36005" y="7285"/>
                      <a:pt x="33020" y="5251"/>
                      <a:pt x="30010" y="5251"/>
                    </a:cubicBezTo>
                    <a:cubicBezTo>
                      <a:pt x="29606" y="5251"/>
                      <a:pt x="29202" y="5287"/>
                      <a:pt x="28802" y="5363"/>
                    </a:cubicBezTo>
                    <a:cubicBezTo>
                      <a:pt x="28741" y="4277"/>
                      <a:pt x="28297" y="3252"/>
                      <a:pt x="27731" y="2427"/>
                    </a:cubicBezTo>
                    <a:cubicBezTo>
                      <a:pt x="26768" y="1157"/>
                      <a:pt x="25360" y="331"/>
                      <a:pt x="23907" y="71"/>
                    </a:cubicBezTo>
                    <a:cubicBezTo>
                      <a:pt x="23552" y="23"/>
                      <a:pt x="23197" y="0"/>
                      <a:pt x="22843"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5" name="Google Shape;5365;p67"/>
              <p:cNvSpPr/>
              <p:nvPr/>
            </p:nvSpPr>
            <p:spPr>
              <a:xfrm flipH="1">
                <a:off x="3789758" y="-2943903"/>
                <a:ext cx="34285" cy="45529"/>
              </a:xfrm>
              <a:custGeom>
                <a:avLst/>
                <a:gdLst/>
                <a:ahLst/>
                <a:cxnLst/>
                <a:rect l="l" t="t" r="r" b="b"/>
                <a:pathLst>
                  <a:path w="2219" h="2947" extrusionOk="0">
                    <a:moveTo>
                      <a:pt x="1024" y="0"/>
                    </a:moveTo>
                    <a:cubicBezTo>
                      <a:pt x="999" y="0"/>
                      <a:pt x="974" y="2"/>
                      <a:pt x="949" y="5"/>
                    </a:cubicBezTo>
                    <a:cubicBezTo>
                      <a:pt x="383" y="66"/>
                      <a:pt x="0" y="770"/>
                      <a:pt x="62" y="1596"/>
                    </a:cubicBezTo>
                    <a:cubicBezTo>
                      <a:pt x="178" y="2382"/>
                      <a:pt x="641" y="2946"/>
                      <a:pt x="1186" y="2946"/>
                    </a:cubicBezTo>
                    <a:cubicBezTo>
                      <a:pt x="1214" y="2946"/>
                      <a:pt x="1242" y="2945"/>
                      <a:pt x="1270" y="2942"/>
                    </a:cubicBezTo>
                    <a:cubicBezTo>
                      <a:pt x="1836" y="2865"/>
                      <a:pt x="2218" y="2177"/>
                      <a:pt x="2157" y="1336"/>
                    </a:cubicBezTo>
                    <a:cubicBezTo>
                      <a:pt x="2041" y="551"/>
                      <a:pt x="1510" y="0"/>
                      <a:pt x="1024"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6" name="Google Shape;5366;p67"/>
              <p:cNvSpPr/>
              <p:nvPr/>
            </p:nvSpPr>
            <p:spPr>
              <a:xfrm flipH="1">
                <a:off x="3965833" y="-2924282"/>
                <a:ext cx="35459" cy="45514"/>
              </a:xfrm>
              <a:custGeom>
                <a:avLst/>
                <a:gdLst/>
                <a:ahLst/>
                <a:cxnLst/>
                <a:rect l="l" t="t" r="r" b="b"/>
                <a:pathLst>
                  <a:path w="2295" h="2946" extrusionOk="0">
                    <a:moveTo>
                      <a:pt x="970" y="0"/>
                    </a:moveTo>
                    <a:cubicBezTo>
                      <a:pt x="943" y="0"/>
                      <a:pt x="915" y="2"/>
                      <a:pt x="888" y="4"/>
                    </a:cubicBezTo>
                    <a:cubicBezTo>
                      <a:pt x="383" y="142"/>
                      <a:pt x="1" y="830"/>
                      <a:pt x="123" y="1672"/>
                    </a:cubicBezTo>
                    <a:cubicBezTo>
                      <a:pt x="297" y="2399"/>
                      <a:pt x="776" y="2946"/>
                      <a:pt x="1309" y="2946"/>
                    </a:cubicBezTo>
                    <a:cubicBezTo>
                      <a:pt x="1336" y="2946"/>
                      <a:pt x="1364" y="2944"/>
                      <a:pt x="1393" y="2941"/>
                    </a:cubicBezTo>
                    <a:cubicBezTo>
                      <a:pt x="1974" y="2819"/>
                      <a:pt x="2295" y="2115"/>
                      <a:pt x="2157" y="1289"/>
                    </a:cubicBezTo>
                    <a:cubicBezTo>
                      <a:pt x="2041" y="562"/>
                      <a:pt x="1509" y="0"/>
                      <a:pt x="970"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67" name="Google Shape;5367;p67"/>
              <p:cNvSpPr/>
              <p:nvPr/>
            </p:nvSpPr>
            <p:spPr>
              <a:xfrm flipH="1">
                <a:off x="3486323" y="-3000431"/>
                <a:ext cx="174422" cy="138750"/>
              </a:xfrm>
              <a:custGeom>
                <a:avLst/>
                <a:gdLst/>
                <a:ahLst/>
                <a:cxnLst/>
                <a:rect l="l" t="t" r="r" b="b"/>
                <a:pathLst>
                  <a:path w="11289" h="8981" extrusionOk="0">
                    <a:moveTo>
                      <a:pt x="6117" y="1"/>
                    </a:moveTo>
                    <a:cubicBezTo>
                      <a:pt x="5473" y="1"/>
                      <a:pt x="4806" y="111"/>
                      <a:pt x="4146" y="345"/>
                    </a:cubicBezTo>
                    <a:cubicBezTo>
                      <a:pt x="1469" y="1308"/>
                      <a:pt x="1" y="3924"/>
                      <a:pt x="827" y="6218"/>
                    </a:cubicBezTo>
                    <a:cubicBezTo>
                      <a:pt x="1460" y="7946"/>
                      <a:pt x="3239" y="8980"/>
                      <a:pt x="5196" y="8980"/>
                    </a:cubicBezTo>
                    <a:cubicBezTo>
                      <a:pt x="5837" y="8980"/>
                      <a:pt x="6498" y="8869"/>
                      <a:pt x="7144" y="8635"/>
                    </a:cubicBezTo>
                    <a:cubicBezTo>
                      <a:pt x="9820" y="7671"/>
                      <a:pt x="11289" y="4995"/>
                      <a:pt x="10463" y="2700"/>
                    </a:cubicBezTo>
                    <a:cubicBezTo>
                      <a:pt x="9829" y="1029"/>
                      <a:pt x="8084" y="1"/>
                      <a:pt x="6117" y="1"/>
                    </a:cubicBezTo>
                    <a:close/>
                  </a:path>
                </a:pathLst>
              </a:custGeom>
              <a:solidFill>
                <a:srgbClr val="E2875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368" name="Google Shape;5368;p67"/>
              <p:cNvGrpSpPr/>
              <p:nvPr/>
            </p:nvGrpSpPr>
            <p:grpSpPr>
              <a:xfrm rot="1546073">
                <a:off x="3800832" y="-2930146"/>
                <a:ext cx="131743" cy="175258"/>
                <a:chOff x="790675" y="-1304050"/>
                <a:chExt cx="40850" cy="54350"/>
              </a:xfrm>
            </p:grpSpPr>
            <p:sp>
              <p:nvSpPr>
                <p:cNvPr id="5369" name="Google Shape;5369;p67"/>
                <p:cNvSpPr/>
                <p:nvPr/>
              </p:nvSpPr>
              <p:spPr>
                <a:xfrm>
                  <a:off x="790675" y="-1264425"/>
                  <a:ext cx="40850" cy="14725"/>
                </a:xfrm>
                <a:custGeom>
                  <a:avLst/>
                  <a:gdLst/>
                  <a:ahLst/>
                  <a:cxnLst/>
                  <a:rect l="l" t="t" r="r" b="b"/>
                  <a:pathLst>
                    <a:path w="1634" h="589" extrusionOk="0">
                      <a:moveTo>
                        <a:pt x="0" y="0"/>
                      </a:moveTo>
                      <a:lnTo>
                        <a:pt x="0" y="0"/>
                      </a:lnTo>
                      <a:cubicBezTo>
                        <a:pt x="37" y="37"/>
                        <a:pt x="75" y="121"/>
                        <a:pt x="121" y="196"/>
                      </a:cubicBezTo>
                      <a:cubicBezTo>
                        <a:pt x="196" y="271"/>
                        <a:pt x="233" y="317"/>
                        <a:pt x="308" y="392"/>
                      </a:cubicBezTo>
                      <a:cubicBezTo>
                        <a:pt x="467" y="467"/>
                        <a:pt x="625" y="551"/>
                        <a:pt x="821" y="588"/>
                      </a:cubicBezTo>
                      <a:cubicBezTo>
                        <a:pt x="1008" y="588"/>
                        <a:pt x="1167" y="551"/>
                        <a:pt x="1326" y="429"/>
                      </a:cubicBezTo>
                      <a:cubicBezTo>
                        <a:pt x="1475" y="317"/>
                        <a:pt x="1559" y="196"/>
                        <a:pt x="1634" y="0"/>
                      </a:cubicBezTo>
                      <a:lnTo>
                        <a:pt x="1634" y="0"/>
                      </a:lnTo>
                      <a:cubicBezTo>
                        <a:pt x="1522" y="121"/>
                        <a:pt x="1363" y="233"/>
                        <a:pt x="1242" y="271"/>
                      </a:cubicBezTo>
                      <a:cubicBezTo>
                        <a:pt x="1092" y="355"/>
                        <a:pt x="971" y="392"/>
                        <a:pt x="821" y="392"/>
                      </a:cubicBezTo>
                      <a:cubicBezTo>
                        <a:pt x="700" y="355"/>
                        <a:pt x="541" y="317"/>
                        <a:pt x="392" y="233"/>
                      </a:cubicBezTo>
                      <a:lnTo>
                        <a:pt x="196" y="121"/>
                      </a:lnTo>
                      <a:cubicBezTo>
                        <a:pt x="159" y="84"/>
                        <a:pt x="75" y="37"/>
                        <a:pt x="0" y="0"/>
                      </a:cubicBezTo>
                      <a:close/>
                    </a:path>
                  </a:pathLst>
                </a:custGeom>
                <a:solidFill>
                  <a:srgbClr val="D96D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0" name="Google Shape;5370;p67"/>
                <p:cNvSpPr/>
                <p:nvPr/>
              </p:nvSpPr>
              <p:spPr>
                <a:xfrm>
                  <a:off x="809100" y="-1304050"/>
                  <a:ext cx="18450" cy="29225"/>
                </a:xfrm>
                <a:custGeom>
                  <a:avLst/>
                  <a:gdLst/>
                  <a:ahLst/>
                  <a:cxnLst/>
                  <a:rect l="l" t="t" r="r" b="b"/>
                  <a:pathLst>
                    <a:path w="738" h="1169" extrusionOk="0">
                      <a:moveTo>
                        <a:pt x="257" y="1"/>
                      </a:moveTo>
                      <a:cubicBezTo>
                        <a:pt x="227" y="1"/>
                        <a:pt x="197" y="12"/>
                        <a:pt x="197" y="36"/>
                      </a:cubicBezTo>
                      <a:cubicBezTo>
                        <a:pt x="159" y="344"/>
                        <a:pt x="0" y="922"/>
                        <a:pt x="197" y="1156"/>
                      </a:cubicBezTo>
                      <a:cubicBezTo>
                        <a:pt x="203" y="1165"/>
                        <a:pt x="223" y="1169"/>
                        <a:pt x="250" y="1169"/>
                      </a:cubicBezTo>
                      <a:cubicBezTo>
                        <a:pt x="368" y="1169"/>
                        <a:pt x="633" y="1090"/>
                        <a:pt x="663" y="969"/>
                      </a:cubicBezTo>
                      <a:cubicBezTo>
                        <a:pt x="738" y="689"/>
                        <a:pt x="393" y="269"/>
                        <a:pt x="318" y="36"/>
                      </a:cubicBezTo>
                      <a:cubicBezTo>
                        <a:pt x="318" y="12"/>
                        <a:pt x="288" y="1"/>
                        <a:pt x="257" y="1"/>
                      </a:cubicBezTo>
                      <a:close/>
                    </a:path>
                  </a:pathLst>
                </a:custGeom>
                <a:solidFill>
                  <a:srgbClr val="D96D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71" name="Google Shape;5371;p67"/>
              <p:cNvSpPr/>
              <p:nvPr/>
            </p:nvSpPr>
            <p:spPr>
              <a:xfrm>
                <a:off x="3532660" y="-2956917"/>
                <a:ext cx="32413" cy="51702"/>
              </a:xfrm>
              <a:custGeom>
                <a:avLst/>
                <a:gdLst/>
                <a:ahLst/>
                <a:cxnLst/>
                <a:rect l="l" t="t" r="r" b="b"/>
                <a:pathLst>
                  <a:path w="346" h="552" extrusionOk="0">
                    <a:moveTo>
                      <a:pt x="346" y="0"/>
                    </a:moveTo>
                    <a:cubicBezTo>
                      <a:pt x="271" y="0"/>
                      <a:pt x="196" y="38"/>
                      <a:pt x="149" y="84"/>
                    </a:cubicBezTo>
                    <a:cubicBezTo>
                      <a:pt x="75" y="122"/>
                      <a:pt x="37" y="159"/>
                      <a:pt x="37" y="271"/>
                    </a:cubicBezTo>
                    <a:cubicBezTo>
                      <a:pt x="0" y="392"/>
                      <a:pt x="75" y="430"/>
                      <a:pt x="149" y="467"/>
                    </a:cubicBezTo>
                    <a:lnTo>
                      <a:pt x="234" y="551"/>
                    </a:lnTo>
                    <a:lnTo>
                      <a:pt x="346" y="551"/>
                    </a:lnTo>
                    <a:lnTo>
                      <a:pt x="196" y="430"/>
                    </a:lnTo>
                    <a:cubicBezTo>
                      <a:pt x="149" y="355"/>
                      <a:pt x="149" y="318"/>
                      <a:pt x="149" y="271"/>
                    </a:cubicBezTo>
                    <a:cubicBezTo>
                      <a:pt x="149" y="234"/>
                      <a:pt x="196" y="196"/>
                      <a:pt x="234" y="159"/>
                    </a:cubicBezTo>
                    <a:cubicBezTo>
                      <a:pt x="271" y="84"/>
                      <a:pt x="308" y="38"/>
                      <a:pt x="346" y="0"/>
                    </a:cubicBezTo>
                    <a:close/>
                  </a:path>
                </a:pathLst>
              </a:custGeom>
              <a:solidFill>
                <a:srgbClr val="D96D4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372" name="Google Shape;5372;p67"/>
            <p:cNvSpPr/>
            <p:nvPr/>
          </p:nvSpPr>
          <p:spPr>
            <a:xfrm flipH="1">
              <a:off x="3320893" y="2935688"/>
              <a:ext cx="1316595" cy="351393"/>
            </a:xfrm>
            <a:custGeom>
              <a:avLst/>
              <a:gdLst/>
              <a:ahLst/>
              <a:cxnLst/>
              <a:rect l="l" t="t" r="r" b="b"/>
              <a:pathLst>
                <a:path w="85213" h="22745" extrusionOk="0">
                  <a:moveTo>
                    <a:pt x="1087" y="0"/>
                  </a:moveTo>
                  <a:lnTo>
                    <a:pt x="1" y="4849"/>
                  </a:lnTo>
                  <a:lnTo>
                    <a:pt x="84188" y="22745"/>
                  </a:lnTo>
                  <a:lnTo>
                    <a:pt x="85213" y="17911"/>
                  </a:lnTo>
                  <a:lnTo>
                    <a:pt x="1087" y="0"/>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3" name="Google Shape;5373;p67"/>
            <p:cNvSpPr/>
            <p:nvPr/>
          </p:nvSpPr>
          <p:spPr>
            <a:xfrm flipH="1">
              <a:off x="2859105" y="2612660"/>
              <a:ext cx="650858" cy="1396335"/>
            </a:xfrm>
            <a:custGeom>
              <a:avLst/>
              <a:gdLst/>
              <a:ahLst/>
              <a:cxnLst/>
              <a:rect l="l" t="t" r="r" b="b"/>
              <a:pathLst>
                <a:path w="42125" h="90382" extrusionOk="0">
                  <a:moveTo>
                    <a:pt x="40335" y="0"/>
                  </a:moveTo>
                  <a:lnTo>
                    <a:pt x="0" y="3503"/>
                  </a:lnTo>
                  <a:cubicBezTo>
                    <a:pt x="61" y="4726"/>
                    <a:pt x="245" y="5935"/>
                    <a:pt x="566" y="7082"/>
                  </a:cubicBezTo>
                  <a:cubicBezTo>
                    <a:pt x="2677" y="15112"/>
                    <a:pt x="10187" y="19441"/>
                    <a:pt x="10187" y="19441"/>
                  </a:cubicBezTo>
                  <a:cubicBezTo>
                    <a:pt x="10187" y="19441"/>
                    <a:pt x="3686" y="48181"/>
                    <a:pt x="3686" y="56533"/>
                  </a:cubicBezTo>
                  <a:cubicBezTo>
                    <a:pt x="3686" y="64884"/>
                    <a:pt x="21353" y="90382"/>
                    <a:pt x="21353" y="90382"/>
                  </a:cubicBezTo>
                  <a:lnTo>
                    <a:pt x="34736" y="88271"/>
                  </a:lnTo>
                  <a:lnTo>
                    <a:pt x="22240" y="55064"/>
                  </a:lnTo>
                  <a:cubicBezTo>
                    <a:pt x="22240" y="55064"/>
                    <a:pt x="37719" y="27287"/>
                    <a:pt x="40335" y="18798"/>
                  </a:cubicBezTo>
                  <a:cubicBezTo>
                    <a:pt x="41543" y="14913"/>
                    <a:pt x="42002" y="11609"/>
                    <a:pt x="42002" y="8933"/>
                  </a:cubicBezTo>
                  <a:cubicBezTo>
                    <a:pt x="42124" y="3120"/>
                    <a:pt x="40335" y="0"/>
                    <a:pt x="40335" y="0"/>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4" name="Google Shape;5374;p67"/>
            <p:cNvSpPr/>
            <p:nvPr/>
          </p:nvSpPr>
          <p:spPr>
            <a:xfrm flipH="1">
              <a:off x="2865022" y="1700041"/>
              <a:ext cx="847946" cy="1038916"/>
            </a:xfrm>
            <a:custGeom>
              <a:avLst/>
              <a:gdLst/>
              <a:ahLst/>
              <a:cxnLst/>
              <a:rect l="l" t="t" r="r" b="b"/>
              <a:pathLst>
                <a:path w="54881" h="67247" extrusionOk="0">
                  <a:moveTo>
                    <a:pt x="15826" y="0"/>
                  </a:moveTo>
                  <a:cubicBezTo>
                    <a:pt x="15066" y="0"/>
                    <a:pt x="14515" y="136"/>
                    <a:pt x="14225" y="383"/>
                  </a:cubicBezTo>
                  <a:cubicBezTo>
                    <a:pt x="9178" y="4589"/>
                    <a:pt x="0" y="16000"/>
                    <a:pt x="3381" y="28098"/>
                  </a:cubicBezTo>
                  <a:cubicBezTo>
                    <a:pt x="7464" y="42950"/>
                    <a:pt x="15173" y="56212"/>
                    <a:pt x="10646" y="61810"/>
                  </a:cubicBezTo>
                  <a:cubicBezTo>
                    <a:pt x="10646" y="61810"/>
                    <a:pt x="13001" y="66016"/>
                    <a:pt x="20527" y="66858"/>
                  </a:cubicBezTo>
                  <a:cubicBezTo>
                    <a:pt x="23008" y="67128"/>
                    <a:pt x="25408" y="67247"/>
                    <a:pt x="27707" y="67247"/>
                  </a:cubicBezTo>
                  <a:cubicBezTo>
                    <a:pt x="43723" y="67247"/>
                    <a:pt x="54881" y="61504"/>
                    <a:pt x="54881" y="61504"/>
                  </a:cubicBezTo>
                  <a:cubicBezTo>
                    <a:pt x="54881" y="61504"/>
                    <a:pt x="47875" y="32366"/>
                    <a:pt x="41176" y="20328"/>
                  </a:cubicBezTo>
                  <a:cubicBezTo>
                    <a:pt x="32547" y="4919"/>
                    <a:pt x="20398" y="0"/>
                    <a:pt x="15826"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5" name="Google Shape;5375;p67"/>
            <p:cNvSpPr/>
            <p:nvPr/>
          </p:nvSpPr>
          <p:spPr>
            <a:xfrm flipH="1">
              <a:off x="3323968" y="1729519"/>
              <a:ext cx="570978" cy="667640"/>
            </a:xfrm>
            <a:custGeom>
              <a:avLst/>
              <a:gdLst/>
              <a:ahLst/>
              <a:cxnLst/>
              <a:rect l="l" t="t" r="r" b="b"/>
              <a:pathLst>
                <a:path w="36955" h="43215" extrusionOk="0">
                  <a:moveTo>
                    <a:pt x="28047" y="1"/>
                  </a:moveTo>
                  <a:cubicBezTo>
                    <a:pt x="27505" y="1"/>
                    <a:pt x="26964" y="64"/>
                    <a:pt x="26447" y="188"/>
                  </a:cubicBezTo>
                  <a:cubicBezTo>
                    <a:pt x="24091" y="830"/>
                    <a:pt x="22103" y="2421"/>
                    <a:pt x="20267" y="4012"/>
                  </a:cubicBezTo>
                  <a:cubicBezTo>
                    <a:pt x="12925" y="10451"/>
                    <a:pt x="6425" y="17717"/>
                    <a:pt x="1" y="24921"/>
                  </a:cubicBezTo>
                  <a:cubicBezTo>
                    <a:pt x="3687" y="31483"/>
                    <a:pt x="7954" y="37662"/>
                    <a:pt x="13308" y="43214"/>
                  </a:cubicBezTo>
                  <a:cubicBezTo>
                    <a:pt x="19503" y="37861"/>
                    <a:pt x="25743" y="32446"/>
                    <a:pt x="30072" y="25563"/>
                  </a:cubicBezTo>
                  <a:cubicBezTo>
                    <a:pt x="34416" y="18680"/>
                    <a:pt x="36955" y="9748"/>
                    <a:pt x="32886" y="2482"/>
                  </a:cubicBezTo>
                  <a:cubicBezTo>
                    <a:pt x="31931" y="799"/>
                    <a:pt x="29979" y="1"/>
                    <a:pt x="28047"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376" name="Google Shape;5376;p67"/>
            <p:cNvSpPr/>
            <p:nvPr/>
          </p:nvSpPr>
          <p:spPr>
            <a:xfrm rot="463067">
              <a:off x="3342638" y="1961550"/>
              <a:ext cx="281141" cy="342704"/>
            </a:xfrm>
            <a:custGeom>
              <a:avLst/>
              <a:gdLst/>
              <a:ahLst/>
              <a:cxnLst/>
              <a:rect l="l" t="t" r="r" b="b"/>
              <a:pathLst>
                <a:path w="10001" h="12192" extrusionOk="0">
                  <a:moveTo>
                    <a:pt x="10001" y="12192"/>
                  </a:moveTo>
                  <a:cubicBezTo>
                    <a:pt x="5095" y="10306"/>
                    <a:pt x="1278" y="5099"/>
                    <a:pt x="0" y="0"/>
                  </a:cubicBezTo>
                </a:path>
              </a:pathLst>
            </a:custGeom>
            <a:noFill/>
            <a:ln w="9525" cap="flat" cmpd="sng">
              <a:solidFill>
                <a:srgbClr val="5A2543"/>
              </a:solidFill>
              <a:prstDash val="solid"/>
              <a:round/>
              <a:headEnd type="none" w="med" len="med"/>
              <a:tailEnd type="none" w="med" len="med"/>
            </a:ln>
          </p:spPr>
          <p:txBody>
            <a:bodyPr/>
            <a:lstStyle/>
            <a:p>
              <a:endParaRPr lang="pt-BR"/>
            </a:p>
          </p:txBody>
        </p:sp>
      </p:grpSp>
      <p:pic>
        <p:nvPicPr>
          <p:cNvPr id="3" name="Imagem 2" descr="Imagem editada de rosto de pessoa&#10;&#10;Descrição gerada automaticamente com confiança baixa">
            <a:extLst>
              <a:ext uri="{FF2B5EF4-FFF2-40B4-BE49-F238E27FC236}">
                <a16:creationId xmlns:a16="http://schemas.microsoft.com/office/drawing/2014/main" id="{A96C6E37-F1AD-374F-D28D-90E0D00DA87C}"/>
              </a:ext>
            </a:extLst>
          </p:cNvPr>
          <p:cNvPicPr>
            <a:picLocks noChangeAspect="1"/>
          </p:cNvPicPr>
          <p:nvPr/>
        </p:nvPicPr>
        <p:blipFill>
          <a:blip r:embed="rId3"/>
          <a:stretch>
            <a:fillRect/>
          </a:stretch>
        </p:blipFill>
        <p:spPr>
          <a:xfrm>
            <a:off x="5347382" y="2201143"/>
            <a:ext cx="3534289" cy="2403258"/>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accent5"/>
        </a:solidFill>
        <a:effectLst/>
      </p:bgPr>
    </p:bg>
    <p:spTree>
      <p:nvGrpSpPr>
        <p:cNvPr id="1" name="Shape 1559"/>
        <p:cNvGrpSpPr/>
        <p:nvPr/>
      </p:nvGrpSpPr>
      <p:grpSpPr>
        <a:xfrm>
          <a:off x="0" y="0"/>
          <a:ext cx="0" cy="0"/>
          <a:chOff x="0" y="0"/>
          <a:chExt cx="0" cy="0"/>
        </a:xfrm>
      </p:grpSpPr>
      <p:grpSp>
        <p:nvGrpSpPr>
          <p:cNvPr id="1560" name="Google Shape;1560;p43"/>
          <p:cNvGrpSpPr/>
          <p:nvPr/>
        </p:nvGrpSpPr>
        <p:grpSpPr>
          <a:xfrm>
            <a:off x="1827188" y="1273500"/>
            <a:ext cx="1536300" cy="3875700"/>
            <a:chOff x="1827188" y="1273500"/>
            <a:chExt cx="1536300" cy="3875700"/>
          </a:xfrm>
        </p:grpSpPr>
        <p:grpSp>
          <p:nvGrpSpPr>
            <p:cNvPr id="1561" name="Google Shape;1561;p43"/>
            <p:cNvGrpSpPr/>
            <p:nvPr/>
          </p:nvGrpSpPr>
          <p:grpSpPr>
            <a:xfrm>
              <a:off x="1827188" y="1273500"/>
              <a:ext cx="1536300" cy="3330923"/>
              <a:chOff x="1827188" y="1273500"/>
              <a:chExt cx="1536300" cy="3330923"/>
            </a:xfrm>
          </p:grpSpPr>
          <p:sp>
            <p:nvSpPr>
              <p:cNvPr id="1562" name="Google Shape;1562;p43"/>
              <p:cNvSpPr/>
              <p:nvPr/>
            </p:nvSpPr>
            <p:spPr>
              <a:xfrm>
                <a:off x="2531487" y="2345125"/>
                <a:ext cx="127701" cy="2259298"/>
              </a:xfrm>
              <a:custGeom>
                <a:avLst/>
                <a:gdLst/>
                <a:ahLst/>
                <a:cxnLst/>
                <a:rect l="l" t="t" r="r" b="b"/>
                <a:pathLst>
                  <a:path w="1289" h="30495" extrusionOk="0">
                    <a:moveTo>
                      <a:pt x="1" y="1"/>
                    </a:moveTo>
                    <a:lnTo>
                      <a:pt x="1" y="29869"/>
                    </a:lnTo>
                    <a:cubicBezTo>
                      <a:pt x="1" y="30224"/>
                      <a:pt x="309" y="30494"/>
                      <a:pt x="664" y="30494"/>
                    </a:cubicBezTo>
                    <a:cubicBezTo>
                      <a:pt x="1009" y="30494"/>
                      <a:pt x="1289" y="30224"/>
                      <a:pt x="1289" y="29869"/>
                    </a:cubicBezTo>
                    <a:lnTo>
                      <a:pt x="1289" y="1"/>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3" name="Google Shape;1563;p43"/>
              <p:cNvSpPr/>
              <p:nvPr/>
            </p:nvSpPr>
            <p:spPr>
              <a:xfrm>
                <a:off x="1827188" y="1273500"/>
                <a:ext cx="1536300" cy="1462500"/>
              </a:xfrm>
              <a:prstGeom prst="roundRect">
                <a:avLst>
                  <a:gd name="adj" fmla="val 12212"/>
                </a:avLst>
              </a:pr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4" name="Google Shape;1564;p43"/>
              <p:cNvSpPr/>
              <p:nvPr/>
            </p:nvSpPr>
            <p:spPr>
              <a:xfrm>
                <a:off x="1931926" y="1381869"/>
                <a:ext cx="1326954" cy="1245762"/>
              </a:xfrm>
              <a:custGeom>
                <a:avLst/>
                <a:gdLst/>
                <a:ahLst/>
                <a:cxnLst/>
                <a:rect l="l" t="t" r="r" b="b"/>
                <a:pathLst>
                  <a:path w="10502" h="10539" extrusionOk="0">
                    <a:moveTo>
                      <a:pt x="9568" y="159"/>
                    </a:moveTo>
                    <a:cubicBezTo>
                      <a:pt x="9764" y="159"/>
                      <a:pt x="9997" y="234"/>
                      <a:pt x="10119" y="392"/>
                    </a:cubicBezTo>
                    <a:cubicBezTo>
                      <a:pt x="10268" y="551"/>
                      <a:pt x="10352" y="738"/>
                      <a:pt x="10352" y="934"/>
                    </a:cubicBezTo>
                    <a:lnTo>
                      <a:pt x="10352" y="9568"/>
                    </a:lnTo>
                    <a:cubicBezTo>
                      <a:pt x="10352" y="9801"/>
                      <a:pt x="10268" y="9997"/>
                      <a:pt x="10119" y="10156"/>
                    </a:cubicBezTo>
                    <a:cubicBezTo>
                      <a:pt x="9997" y="10268"/>
                      <a:pt x="9764" y="10389"/>
                      <a:pt x="9568" y="10389"/>
                    </a:cubicBezTo>
                    <a:lnTo>
                      <a:pt x="934" y="10389"/>
                    </a:lnTo>
                    <a:cubicBezTo>
                      <a:pt x="701" y="10389"/>
                      <a:pt x="514" y="10268"/>
                      <a:pt x="355" y="10156"/>
                    </a:cubicBezTo>
                    <a:cubicBezTo>
                      <a:pt x="234" y="9997"/>
                      <a:pt x="159" y="9801"/>
                      <a:pt x="159" y="9568"/>
                    </a:cubicBezTo>
                    <a:lnTo>
                      <a:pt x="159" y="934"/>
                    </a:lnTo>
                    <a:cubicBezTo>
                      <a:pt x="159" y="738"/>
                      <a:pt x="234" y="551"/>
                      <a:pt x="355" y="392"/>
                    </a:cubicBezTo>
                    <a:cubicBezTo>
                      <a:pt x="514" y="234"/>
                      <a:pt x="701" y="159"/>
                      <a:pt x="934" y="159"/>
                    </a:cubicBezTo>
                    <a:close/>
                    <a:moveTo>
                      <a:pt x="934" y="0"/>
                    </a:moveTo>
                    <a:cubicBezTo>
                      <a:pt x="393" y="0"/>
                      <a:pt x="1" y="430"/>
                      <a:pt x="1" y="934"/>
                    </a:cubicBezTo>
                    <a:lnTo>
                      <a:pt x="1" y="9568"/>
                    </a:lnTo>
                    <a:cubicBezTo>
                      <a:pt x="1" y="10118"/>
                      <a:pt x="393" y="10538"/>
                      <a:pt x="934" y="10538"/>
                    </a:cubicBezTo>
                    <a:lnTo>
                      <a:pt x="9568" y="10538"/>
                    </a:lnTo>
                    <a:cubicBezTo>
                      <a:pt x="10081" y="10538"/>
                      <a:pt x="10501" y="10118"/>
                      <a:pt x="10501" y="9568"/>
                    </a:cubicBezTo>
                    <a:lnTo>
                      <a:pt x="10501" y="934"/>
                    </a:lnTo>
                    <a:cubicBezTo>
                      <a:pt x="10501" y="430"/>
                      <a:pt x="10081" y="0"/>
                      <a:pt x="9568" y="0"/>
                    </a:cubicBezTo>
                    <a:close/>
                  </a:path>
                </a:pathLst>
              </a:custGeom>
              <a:solidFill>
                <a:srgbClr val="5A2543"/>
              </a:solidFill>
              <a:ln w="9525" cap="flat" cmpd="sng">
                <a:solidFill>
                  <a:srgbClr val="5A25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65" name="Google Shape;1565;p43"/>
            <p:cNvSpPr/>
            <p:nvPr/>
          </p:nvSpPr>
          <p:spPr>
            <a:xfrm>
              <a:off x="2483750" y="4059600"/>
              <a:ext cx="223200" cy="1089600"/>
            </a:xfrm>
            <a:prstGeom prst="snip2SameRect">
              <a:avLst>
                <a:gd name="adj1" fmla="val 21830"/>
                <a:gd name="adj2" fmla="val 0"/>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66" name="Google Shape;1566;p43"/>
            <p:cNvSpPr/>
            <p:nvPr/>
          </p:nvSpPr>
          <p:spPr>
            <a:xfrm>
              <a:off x="2483800" y="4059600"/>
              <a:ext cx="223200" cy="1089600"/>
            </a:xfrm>
            <a:prstGeom prst="snip2SameRect">
              <a:avLst>
                <a:gd name="adj1" fmla="val 21830"/>
                <a:gd name="adj2" fmla="val 0"/>
              </a:avLst>
            </a:pr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67" name="Google Shape;1567;p43"/>
          <p:cNvSpPr txBox="1">
            <a:spLocks noGrp="1"/>
          </p:cNvSpPr>
          <p:nvPr>
            <p:ph type="title"/>
          </p:nvPr>
        </p:nvSpPr>
        <p:spPr>
          <a:xfrm>
            <a:off x="3649313" y="1301100"/>
            <a:ext cx="3667500" cy="1407300"/>
          </a:xfrm>
          <a:prstGeom prst="rect">
            <a:avLst/>
          </a:prstGeom>
        </p:spPr>
        <p:txBody>
          <a:bodyPr spcFirstLastPara="1" wrap="square" lIns="14400" tIns="14400" rIns="14400" bIns="14400" anchor="ctr" anchorCtr="0">
            <a:noAutofit/>
          </a:bodyPr>
          <a:lstStyle/>
          <a:p>
            <a:pPr marL="0" lvl="0" indent="0" algn="l" rtl="0">
              <a:spcBef>
                <a:spcPts val="0"/>
              </a:spcBef>
              <a:spcAft>
                <a:spcPts val="0"/>
              </a:spcAft>
              <a:buNone/>
            </a:pPr>
            <a:r>
              <a:rPr lang="en" dirty="0"/>
              <a:t>Consultas</a:t>
            </a:r>
            <a:endParaRPr dirty="0"/>
          </a:p>
        </p:txBody>
      </p:sp>
      <p:sp>
        <p:nvSpPr>
          <p:cNvPr id="1569" name="Google Shape;1569;p43"/>
          <p:cNvSpPr txBox="1">
            <a:spLocks noGrp="1"/>
          </p:cNvSpPr>
          <p:nvPr>
            <p:ph type="title" idx="2"/>
          </p:nvPr>
        </p:nvSpPr>
        <p:spPr>
          <a:xfrm>
            <a:off x="1998938" y="1514400"/>
            <a:ext cx="1192800" cy="9807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dirty="0"/>
              <a:t>05</a:t>
            </a:r>
            <a:endParaRPr dirty="0"/>
          </a:p>
        </p:txBody>
      </p:sp>
      <p:sp>
        <p:nvSpPr>
          <p:cNvPr id="1570" name="Google Shape;1570;p43"/>
          <p:cNvSpPr/>
          <p:nvPr/>
        </p:nvSpPr>
        <p:spPr>
          <a:xfrm rot="-393093">
            <a:off x="5845016" y="4312521"/>
            <a:ext cx="2240859" cy="349795"/>
          </a:xfrm>
          <a:prstGeom prst="rect">
            <a:avLst/>
          </a:prstGeom>
        </p:spPr>
        <p:txBody>
          <a:bodyPr>
            <a:prstTxWarp prst="textPlain">
              <a:avLst/>
            </a:prstTxWarp>
          </a:bodyPr>
          <a:lstStyle/>
          <a:p>
            <a:pPr lvl="0" algn="ctr"/>
            <a:endParaRPr b="0" i="0" dirty="0">
              <a:ln>
                <a:noFill/>
              </a:ln>
              <a:solidFill>
                <a:schemeClr val="accent2"/>
              </a:solidFill>
              <a:latin typeface="Nanum Pen Script"/>
            </a:endParaRPr>
          </a:p>
        </p:txBody>
      </p:sp>
      <p:grpSp>
        <p:nvGrpSpPr>
          <p:cNvPr id="1571" name="Google Shape;1571;p43"/>
          <p:cNvGrpSpPr/>
          <p:nvPr/>
        </p:nvGrpSpPr>
        <p:grpSpPr>
          <a:xfrm>
            <a:off x="1597300" y="664500"/>
            <a:ext cx="805900" cy="703550"/>
            <a:chOff x="1597300" y="664500"/>
            <a:chExt cx="805900" cy="703550"/>
          </a:xfrm>
        </p:grpSpPr>
        <p:grpSp>
          <p:nvGrpSpPr>
            <p:cNvPr id="1572" name="Google Shape;1572;p43"/>
            <p:cNvGrpSpPr/>
            <p:nvPr/>
          </p:nvGrpSpPr>
          <p:grpSpPr>
            <a:xfrm>
              <a:off x="1597300" y="694800"/>
              <a:ext cx="239125" cy="238150"/>
              <a:chOff x="1597300" y="694800"/>
              <a:chExt cx="239125" cy="238150"/>
            </a:xfrm>
          </p:grpSpPr>
          <p:sp>
            <p:nvSpPr>
              <p:cNvPr id="1573" name="Google Shape;1573;p43"/>
              <p:cNvSpPr/>
              <p:nvPr/>
            </p:nvSpPr>
            <p:spPr>
              <a:xfrm flipH="1">
                <a:off x="1719225" y="694800"/>
                <a:ext cx="117200" cy="230500"/>
              </a:xfrm>
              <a:custGeom>
                <a:avLst/>
                <a:gdLst/>
                <a:ahLst/>
                <a:cxnLst/>
                <a:rect l="l" t="t" r="r" b="b"/>
                <a:pathLst>
                  <a:path w="4688" h="9220" extrusionOk="0">
                    <a:moveTo>
                      <a:pt x="2030" y="0"/>
                    </a:moveTo>
                    <a:cubicBezTo>
                      <a:pt x="1431" y="0"/>
                      <a:pt x="806" y="388"/>
                      <a:pt x="621" y="1030"/>
                    </a:cubicBezTo>
                    <a:cubicBezTo>
                      <a:pt x="0" y="3558"/>
                      <a:pt x="591" y="6049"/>
                      <a:pt x="680" y="8548"/>
                    </a:cubicBezTo>
                    <a:cubicBezTo>
                      <a:pt x="777" y="8948"/>
                      <a:pt x="1148" y="9220"/>
                      <a:pt x="1504" y="9220"/>
                    </a:cubicBezTo>
                    <a:cubicBezTo>
                      <a:pt x="1720" y="9220"/>
                      <a:pt x="1930" y="9120"/>
                      <a:pt x="2070" y="8888"/>
                    </a:cubicBezTo>
                    <a:cubicBezTo>
                      <a:pt x="3327" y="6389"/>
                      <a:pt x="4687" y="3033"/>
                      <a:pt x="3024" y="505"/>
                    </a:cubicBezTo>
                    <a:cubicBezTo>
                      <a:pt x="2782" y="157"/>
                      <a:pt x="2411" y="0"/>
                      <a:pt x="2030"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4" name="Google Shape;1574;p43"/>
              <p:cNvSpPr/>
              <p:nvPr/>
            </p:nvSpPr>
            <p:spPr>
              <a:xfrm flipH="1">
                <a:off x="1597300" y="754900"/>
                <a:ext cx="221175" cy="178050"/>
              </a:xfrm>
              <a:custGeom>
                <a:avLst/>
                <a:gdLst/>
                <a:ahLst/>
                <a:cxnLst/>
                <a:rect l="l" t="t" r="r" b="b"/>
                <a:pathLst>
                  <a:path w="8847" h="7122" extrusionOk="0">
                    <a:moveTo>
                      <a:pt x="7058" y="0"/>
                    </a:moveTo>
                    <a:cubicBezTo>
                      <a:pt x="6847" y="0"/>
                      <a:pt x="6633" y="42"/>
                      <a:pt x="6431" y="134"/>
                    </a:cubicBezTo>
                    <a:cubicBezTo>
                      <a:pt x="3939" y="1524"/>
                      <a:pt x="2335" y="3830"/>
                      <a:pt x="391" y="5745"/>
                    </a:cubicBezTo>
                    <a:cubicBezTo>
                      <a:pt x="0" y="6304"/>
                      <a:pt x="297" y="7122"/>
                      <a:pt x="935" y="7122"/>
                    </a:cubicBezTo>
                    <a:cubicBezTo>
                      <a:pt x="997" y="7122"/>
                      <a:pt x="1062" y="7114"/>
                      <a:pt x="1130" y="7098"/>
                    </a:cubicBezTo>
                    <a:cubicBezTo>
                      <a:pt x="4124" y="6299"/>
                      <a:pt x="7821" y="4910"/>
                      <a:pt x="8649" y="1708"/>
                    </a:cubicBezTo>
                    <a:cubicBezTo>
                      <a:pt x="8847" y="784"/>
                      <a:pt x="7972" y="0"/>
                      <a:pt x="7058"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575" name="Google Shape;1575;p43"/>
            <p:cNvGrpSpPr/>
            <p:nvPr/>
          </p:nvGrpSpPr>
          <p:grpSpPr>
            <a:xfrm>
              <a:off x="1597300" y="694800"/>
              <a:ext cx="239125" cy="238150"/>
              <a:chOff x="1597300" y="694800"/>
              <a:chExt cx="239125" cy="238150"/>
            </a:xfrm>
          </p:grpSpPr>
          <p:sp>
            <p:nvSpPr>
              <p:cNvPr id="1576" name="Google Shape;1576;p43"/>
              <p:cNvSpPr/>
              <p:nvPr/>
            </p:nvSpPr>
            <p:spPr>
              <a:xfrm flipH="1">
                <a:off x="1719225" y="694800"/>
                <a:ext cx="117200" cy="230500"/>
              </a:xfrm>
              <a:custGeom>
                <a:avLst/>
                <a:gdLst/>
                <a:ahLst/>
                <a:cxnLst/>
                <a:rect l="l" t="t" r="r" b="b"/>
                <a:pathLst>
                  <a:path w="4688" h="9220" extrusionOk="0">
                    <a:moveTo>
                      <a:pt x="2030" y="0"/>
                    </a:moveTo>
                    <a:cubicBezTo>
                      <a:pt x="1431" y="0"/>
                      <a:pt x="806" y="388"/>
                      <a:pt x="621" y="1030"/>
                    </a:cubicBezTo>
                    <a:cubicBezTo>
                      <a:pt x="0" y="3558"/>
                      <a:pt x="591" y="6049"/>
                      <a:pt x="680" y="8548"/>
                    </a:cubicBezTo>
                    <a:cubicBezTo>
                      <a:pt x="777" y="8948"/>
                      <a:pt x="1148" y="9220"/>
                      <a:pt x="1504" y="9220"/>
                    </a:cubicBezTo>
                    <a:cubicBezTo>
                      <a:pt x="1720" y="9220"/>
                      <a:pt x="1930" y="9120"/>
                      <a:pt x="2070" y="8888"/>
                    </a:cubicBezTo>
                    <a:cubicBezTo>
                      <a:pt x="3327" y="6389"/>
                      <a:pt x="4687" y="3033"/>
                      <a:pt x="3024" y="505"/>
                    </a:cubicBezTo>
                    <a:cubicBezTo>
                      <a:pt x="2782" y="157"/>
                      <a:pt x="2411" y="0"/>
                      <a:pt x="2030"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7" name="Google Shape;1577;p43"/>
              <p:cNvSpPr/>
              <p:nvPr/>
            </p:nvSpPr>
            <p:spPr>
              <a:xfrm flipH="1">
                <a:off x="1597300" y="754900"/>
                <a:ext cx="221175" cy="178050"/>
              </a:xfrm>
              <a:custGeom>
                <a:avLst/>
                <a:gdLst/>
                <a:ahLst/>
                <a:cxnLst/>
                <a:rect l="l" t="t" r="r" b="b"/>
                <a:pathLst>
                  <a:path w="8847" h="7122" extrusionOk="0">
                    <a:moveTo>
                      <a:pt x="7058" y="0"/>
                    </a:moveTo>
                    <a:cubicBezTo>
                      <a:pt x="6847" y="0"/>
                      <a:pt x="6633" y="42"/>
                      <a:pt x="6431" y="134"/>
                    </a:cubicBezTo>
                    <a:cubicBezTo>
                      <a:pt x="3939" y="1524"/>
                      <a:pt x="2335" y="3830"/>
                      <a:pt x="391" y="5745"/>
                    </a:cubicBezTo>
                    <a:cubicBezTo>
                      <a:pt x="0" y="6304"/>
                      <a:pt x="297" y="7122"/>
                      <a:pt x="935" y="7122"/>
                    </a:cubicBezTo>
                    <a:cubicBezTo>
                      <a:pt x="997" y="7122"/>
                      <a:pt x="1062" y="7114"/>
                      <a:pt x="1130" y="7098"/>
                    </a:cubicBezTo>
                    <a:cubicBezTo>
                      <a:pt x="4124" y="6299"/>
                      <a:pt x="7821" y="4910"/>
                      <a:pt x="8649" y="1708"/>
                    </a:cubicBezTo>
                    <a:cubicBezTo>
                      <a:pt x="8847" y="784"/>
                      <a:pt x="7972" y="0"/>
                      <a:pt x="7058"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78" name="Google Shape;1578;p43"/>
            <p:cNvSpPr/>
            <p:nvPr/>
          </p:nvSpPr>
          <p:spPr>
            <a:xfrm flipH="1">
              <a:off x="1643825" y="664500"/>
              <a:ext cx="176525" cy="268575"/>
            </a:xfrm>
            <a:custGeom>
              <a:avLst/>
              <a:gdLst/>
              <a:ahLst/>
              <a:cxnLst/>
              <a:rect l="l" t="t" r="r" b="b"/>
              <a:pathLst>
                <a:path w="7061" h="10743" extrusionOk="0">
                  <a:moveTo>
                    <a:pt x="4600" y="0"/>
                  </a:moveTo>
                  <a:cubicBezTo>
                    <a:pt x="4049" y="0"/>
                    <a:pt x="3483" y="230"/>
                    <a:pt x="3120" y="704"/>
                  </a:cubicBezTo>
                  <a:cubicBezTo>
                    <a:pt x="1360" y="3410"/>
                    <a:pt x="991" y="6618"/>
                    <a:pt x="67" y="9575"/>
                  </a:cubicBezTo>
                  <a:cubicBezTo>
                    <a:pt x="1" y="10192"/>
                    <a:pt x="480" y="10743"/>
                    <a:pt x="1007" y="10743"/>
                  </a:cubicBezTo>
                  <a:cubicBezTo>
                    <a:pt x="1187" y="10743"/>
                    <a:pt x="1374" y="10678"/>
                    <a:pt x="1545" y="10529"/>
                  </a:cubicBezTo>
                  <a:cubicBezTo>
                    <a:pt x="4103" y="8126"/>
                    <a:pt x="7060" y="4770"/>
                    <a:pt x="6195" y="1103"/>
                  </a:cubicBezTo>
                  <a:cubicBezTo>
                    <a:pt x="5988" y="377"/>
                    <a:pt x="5305" y="0"/>
                    <a:pt x="4600"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79" name="Google Shape;1579;p43"/>
            <p:cNvSpPr/>
            <p:nvPr/>
          </p:nvSpPr>
          <p:spPr>
            <a:xfrm flipH="1">
              <a:off x="2091275" y="1145300"/>
              <a:ext cx="63050" cy="185775"/>
            </a:xfrm>
            <a:custGeom>
              <a:avLst/>
              <a:gdLst/>
              <a:ahLst/>
              <a:cxnLst/>
              <a:rect l="l" t="t" r="r" b="b"/>
              <a:pathLst>
                <a:path w="2522" h="7431" extrusionOk="0">
                  <a:moveTo>
                    <a:pt x="2215" y="0"/>
                  </a:moveTo>
                  <a:cubicBezTo>
                    <a:pt x="2091" y="0"/>
                    <a:pt x="1967" y="76"/>
                    <a:pt x="1967" y="228"/>
                  </a:cubicBezTo>
                  <a:cubicBezTo>
                    <a:pt x="1967" y="1921"/>
                    <a:pt x="1937" y="3621"/>
                    <a:pt x="1937" y="5314"/>
                  </a:cubicBezTo>
                  <a:cubicBezTo>
                    <a:pt x="1412" y="5188"/>
                    <a:pt x="828" y="5159"/>
                    <a:pt x="303" y="5063"/>
                  </a:cubicBezTo>
                  <a:cubicBezTo>
                    <a:pt x="295" y="5062"/>
                    <a:pt x="286" y="5061"/>
                    <a:pt x="278" y="5061"/>
                  </a:cubicBezTo>
                  <a:cubicBezTo>
                    <a:pt x="1" y="5061"/>
                    <a:pt x="9" y="5529"/>
                    <a:pt x="303" y="5558"/>
                  </a:cubicBezTo>
                  <a:cubicBezTo>
                    <a:pt x="673" y="5617"/>
                    <a:pt x="1072" y="5654"/>
                    <a:pt x="1479" y="5713"/>
                  </a:cubicBezTo>
                  <a:cubicBezTo>
                    <a:pt x="1412" y="5743"/>
                    <a:pt x="1383" y="5772"/>
                    <a:pt x="1324" y="5802"/>
                  </a:cubicBezTo>
                  <a:cubicBezTo>
                    <a:pt x="1013" y="5927"/>
                    <a:pt x="740" y="6053"/>
                    <a:pt x="429" y="6171"/>
                  </a:cubicBezTo>
                  <a:cubicBezTo>
                    <a:pt x="190" y="6304"/>
                    <a:pt x="337" y="6641"/>
                    <a:pt x="555" y="6641"/>
                  </a:cubicBezTo>
                  <a:cubicBezTo>
                    <a:pt x="593" y="6641"/>
                    <a:pt x="633" y="6630"/>
                    <a:pt x="673" y="6608"/>
                  </a:cubicBezTo>
                  <a:cubicBezTo>
                    <a:pt x="954" y="6482"/>
                    <a:pt x="1228" y="6356"/>
                    <a:pt x="1508" y="6238"/>
                  </a:cubicBezTo>
                  <a:cubicBezTo>
                    <a:pt x="1693" y="6171"/>
                    <a:pt x="1849" y="6053"/>
                    <a:pt x="2033" y="5987"/>
                  </a:cubicBezTo>
                  <a:lnTo>
                    <a:pt x="2033" y="5987"/>
                  </a:lnTo>
                  <a:cubicBezTo>
                    <a:pt x="1996" y="6356"/>
                    <a:pt x="1967" y="6763"/>
                    <a:pt x="1878" y="7132"/>
                  </a:cubicBezTo>
                  <a:cubicBezTo>
                    <a:pt x="1839" y="7313"/>
                    <a:pt x="1988" y="7431"/>
                    <a:pt x="2127" y="7431"/>
                  </a:cubicBezTo>
                  <a:cubicBezTo>
                    <a:pt x="2222" y="7431"/>
                    <a:pt x="2313" y="7376"/>
                    <a:pt x="2336" y="7251"/>
                  </a:cubicBezTo>
                  <a:cubicBezTo>
                    <a:pt x="2462" y="6763"/>
                    <a:pt x="2521" y="6208"/>
                    <a:pt x="2521" y="5684"/>
                  </a:cubicBezTo>
                  <a:cubicBezTo>
                    <a:pt x="2521" y="5558"/>
                    <a:pt x="2492" y="5499"/>
                    <a:pt x="2433" y="5469"/>
                  </a:cubicBezTo>
                  <a:cubicBezTo>
                    <a:pt x="2433" y="3710"/>
                    <a:pt x="2462" y="1987"/>
                    <a:pt x="2462" y="228"/>
                  </a:cubicBezTo>
                  <a:cubicBezTo>
                    <a:pt x="2462" y="76"/>
                    <a:pt x="2338" y="0"/>
                    <a:pt x="2215"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0" name="Google Shape;1580;p43"/>
            <p:cNvSpPr/>
            <p:nvPr/>
          </p:nvSpPr>
          <p:spPr>
            <a:xfrm flipH="1">
              <a:off x="1759350" y="864500"/>
              <a:ext cx="643850" cy="374425"/>
            </a:xfrm>
            <a:custGeom>
              <a:avLst/>
              <a:gdLst/>
              <a:ahLst/>
              <a:cxnLst/>
              <a:rect l="l" t="t" r="r" b="b"/>
              <a:pathLst>
                <a:path w="25754" h="14977" extrusionOk="0">
                  <a:moveTo>
                    <a:pt x="25480" y="1"/>
                  </a:moveTo>
                  <a:lnTo>
                    <a:pt x="25480" y="1"/>
                  </a:lnTo>
                  <a:cubicBezTo>
                    <a:pt x="22580" y="335"/>
                    <a:pt x="19679" y="811"/>
                    <a:pt x="16757" y="811"/>
                  </a:cubicBezTo>
                  <a:cubicBezTo>
                    <a:pt x="15612" y="811"/>
                    <a:pt x="14464" y="738"/>
                    <a:pt x="13312" y="555"/>
                  </a:cubicBezTo>
                  <a:cubicBezTo>
                    <a:pt x="12816" y="496"/>
                    <a:pt x="12321" y="466"/>
                    <a:pt x="11892" y="437"/>
                  </a:cubicBezTo>
                  <a:cubicBezTo>
                    <a:pt x="11321" y="304"/>
                    <a:pt x="10729" y="240"/>
                    <a:pt x="10129" y="240"/>
                  </a:cubicBezTo>
                  <a:cubicBezTo>
                    <a:pt x="5296" y="240"/>
                    <a:pt x="1" y="4370"/>
                    <a:pt x="1698" y="9552"/>
                  </a:cubicBezTo>
                  <a:cubicBezTo>
                    <a:pt x="2067" y="10476"/>
                    <a:pt x="2622" y="11275"/>
                    <a:pt x="3331" y="11984"/>
                  </a:cubicBezTo>
                  <a:cubicBezTo>
                    <a:pt x="4071" y="12694"/>
                    <a:pt x="4928" y="13278"/>
                    <a:pt x="5889" y="13744"/>
                  </a:cubicBezTo>
                  <a:cubicBezTo>
                    <a:pt x="6377" y="13988"/>
                    <a:pt x="6873" y="14173"/>
                    <a:pt x="7397" y="14358"/>
                  </a:cubicBezTo>
                  <a:cubicBezTo>
                    <a:pt x="8573" y="14781"/>
                    <a:pt x="9754" y="14976"/>
                    <a:pt x="10913" y="14976"/>
                  </a:cubicBezTo>
                  <a:cubicBezTo>
                    <a:pt x="13638" y="14976"/>
                    <a:pt x="16236" y="13897"/>
                    <a:pt x="18331" y="12169"/>
                  </a:cubicBezTo>
                  <a:cubicBezTo>
                    <a:pt x="18760" y="11829"/>
                    <a:pt x="19196" y="11430"/>
                    <a:pt x="19566" y="11031"/>
                  </a:cubicBezTo>
                  <a:cubicBezTo>
                    <a:pt x="22117" y="7889"/>
                    <a:pt x="25754" y="4281"/>
                    <a:pt x="25480"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1" name="Google Shape;1581;p43"/>
            <p:cNvSpPr/>
            <p:nvPr/>
          </p:nvSpPr>
          <p:spPr>
            <a:xfrm flipH="1">
              <a:off x="1814475" y="992425"/>
              <a:ext cx="406200" cy="246525"/>
            </a:xfrm>
            <a:custGeom>
              <a:avLst/>
              <a:gdLst/>
              <a:ahLst/>
              <a:cxnLst/>
              <a:rect l="l" t="t" r="r" b="b"/>
              <a:pathLst>
                <a:path w="16248" h="9861" extrusionOk="0">
                  <a:moveTo>
                    <a:pt x="15623" y="0"/>
                  </a:moveTo>
                  <a:cubicBezTo>
                    <a:pt x="15151" y="0"/>
                    <a:pt x="14522" y="352"/>
                    <a:pt x="14172" y="613"/>
                  </a:cubicBezTo>
                  <a:cubicBezTo>
                    <a:pt x="12905" y="1566"/>
                    <a:pt x="11546" y="1867"/>
                    <a:pt x="10103" y="1867"/>
                  </a:cubicBezTo>
                  <a:cubicBezTo>
                    <a:pt x="9542" y="1867"/>
                    <a:pt x="8969" y="1822"/>
                    <a:pt x="8384" y="1752"/>
                  </a:cubicBezTo>
                  <a:cubicBezTo>
                    <a:pt x="7835" y="1685"/>
                    <a:pt x="7280" y="1651"/>
                    <a:pt x="6725" y="1651"/>
                  </a:cubicBezTo>
                  <a:cubicBezTo>
                    <a:pt x="5746" y="1651"/>
                    <a:pt x="4766" y="1756"/>
                    <a:pt x="3822" y="1973"/>
                  </a:cubicBezTo>
                  <a:cubicBezTo>
                    <a:pt x="2063" y="2617"/>
                    <a:pt x="555" y="3822"/>
                    <a:pt x="252" y="5818"/>
                  </a:cubicBezTo>
                  <a:cubicBezTo>
                    <a:pt x="0" y="7481"/>
                    <a:pt x="836" y="8841"/>
                    <a:pt x="2033" y="9736"/>
                  </a:cubicBezTo>
                  <a:cubicBezTo>
                    <a:pt x="2568" y="9820"/>
                    <a:pt x="3099" y="9860"/>
                    <a:pt x="3626" y="9860"/>
                  </a:cubicBezTo>
                  <a:cubicBezTo>
                    <a:pt x="6350" y="9860"/>
                    <a:pt x="8937" y="8781"/>
                    <a:pt x="11030" y="7052"/>
                  </a:cubicBezTo>
                  <a:cubicBezTo>
                    <a:pt x="11459" y="6712"/>
                    <a:pt x="11895" y="6313"/>
                    <a:pt x="12265" y="5914"/>
                  </a:cubicBezTo>
                  <a:cubicBezTo>
                    <a:pt x="13522" y="4376"/>
                    <a:pt x="15067" y="2713"/>
                    <a:pt x="16235" y="894"/>
                  </a:cubicBezTo>
                  <a:lnTo>
                    <a:pt x="16235" y="798"/>
                  </a:lnTo>
                  <a:cubicBezTo>
                    <a:pt x="16248" y="202"/>
                    <a:pt x="15980" y="0"/>
                    <a:pt x="15623"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2" name="Google Shape;1582;p43"/>
            <p:cNvSpPr/>
            <p:nvPr/>
          </p:nvSpPr>
          <p:spPr>
            <a:xfrm flipH="1">
              <a:off x="2282950" y="1116975"/>
              <a:ext cx="33100" cy="31775"/>
            </a:xfrm>
            <a:custGeom>
              <a:avLst/>
              <a:gdLst/>
              <a:ahLst/>
              <a:cxnLst/>
              <a:rect l="l" t="t" r="r" b="b"/>
              <a:pathLst>
                <a:path w="1324" h="1271" extrusionOk="0">
                  <a:moveTo>
                    <a:pt x="662" y="0"/>
                  </a:moveTo>
                  <a:cubicBezTo>
                    <a:pt x="331" y="0"/>
                    <a:pt x="1" y="207"/>
                    <a:pt x="1" y="621"/>
                  </a:cubicBezTo>
                  <a:cubicBezTo>
                    <a:pt x="1" y="1054"/>
                    <a:pt x="331" y="1270"/>
                    <a:pt x="662" y="1270"/>
                  </a:cubicBezTo>
                  <a:cubicBezTo>
                    <a:pt x="993" y="1270"/>
                    <a:pt x="1324" y="1054"/>
                    <a:pt x="1324" y="621"/>
                  </a:cubicBezTo>
                  <a:cubicBezTo>
                    <a:pt x="1324" y="207"/>
                    <a:pt x="993" y="0"/>
                    <a:pt x="662"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3" name="Google Shape;1583;p43"/>
            <p:cNvSpPr/>
            <p:nvPr/>
          </p:nvSpPr>
          <p:spPr>
            <a:xfrm rot="-232915" flipH="1">
              <a:off x="2244503" y="1164276"/>
              <a:ext cx="50100" cy="78350"/>
            </a:xfrm>
            <a:custGeom>
              <a:avLst/>
              <a:gdLst/>
              <a:ahLst/>
              <a:cxnLst/>
              <a:rect l="l" t="t" r="r" b="b"/>
              <a:pathLst>
                <a:path w="2004" h="3134" extrusionOk="0">
                  <a:moveTo>
                    <a:pt x="1175" y="1"/>
                  </a:moveTo>
                  <a:cubicBezTo>
                    <a:pt x="751" y="1"/>
                    <a:pt x="269" y="206"/>
                    <a:pt x="126" y="548"/>
                  </a:cubicBezTo>
                  <a:cubicBezTo>
                    <a:pt x="0" y="918"/>
                    <a:pt x="0" y="1317"/>
                    <a:pt x="96" y="1627"/>
                  </a:cubicBezTo>
                  <a:cubicBezTo>
                    <a:pt x="126" y="1842"/>
                    <a:pt x="215" y="1997"/>
                    <a:pt x="311" y="2182"/>
                  </a:cubicBezTo>
                  <a:cubicBezTo>
                    <a:pt x="436" y="2396"/>
                    <a:pt x="525" y="2640"/>
                    <a:pt x="651" y="2825"/>
                  </a:cubicBezTo>
                  <a:cubicBezTo>
                    <a:pt x="743" y="2923"/>
                    <a:pt x="934" y="3134"/>
                    <a:pt x="1144" y="3134"/>
                  </a:cubicBezTo>
                  <a:cubicBezTo>
                    <a:pt x="1203" y="3134"/>
                    <a:pt x="1263" y="3117"/>
                    <a:pt x="1324" y="3076"/>
                  </a:cubicBezTo>
                  <a:cubicBezTo>
                    <a:pt x="1479" y="2980"/>
                    <a:pt x="1479" y="2795"/>
                    <a:pt x="1508" y="2677"/>
                  </a:cubicBezTo>
                  <a:cubicBezTo>
                    <a:pt x="1575" y="2396"/>
                    <a:pt x="1693" y="1812"/>
                    <a:pt x="1693" y="1812"/>
                  </a:cubicBezTo>
                  <a:cubicBezTo>
                    <a:pt x="1730" y="1686"/>
                    <a:pt x="1760" y="1568"/>
                    <a:pt x="1789" y="1442"/>
                  </a:cubicBezTo>
                  <a:cubicBezTo>
                    <a:pt x="1878" y="1102"/>
                    <a:pt x="2004" y="644"/>
                    <a:pt x="1848" y="334"/>
                  </a:cubicBezTo>
                  <a:cubicBezTo>
                    <a:pt x="1747" y="104"/>
                    <a:pt x="1476" y="1"/>
                    <a:pt x="1175"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4" name="Google Shape;1584;p43"/>
            <p:cNvSpPr/>
            <p:nvPr/>
          </p:nvSpPr>
          <p:spPr>
            <a:xfrm flipH="1">
              <a:off x="2224125" y="1074475"/>
              <a:ext cx="46650" cy="29000"/>
            </a:xfrm>
            <a:custGeom>
              <a:avLst/>
              <a:gdLst/>
              <a:ahLst/>
              <a:cxnLst/>
              <a:rect l="l" t="t" r="r" b="b"/>
              <a:pathLst>
                <a:path w="1866" h="1160" extrusionOk="0">
                  <a:moveTo>
                    <a:pt x="1600" y="0"/>
                  </a:moveTo>
                  <a:cubicBezTo>
                    <a:pt x="1417" y="0"/>
                    <a:pt x="1182" y="71"/>
                    <a:pt x="1080" y="103"/>
                  </a:cubicBezTo>
                  <a:cubicBezTo>
                    <a:pt x="740" y="259"/>
                    <a:pt x="252" y="540"/>
                    <a:pt x="38" y="909"/>
                  </a:cubicBezTo>
                  <a:lnTo>
                    <a:pt x="38" y="968"/>
                  </a:lnTo>
                  <a:cubicBezTo>
                    <a:pt x="1" y="968"/>
                    <a:pt x="1" y="998"/>
                    <a:pt x="38" y="998"/>
                  </a:cubicBezTo>
                  <a:cubicBezTo>
                    <a:pt x="89" y="1116"/>
                    <a:pt x="194" y="1159"/>
                    <a:pt x="321" y="1159"/>
                  </a:cubicBezTo>
                  <a:cubicBezTo>
                    <a:pt x="561" y="1159"/>
                    <a:pt x="882" y="1006"/>
                    <a:pt x="1080" y="909"/>
                  </a:cubicBezTo>
                  <a:cubicBezTo>
                    <a:pt x="1332" y="784"/>
                    <a:pt x="1790" y="503"/>
                    <a:pt x="1849" y="200"/>
                  </a:cubicBezTo>
                  <a:cubicBezTo>
                    <a:pt x="1866" y="47"/>
                    <a:pt x="1750" y="0"/>
                    <a:pt x="1600"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5" name="Google Shape;1585;p43"/>
            <p:cNvSpPr/>
            <p:nvPr/>
          </p:nvSpPr>
          <p:spPr>
            <a:xfrm flipH="1">
              <a:off x="2228775" y="1055675"/>
              <a:ext cx="36450" cy="20525"/>
            </a:xfrm>
            <a:custGeom>
              <a:avLst/>
              <a:gdLst/>
              <a:ahLst/>
              <a:cxnLst/>
              <a:rect l="l" t="t" r="r" b="b"/>
              <a:pathLst>
                <a:path w="1458" h="821" extrusionOk="0">
                  <a:moveTo>
                    <a:pt x="1335" y="0"/>
                  </a:moveTo>
                  <a:cubicBezTo>
                    <a:pt x="1236" y="0"/>
                    <a:pt x="1099" y="40"/>
                    <a:pt x="1043" y="57"/>
                  </a:cubicBezTo>
                  <a:cubicBezTo>
                    <a:pt x="673" y="183"/>
                    <a:pt x="304" y="368"/>
                    <a:pt x="30" y="671"/>
                  </a:cubicBezTo>
                  <a:cubicBezTo>
                    <a:pt x="1" y="700"/>
                    <a:pt x="1" y="700"/>
                    <a:pt x="1" y="737"/>
                  </a:cubicBezTo>
                  <a:lnTo>
                    <a:pt x="1" y="767"/>
                  </a:lnTo>
                  <a:cubicBezTo>
                    <a:pt x="46" y="805"/>
                    <a:pt x="109" y="820"/>
                    <a:pt x="182" y="820"/>
                  </a:cubicBezTo>
                  <a:cubicBezTo>
                    <a:pt x="409" y="820"/>
                    <a:pt x="735" y="671"/>
                    <a:pt x="925" y="582"/>
                  </a:cubicBezTo>
                  <a:cubicBezTo>
                    <a:pt x="1043" y="515"/>
                    <a:pt x="1442" y="301"/>
                    <a:pt x="1442" y="87"/>
                  </a:cubicBezTo>
                  <a:cubicBezTo>
                    <a:pt x="1458" y="21"/>
                    <a:pt x="1407" y="0"/>
                    <a:pt x="1335"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6" name="Google Shape;1586;p43"/>
            <p:cNvSpPr/>
            <p:nvPr/>
          </p:nvSpPr>
          <p:spPr>
            <a:xfrm flipH="1">
              <a:off x="2224525" y="1098900"/>
              <a:ext cx="40700" cy="20000"/>
            </a:xfrm>
            <a:custGeom>
              <a:avLst/>
              <a:gdLst/>
              <a:ahLst/>
              <a:cxnLst/>
              <a:rect l="l" t="t" r="r" b="b"/>
              <a:pathLst>
                <a:path w="1628" h="800" extrusionOk="0">
                  <a:moveTo>
                    <a:pt x="1256" y="0"/>
                  </a:moveTo>
                  <a:cubicBezTo>
                    <a:pt x="1014" y="0"/>
                    <a:pt x="686" y="181"/>
                    <a:pt x="400" y="361"/>
                  </a:cubicBezTo>
                  <a:cubicBezTo>
                    <a:pt x="245" y="420"/>
                    <a:pt x="1" y="575"/>
                    <a:pt x="30" y="701"/>
                  </a:cubicBezTo>
                  <a:cubicBezTo>
                    <a:pt x="47" y="772"/>
                    <a:pt x="117" y="799"/>
                    <a:pt x="212" y="799"/>
                  </a:cubicBezTo>
                  <a:cubicBezTo>
                    <a:pt x="444" y="799"/>
                    <a:pt x="832" y="635"/>
                    <a:pt x="984" y="546"/>
                  </a:cubicBezTo>
                  <a:cubicBezTo>
                    <a:pt x="1169" y="450"/>
                    <a:pt x="1627" y="117"/>
                    <a:pt x="1383" y="21"/>
                  </a:cubicBezTo>
                  <a:cubicBezTo>
                    <a:pt x="1344" y="7"/>
                    <a:pt x="1302" y="0"/>
                    <a:pt x="1256"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87" name="Google Shape;1587;p43"/>
            <p:cNvGrpSpPr/>
            <p:nvPr/>
          </p:nvGrpSpPr>
          <p:grpSpPr>
            <a:xfrm>
              <a:off x="1808675" y="971622"/>
              <a:ext cx="248068" cy="201860"/>
              <a:chOff x="1808700" y="965100"/>
              <a:chExt cx="262450" cy="208275"/>
            </a:xfrm>
          </p:grpSpPr>
          <p:sp>
            <p:nvSpPr>
              <p:cNvPr id="1588" name="Google Shape;1588;p43"/>
              <p:cNvSpPr/>
              <p:nvPr/>
            </p:nvSpPr>
            <p:spPr>
              <a:xfrm flipH="1">
                <a:off x="1808700" y="965100"/>
                <a:ext cx="262450" cy="105075"/>
              </a:xfrm>
              <a:custGeom>
                <a:avLst/>
                <a:gdLst/>
                <a:ahLst/>
                <a:cxnLst/>
                <a:rect l="l" t="t" r="r" b="b"/>
                <a:pathLst>
                  <a:path w="10498" h="4203" extrusionOk="0">
                    <a:moveTo>
                      <a:pt x="5545" y="1"/>
                    </a:moveTo>
                    <a:cubicBezTo>
                      <a:pt x="4604" y="1"/>
                      <a:pt x="3667" y="67"/>
                      <a:pt x="2735" y="139"/>
                    </a:cubicBezTo>
                    <a:cubicBezTo>
                      <a:pt x="2307" y="723"/>
                      <a:pt x="1811" y="1248"/>
                      <a:pt x="1294" y="1617"/>
                    </a:cubicBezTo>
                    <a:cubicBezTo>
                      <a:pt x="858" y="1921"/>
                      <a:pt x="429" y="2172"/>
                      <a:pt x="0" y="2386"/>
                    </a:cubicBezTo>
                    <a:cubicBezTo>
                      <a:pt x="1897" y="3327"/>
                      <a:pt x="4096" y="4203"/>
                      <a:pt x="6190" y="4203"/>
                    </a:cubicBezTo>
                    <a:cubicBezTo>
                      <a:pt x="7321" y="4203"/>
                      <a:pt x="8420" y="3948"/>
                      <a:pt x="9426" y="3310"/>
                    </a:cubicBezTo>
                    <a:cubicBezTo>
                      <a:pt x="10498" y="2571"/>
                      <a:pt x="10069" y="782"/>
                      <a:pt x="8805" y="353"/>
                    </a:cubicBezTo>
                    <a:cubicBezTo>
                      <a:pt x="7717" y="88"/>
                      <a:pt x="6629" y="1"/>
                      <a:pt x="5545"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89" name="Google Shape;1589;p43"/>
              <p:cNvSpPr/>
              <p:nvPr/>
            </p:nvSpPr>
            <p:spPr>
              <a:xfrm flipH="1">
                <a:off x="1832700" y="980025"/>
                <a:ext cx="236975" cy="193350"/>
              </a:xfrm>
              <a:custGeom>
                <a:avLst/>
                <a:gdLst/>
                <a:ahLst/>
                <a:cxnLst/>
                <a:rect l="l" t="t" r="r" b="b"/>
                <a:pathLst>
                  <a:path w="9479" h="7734" extrusionOk="0">
                    <a:moveTo>
                      <a:pt x="2307" y="0"/>
                    </a:moveTo>
                    <a:cubicBezTo>
                      <a:pt x="2004" y="399"/>
                      <a:pt x="1634" y="739"/>
                      <a:pt x="1235" y="1020"/>
                    </a:cubicBezTo>
                    <a:cubicBezTo>
                      <a:pt x="828" y="1294"/>
                      <a:pt x="399" y="1545"/>
                      <a:pt x="0" y="1760"/>
                    </a:cubicBezTo>
                    <a:cubicBezTo>
                      <a:pt x="1634" y="4650"/>
                      <a:pt x="3911" y="7548"/>
                      <a:pt x="7297" y="7733"/>
                    </a:cubicBezTo>
                    <a:cubicBezTo>
                      <a:pt x="7308" y="7733"/>
                      <a:pt x="7319" y="7733"/>
                      <a:pt x="7331" y="7733"/>
                    </a:cubicBezTo>
                    <a:cubicBezTo>
                      <a:pt x="8728" y="7733"/>
                      <a:pt x="9479" y="5905"/>
                      <a:pt x="8657" y="4746"/>
                    </a:cubicBezTo>
                    <a:cubicBezTo>
                      <a:pt x="6898" y="2684"/>
                      <a:pt x="4562" y="1390"/>
                      <a:pt x="2307"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90" name="Google Shape;1590;p43"/>
            <p:cNvSpPr/>
            <p:nvPr/>
          </p:nvSpPr>
          <p:spPr>
            <a:xfrm flipH="1">
              <a:off x="2010325" y="1182250"/>
              <a:ext cx="63225" cy="185800"/>
            </a:xfrm>
            <a:custGeom>
              <a:avLst/>
              <a:gdLst/>
              <a:ahLst/>
              <a:cxnLst/>
              <a:rect l="l" t="t" r="r" b="b"/>
              <a:pathLst>
                <a:path w="2529" h="7432" extrusionOk="0">
                  <a:moveTo>
                    <a:pt x="2218" y="1"/>
                  </a:moveTo>
                  <a:cubicBezTo>
                    <a:pt x="2096" y="1"/>
                    <a:pt x="1974" y="77"/>
                    <a:pt x="1974" y="228"/>
                  </a:cubicBezTo>
                  <a:cubicBezTo>
                    <a:pt x="1974" y="1921"/>
                    <a:pt x="1944" y="3621"/>
                    <a:pt x="1944" y="5314"/>
                  </a:cubicBezTo>
                  <a:cubicBezTo>
                    <a:pt x="1390" y="5189"/>
                    <a:pt x="835" y="5159"/>
                    <a:pt x="311" y="5063"/>
                  </a:cubicBezTo>
                  <a:cubicBezTo>
                    <a:pt x="302" y="5062"/>
                    <a:pt x="293" y="5062"/>
                    <a:pt x="284" y="5062"/>
                  </a:cubicBezTo>
                  <a:cubicBezTo>
                    <a:pt x="0" y="5062"/>
                    <a:pt x="9" y="5530"/>
                    <a:pt x="311" y="5558"/>
                  </a:cubicBezTo>
                  <a:cubicBezTo>
                    <a:pt x="680" y="5618"/>
                    <a:pt x="1079" y="5654"/>
                    <a:pt x="1479" y="5714"/>
                  </a:cubicBezTo>
                  <a:cubicBezTo>
                    <a:pt x="1419" y="5743"/>
                    <a:pt x="1353" y="5773"/>
                    <a:pt x="1323" y="5802"/>
                  </a:cubicBezTo>
                  <a:cubicBezTo>
                    <a:pt x="1020" y="5928"/>
                    <a:pt x="710" y="6054"/>
                    <a:pt x="429" y="6172"/>
                  </a:cubicBezTo>
                  <a:cubicBezTo>
                    <a:pt x="196" y="6304"/>
                    <a:pt x="339" y="6641"/>
                    <a:pt x="560" y="6641"/>
                  </a:cubicBezTo>
                  <a:cubicBezTo>
                    <a:pt x="598" y="6641"/>
                    <a:pt x="639" y="6631"/>
                    <a:pt x="680" y="6608"/>
                  </a:cubicBezTo>
                  <a:cubicBezTo>
                    <a:pt x="954" y="6482"/>
                    <a:pt x="1235" y="6357"/>
                    <a:pt x="1508" y="6239"/>
                  </a:cubicBezTo>
                  <a:cubicBezTo>
                    <a:pt x="1663" y="6172"/>
                    <a:pt x="1848" y="6054"/>
                    <a:pt x="2033" y="5987"/>
                  </a:cubicBezTo>
                  <a:lnTo>
                    <a:pt x="2033" y="5987"/>
                  </a:lnTo>
                  <a:cubicBezTo>
                    <a:pt x="2003" y="6357"/>
                    <a:pt x="1944" y="6763"/>
                    <a:pt x="1878" y="7133"/>
                  </a:cubicBezTo>
                  <a:cubicBezTo>
                    <a:pt x="1843" y="7314"/>
                    <a:pt x="1991" y="7431"/>
                    <a:pt x="2131" y="7431"/>
                  </a:cubicBezTo>
                  <a:cubicBezTo>
                    <a:pt x="2226" y="7431"/>
                    <a:pt x="2317" y="7377"/>
                    <a:pt x="2344" y="7251"/>
                  </a:cubicBezTo>
                  <a:cubicBezTo>
                    <a:pt x="2462" y="6763"/>
                    <a:pt x="2528" y="6209"/>
                    <a:pt x="2528" y="5684"/>
                  </a:cubicBezTo>
                  <a:cubicBezTo>
                    <a:pt x="2528" y="5558"/>
                    <a:pt x="2499" y="5499"/>
                    <a:pt x="2403" y="5470"/>
                  </a:cubicBezTo>
                  <a:cubicBezTo>
                    <a:pt x="2432" y="3710"/>
                    <a:pt x="2462" y="1988"/>
                    <a:pt x="2462" y="228"/>
                  </a:cubicBezTo>
                  <a:cubicBezTo>
                    <a:pt x="2462" y="77"/>
                    <a:pt x="2340" y="1"/>
                    <a:pt x="2218"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1591" name="Google Shape;1591;p43"/>
            <p:cNvGrpSpPr/>
            <p:nvPr/>
          </p:nvGrpSpPr>
          <p:grpSpPr>
            <a:xfrm>
              <a:off x="1808675" y="971534"/>
              <a:ext cx="248068" cy="201860"/>
              <a:chOff x="1808700" y="965010"/>
              <a:chExt cx="262450" cy="208275"/>
            </a:xfrm>
          </p:grpSpPr>
          <p:sp>
            <p:nvSpPr>
              <p:cNvPr id="1592" name="Google Shape;1592;p43"/>
              <p:cNvSpPr/>
              <p:nvPr/>
            </p:nvSpPr>
            <p:spPr>
              <a:xfrm flipH="1">
                <a:off x="1808700" y="965010"/>
                <a:ext cx="262450" cy="105075"/>
              </a:xfrm>
              <a:custGeom>
                <a:avLst/>
                <a:gdLst/>
                <a:ahLst/>
                <a:cxnLst/>
                <a:rect l="l" t="t" r="r" b="b"/>
                <a:pathLst>
                  <a:path w="10498" h="4203" extrusionOk="0">
                    <a:moveTo>
                      <a:pt x="5545" y="1"/>
                    </a:moveTo>
                    <a:cubicBezTo>
                      <a:pt x="4604" y="1"/>
                      <a:pt x="3667" y="67"/>
                      <a:pt x="2735" y="139"/>
                    </a:cubicBezTo>
                    <a:cubicBezTo>
                      <a:pt x="2307" y="723"/>
                      <a:pt x="1811" y="1248"/>
                      <a:pt x="1294" y="1617"/>
                    </a:cubicBezTo>
                    <a:cubicBezTo>
                      <a:pt x="858" y="1921"/>
                      <a:pt x="429" y="2172"/>
                      <a:pt x="0" y="2386"/>
                    </a:cubicBezTo>
                    <a:cubicBezTo>
                      <a:pt x="1897" y="3327"/>
                      <a:pt x="4096" y="4203"/>
                      <a:pt x="6190" y="4203"/>
                    </a:cubicBezTo>
                    <a:cubicBezTo>
                      <a:pt x="7321" y="4203"/>
                      <a:pt x="8420" y="3948"/>
                      <a:pt x="9426" y="3310"/>
                    </a:cubicBezTo>
                    <a:cubicBezTo>
                      <a:pt x="10498" y="2571"/>
                      <a:pt x="10069" y="782"/>
                      <a:pt x="8805" y="353"/>
                    </a:cubicBezTo>
                    <a:cubicBezTo>
                      <a:pt x="7717" y="88"/>
                      <a:pt x="6629" y="1"/>
                      <a:pt x="5545" y="1"/>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593" name="Google Shape;1593;p43"/>
              <p:cNvSpPr/>
              <p:nvPr/>
            </p:nvSpPr>
            <p:spPr>
              <a:xfrm flipH="1">
                <a:off x="1832700" y="979935"/>
                <a:ext cx="236975" cy="193350"/>
              </a:xfrm>
              <a:custGeom>
                <a:avLst/>
                <a:gdLst/>
                <a:ahLst/>
                <a:cxnLst/>
                <a:rect l="l" t="t" r="r" b="b"/>
                <a:pathLst>
                  <a:path w="9479" h="7734" extrusionOk="0">
                    <a:moveTo>
                      <a:pt x="2307" y="0"/>
                    </a:moveTo>
                    <a:cubicBezTo>
                      <a:pt x="2004" y="399"/>
                      <a:pt x="1634" y="739"/>
                      <a:pt x="1235" y="1020"/>
                    </a:cubicBezTo>
                    <a:cubicBezTo>
                      <a:pt x="828" y="1294"/>
                      <a:pt x="399" y="1545"/>
                      <a:pt x="0" y="1760"/>
                    </a:cubicBezTo>
                    <a:cubicBezTo>
                      <a:pt x="1634" y="4650"/>
                      <a:pt x="3911" y="7548"/>
                      <a:pt x="7297" y="7733"/>
                    </a:cubicBezTo>
                    <a:cubicBezTo>
                      <a:pt x="7308" y="7733"/>
                      <a:pt x="7319" y="7733"/>
                      <a:pt x="7331" y="7733"/>
                    </a:cubicBezTo>
                    <a:cubicBezTo>
                      <a:pt x="8728" y="7733"/>
                      <a:pt x="9479" y="5905"/>
                      <a:pt x="8657" y="4746"/>
                    </a:cubicBezTo>
                    <a:cubicBezTo>
                      <a:pt x="6898" y="2684"/>
                      <a:pt x="4562" y="1390"/>
                      <a:pt x="2307"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594" name="Google Shape;1594;p43"/>
            <p:cNvSpPr/>
            <p:nvPr/>
          </p:nvSpPr>
          <p:spPr>
            <a:xfrm flipH="1">
              <a:off x="1779300" y="971525"/>
              <a:ext cx="286500" cy="162250"/>
            </a:xfrm>
            <a:custGeom>
              <a:avLst/>
              <a:gdLst/>
              <a:ahLst/>
              <a:cxnLst/>
              <a:rect l="l" t="t" r="r" b="b"/>
              <a:pathLst>
                <a:path w="11460" h="6490" extrusionOk="0">
                  <a:moveTo>
                    <a:pt x="2433" y="0"/>
                  </a:moveTo>
                  <a:cubicBezTo>
                    <a:pt x="2034" y="525"/>
                    <a:pt x="1568" y="1020"/>
                    <a:pt x="1080" y="1360"/>
                  </a:cubicBezTo>
                  <a:cubicBezTo>
                    <a:pt x="710" y="1604"/>
                    <a:pt x="341" y="1819"/>
                    <a:pt x="1" y="2033"/>
                  </a:cubicBezTo>
                  <a:cubicBezTo>
                    <a:pt x="2297" y="4442"/>
                    <a:pt x="4688" y="6489"/>
                    <a:pt x="7863" y="6489"/>
                  </a:cubicBezTo>
                  <a:cubicBezTo>
                    <a:pt x="8429" y="6489"/>
                    <a:pt x="9021" y="6424"/>
                    <a:pt x="9641" y="6284"/>
                  </a:cubicBezTo>
                  <a:cubicBezTo>
                    <a:pt x="11208" y="5855"/>
                    <a:pt x="11459" y="3608"/>
                    <a:pt x="10166" y="2588"/>
                  </a:cubicBezTo>
                  <a:cubicBezTo>
                    <a:pt x="7482" y="806"/>
                    <a:pt x="5360" y="806"/>
                    <a:pt x="2433"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2" name="Google Shape;5486;p70">
            <a:extLst>
              <a:ext uri="{FF2B5EF4-FFF2-40B4-BE49-F238E27FC236}">
                <a16:creationId xmlns:a16="http://schemas.microsoft.com/office/drawing/2014/main" id="{8FB8CA21-CCAD-FA11-FD9B-2AFF389E8506}"/>
              </a:ext>
            </a:extLst>
          </p:cNvPr>
          <p:cNvSpPr txBox="1">
            <a:spLocks noGrp="1"/>
          </p:cNvSpPr>
          <p:nvPr>
            <p:ph type="subTitle" idx="1"/>
          </p:nvPr>
        </p:nvSpPr>
        <p:spPr>
          <a:xfrm>
            <a:off x="2846439" y="4105056"/>
            <a:ext cx="3487993" cy="683956"/>
          </a:xfrm>
          <a:prstGeom prst="rect">
            <a:avLst/>
          </a:prstGeom>
        </p:spPr>
        <p:txBody>
          <a:bodyPr spcFirstLastPara="1" wrap="square" lIns="14400" tIns="14400" rIns="14400" bIns="14400" anchor="t" anchorCtr="0">
            <a:noAutofit/>
          </a:bodyPr>
          <a:lstStyle/>
          <a:p>
            <a:pPr marL="0" lvl="0" indent="0" algn="ctr" rtl="0">
              <a:spcBef>
                <a:spcPts val="0"/>
              </a:spcBef>
              <a:spcAft>
                <a:spcPts val="0"/>
              </a:spcAft>
              <a:buNone/>
            </a:pPr>
            <a:r>
              <a:rPr lang="pt-BR" b="0" i="0" dirty="0">
                <a:solidFill>
                  <a:srgbClr val="131313"/>
                </a:solidFill>
                <a:effectLst/>
                <a:latin typeface="-apple-system"/>
              </a:rPr>
              <a:t>Qual é o ator que manja de SQL? </a:t>
            </a:r>
          </a:p>
          <a:p>
            <a:pPr marL="0" lvl="0" indent="0" algn="ctr" rtl="0">
              <a:spcBef>
                <a:spcPts val="0"/>
              </a:spcBef>
              <a:spcAft>
                <a:spcPts val="0"/>
              </a:spcAft>
              <a:buNone/>
            </a:pPr>
            <a:r>
              <a:rPr lang="pt-BR" b="0" i="0" dirty="0">
                <a:solidFill>
                  <a:srgbClr val="131313"/>
                </a:solidFill>
                <a:effectLst/>
                <a:latin typeface="-apple-system"/>
              </a:rPr>
              <a:t>Jim Query!</a:t>
            </a:r>
            <a:endParaRPr lang="en-US" dirty="0"/>
          </a:p>
        </p:txBody>
      </p:sp>
    </p:spTree>
    <p:extLst>
      <p:ext uri="{BB962C8B-B14F-4D97-AF65-F5344CB8AC3E}">
        <p14:creationId xmlns:p14="http://schemas.microsoft.com/office/powerpoint/2010/main" val="9655304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314"/>
        <p:cNvGrpSpPr/>
        <p:nvPr/>
      </p:nvGrpSpPr>
      <p:grpSpPr>
        <a:xfrm>
          <a:off x="0" y="0"/>
          <a:ext cx="0" cy="0"/>
          <a:chOff x="0" y="0"/>
          <a:chExt cx="0" cy="0"/>
        </a:xfrm>
      </p:grpSpPr>
      <p:sp>
        <p:nvSpPr>
          <p:cNvPr id="3315" name="Google Shape;3315;p57"/>
          <p:cNvSpPr txBox="1">
            <a:spLocks noGrp="1"/>
          </p:cNvSpPr>
          <p:nvPr>
            <p:ph type="subTitle" idx="1"/>
          </p:nvPr>
        </p:nvSpPr>
        <p:spPr>
          <a:xfrm>
            <a:off x="2546473" y="934973"/>
            <a:ext cx="3485700" cy="594000"/>
          </a:xfrm>
          <a:prstGeom prst="rect">
            <a:avLst/>
          </a:prstGeom>
        </p:spPr>
        <p:txBody>
          <a:bodyPr spcFirstLastPara="1" wrap="square" lIns="14400" tIns="14400" rIns="14400" bIns="14400" anchor="ctr" anchorCtr="0">
            <a:noAutofit/>
          </a:bodyPr>
          <a:lstStyle/>
          <a:p>
            <a:pPr marL="0" lvl="0" indent="0" algn="l" rtl="0">
              <a:spcBef>
                <a:spcPts val="0"/>
              </a:spcBef>
              <a:spcAft>
                <a:spcPts val="0"/>
              </a:spcAft>
              <a:buNone/>
            </a:pPr>
            <a:r>
              <a:rPr lang="pt-BR" dirty="0"/>
              <a:t>Quantidade total de estudantes cadastrados no Banco de dados;</a:t>
            </a:r>
            <a:endParaRPr dirty="0"/>
          </a:p>
        </p:txBody>
      </p:sp>
      <p:sp>
        <p:nvSpPr>
          <p:cNvPr id="3318" name="Google Shape;3318;p57"/>
          <p:cNvSpPr/>
          <p:nvPr/>
        </p:nvSpPr>
        <p:spPr>
          <a:xfrm>
            <a:off x="704643" y="802374"/>
            <a:ext cx="1716000" cy="859200"/>
          </a:xfrm>
          <a:prstGeom prst="roundRect">
            <a:avLst>
              <a:gd name="adj" fmla="val 16667"/>
            </a:avLst>
          </a:pr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319" name="Google Shape;3319;p57"/>
          <p:cNvGrpSpPr/>
          <p:nvPr/>
        </p:nvGrpSpPr>
        <p:grpSpPr>
          <a:xfrm>
            <a:off x="81515" y="665412"/>
            <a:ext cx="623142" cy="4481406"/>
            <a:chOff x="1666197" y="662050"/>
            <a:chExt cx="623142" cy="4481406"/>
          </a:xfrm>
        </p:grpSpPr>
        <p:sp>
          <p:nvSpPr>
            <p:cNvPr id="3320" name="Google Shape;3320;p57"/>
            <p:cNvSpPr/>
            <p:nvPr/>
          </p:nvSpPr>
          <p:spPr>
            <a:xfrm flipH="1">
              <a:off x="1666197" y="662050"/>
              <a:ext cx="210628" cy="4481406"/>
            </a:xfrm>
            <a:custGeom>
              <a:avLst/>
              <a:gdLst/>
              <a:ahLst/>
              <a:cxnLst/>
              <a:rect l="l" t="t" r="r" b="b"/>
              <a:pathLst>
                <a:path w="3476" h="87081" extrusionOk="0">
                  <a:moveTo>
                    <a:pt x="1412" y="1"/>
                  </a:moveTo>
                  <a:cubicBezTo>
                    <a:pt x="644" y="1"/>
                    <a:pt x="0" y="651"/>
                    <a:pt x="0" y="1450"/>
                  </a:cubicBezTo>
                  <a:lnTo>
                    <a:pt x="0" y="87081"/>
                  </a:lnTo>
                  <a:lnTo>
                    <a:pt x="3475" y="87081"/>
                  </a:lnTo>
                  <a:lnTo>
                    <a:pt x="3475" y="1450"/>
                  </a:lnTo>
                  <a:cubicBezTo>
                    <a:pt x="3475" y="651"/>
                    <a:pt x="2832" y="1"/>
                    <a:pt x="2033"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57"/>
            <p:cNvSpPr/>
            <p:nvPr/>
          </p:nvSpPr>
          <p:spPr>
            <a:xfrm flipH="1">
              <a:off x="1869587" y="892449"/>
              <a:ext cx="87852" cy="593828"/>
            </a:xfrm>
            <a:custGeom>
              <a:avLst/>
              <a:gdLst/>
              <a:ahLst/>
              <a:cxnLst/>
              <a:rect l="l" t="t" r="r" b="b"/>
              <a:pathLst>
                <a:path w="1450" h="4348" extrusionOk="0">
                  <a:moveTo>
                    <a:pt x="1" y="1"/>
                  </a:moveTo>
                  <a:lnTo>
                    <a:pt x="1" y="4348"/>
                  </a:lnTo>
                  <a:lnTo>
                    <a:pt x="1450" y="4348"/>
                  </a:lnTo>
                  <a:lnTo>
                    <a:pt x="1450" y="1"/>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22" name="Google Shape;3322;p57"/>
            <p:cNvGrpSpPr/>
            <p:nvPr/>
          </p:nvGrpSpPr>
          <p:grpSpPr>
            <a:xfrm>
              <a:off x="1925572" y="960147"/>
              <a:ext cx="363767" cy="458466"/>
              <a:chOff x="972468" y="934847"/>
              <a:chExt cx="363767" cy="203392"/>
            </a:xfrm>
          </p:grpSpPr>
          <p:sp>
            <p:nvSpPr>
              <p:cNvPr id="3323" name="Google Shape;3323;p57"/>
              <p:cNvSpPr/>
              <p:nvPr/>
            </p:nvSpPr>
            <p:spPr>
              <a:xfrm flipH="1">
                <a:off x="972468" y="934847"/>
                <a:ext cx="363767" cy="13026"/>
              </a:xfrm>
              <a:custGeom>
                <a:avLst/>
                <a:gdLst/>
                <a:ahLst/>
                <a:cxnLst/>
                <a:rect l="l" t="t" r="r" b="b"/>
                <a:pathLst>
                  <a:path w="6004" h="215" extrusionOk="0">
                    <a:moveTo>
                      <a:pt x="1" y="0"/>
                    </a:moveTo>
                    <a:lnTo>
                      <a:pt x="1" y="215"/>
                    </a:lnTo>
                    <a:lnTo>
                      <a:pt x="6004" y="215"/>
                    </a:lnTo>
                    <a:lnTo>
                      <a:pt x="6004" y="0"/>
                    </a:lnTo>
                    <a:close/>
                  </a:path>
                </a:pathLst>
              </a:custGeom>
              <a:solidFill>
                <a:srgbClr val="5A2543"/>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4" name="Google Shape;3324;p57"/>
              <p:cNvSpPr/>
              <p:nvPr/>
            </p:nvSpPr>
            <p:spPr>
              <a:xfrm flipH="1">
                <a:off x="972468" y="1123396"/>
                <a:ext cx="363767" cy="14844"/>
              </a:xfrm>
              <a:custGeom>
                <a:avLst/>
                <a:gdLst/>
                <a:ahLst/>
                <a:cxnLst/>
                <a:rect l="l" t="t" r="r" b="b"/>
                <a:pathLst>
                  <a:path w="6004" h="245" extrusionOk="0">
                    <a:moveTo>
                      <a:pt x="1" y="1"/>
                    </a:moveTo>
                    <a:lnTo>
                      <a:pt x="1" y="244"/>
                    </a:lnTo>
                    <a:lnTo>
                      <a:pt x="6004" y="244"/>
                    </a:lnTo>
                    <a:lnTo>
                      <a:pt x="6004" y="1"/>
                    </a:lnTo>
                    <a:close/>
                  </a:path>
                </a:pathLst>
              </a:custGeom>
              <a:solidFill>
                <a:srgbClr val="5A2543"/>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335" name="Google Shape;3335;p57"/>
          <p:cNvSpPr txBox="1">
            <a:spLocks noGrp="1"/>
          </p:cNvSpPr>
          <p:nvPr>
            <p:ph type="title"/>
          </p:nvPr>
        </p:nvSpPr>
        <p:spPr>
          <a:xfrm>
            <a:off x="804093" y="935124"/>
            <a:ext cx="1517100" cy="5937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dirty="0"/>
              <a:t>1</a:t>
            </a:r>
            <a:endParaRPr dirty="0"/>
          </a:p>
        </p:txBody>
      </p:sp>
      <p:sp>
        <p:nvSpPr>
          <p:cNvPr id="3339" name="Google Shape;3339;p57"/>
          <p:cNvSpPr/>
          <p:nvPr/>
        </p:nvSpPr>
        <p:spPr>
          <a:xfrm rot="-393071">
            <a:off x="7502949" y="2935479"/>
            <a:ext cx="870181" cy="345591"/>
          </a:xfrm>
          <a:prstGeom prst="rect">
            <a:avLst/>
          </a:prstGeom>
        </p:spPr>
        <p:txBody>
          <a:bodyPr>
            <a:prstTxWarp prst="textPlain">
              <a:avLst/>
            </a:prstTxWarp>
          </a:bodyPr>
          <a:lstStyle/>
          <a:p>
            <a:pPr lvl="0" algn="ctr"/>
            <a:r>
              <a:rPr b="0" i="0" dirty="0">
                <a:ln>
                  <a:noFill/>
                </a:ln>
                <a:solidFill>
                  <a:schemeClr val="accent2"/>
                </a:solidFill>
                <a:latin typeface="Nanum Pen Script"/>
              </a:rPr>
              <a:t>Enjoy!</a:t>
            </a:r>
          </a:p>
        </p:txBody>
      </p:sp>
      <p:sp>
        <p:nvSpPr>
          <p:cNvPr id="3340" name="Google Shape;3340;p57"/>
          <p:cNvSpPr/>
          <p:nvPr/>
        </p:nvSpPr>
        <p:spPr>
          <a:xfrm>
            <a:off x="778868" y="875555"/>
            <a:ext cx="1567554" cy="712837"/>
          </a:xfrm>
          <a:custGeom>
            <a:avLst/>
            <a:gdLst/>
            <a:ahLst/>
            <a:cxnLst/>
            <a:rect l="l" t="t" r="r" b="b"/>
            <a:pathLst>
              <a:path w="76653" h="34973" fill="none" extrusionOk="0">
                <a:moveTo>
                  <a:pt x="71487" y="34973"/>
                </a:moveTo>
                <a:lnTo>
                  <a:pt x="5166" y="34973"/>
                </a:lnTo>
                <a:cubicBezTo>
                  <a:pt x="2307" y="34973"/>
                  <a:pt x="0" y="32667"/>
                  <a:pt x="0" y="29807"/>
                </a:cubicBezTo>
                <a:lnTo>
                  <a:pt x="0" y="5100"/>
                </a:lnTo>
                <a:cubicBezTo>
                  <a:pt x="0" y="2306"/>
                  <a:pt x="2307" y="0"/>
                  <a:pt x="5166" y="0"/>
                </a:cubicBezTo>
                <a:lnTo>
                  <a:pt x="71487" y="0"/>
                </a:lnTo>
                <a:cubicBezTo>
                  <a:pt x="74347" y="0"/>
                  <a:pt x="76653" y="2306"/>
                  <a:pt x="76653" y="5100"/>
                </a:cubicBezTo>
                <a:lnTo>
                  <a:pt x="76653" y="29807"/>
                </a:lnTo>
                <a:cubicBezTo>
                  <a:pt x="76653" y="32667"/>
                  <a:pt x="74347" y="34973"/>
                  <a:pt x="71487" y="34973"/>
                </a:cubicBezTo>
                <a:close/>
              </a:path>
            </a:pathLst>
          </a:custGeom>
          <a:noFill/>
          <a:ln w="28575" cap="flat" cmpd="sng">
            <a:solidFill>
              <a:srgbClr val="5A2543"/>
            </a:solidFill>
            <a:prstDash val="solid"/>
            <a:miter lim="1317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43" name="Google Shape;3343;p57"/>
          <p:cNvGrpSpPr/>
          <p:nvPr/>
        </p:nvGrpSpPr>
        <p:grpSpPr>
          <a:xfrm>
            <a:off x="833799" y="400462"/>
            <a:ext cx="440240" cy="416966"/>
            <a:chOff x="2418481" y="400462"/>
            <a:chExt cx="440240" cy="416966"/>
          </a:xfrm>
        </p:grpSpPr>
        <p:grpSp>
          <p:nvGrpSpPr>
            <p:cNvPr id="3344" name="Google Shape;3344;p57"/>
            <p:cNvGrpSpPr/>
            <p:nvPr/>
          </p:nvGrpSpPr>
          <p:grpSpPr>
            <a:xfrm>
              <a:off x="2650628" y="619288"/>
              <a:ext cx="208093" cy="175380"/>
              <a:chOff x="2222003" y="304963"/>
              <a:chExt cx="208093" cy="175380"/>
            </a:xfrm>
          </p:grpSpPr>
          <p:sp>
            <p:nvSpPr>
              <p:cNvPr id="3345" name="Google Shape;3345;p57"/>
              <p:cNvSpPr/>
              <p:nvPr/>
            </p:nvSpPr>
            <p:spPr>
              <a:xfrm>
                <a:off x="2223202" y="304963"/>
                <a:ext cx="124875" cy="152925"/>
              </a:xfrm>
              <a:custGeom>
                <a:avLst/>
                <a:gdLst/>
                <a:ahLst/>
                <a:cxnLst/>
                <a:rect l="l" t="t" r="r" b="b"/>
                <a:pathLst>
                  <a:path w="6562" h="8036" extrusionOk="0">
                    <a:moveTo>
                      <a:pt x="5057" y="1"/>
                    </a:moveTo>
                    <a:cubicBezTo>
                      <a:pt x="4719" y="1"/>
                      <a:pt x="4375" y="113"/>
                      <a:pt x="4099" y="359"/>
                    </a:cubicBezTo>
                    <a:cubicBezTo>
                      <a:pt x="2251" y="2237"/>
                      <a:pt x="1416" y="4706"/>
                      <a:pt x="152" y="6924"/>
                    </a:cubicBezTo>
                    <a:cubicBezTo>
                      <a:pt x="1" y="7448"/>
                      <a:pt x="361" y="8036"/>
                      <a:pt x="851" y="8036"/>
                    </a:cubicBezTo>
                    <a:cubicBezTo>
                      <a:pt x="962" y="8036"/>
                      <a:pt x="1081" y="8005"/>
                      <a:pt x="1201" y="7937"/>
                    </a:cubicBezTo>
                    <a:cubicBezTo>
                      <a:pt x="3634" y="6429"/>
                      <a:pt x="6561" y="4240"/>
                      <a:pt x="6435" y="1195"/>
                    </a:cubicBezTo>
                    <a:cubicBezTo>
                      <a:pt x="6396" y="454"/>
                      <a:pt x="5737" y="1"/>
                      <a:pt x="50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57"/>
              <p:cNvSpPr/>
              <p:nvPr/>
            </p:nvSpPr>
            <p:spPr>
              <a:xfrm>
                <a:off x="2222003" y="402492"/>
                <a:ext cx="208093" cy="77852"/>
              </a:xfrm>
              <a:custGeom>
                <a:avLst/>
                <a:gdLst/>
                <a:ahLst/>
                <a:cxnLst/>
                <a:rect l="l" t="t" r="r" b="b"/>
                <a:pathLst>
                  <a:path w="10935" h="4091" extrusionOk="0">
                    <a:moveTo>
                      <a:pt x="8593" y="1"/>
                    </a:moveTo>
                    <a:cubicBezTo>
                      <a:pt x="5866" y="1"/>
                      <a:pt x="3378" y="1091"/>
                      <a:pt x="836" y="1673"/>
                    </a:cubicBezTo>
                    <a:lnTo>
                      <a:pt x="799" y="1673"/>
                    </a:lnTo>
                    <a:cubicBezTo>
                      <a:pt x="126" y="1984"/>
                      <a:pt x="0" y="2997"/>
                      <a:pt x="769" y="3248"/>
                    </a:cubicBezTo>
                    <a:cubicBezTo>
                      <a:pt x="2276" y="3681"/>
                      <a:pt x="4028" y="4091"/>
                      <a:pt x="5702" y="4091"/>
                    </a:cubicBezTo>
                    <a:cubicBezTo>
                      <a:pt x="7346" y="4091"/>
                      <a:pt x="8916" y="3696"/>
                      <a:pt x="10106" y="2538"/>
                    </a:cubicBezTo>
                    <a:cubicBezTo>
                      <a:pt x="10934" y="1673"/>
                      <a:pt x="10224" y="136"/>
                      <a:pt x="9027" y="10"/>
                    </a:cubicBezTo>
                    <a:cubicBezTo>
                      <a:pt x="8882" y="4"/>
                      <a:pt x="8737" y="1"/>
                      <a:pt x="859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47" name="Google Shape;3347;p57"/>
            <p:cNvGrpSpPr/>
            <p:nvPr/>
          </p:nvGrpSpPr>
          <p:grpSpPr>
            <a:xfrm>
              <a:off x="2650628" y="619838"/>
              <a:ext cx="208093" cy="175380"/>
              <a:chOff x="2222003" y="304963"/>
              <a:chExt cx="208093" cy="175380"/>
            </a:xfrm>
          </p:grpSpPr>
          <p:sp>
            <p:nvSpPr>
              <p:cNvPr id="3348" name="Google Shape;3348;p57"/>
              <p:cNvSpPr/>
              <p:nvPr/>
            </p:nvSpPr>
            <p:spPr>
              <a:xfrm>
                <a:off x="2223202" y="304963"/>
                <a:ext cx="124875" cy="152925"/>
              </a:xfrm>
              <a:custGeom>
                <a:avLst/>
                <a:gdLst/>
                <a:ahLst/>
                <a:cxnLst/>
                <a:rect l="l" t="t" r="r" b="b"/>
                <a:pathLst>
                  <a:path w="6562" h="8036" extrusionOk="0">
                    <a:moveTo>
                      <a:pt x="5057" y="1"/>
                    </a:moveTo>
                    <a:cubicBezTo>
                      <a:pt x="4719" y="1"/>
                      <a:pt x="4375" y="113"/>
                      <a:pt x="4099" y="359"/>
                    </a:cubicBezTo>
                    <a:cubicBezTo>
                      <a:pt x="2251" y="2237"/>
                      <a:pt x="1416" y="4706"/>
                      <a:pt x="152" y="6924"/>
                    </a:cubicBezTo>
                    <a:cubicBezTo>
                      <a:pt x="1" y="7448"/>
                      <a:pt x="361" y="8036"/>
                      <a:pt x="851" y="8036"/>
                    </a:cubicBezTo>
                    <a:cubicBezTo>
                      <a:pt x="962" y="8036"/>
                      <a:pt x="1081" y="8005"/>
                      <a:pt x="1201" y="7937"/>
                    </a:cubicBezTo>
                    <a:cubicBezTo>
                      <a:pt x="3634" y="6429"/>
                      <a:pt x="6561" y="4240"/>
                      <a:pt x="6435" y="1195"/>
                    </a:cubicBezTo>
                    <a:cubicBezTo>
                      <a:pt x="6396" y="454"/>
                      <a:pt x="5737" y="1"/>
                      <a:pt x="5057"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57"/>
              <p:cNvSpPr/>
              <p:nvPr/>
            </p:nvSpPr>
            <p:spPr>
              <a:xfrm>
                <a:off x="2222003" y="402492"/>
                <a:ext cx="208093" cy="77852"/>
              </a:xfrm>
              <a:custGeom>
                <a:avLst/>
                <a:gdLst/>
                <a:ahLst/>
                <a:cxnLst/>
                <a:rect l="l" t="t" r="r" b="b"/>
                <a:pathLst>
                  <a:path w="10935" h="4091" extrusionOk="0">
                    <a:moveTo>
                      <a:pt x="8593" y="1"/>
                    </a:moveTo>
                    <a:cubicBezTo>
                      <a:pt x="5866" y="1"/>
                      <a:pt x="3378" y="1091"/>
                      <a:pt x="836" y="1673"/>
                    </a:cubicBezTo>
                    <a:lnTo>
                      <a:pt x="799" y="1673"/>
                    </a:lnTo>
                    <a:cubicBezTo>
                      <a:pt x="126" y="1984"/>
                      <a:pt x="0" y="2997"/>
                      <a:pt x="769" y="3248"/>
                    </a:cubicBezTo>
                    <a:cubicBezTo>
                      <a:pt x="2276" y="3681"/>
                      <a:pt x="4028" y="4091"/>
                      <a:pt x="5702" y="4091"/>
                    </a:cubicBezTo>
                    <a:cubicBezTo>
                      <a:pt x="7346" y="4091"/>
                      <a:pt x="8916" y="3696"/>
                      <a:pt x="10106" y="2538"/>
                    </a:cubicBezTo>
                    <a:cubicBezTo>
                      <a:pt x="10934" y="1673"/>
                      <a:pt x="10224" y="136"/>
                      <a:pt x="9027" y="10"/>
                    </a:cubicBezTo>
                    <a:cubicBezTo>
                      <a:pt x="8882" y="4"/>
                      <a:pt x="8737" y="1"/>
                      <a:pt x="8593"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50" name="Google Shape;3350;p57"/>
            <p:cNvSpPr/>
            <p:nvPr/>
          </p:nvSpPr>
          <p:spPr>
            <a:xfrm>
              <a:off x="2648382" y="630154"/>
              <a:ext cx="200995" cy="148872"/>
            </a:xfrm>
            <a:custGeom>
              <a:avLst/>
              <a:gdLst/>
              <a:ahLst/>
              <a:cxnLst/>
              <a:rect l="l" t="t" r="r" b="b"/>
              <a:pathLst>
                <a:path w="10562" h="7823" extrusionOk="0">
                  <a:moveTo>
                    <a:pt x="8479" y="0"/>
                  </a:moveTo>
                  <a:cubicBezTo>
                    <a:pt x="8261" y="0"/>
                    <a:pt x="8038" y="40"/>
                    <a:pt x="7821" y="128"/>
                  </a:cubicBezTo>
                  <a:cubicBezTo>
                    <a:pt x="4864" y="1548"/>
                    <a:pt x="2861" y="4135"/>
                    <a:pt x="488" y="6198"/>
                  </a:cubicBezTo>
                  <a:lnTo>
                    <a:pt x="458" y="6198"/>
                  </a:lnTo>
                  <a:cubicBezTo>
                    <a:pt x="0" y="6827"/>
                    <a:pt x="307" y="7823"/>
                    <a:pt x="1063" y="7823"/>
                  </a:cubicBezTo>
                  <a:cubicBezTo>
                    <a:pt x="1125" y="7823"/>
                    <a:pt x="1189" y="7816"/>
                    <a:pt x="1257" y="7802"/>
                  </a:cubicBezTo>
                  <a:cubicBezTo>
                    <a:pt x="4739" y="7063"/>
                    <a:pt x="9086" y="5732"/>
                    <a:pt x="10254" y="2073"/>
                  </a:cubicBezTo>
                  <a:cubicBezTo>
                    <a:pt x="10561" y="995"/>
                    <a:pt x="9567" y="0"/>
                    <a:pt x="8479"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57"/>
            <p:cNvSpPr/>
            <p:nvPr/>
          </p:nvSpPr>
          <p:spPr>
            <a:xfrm>
              <a:off x="2418481" y="400462"/>
              <a:ext cx="321207" cy="408917"/>
            </a:xfrm>
            <a:custGeom>
              <a:avLst/>
              <a:gdLst/>
              <a:ahLst/>
              <a:cxnLst/>
              <a:rect l="l" t="t" r="r" b="b"/>
              <a:pathLst>
                <a:path w="16879" h="21488" extrusionOk="0">
                  <a:moveTo>
                    <a:pt x="7889" y="0"/>
                  </a:moveTo>
                  <a:cubicBezTo>
                    <a:pt x="4533" y="185"/>
                    <a:pt x="2248" y="3386"/>
                    <a:pt x="1509" y="6528"/>
                  </a:cubicBezTo>
                  <a:cubicBezTo>
                    <a:pt x="1169" y="7519"/>
                    <a:pt x="866" y="8472"/>
                    <a:pt x="681" y="9485"/>
                  </a:cubicBezTo>
                  <a:cubicBezTo>
                    <a:pt x="1" y="12198"/>
                    <a:pt x="186" y="15185"/>
                    <a:pt x="1450" y="17588"/>
                  </a:cubicBezTo>
                  <a:cubicBezTo>
                    <a:pt x="1760" y="18172"/>
                    <a:pt x="2160" y="18697"/>
                    <a:pt x="2618" y="19192"/>
                  </a:cubicBezTo>
                  <a:cubicBezTo>
                    <a:pt x="3113" y="19687"/>
                    <a:pt x="3668" y="20086"/>
                    <a:pt x="4311" y="20456"/>
                  </a:cubicBezTo>
                  <a:cubicBezTo>
                    <a:pt x="4962" y="20730"/>
                    <a:pt x="5605" y="20944"/>
                    <a:pt x="6285" y="21099"/>
                  </a:cubicBezTo>
                  <a:cubicBezTo>
                    <a:pt x="7041" y="21363"/>
                    <a:pt x="7815" y="21487"/>
                    <a:pt x="8583" y="21487"/>
                  </a:cubicBezTo>
                  <a:cubicBezTo>
                    <a:pt x="12477" y="21487"/>
                    <a:pt x="16200" y="18300"/>
                    <a:pt x="16509" y="14076"/>
                  </a:cubicBezTo>
                  <a:cubicBezTo>
                    <a:pt x="16879" y="9766"/>
                    <a:pt x="15955" y="5049"/>
                    <a:pt x="12754" y="1878"/>
                  </a:cubicBezTo>
                  <a:cubicBezTo>
                    <a:pt x="11460" y="739"/>
                    <a:pt x="9767" y="0"/>
                    <a:pt x="788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57"/>
            <p:cNvSpPr/>
            <p:nvPr/>
          </p:nvSpPr>
          <p:spPr>
            <a:xfrm>
              <a:off x="2447749" y="581476"/>
              <a:ext cx="262119" cy="227903"/>
            </a:xfrm>
            <a:custGeom>
              <a:avLst/>
              <a:gdLst/>
              <a:ahLst/>
              <a:cxnLst/>
              <a:rect l="l" t="t" r="r" b="b"/>
              <a:pathLst>
                <a:path w="13774" h="11976" extrusionOk="0">
                  <a:moveTo>
                    <a:pt x="7204" y="1"/>
                  </a:moveTo>
                  <a:cubicBezTo>
                    <a:pt x="5440" y="1"/>
                    <a:pt x="3850" y="674"/>
                    <a:pt x="2499" y="1947"/>
                  </a:cubicBezTo>
                  <a:cubicBezTo>
                    <a:pt x="836" y="3522"/>
                    <a:pt x="222" y="5643"/>
                    <a:pt x="38" y="7891"/>
                  </a:cubicBezTo>
                  <a:cubicBezTo>
                    <a:pt x="38" y="8017"/>
                    <a:pt x="38" y="8142"/>
                    <a:pt x="1" y="8261"/>
                  </a:cubicBezTo>
                  <a:cubicBezTo>
                    <a:pt x="311" y="8756"/>
                    <a:pt x="681" y="9251"/>
                    <a:pt x="1080" y="9680"/>
                  </a:cubicBezTo>
                  <a:cubicBezTo>
                    <a:pt x="1575" y="10175"/>
                    <a:pt x="2130" y="10574"/>
                    <a:pt x="2773" y="10944"/>
                  </a:cubicBezTo>
                  <a:cubicBezTo>
                    <a:pt x="3424" y="11218"/>
                    <a:pt x="4067" y="11432"/>
                    <a:pt x="4747" y="11587"/>
                  </a:cubicBezTo>
                  <a:cubicBezTo>
                    <a:pt x="5501" y="11851"/>
                    <a:pt x="6274" y="11975"/>
                    <a:pt x="7040" y="11975"/>
                  </a:cubicBezTo>
                  <a:cubicBezTo>
                    <a:pt x="9684" y="11975"/>
                    <a:pt x="12253" y="10501"/>
                    <a:pt x="13714" y="8231"/>
                  </a:cubicBezTo>
                  <a:cubicBezTo>
                    <a:pt x="13774" y="7736"/>
                    <a:pt x="13744" y="7248"/>
                    <a:pt x="13677" y="6723"/>
                  </a:cubicBezTo>
                  <a:cubicBezTo>
                    <a:pt x="13530" y="5614"/>
                    <a:pt x="13249" y="4564"/>
                    <a:pt x="12694" y="3581"/>
                  </a:cubicBezTo>
                  <a:cubicBezTo>
                    <a:pt x="12169" y="2627"/>
                    <a:pt x="11497" y="1733"/>
                    <a:pt x="10632" y="1052"/>
                  </a:cubicBezTo>
                  <a:cubicBezTo>
                    <a:pt x="9833" y="439"/>
                    <a:pt x="8939" y="158"/>
                    <a:pt x="7948" y="40"/>
                  </a:cubicBezTo>
                  <a:cubicBezTo>
                    <a:pt x="7697" y="14"/>
                    <a:pt x="7449" y="1"/>
                    <a:pt x="7204" y="1"/>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53" name="Google Shape;3353;p57"/>
            <p:cNvGrpSpPr/>
            <p:nvPr/>
          </p:nvGrpSpPr>
          <p:grpSpPr>
            <a:xfrm>
              <a:off x="2702069" y="444098"/>
              <a:ext cx="127748" cy="165210"/>
              <a:chOff x="2273444" y="129773"/>
              <a:chExt cx="127748" cy="165210"/>
            </a:xfrm>
          </p:grpSpPr>
          <p:sp>
            <p:nvSpPr>
              <p:cNvPr id="3354" name="Google Shape;3354;p57"/>
              <p:cNvSpPr/>
              <p:nvPr/>
            </p:nvSpPr>
            <p:spPr>
              <a:xfrm>
                <a:off x="2273631" y="129773"/>
                <a:ext cx="85654" cy="160937"/>
              </a:xfrm>
              <a:custGeom>
                <a:avLst/>
                <a:gdLst/>
                <a:ahLst/>
                <a:cxnLst/>
                <a:rect l="l" t="t" r="r" b="b"/>
                <a:pathLst>
                  <a:path w="4501" h="8457" extrusionOk="0">
                    <a:moveTo>
                      <a:pt x="3372" y="1"/>
                    </a:moveTo>
                    <a:cubicBezTo>
                      <a:pt x="3155" y="1"/>
                      <a:pt x="2935" y="93"/>
                      <a:pt x="2743" y="295"/>
                    </a:cubicBezTo>
                    <a:cubicBezTo>
                      <a:pt x="1597" y="1588"/>
                      <a:pt x="828" y="3281"/>
                      <a:pt x="30" y="4945"/>
                    </a:cubicBezTo>
                    <a:cubicBezTo>
                      <a:pt x="156" y="5654"/>
                      <a:pt x="215" y="6335"/>
                      <a:pt x="156" y="7007"/>
                    </a:cubicBezTo>
                    <a:cubicBezTo>
                      <a:pt x="119" y="7503"/>
                      <a:pt x="89" y="7998"/>
                      <a:pt x="0" y="8456"/>
                    </a:cubicBezTo>
                    <a:cubicBezTo>
                      <a:pt x="1967" y="7044"/>
                      <a:pt x="4125" y="4945"/>
                      <a:pt x="4436" y="1588"/>
                    </a:cubicBezTo>
                    <a:cubicBezTo>
                      <a:pt x="4500" y="648"/>
                      <a:pt x="3948" y="1"/>
                      <a:pt x="33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57"/>
              <p:cNvSpPr/>
              <p:nvPr/>
            </p:nvSpPr>
            <p:spPr>
              <a:xfrm>
                <a:off x="2273444" y="195037"/>
                <a:ext cx="127748" cy="99946"/>
              </a:xfrm>
              <a:custGeom>
                <a:avLst/>
                <a:gdLst/>
                <a:ahLst/>
                <a:cxnLst/>
                <a:rect l="l" t="t" r="r" b="b"/>
                <a:pathLst>
                  <a:path w="6713" h="5252" extrusionOk="0">
                    <a:moveTo>
                      <a:pt x="5175" y="0"/>
                    </a:moveTo>
                    <a:cubicBezTo>
                      <a:pt x="3386" y="156"/>
                      <a:pt x="1752" y="1198"/>
                      <a:pt x="119" y="2122"/>
                    </a:cubicBezTo>
                    <a:cubicBezTo>
                      <a:pt x="185" y="2647"/>
                      <a:pt x="185" y="3142"/>
                      <a:pt x="156" y="3630"/>
                    </a:cubicBezTo>
                    <a:cubicBezTo>
                      <a:pt x="119" y="4126"/>
                      <a:pt x="89" y="4591"/>
                      <a:pt x="0" y="5050"/>
                    </a:cubicBezTo>
                    <a:cubicBezTo>
                      <a:pt x="601" y="5169"/>
                      <a:pt x="1220" y="5251"/>
                      <a:pt x="1836" y="5251"/>
                    </a:cubicBezTo>
                    <a:cubicBezTo>
                      <a:pt x="3426" y="5251"/>
                      <a:pt x="4985" y="4706"/>
                      <a:pt x="6099" y="2861"/>
                    </a:cubicBezTo>
                    <a:cubicBezTo>
                      <a:pt x="6713" y="1753"/>
                      <a:pt x="6099" y="30"/>
                      <a:pt x="51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6" name="Google Shape;3356;p57"/>
            <p:cNvGrpSpPr/>
            <p:nvPr/>
          </p:nvGrpSpPr>
          <p:grpSpPr>
            <a:xfrm>
              <a:off x="2443754" y="601436"/>
              <a:ext cx="130730" cy="148882"/>
              <a:chOff x="2015051" y="273164"/>
              <a:chExt cx="130717" cy="162802"/>
            </a:xfrm>
          </p:grpSpPr>
          <p:sp>
            <p:nvSpPr>
              <p:cNvPr id="3357" name="Google Shape;3357;p57"/>
              <p:cNvSpPr/>
              <p:nvPr/>
            </p:nvSpPr>
            <p:spPr>
              <a:xfrm>
                <a:off x="2015051" y="277884"/>
                <a:ext cx="92524" cy="158082"/>
              </a:xfrm>
              <a:custGeom>
                <a:avLst/>
                <a:gdLst/>
                <a:ahLst/>
                <a:cxnLst/>
                <a:rect l="l" t="t" r="r" b="b"/>
                <a:pathLst>
                  <a:path w="4862" h="8307" extrusionOk="0">
                    <a:moveTo>
                      <a:pt x="0" y="1"/>
                    </a:moveTo>
                    <a:lnTo>
                      <a:pt x="0" y="1"/>
                    </a:lnTo>
                    <a:cubicBezTo>
                      <a:pt x="96" y="459"/>
                      <a:pt x="185" y="954"/>
                      <a:pt x="215" y="1479"/>
                    </a:cubicBezTo>
                    <a:cubicBezTo>
                      <a:pt x="311" y="2122"/>
                      <a:pt x="281" y="2832"/>
                      <a:pt x="185" y="3512"/>
                    </a:cubicBezTo>
                    <a:cubicBezTo>
                      <a:pt x="1050" y="5176"/>
                      <a:pt x="1945" y="6802"/>
                      <a:pt x="3113" y="8037"/>
                    </a:cubicBezTo>
                    <a:cubicBezTo>
                      <a:pt x="3314" y="8222"/>
                      <a:pt x="3532" y="8307"/>
                      <a:pt x="3742" y="8307"/>
                    </a:cubicBezTo>
                    <a:cubicBezTo>
                      <a:pt x="4334" y="8307"/>
                      <a:pt x="4861" y="7632"/>
                      <a:pt x="4746" y="6654"/>
                    </a:cubicBezTo>
                    <a:cubicBezTo>
                      <a:pt x="4281" y="3327"/>
                      <a:pt x="2033" y="1324"/>
                      <a:pt x="0"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57"/>
              <p:cNvSpPr/>
              <p:nvPr/>
            </p:nvSpPr>
            <p:spPr>
              <a:xfrm>
                <a:off x="2015051" y="273164"/>
                <a:ext cx="130717" cy="97319"/>
              </a:xfrm>
              <a:custGeom>
                <a:avLst/>
                <a:gdLst/>
                <a:ahLst/>
                <a:cxnLst/>
                <a:rect l="l" t="t" r="r" b="b"/>
                <a:pathLst>
                  <a:path w="6869" h="5114" extrusionOk="0">
                    <a:moveTo>
                      <a:pt x="2144" y="1"/>
                    </a:moveTo>
                    <a:cubicBezTo>
                      <a:pt x="1424" y="1"/>
                      <a:pt x="697" y="126"/>
                      <a:pt x="0" y="308"/>
                    </a:cubicBezTo>
                    <a:cubicBezTo>
                      <a:pt x="96" y="766"/>
                      <a:pt x="185" y="1232"/>
                      <a:pt x="215" y="1727"/>
                    </a:cubicBezTo>
                    <a:cubicBezTo>
                      <a:pt x="281" y="2185"/>
                      <a:pt x="281" y="2710"/>
                      <a:pt x="252" y="3206"/>
                    </a:cubicBezTo>
                    <a:cubicBezTo>
                      <a:pt x="1945" y="4063"/>
                      <a:pt x="3608" y="5054"/>
                      <a:pt x="5390" y="5113"/>
                    </a:cubicBezTo>
                    <a:cubicBezTo>
                      <a:pt x="6351" y="5017"/>
                      <a:pt x="6868" y="3265"/>
                      <a:pt x="6195" y="2185"/>
                    </a:cubicBezTo>
                    <a:cubicBezTo>
                      <a:pt x="5077" y="530"/>
                      <a:pt x="3623" y="1"/>
                      <a:pt x="2144"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59" name="Google Shape;3359;p57"/>
            <p:cNvSpPr/>
            <p:nvPr/>
          </p:nvSpPr>
          <p:spPr>
            <a:xfrm>
              <a:off x="2632473" y="786752"/>
              <a:ext cx="34007" cy="28849"/>
            </a:xfrm>
            <a:custGeom>
              <a:avLst/>
              <a:gdLst/>
              <a:ahLst/>
              <a:cxnLst/>
              <a:rect l="l" t="t" r="r" b="b"/>
              <a:pathLst>
                <a:path w="1787" h="1516" extrusionOk="0">
                  <a:moveTo>
                    <a:pt x="864" y="1"/>
                  </a:moveTo>
                  <a:cubicBezTo>
                    <a:pt x="852" y="1"/>
                    <a:pt x="840" y="1"/>
                    <a:pt x="828" y="2"/>
                  </a:cubicBezTo>
                  <a:cubicBezTo>
                    <a:pt x="769" y="2"/>
                    <a:pt x="740" y="31"/>
                    <a:pt x="710" y="61"/>
                  </a:cubicBezTo>
                  <a:lnTo>
                    <a:pt x="681" y="61"/>
                  </a:lnTo>
                  <a:cubicBezTo>
                    <a:pt x="644" y="61"/>
                    <a:pt x="614" y="61"/>
                    <a:pt x="555" y="91"/>
                  </a:cubicBezTo>
                  <a:cubicBezTo>
                    <a:pt x="370" y="187"/>
                    <a:pt x="274" y="401"/>
                    <a:pt x="215" y="586"/>
                  </a:cubicBezTo>
                  <a:cubicBezTo>
                    <a:pt x="126" y="830"/>
                    <a:pt x="30" y="1081"/>
                    <a:pt x="0" y="1355"/>
                  </a:cubicBezTo>
                  <a:cubicBezTo>
                    <a:pt x="0" y="1462"/>
                    <a:pt x="85" y="1516"/>
                    <a:pt x="174" y="1516"/>
                  </a:cubicBezTo>
                  <a:cubicBezTo>
                    <a:pt x="263" y="1516"/>
                    <a:pt x="355" y="1462"/>
                    <a:pt x="370" y="1355"/>
                  </a:cubicBezTo>
                  <a:cubicBezTo>
                    <a:pt x="370" y="1140"/>
                    <a:pt x="429" y="956"/>
                    <a:pt x="496" y="771"/>
                  </a:cubicBezTo>
                  <a:cubicBezTo>
                    <a:pt x="525" y="682"/>
                    <a:pt x="555" y="586"/>
                    <a:pt x="614" y="497"/>
                  </a:cubicBezTo>
                  <a:cubicBezTo>
                    <a:pt x="644" y="556"/>
                    <a:pt x="681" y="615"/>
                    <a:pt x="710" y="682"/>
                  </a:cubicBezTo>
                  <a:cubicBezTo>
                    <a:pt x="769" y="867"/>
                    <a:pt x="710" y="1052"/>
                    <a:pt x="710" y="1236"/>
                  </a:cubicBezTo>
                  <a:cubicBezTo>
                    <a:pt x="695" y="1344"/>
                    <a:pt x="771" y="1397"/>
                    <a:pt x="855" y="1397"/>
                  </a:cubicBezTo>
                  <a:cubicBezTo>
                    <a:pt x="939" y="1397"/>
                    <a:pt x="1032" y="1344"/>
                    <a:pt x="1050" y="1236"/>
                  </a:cubicBezTo>
                  <a:cubicBezTo>
                    <a:pt x="1050" y="1052"/>
                    <a:pt x="1109" y="896"/>
                    <a:pt x="1080" y="712"/>
                  </a:cubicBezTo>
                  <a:cubicBezTo>
                    <a:pt x="1050" y="586"/>
                    <a:pt x="954" y="460"/>
                    <a:pt x="925" y="342"/>
                  </a:cubicBezTo>
                  <a:lnTo>
                    <a:pt x="925" y="342"/>
                  </a:lnTo>
                  <a:cubicBezTo>
                    <a:pt x="1198" y="401"/>
                    <a:pt x="1420" y="800"/>
                    <a:pt x="1353" y="1052"/>
                  </a:cubicBezTo>
                  <a:cubicBezTo>
                    <a:pt x="1318" y="1180"/>
                    <a:pt x="1426" y="1263"/>
                    <a:pt x="1524" y="1263"/>
                  </a:cubicBezTo>
                  <a:cubicBezTo>
                    <a:pt x="1590" y="1263"/>
                    <a:pt x="1652" y="1226"/>
                    <a:pt x="1664" y="1140"/>
                  </a:cubicBezTo>
                  <a:cubicBezTo>
                    <a:pt x="1787" y="656"/>
                    <a:pt x="1400" y="1"/>
                    <a:pt x="864"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57"/>
            <p:cNvSpPr/>
            <p:nvPr/>
          </p:nvSpPr>
          <p:spPr>
            <a:xfrm>
              <a:off x="2494791" y="788446"/>
              <a:ext cx="33873" cy="28983"/>
            </a:xfrm>
            <a:custGeom>
              <a:avLst/>
              <a:gdLst/>
              <a:ahLst/>
              <a:cxnLst/>
              <a:rect l="l" t="t" r="r" b="b"/>
              <a:pathLst>
                <a:path w="1780" h="1523" extrusionOk="0">
                  <a:moveTo>
                    <a:pt x="917" y="1"/>
                  </a:moveTo>
                  <a:cubicBezTo>
                    <a:pt x="380" y="1"/>
                    <a:pt x="0" y="663"/>
                    <a:pt x="116" y="1147"/>
                  </a:cubicBezTo>
                  <a:cubicBezTo>
                    <a:pt x="131" y="1232"/>
                    <a:pt x="191" y="1268"/>
                    <a:pt x="255" y="1268"/>
                  </a:cubicBezTo>
                  <a:cubicBezTo>
                    <a:pt x="354" y="1268"/>
                    <a:pt x="463" y="1181"/>
                    <a:pt x="427" y="1051"/>
                  </a:cubicBezTo>
                  <a:cubicBezTo>
                    <a:pt x="368" y="807"/>
                    <a:pt x="582" y="408"/>
                    <a:pt x="855" y="342"/>
                  </a:cubicBezTo>
                  <a:lnTo>
                    <a:pt x="855" y="342"/>
                  </a:lnTo>
                  <a:cubicBezTo>
                    <a:pt x="826" y="467"/>
                    <a:pt x="737" y="593"/>
                    <a:pt x="708" y="711"/>
                  </a:cubicBezTo>
                  <a:cubicBezTo>
                    <a:pt x="671" y="896"/>
                    <a:pt x="737" y="1051"/>
                    <a:pt x="737" y="1236"/>
                  </a:cubicBezTo>
                  <a:cubicBezTo>
                    <a:pt x="752" y="1343"/>
                    <a:pt x="844" y="1397"/>
                    <a:pt x="929" y="1397"/>
                  </a:cubicBezTo>
                  <a:cubicBezTo>
                    <a:pt x="1014" y="1397"/>
                    <a:pt x="1092" y="1343"/>
                    <a:pt x="1077" y="1236"/>
                  </a:cubicBezTo>
                  <a:cubicBezTo>
                    <a:pt x="1077" y="1051"/>
                    <a:pt x="1011" y="867"/>
                    <a:pt x="1077" y="682"/>
                  </a:cubicBezTo>
                  <a:cubicBezTo>
                    <a:pt x="1107" y="623"/>
                    <a:pt x="1136" y="556"/>
                    <a:pt x="1166" y="497"/>
                  </a:cubicBezTo>
                  <a:cubicBezTo>
                    <a:pt x="1225" y="593"/>
                    <a:pt x="1262" y="682"/>
                    <a:pt x="1292" y="778"/>
                  </a:cubicBezTo>
                  <a:cubicBezTo>
                    <a:pt x="1351" y="963"/>
                    <a:pt x="1410" y="1147"/>
                    <a:pt x="1410" y="1362"/>
                  </a:cubicBezTo>
                  <a:cubicBezTo>
                    <a:pt x="1428" y="1469"/>
                    <a:pt x="1521" y="1523"/>
                    <a:pt x="1609" y="1523"/>
                  </a:cubicBezTo>
                  <a:cubicBezTo>
                    <a:pt x="1696" y="1523"/>
                    <a:pt x="1780" y="1469"/>
                    <a:pt x="1780" y="1362"/>
                  </a:cubicBezTo>
                  <a:cubicBezTo>
                    <a:pt x="1750" y="1081"/>
                    <a:pt x="1661" y="837"/>
                    <a:pt x="1565" y="593"/>
                  </a:cubicBezTo>
                  <a:cubicBezTo>
                    <a:pt x="1506" y="408"/>
                    <a:pt x="1410" y="186"/>
                    <a:pt x="1225" y="98"/>
                  </a:cubicBezTo>
                  <a:cubicBezTo>
                    <a:pt x="1166" y="68"/>
                    <a:pt x="1136" y="68"/>
                    <a:pt x="1107" y="68"/>
                  </a:cubicBezTo>
                  <a:lnTo>
                    <a:pt x="1077" y="68"/>
                  </a:lnTo>
                  <a:cubicBezTo>
                    <a:pt x="1040" y="39"/>
                    <a:pt x="1011" y="2"/>
                    <a:pt x="952" y="2"/>
                  </a:cubicBezTo>
                  <a:cubicBezTo>
                    <a:pt x="940" y="1"/>
                    <a:pt x="928" y="1"/>
                    <a:pt x="91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57"/>
            <p:cNvSpPr/>
            <p:nvPr/>
          </p:nvSpPr>
          <p:spPr>
            <a:xfrm>
              <a:off x="2515153" y="444650"/>
              <a:ext cx="36404" cy="25557"/>
            </a:xfrm>
            <a:custGeom>
              <a:avLst/>
              <a:gdLst/>
              <a:ahLst/>
              <a:cxnLst/>
              <a:rect l="l" t="t" r="r" b="b"/>
              <a:pathLst>
                <a:path w="1913" h="1343" extrusionOk="0">
                  <a:moveTo>
                    <a:pt x="977" y="1"/>
                  </a:moveTo>
                  <a:cubicBezTo>
                    <a:pt x="335" y="1"/>
                    <a:pt x="1" y="984"/>
                    <a:pt x="710" y="1286"/>
                  </a:cubicBezTo>
                  <a:cubicBezTo>
                    <a:pt x="801" y="1325"/>
                    <a:pt x="888" y="1342"/>
                    <a:pt x="971" y="1342"/>
                  </a:cubicBezTo>
                  <a:cubicBezTo>
                    <a:pt x="1590" y="1342"/>
                    <a:pt x="1913" y="351"/>
                    <a:pt x="1234" y="51"/>
                  </a:cubicBezTo>
                  <a:cubicBezTo>
                    <a:pt x="1145" y="16"/>
                    <a:pt x="1058" y="1"/>
                    <a:pt x="97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57"/>
            <p:cNvSpPr/>
            <p:nvPr/>
          </p:nvSpPr>
          <p:spPr>
            <a:xfrm>
              <a:off x="2430165" y="440654"/>
              <a:ext cx="62761" cy="41276"/>
            </a:xfrm>
            <a:custGeom>
              <a:avLst/>
              <a:gdLst/>
              <a:ahLst/>
              <a:cxnLst/>
              <a:rect l="l" t="t" r="r" b="b"/>
              <a:pathLst>
                <a:path w="3298" h="2169" extrusionOk="0">
                  <a:moveTo>
                    <a:pt x="1656" y="1"/>
                  </a:moveTo>
                  <a:cubicBezTo>
                    <a:pt x="1524" y="1"/>
                    <a:pt x="1388" y="17"/>
                    <a:pt x="1265" y="17"/>
                  </a:cubicBezTo>
                  <a:cubicBezTo>
                    <a:pt x="1021" y="47"/>
                    <a:pt x="777" y="17"/>
                    <a:pt x="555" y="76"/>
                  </a:cubicBezTo>
                  <a:cubicBezTo>
                    <a:pt x="370" y="136"/>
                    <a:pt x="1" y="261"/>
                    <a:pt x="67" y="601"/>
                  </a:cubicBezTo>
                  <a:cubicBezTo>
                    <a:pt x="97" y="786"/>
                    <a:pt x="252" y="845"/>
                    <a:pt x="341" y="904"/>
                  </a:cubicBezTo>
                  <a:cubicBezTo>
                    <a:pt x="592" y="1089"/>
                    <a:pt x="1080" y="1429"/>
                    <a:pt x="1080" y="1429"/>
                  </a:cubicBezTo>
                  <a:cubicBezTo>
                    <a:pt x="1176" y="1525"/>
                    <a:pt x="1265" y="1585"/>
                    <a:pt x="1390" y="1644"/>
                  </a:cubicBezTo>
                  <a:cubicBezTo>
                    <a:pt x="1664" y="1865"/>
                    <a:pt x="2034" y="2169"/>
                    <a:pt x="2374" y="2169"/>
                  </a:cubicBezTo>
                  <a:cubicBezTo>
                    <a:pt x="2958" y="2139"/>
                    <a:pt x="3298" y="941"/>
                    <a:pt x="2839" y="476"/>
                  </a:cubicBezTo>
                  <a:cubicBezTo>
                    <a:pt x="2588" y="232"/>
                    <a:pt x="2189" y="76"/>
                    <a:pt x="1849" y="17"/>
                  </a:cubicBezTo>
                  <a:cubicBezTo>
                    <a:pt x="1787" y="5"/>
                    <a:pt x="1722" y="1"/>
                    <a:pt x="1656"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57"/>
            <p:cNvSpPr/>
            <p:nvPr/>
          </p:nvSpPr>
          <p:spPr>
            <a:xfrm>
              <a:off x="2541034" y="487829"/>
              <a:ext cx="14634" cy="38612"/>
            </a:xfrm>
            <a:custGeom>
              <a:avLst/>
              <a:gdLst/>
              <a:ahLst/>
              <a:cxnLst/>
              <a:rect l="l" t="t" r="r" b="b"/>
              <a:pathLst>
                <a:path w="769" h="2029" extrusionOk="0">
                  <a:moveTo>
                    <a:pt x="370" y="0"/>
                  </a:moveTo>
                  <a:cubicBezTo>
                    <a:pt x="0" y="30"/>
                    <a:pt x="30" y="680"/>
                    <a:pt x="30" y="1013"/>
                  </a:cubicBezTo>
                  <a:cubicBezTo>
                    <a:pt x="59" y="1294"/>
                    <a:pt x="126" y="1819"/>
                    <a:pt x="399" y="2004"/>
                  </a:cubicBezTo>
                  <a:cubicBezTo>
                    <a:pt x="430" y="2020"/>
                    <a:pt x="458" y="2028"/>
                    <a:pt x="485" y="2028"/>
                  </a:cubicBezTo>
                  <a:cubicBezTo>
                    <a:pt x="699" y="2028"/>
                    <a:pt x="769" y="1514"/>
                    <a:pt x="769" y="1323"/>
                  </a:cubicBezTo>
                  <a:cubicBezTo>
                    <a:pt x="769" y="954"/>
                    <a:pt x="710" y="399"/>
                    <a:pt x="429" y="59"/>
                  </a:cubicBezTo>
                  <a:cubicBezTo>
                    <a:pt x="429" y="30"/>
                    <a:pt x="399" y="30"/>
                    <a:pt x="399" y="30"/>
                  </a:cubicBezTo>
                  <a:cubicBezTo>
                    <a:pt x="399" y="0"/>
                    <a:pt x="370" y="0"/>
                    <a:pt x="370"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57"/>
            <p:cNvSpPr/>
            <p:nvPr/>
          </p:nvSpPr>
          <p:spPr>
            <a:xfrm>
              <a:off x="2559740" y="498372"/>
              <a:ext cx="9439" cy="30829"/>
            </a:xfrm>
            <a:custGeom>
              <a:avLst/>
              <a:gdLst/>
              <a:ahLst/>
              <a:cxnLst/>
              <a:rect l="l" t="t" r="r" b="b"/>
              <a:pathLst>
                <a:path w="496" h="1620" extrusionOk="0">
                  <a:moveTo>
                    <a:pt x="185" y="1"/>
                  </a:moveTo>
                  <a:cubicBezTo>
                    <a:pt x="0" y="126"/>
                    <a:pt x="0" y="644"/>
                    <a:pt x="30" y="925"/>
                  </a:cubicBezTo>
                  <a:cubicBezTo>
                    <a:pt x="30" y="1080"/>
                    <a:pt x="96" y="1538"/>
                    <a:pt x="252" y="1605"/>
                  </a:cubicBezTo>
                  <a:cubicBezTo>
                    <a:pt x="268" y="1615"/>
                    <a:pt x="284" y="1619"/>
                    <a:pt x="298" y="1619"/>
                  </a:cubicBezTo>
                  <a:cubicBezTo>
                    <a:pt x="408" y="1619"/>
                    <a:pt x="440" y="1340"/>
                    <a:pt x="466" y="1235"/>
                  </a:cubicBezTo>
                  <a:cubicBezTo>
                    <a:pt x="496" y="865"/>
                    <a:pt x="466" y="459"/>
                    <a:pt x="281" y="60"/>
                  </a:cubicBezTo>
                  <a:cubicBezTo>
                    <a:pt x="281" y="60"/>
                    <a:pt x="281" y="30"/>
                    <a:pt x="252" y="30"/>
                  </a:cubicBezTo>
                  <a:cubicBezTo>
                    <a:pt x="252" y="1"/>
                    <a:pt x="215" y="1"/>
                    <a:pt x="185"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57"/>
            <p:cNvSpPr/>
            <p:nvPr/>
          </p:nvSpPr>
          <p:spPr>
            <a:xfrm>
              <a:off x="2529388" y="487182"/>
              <a:ext cx="10524" cy="29154"/>
            </a:xfrm>
            <a:custGeom>
              <a:avLst/>
              <a:gdLst/>
              <a:ahLst/>
              <a:cxnLst/>
              <a:rect l="l" t="t" r="r" b="b"/>
              <a:pathLst>
                <a:path w="553" h="1532" extrusionOk="0">
                  <a:moveTo>
                    <a:pt x="213" y="0"/>
                  </a:moveTo>
                  <a:cubicBezTo>
                    <a:pt x="1" y="0"/>
                    <a:pt x="28" y="687"/>
                    <a:pt x="28" y="899"/>
                  </a:cubicBezTo>
                  <a:cubicBezTo>
                    <a:pt x="53" y="1105"/>
                    <a:pt x="146" y="1531"/>
                    <a:pt x="286" y="1531"/>
                  </a:cubicBezTo>
                  <a:cubicBezTo>
                    <a:pt x="312" y="1531"/>
                    <a:pt x="339" y="1517"/>
                    <a:pt x="368" y="1483"/>
                  </a:cubicBezTo>
                  <a:cubicBezTo>
                    <a:pt x="553" y="1298"/>
                    <a:pt x="516" y="862"/>
                    <a:pt x="427" y="463"/>
                  </a:cubicBezTo>
                  <a:cubicBezTo>
                    <a:pt x="427" y="278"/>
                    <a:pt x="398" y="5"/>
                    <a:pt x="242" y="5"/>
                  </a:cubicBezTo>
                  <a:cubicBezTo>
                    <a:pt x="232" y="2"/>
                    <a:pt x="222" y="0"/>
                    <a:pt x="213"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66" name="Google Shape;3366;p57"/>
            <p:cNvGrpSpPr/>
            <p:nvPr/>
          </p:nvGrpSpPr>
          <p:grpSpPr>
            <a:xfrm>
              <a:off x="2702069" y="444648"/>
              <a:ext cx="127748" cy="165210"/>
              <a:chOff x="2273444" y="129773"/>
              <a:chExt cx="127748" cy="165210"/>
            </a:xfrm>
          </p:grpSpPr>
          <p:sp>
            <p:nvSpPr>
              <p:cNvPr id="3367" name="Google Shape;3367;p57"/>
              <p:cNvSpPr/>
              <p:nvPr/>
            </p:nvSpPr>
            <p:spPr>
              <a:xfrm>
                <a:off x="2273631" y="129773"/>
                <a:ext cx="85654" cy="160937"/>
              </a:xfrm>
              <a:custGeom>
                <a:avLst/>
                <a:gdLst/>
                <a:ahLst/>
                <a:cxnLst/>
                <a:rect l="l" t="t" r="r" b="b"/>
                <a:pathLst>
                  <a:path w="4501" h="8457" extrusionOk="0">
                    <a:moveTo>
                      <a:pt x="3372" y="1"/>
                    </a:moveTo>
                    <a:cubicBezTo>
                      <a:pt x="3155" y="1"/>
                      <a:pt x="2935" y="93"/>
                      <a:pt x="2743" y="295"/>
                    </a:cubicBezTo>
                    <a:cubicBezTo>
                      <a:pt x="1597" y="1588"/>
                      <a:pt x="828" y="3281"/>
                      <a:pt x="30" y="4945"/>
                    </a:cubicBezTo>
                    <a:cubicBezTo>
                      <a:pt x="156" y="5654"/>
                      <a:pt x="215" y="6335"/>
                      <a:pt x="156" y="7007"/>
                    </a:cubicBezTo>
                    <a:cubicBezTo>
                      <a:pt x="119" y="7503"/>
                      <a:pt x="89" y="7998"/>
                      <a:pt x="0" y="8456"/>
                    </a:cubicBezTo>
                    <a:cubicBezTo>
                      <a:pt x="1967" y="7044"/>
                      <a:pt x="4125" y="4945"/>
                      <a:pt x="4436" y="1588"/>
                    </a:cubicBezTo>
                    <a:cubicBezTo>
                      <a:pt x="4500" y="648"/>
                      <a:pt x="3948" y="1"/>
                      <a:pt x="3372"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57"/>
              <p:cNvSpPr/>
              <p:nvPr/>
            </p:nvSpPr>
            <p:spPr>
              <a:xfrm>
                <a:off x="2273444" y="195037"/>
                <a:ext cx="127748" cy="99946"/>
              </a:xfrm>
              <a:custGeom>
                <a:avLst/>
                <a:gdLst/>
                <a:ahLst/>
                <a:cxnLst/>
                <a:rect l="l" t="t" r="r" b="b"/>
                <a:pathLst>
                  <a:path w="6713" h="5252" extrusionOk="0">
                    <a:moveTo>
                      <a:pt x="5175" y="0"/>
                    </a:moveTo>
                    <a:cubicBezTo>
                      <a:pt x="3386" y="156"/>
                      <a:pt x="1752" y="1198"/>
                      <a:pt x="119" y="2122"/>
                    </a:cubicBezTo>
                    <a:cubicBezTo>
                      <a:pt x="185" y="2647"/>
                      <a:pt x="185" y="3142"/>
                      <a:pt x="156" y="3630"/>
                    </a:cubicBezTo>
                    <a:cubicBezTo>
                      <a:pt x="119" y="4126"/>
                      <a:pt x="89" y="4591"/>
                      <a:pt x="0" y="5050"/>
                    </a:cubicBezTo>
                    <a:cubicBezTo>
                      <a:pt x="601" y="5169"/>
                      <a:pt x="1220" y="5251"/>
                      <a:pt x="1836" y="5251"/>
                    </a:cubicBezTo>
                    <a:cubicBezTo>
                      <a:pt x="3426" y="5251"/>
                      <a:pt x="4985" y="4706"/>
                      <a:pt x="6099" y="2861"/>
                    </a:cubicBezTo>
                    <a:cubicBezTo>
                      <a:pt x="6713" y="1753"/>
                      <a:pt x="6099" y="30"/>
                      <a:pt x="5175" y="0"/>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69" name="Google Shape;3369;p57"/>
            <p:cNvSpPr/>
            <p:nvPr/>
          </p:nvSpPr>
          <p:spPr>
            <a:xfrm>
              <a:off x="2696745" y="457212"/>
              <a:ext cx="126264" cy="147806"/>
            </a:xfrm>
            <a:custGeom>
              <a:avLst/>
              <a:gdLst/>
              <a:ahLst/>
              <a:cxnLst/>
              <a:rect l="l" t="t" r="r" b="b"/>
              <a:pathLst>
                <a:path w="6635" h="7767" extrusionOk="0">
                  <a:moveTo>
                    <a:pt x="4925" y="1"/>
                  </a:moveTo>
                  <a:cubicBezTo>
                    <a:pt x="4815" y="1"/>
                    <a:pt x="4703" y="21"/>
                    <a:pt x="4592" y="64"/>
                  </a:cubicBezTo>
                  <a:cubicBezTo>
                    <a:pt x="2588" y="1113"/>
                    <a:pt x="1664" y="2806"/>
                    <a:pt x="30" y="4625"/>
                  </a:cubicBezTo>
                  <a:cubicBezTo>
                    <a:pt x="127" y="5276"/>
                    <a:pt x="186" y="5919"/>
                    <a:pt x="127" y="6532"/>
                  </a:cubicBezTo>
                  <a:cubicBezTo>
                    <a:pt x="90" y="6968"/>
                    <a:pt x="60" y="7368"/>
                    <a:pt x="1" y="7767"/>
                  </a:cubicBezTo>
                  <a:cubicBezTo>
                    <a:pt x="2559" y="7338"/>
                    <a:pt x="4961" y="6503"/>
                    <a:pt x="6226" y="2747"/>
                  </a:cubicBezTo>
                  <a:cubicBezTo>
                    <a:pt x="6635" y="1400"/>
                    <a:pt x="5842" y="1"/>
                    <a:pt x="49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70" name="Google Shape;3370;p57"/>
            <p:cNvGrpSpPr/>
            <p:nvPr/>
          </p:nvGrpSpPr>
          <p:grpSpPr>
            <a:xfrm>
              <a:off x="2443754" y="601436"/>
              <a:ext cx="130730" cy="148882"/>
              <a:chOff x="2015051" y="273164"/>
              <a:chExt cx="130717" cy="162802"/>
            </a:xfrm>
          </p:grpSpPr>
          <p:sp>
            <p:nvSpPr>
              <p:cNvPr id="3371" name="Google Shape;3371;p57"/>
              <p:cNvSpPr/>
              <p:nvPr/>
            </p:nvSpPr>
            <p:spPr>
              <a:xfrm>
                <a:off x="2015051" y="277884"/>
                <a:ext cx="92524" cy="158082"/>
              </a:xfrm>
              <a:custGeom>
                <a:avLst/>
                <a:gdLst/>
                <a:ahLst/>
                <a:cxnLst/>
                <a:rect l="l" t="t" r="r" b="b"/>
                <a:pathLst>
                  <a:path w="4862" h="8307" extrusionOk="0">
                    <a:moveTo>
                      <a:pt x="0" y="1"/>
                    </a:moveTo>
                    <a:lnTo>
                      <a:pt x="0" y="1"/>
                    </a:lnTo>
                    <a:cubicBezTo>
                      <a:pt x="96" y="459"/>
                      <a:pt x="185" y="954"/>
                      <a:pt x="215" y="1479"/>
                    </a:cubicBezTo>
                    <a:cubicBezTo>
                      <a:pt x="311" y="2122"/>
                      <a:pt x="281" y="2832"/>
                      <a:pt x="185" y="3512"/>
                    </a:cubicBezTo>
                    <a:cubicBezTo>
                      <a:pt x="1050" y="5176"/>
                      <a:pt x="1945" y="6802"/>
                      <a:pt x="3113" y="8037"/>
                    </a:cubicBezTo>
                    <a:cubicBezTo>
                      <a:pt x="3314" y="8222"/>
                      <a:pt x="3532" y="8307"/>
                      <a:pt x="3742" y="8307"/>
                    </a:cubicBezTo>
                    <a:cubicBezTo>
                      <a:pt x="4334" y="8307"/>
                      <a:pt x="4861" y="7632"/>
                      <a:pt x="4746" y="6654"/>
                    </a:cubicBezTo>
                    <a:cubicBezTo>
                      <a:pt x="4281" y="3327"/>
                      <a:pt x="2033" y="1324"/>
                      <a:pt x="0"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57"/>
              <p:cNvSpPr/>
              <p:nvPr/>
            </p:nvSpPr>
            <p:spPr>
              <a:xfrm>
                <a:off x="2015051" y="273164"/>
                <a:ext cx="130717" cy="97319"/>
              </a:xfrm>
              <a:custGeom>
                <a:avLst/>
                <a:gdLst/>
                <a:ahLst/>
                <a:cxnLst/>
                <a:rect l="l" t="t" r="r" b="b"/>
                <a:pathLst>
                  <a:path w="6869" h="5114" extrusionOk="0">
                    <a:moveTo>
                      <a:pt x="2144" y="1"/>
                    </a:moveTo>
                    <a:cubicBezTo>
                      <a:pt x="1424" y="1"/>
                      <a:pt x="697" y="126"/>
                      <a:pt x="0" y="308"/>
                    </a:cubicBezTo>
                    <a:cubicBezTo>
                      <a:pt x="96" y="766"/>
                      <a:pt x="185" y="1232"/>
                      <a:pt x="215" y="1727"/>
                    </a:cubicBezTo>
                    <a:cubicBezTo>
                      <a:pt x="281" y="2185"/>
                      <a:pt x="281" y="2710"/>
                      <a:pt x="252" y="3206"/>
                    </a:cubicBezTo>
                    <a:cubicBezTo>
                      <a:pt x="1945" y="4063"/>
                      <a:pt x="3608" y="5054"/>
                      <a:pt x="5390" y="5113"/>
                    </a:cubicBezTo>
                    <a:cubicBezTo>
                      <a:pt x="6351" y="5017"/>
                      <a:pt x="6868" y="3265"/>
                      <a:pt x="6195" y="2185"/>
                    </a:cubicBezTo>
                    <a:cubicBezTo>
                      <a:pt x="5077" y="530"/>
                      <a:pt x="3623" y="1"/>
                      <a:pt x="2144"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73" name="Google Shape;3373;p57"/>
            <p:cNvSpPr/>
            <p:nvPr/>
          </p:nvSpPr>
          <p:spPr>
            <a:xfrm>
              <a:off x="2435328" y="597781"/>
              <a:ext cx="131554" cy="143429"/>
            </a:xfrm>
            <a:custGeom>
              <a:avLst/>
              <a:gdLst/>
              <a:ahLst/>
              <a:cxnLst/>
              <a:rect l="l" t="t" r="r" b="b"/>
              <a:pathLst>
                <a:path w="6913" h="7537" extrusionOk="0">
                  <a:moveTo>
                    <a:pt x="1" y="1"/>
                  </a:moveTo>
                  <a:lnTo>
                    <a:pt x="1" y="1"/>
                  </a:lnTo>
                  <a:cubicBezTo>
                    <a:pt x="97" y="400"/>
                    <a:pt x="156" y="829"/>
                    <a:pt x="186" y="1265"/>
                  </a:cubicBezTo>
                  <a:cubicBezTo>
                    <a:pt x="282" y="1879"/>
                    <a:pt x="252" y="2522"/>
                    <a:pt x="186" y="3143"/>
                  </a:cubicBezTo>
                  <a:cubicBezTo>
                    <a:pt x="1916" y="4895"/>
                    <a:pt x="2899" y="6529"/>
                    <a:pt x="4961" y="7483"/>
                  </a:cubicBezTo>
                  <a:cubicBezTo>
                    <a:pt x="5066" y="7519"/>
                    <a:pt x="5169" y="7536"/>
                    <a:pt x="5270" y="7536"/>
                  </a:cubicBezTo>
                  <a:cubicBezTo>
                    <a:pt x="6186" y="7536"/>
                    <a:pt x="6913" y="6109"/>
                    <a:pt x="6440" y="4777"/>
                  </a:cubicBezTo>
                  <a:cubicBezTo>
                    <a:pt x="5028" y="1043"/>
                    <a:pt x="2588" y="304"/>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5" name="Imagem 4" descr="Interface gráfica do usuário, Texto">
            <a:extLst>
              <a:ext uri="{FF2B5EF4-FFF2-40B4-BE49-F238E27FC236}">
                <a16:creationId xmlns:a16="http://schemas.microsoft.com/office/drawing/2014/main" id="{C02D34BA-7A33-93D3-5856-1993143B08A7}"/>
              </a:ext>
            </a:extLst>
          </p:cNvPr>
          <p:cNvPicPr>
            <a:picLocks noChangeAspect="1"/>
          </p:cNvPicPr>
          <p:nvPr/>
        </p:nvPicPr>
        <p:blipFill>
          <a:blip r:embed="rId3"/>
          <a:stretch>
            <a:fillRect/>
          </a:stretch>
        </p:blipFill>
        <p:spPr>
          <a:xfrm>
            <a:off x="2204885" y="1773514"/>
            <a:ext cx="4807974" cy="2186428"/>
          </a:xfrm>
          <a:prstGeom prst="rect">
            <a:avLst/>
          </a:prstGeom>
        </p:spPr>
      </p:pic>
    </p:spTree>
    <p:extLst>
      <p:ext uri="{BB962C8B-B14F-4D97-AF65-F5344CB8AC3E}">
        <p14:creationId xmlns:p14="http://schemas.microsoft.com/office/powerpoint/2010/main" val="13600406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314"/>
        <p:cNvGrpSpPr/>
        <p:nvPr/>
      </p:nvGrpSpPr>
      <p:grpSpPr>
        <a:xfrm>
          <a:off x="0" y="0"/>
          <a:ext cx="0" cy="0"/>
          <a:chOff x="0" y="0"/>
          <a:chExt cx="0" cy="0"/>
        </a:xfrm>
      </p:grpSpPr>
      <p:pic>
        <p:nvPicPr>
          <p:cNvPr id="9" name="Imagem 8" descr="Tela de celular com texto preto sobre fundo branco&#10;&#10;Descrição gerada automaticamente com confiança média">
            <a:extLst>
              <a:ext uri="{FF2B5EF4-FFF2-40B4-BE49-F238E27FC236}">
                <a16:creationId xmlns:a16="http://schemas.microsoft.com/office/drawing/2014/main" id="{4F5B7023-38FB-C26C-F8CB-07CD64D4C1A9}"/>
              </a:ext>
            </a:extLst>
          </p:cNvPr>
          <p:cNvPicPr>
            <a:picLocks noChangeAspect="1"/>
          </p:cNvPicPr>
          <p:nvPr/>
        </p:nvPicPr>
        <p:blipFill>
          <a:blip r:embed="rId3"/>
          <a:stretch>
            <a:fillRect/>
          </a:stretch>
        </p:blipFill>
        <p:spPr>
          <a:xfrm>
            <a:off x="2321193" y="2990826"/>
            <a:ext cx="5505503" cy="1566962"/>
          </a:xfrm>
          <a:prstGeom prst="rect">
            <a:avLst/>
          </a:prstGeom>
        </p:spPr>
      </p:pic>
      <p:sp>
        <p:nvSpPr>
          <p:cNvPr id="3316" name="Google Shape;3316;p57"/>
          <p:cNvSpPr txBox="1">
            <a:spLocks noGrp="1"/>
          </p:cNvSpPr>
          <p:nvPr>
            <p:ph type="subTitle" idx="3"/>
          </p:nvPr>
        </p:nvSpPr>
        <p:spPr>
          <a:xfrm>
            <a:off x="2610538" y="2264225"/>
            <a:ext cx="3485700" cy="594000"/>
          </a:xfrm>
          <a:prstGeom prst="rect">
            <a:avLst/>
          </a:prstGeom>
        </p:spPr>
        <p:txBody>
          <a:bodyPr spcFirstLastPara="1" wrap="square" lIns="14400" tIns="14400" rIns="14400" bIns="14400" anchor="ctr" anchorCtr="0">
            <a:noAutofit/>
          </a:bodyPr>
          <a:lstStyle/>
          <a:p>
            <a:pPr marL="0" lvl="0" indent="0" algn="l" rtl="0">
              <a:spcBef>
                <a:spcPts val="0"/>
              </a:spcBef>
              <a:spcAft>
                <a:spcPts val="0"/>
              </a:spcAft>
              <a:buNone/>
            </a:pPr>
            <a:r>
              <a:rPr lang="pt-BR" dirty="0"/>
              <a:t>Quais pessoas facilitadoras atuam em mais de uma turma?</a:t>
            </a:r>
            <a:endParaRPr dirty="0"/>
          </a:p>
        </p:txBody>
      </p:sp>
      <p:grpSp>
        <p:nvGrpSpPr>
          <p:cNvPr id="3319" name="Google Shape;3319;p57"/>
          <p:cNvGrpSpPr/>
          <p:nvPr/>
        </p:nvGrpSpPr>
        <p:grpSpPr>
          <a:xfrm>
            <a:off x="81515" y="665412"/>
            <a:ext cx="623142" cy="4481406"/>
            <a:chOff x="1666197" y="662050"/>
            <a:chExt cx="623142" cy="4481406"/>
          </a:xfrm>
        </p:grpSpPr>
        <p:sp>
          <p:nvSpPr>
            <p:cNvPr id="3320" name="Google Shape;3320;p57"/>
            <p:cNvSpPr/>
            <p:nvPr/>
          </p:nvSpPr>
          <p:spPr>
            <a:xfrm flipH="1">
              <a:off x="1666197" y="662050"/>
              <a:ext cx="210628" cy="4481406"/>
            </a:xfrm>
            <a:custGeom>
              <a:avLst/>
              <a:gdLst/>
              <a:ahLst/>
              <a:cxnLst/>
              <a:rect l="l" t="t" r="r" b="b"/>
              <a:pathLst>
                <a:path w="3476" h="87081" extrusionOk="0">
                  <a:moveTo>
                    <a:pt x="1412" y="1"/>
                  </a:moveTo>
                  <a:cubicBezTo>
                    <a:pt x="644" y="1"/>
                    <a:pt x="0" y="651"/>
                    <a:pt x="0" y="1450"/>
                  </a:cubicBezTo>
                  <a:lnTo>
                    <a:pt x="0" y="87081"/>
                  </a:lnTo>
                  <a:lnTo>
                    <a:pt x="3475" y="87081"/>
                  </a:lnTo>
                  <a:lnTo>
                    <a:pt x="3475" y="1450"/>
                  </a:lnTo>
                  <a:cubicBezTo>
                    <a:pt x="3475" y="651"/>
                    <a:pt x="2832" y="1"/>
                    <a:pt x="2033"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5" name="Google Shape;3325;p57"/>
            <p:cNvSpPr/>
            <p:nvPr/>
          </p:nvSpPr>
          <p:spPr>
            <a:xfrm flipH="1">
              <a:off x="1869587" y="2264311"/>
              <a:ext cx="87852" cy="593828"/>
            </a:xfrm>
            <a:custGeom>
              <a:avLst/>
              <a:gdLst/>
              <a:ahLst/>
              <a:cxnLst/>
              <a:rect l="l" t="t" r="r" b="b"/>
              <a:pathLst>
                <a:path w="1450" h="4348" extrusionOk="0">
                  <a:moveTo>
                    <a:pt x="1" y="1"/>
                  </a:moveTo>
                  <a:lnTo>
                    <a:pt x="1" y="4348"/>
                  </a:lnTo>
                  <a:lnTo>
                    <a:pt x="1450" y="4348"/>
                  </a:lnTo>
                  <a:lnTo>
                    <a:pt x="1450" y="1"/>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326" name="Google Shape;3326;p57"/>
            <p:cNvGrpSpPr/>
            <p:nvPr/>
          </p:nvGrpSpPr>
          <p:grpSpPr>
            <a:xfrm>
              <a:off x="1925572" y="2332010"/>
              <a:ext cx="363767" cy="458466"/>
              <a:chOff x="972468" y="934847"/>
              <a:chExt cx="363767" cy="203392"/>
            </a:xfrm>
          </p:grpSpPr>
          <p:sp>
            <p:nvSpPr>
              <p:cNvPr id="3327" name="Google Shape;3327;p57"/>
              <p:cNvSpPr/>
              <p:nvPr/>
            </p:nvSpPr>
            <p:spPr>
              <a:xfrm flipH="1">
                <a:off x="972468" y="934847"/>
                <a:ext cx="363767" cy="13026"/>
              </a:xfrm>
              <a:custGeom>
                <a:avLst/>
                <a:gdLst/>
                <a:ahLst/>
                <a:cxnLst/>
                <a:rect l="l" t="t" r="r" b="b"/>
                <a:pathLst>
                  <a:path w="6004" h="215" extrusionOk="0">
                    <a:moveTo>
                      <a:pt x="1" y="0"/>
                    </a:moveTo>
                    <a:lnTo>
                      <a:pt x="1" y="215"/>
                    </a:lnTo>
                    <a:lnTo>
                      <a:pt x="6004" y="215"/>
                    </a:lnTo>
                    <a:lnTo>
                      <a:pt x="6004" y="0"/>
                    </a:lnTo>
                    <a:close/>
                  </a:path>
                </a:pathLst>
              </a:custGeom>
              <a:solidFill>
                <a:srgbClr val="5A2543"/>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57"/>
              <p:cNvSpPr/>
              <p:nvPr/>
            </p:nvSpPr>
            <p:spPr>
              <a:xfrm flipH="1">
                <a:off x="972468" y="1123396"/>
                <a:ext cx="363767" cy="14844"/>
              </a:xfrm>
              <a:custGeom>
                <a:avLst/>
                <a:gdLst/>
                <a:ahLst/>
                <a:cxnLst/>
                <a:rect l="l" t="t" r="r" b="b"/>
                <a:pathLst>
                  <a:path w="6004" h="245" extrusionOk="0">
                    <a:moveTo>
                      <a:pt x="1" y="1"/>
                    </a:moveTo>
                    <a:lnTo>
                      <a:pt x="1" y="244"/>
                    </a:lnTo>
                    <a:lnTo>
                      <a:pt x="6004" y="244"/>
                    </a:lnTo>
                    <a:lnTo>
                      <a:pt x="6004" y="1"/>
                    </a:lnTo>
                    <a:close/>
                  </a:path>
                </a:pathLst>
              </a:custGeom>
              <a:solidFill>
                <a:srgbClr val="5A2543"/>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3333" name="Google Shape;3333;p57"/>
          <p:cNvSpPr/>
          <p:nvPr/>
        </p:nvSpPr>
        <p:spPr>
          <a:xfrm>
            <a:off x="704643" y="2131625"/>
            <a:ext cx="1716000" cy="859200"/>
          </a:xfrm>
          <a:prstGeom prst="roundRect">
            <a:avLst>
              <a:gd name="adj" fmla="val 16667"/>
            </a:avLst>
          </a:pr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6" name="Google Shape;3336;p57"/>
          <p:cNvSpPr txBox="1">
            <a:spLocks noGrp="1"/>
          </p:cNvSpPr>
          <p:nvPr>
            <p:ph type="title" idx="2"/>
          </p:nvPr>
        </p:nvSpPr>
        <p:spPr>
          <a:xfrm>
            <a:off x="804093" y="2264375"/>
            <a:ext cx="1517100" cy="5937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dirty="0"/>
              <a:t>2</a:t>
            </a:r>
            <a:endParaRPr dirty="0"/>
          </a:p>
        </p:txBody>
      </p:sp>
      <p:sp>
        <p:nvSpPr>
          <p:cNvPr id="3338" name="Google Shape;3338;p57"/>
          <p:cNvSpPr/>
          <p:nvPr/>
        </p:nvSpPr>
        <p:spPr>
          <a:xfrm>
            <a:off x="7167800" y="0"/>
            <a:ext cx="1789925" cy="2045742"/>
          </a:xfrm>
          <a:custGeom>
            <a:avLst/>
            <a:gdLst/>
            <a:ahLst/>
            <a:cxnLst/>
            <a:rect l="l" t="t" r="r" b="b"/>
            <a:pathLst>
              <a:path w="71597" h="77985" extrusionOk="0">
                <a:moveTo>
                  <a:pt x="0" y="0"/>
                </a:moveTo>
                <a:cubicBezTo>
                  <a:pt x="20974" y="2330"/>
                  <a:pt x="41201" y="25910"/>
                  <a:pt x="42440" y="46976"/>
                </a:cubicBezTo>
                <a:cubicBezTo>
                  <a:pt x="42920" y="55135"/>
                  <a:pt x="41390" y="64516"/>
                  <a:pt x="35960" y="70625"/>
                </a:cubicBezTo>
                <a:cubicBezTo>
                  <a:pt x="31049" y="76150"/>
                  <a:pt x="18352" y="81313"/>
                  <a:pt x="14254" y="75161"/>
                </a:cubicBezTo>
                <a:cubicBezTo>
                  <a:pt x="12075" y="71889"/>
                  <a:pt x="15005" y="66010"/>
                  <a:pt x="18466" y="64146"/>
                </a:cubicBezTo>
                <a:cubicBezTo>
                  <a:pt x="24021" y="61155"/>
                  <a:pt x="31491" y="59316"/>
                  <a:pt x="37256" y="61878"/>
                </a:cubicBezTo>
                <a:cubicBezTo>
                  <a:pt x="41585" y="63802"/>
                  <a:pt x="45583" y="66717"/>
                  <a:pt x="50215" y="67710"/>
                </a:cubicBezTo>
                <a:cubicBezTo>
                  <a:pt x="57386" y="69247"/>
                  <a:pt x="65730" y="66926"/>
                  <a:pt x="71597" y="62526"/>
                </a:cubicBezTo>
              </a:path>
            </a:pathLst>
          </a:custGeom>
          <a:noFill/>
          <a:ln w="19050" cap="flat" cmpd="sng">
            <a:solidFill>
              <a:schemeClr val="dk2"/>
            </a:solidFill>
            <a:prstDash val="dash"/>
            <a:round/>
            <a:headEnd type="none" w="med" len="med"/>
            <a:tailEnd type="none" w="med" len="med"/>
          </a:ln>
        </p:spPr>
        <p:txBody>
          <a:bodyPr/>
          <a:lstStyle/>
          <a:p>
            <a:endParaRPr lang="pt-BR"/>
          </a:p>
        </p:txBody>
      </p:sp>
      <p:sp>
        <p:nvSpPr>
          <p:cNvPr id="3339" name="Google Shape;3339;p57"/>
          <p:cNvSpPr/>
          <p:nvPr/>
        </p:nvSpPr>
        <p:spPr>
          <a:xfrm rot="-393071">
            <a:off x="7502062" y="2919979"/>
            <a:ext cx="1141893" cy="345591"/>
          </a:xfrm>
          <a:prstGeom prst="rect">
            <a:avLst/>
          </a:prstGeom>
        </p:spPr>
        <p:txBody>
          <a:bodyPr>
            <a:prstTxWarp prst="textPlain">
              <a:avLst/>
            </a:prstTxWarp>
          </a:bodyPr>
          <a:lstStyle/>
          <a:p>
            <a:pPr lvl="0" algn="ctr"/>
            <a:r>
              <a:rPr lang="pt-BR" dirty="0">
                <a:solidFill>
                  <a:schemeClr val="accent2"/>
                </a:solidFill>
                <a:latin typeface="Nanum Pen Script"/>
              </a:rPr>
              <a:t>Multitarefas</a:t>
            </a:r>
            <a:endParaRPr dirty="0">
              <a:solidFill>
                <a:schemeClr val="accent2"/>
              </a:solidFill>
              <a:latin typeface="Nanum Pen Script"/>
            </a:endParaRPr>
          </a:p>
        </p:txBody>
      </p:sp>
      <p:sp>
        <p:nvSpPr>
          <p:cNvPr id="3341" name="Google Shape;3341;p57"/>
          <p:cNvSpPr/>
          <p:nvPr/>
        </p:nvSpPr>
        <p:spPr>
          <a:xfrm>
            <a:off x="778868" y="2204806"/>
            <a:ext cx="1567554" cy="712837"/>
          </a:xfrm>
          <a:custGeom>
            <a:avLst/>
            <a:gdLst/>
            <a:ahLst/>
            <a:cxnLst/>
            <a:rect l="l" t="t" r="r" b="b"/>
            <a:pathLst>
              <a:path w="76653" h="34973" fill="none" extrusionOk="0">
                <a:moveTo>
                  <a:pt x="71487" y="34973"/>
                </a:moveTo>
                <a:lnTo>
                  <a:pt x="5166" y="34973"/>
                </a:lnTo>
                <a:cubicBezTo>
                  <a:pt x="2307" y="34973"/>
                  <a:pt x="0" y="32667"/>
                  <a:pt x="0" y="29807"/>
                </a:cubicBezTo>
                <a:lnTo>
                  <a:pt x="0" y="5100"/>
                </a:lnTo>
                <a:cubicBezTo>
                  <a:pt x="0" y="2306"/>
                  <a:pt x="2307" y="0"/>
                  <a:pt x="5166" y="0"/>
                </a:cubicBezTo>
                <a:lnTo>
                  <a:pt x="71487" y="0"/>
                </a:lnTo>
                <a:cubicBezTo>
                  <a:pt x="74347" y="0"/>
                  <a:pt x="76653" y="2306"/>
                  <a:pt x="76653" y="5100"/>
                </a:cubicBezTo>
                <a:lnTo>
                  <a:pt x="76653" y="29807"/>
                </a:lnTo>
                <a:cubicBezTo>
                  <a:pt x="76653" y="32667"/>
                  <a:pt x="74347" y="34973"/>
                  <a:pt x="71487" y="34973"/>
                </a:cubicBezTo>
                <a:close/>
              </a:path>
            </a:pathLst>
          </a:custGeom>
          <a:noFill/>
          <a:ln w="28575" cap="flat" cmpd="sng">
            <a:solidFill>
              <a:srgbClr val="5A2543"/>
            </a:solidFill>
            <a:prstDash val="solid"/>
            <a:miter lim="1317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43" name="Google Shape;3343;p57"/>
          <p:cNvGrpSpPr/>
          <p:nvPr/>
        </p:nvGrpSpPr>
        <p:grpSpPr>
          <a:xfrm>
            <a:off x="642070" y="1714658"/>
            <a:ext cx="440240" cy="416966"/>
            <a:chOff x="2418481" y="400462"/>
            <a:chExt cx="440240" cy="416966"/>
          </a:xfrm>
        </p:grpSpPr>
        <p:grpSp>
          <p:nvGrpSpPr>
            <p:cNvPr id="3344" name="Google Shape;3344;p57"/>
            <p:cNvGrpSpPr/>
            <p:nvPr/>
          </p:nvGrpSpPr>
          <p:grpSpPr>
            <a:xfrm>
              <a:off x="2650628" y="619288"/>
              <a:ext cx="208093" cy="175380"/>
              <a:chOff x="2222003" y="304963"/>
              <a:chExt cx="208093" cy="175380"/>
            </a:xfrm>
          </p:grpSpPr>
          <p:sp>
            <p:nvSpPr>
              <p:cNvPr id="3345" name="Google Shape;3345;p57"/>
              <p:cNvSpPr/>
              <p:nvPr/>
            </p:nvSpPr>
            <p:spPr>
              <a:xfrm>
                <a:off x="2223202" y="304963"/>
                <a:ext cx="124875" cy="152925"/>
              </a:xfrm>
              <a:custGeom>
                <a:avLst/>
                <a:gdLst/>
                <a:ahLst/>
                <a:cxnLst/>
                <a:rect l="l" t="t" r="r" b="b"/>
                <a:pathLst>
                  <a:path w="6562" h="8036" extrusionOk="0">
                    <a:moveTo>
                      <a:pt x="5057" y="1"/>
                    </a:moveTo>
                    <a:cubicBezTo>
                      <a:pt x="4719" y="1"/>
                      <a:pt x="4375" y="113"/>
                      <a:pt x="4099" y="359"/>
                    </a:cubicBezTo>
                    <a:cubicBezTo>
                      <a:pt x="2251" y="2237"/>
                      <a:pt x="1416" y="4706"/>
                      <a:pt x="152" y="6924"/>
                    </a:cubicBezTo>
                    <a:cubicBezTo>
                      <a:pt x="1" y="7448"/>
                      <a:pt x="361" y="8036"/>
                      <a:pt x="851" y="8036"/>
                    </a:cubicBezTo>
                    <a:cubicBezTo>
                      <a:pt x="962" y="8036"/>
                      <a:pt x="1081" y="8005"/>
                      <a:pt x="1201" y="7937"/>
                    </a:cubicBezTo>
                    <a:cubicBezTo>
                      <a:pt x="3634" y="6429"/>
                      <a:pt x="6561" y="4240"/>
                      <a:pt x="6435" y="1195"/>
                    </a:cubicBezTo>
                    <a:cubicBezTo>
                      <a:pt x="6396" y="454"/>
                      <a:pt x="5737" y="1"/>
                      <a:pt x="50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57"/>
              <p:cNvSpPr/>
              <p:nvPr/>
            </p:nvSpPr>
            <p:spPr>
              <a:xfrm>
                <a:off x="2222003" y="402492"/>
                <a:ext cx="208093" cy="77852"/>
              </a:xfrm>
              <a:custGeom>
                <a:avLst/>
                <a:gdLst/>
                <a:ahLst/>
                <a:cxnLst/>
                <a:rect l="l" t="t" r="r" b="b"/>
                <a:pathLst>
                  <a:path w="10935" h="4091" extrusionOk="0">
                    <a:moveTo>
                      <a:pt x="8593" y="1"/>
                    </a:moveTo>
                    <a:cubicBezTo>
                      <a:pt x="5866" y="1"/>
                      <a:pt x="3378" y="1091"/>
                      <a:pt x="836" y="1673"/>
                    </a:cubicBezTo>
                    <a:lnTo>
                      <a:pt x="799" y="1673"/>
                    </a:lnTo>
                    <a:cubicBezTo>
                      <a:pt x="126" y="1984"/>
                      <a:pt x="0" y="2997"/>
                      <a:pt x="769" y="3248"/>
                    </a:cubicBezTo>
                    <a:cubicBezTo>
                      <a:pt x="2276" y="3681"/>
                      <a:pt x="4028" y="4091"/>
                      <a:pt x="5702" y="4091"/>
                    </a:cubicBezTo>
                    <a:cubicBezTo>
                      <a:pt x="7346" y="4091"/>
                      <a:pt x="8916" y="3696"/>
                      <a:pt x="10106" y="2538"/>
                    </a:cubicBezTo>
                    <a:cubicBezTo>
                      <a:pt x="10934" y="1673"/>
                      <a:pt x="10224" y="136"/>
                      <a:pt x="9027" y="10"/>
                    </a:cubicBezTo>
                    <a:cubicBezTo>
                      <a:pt x="8882" y="4"/>
                      <a:pt x="8737" y="1"/>
                      <a:pt x="859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47" name="Google Shape;3347;p57"/>
            <p:cNvGrpSpPr/>
            <p:nvPr/>
          </p:nvGrpSpPr>
          <p:grpSpPr>
            <a:xfrm>
              <a:off x="2650628" y="619838"/>
              <a:ext cx="208093" cy="175380"/>
              <a:chOff x="2222003" y="304963"/>
              <a:chExt cx="208093" cy="175380"/>
            </a:xfrm>
          </p:grpSpPr>
          <p:sp>
            <p:nvSpPr>
              <p:cNvPr id="3348" name="Google Shape;3348;p57"/>
              <p:cNvSpPr/>
              <p:nvPr/>
            </p:nvSpPr>
            <p:spPr>
              <a:xfrm>
                <a:off x="2223202" y="304963"/>
                <a:ext cx="124875" cy="152925"/>
              </a:xfrm>
              <a:custGeom>
                <a:avLst/>
                <a:gdLst/>
                <a:ahLst/>
                <a:cxnLst/>
                <a:rect l="l" t="t" r="r" b="b"/>
                <a:pathLst>
                  <a:path w="6562" h="8036" extrusionOk="0">
                    <a:moveTo>
                      <a:pt x="5057" y="1"/>
                    </a:moveTo>
                    <a:cubicBezTo>
                      <a:pt x="4719" y="1"/>
                      <a:pt x="4375" y="113"/>
                      <a:pt x="4099" y="359"/>
                    </a:cubicBezTo>
                    <a:cubicBezTo>
                      <a:pt x="2251" y="2237"/>
                      <a:pt x="1416" y="4706"/>
                      <a:pt x="152" y="6924"/>
                    </a:cubicBezTo>
                    <a:cubicBezTo>
                      <a:pt x="1" y="7448"/>
                      <a:pt x="361" y="8036"/>
                      <a:pt x="851" y="8036"/>
                    </a:cubicBezTo>
                    <a:cubicBezTo>
                      <a:pt x="962" y="8036"/>
                      <a:pt x="1081" y="8005"/>
                      <a:pt x="1201" y="7937"/>
                    </a:cubicBezTo>
                    <a:cubicBezTo>
                      <a:pt x="3634" y="6429"/>
                      <a:pt x="6561" y="4240"/>
                      <a:pt x="6435" y="1195"/>
                    </a:cubicBezTo>
                    <a:cubicBezTo>
                      <a:pt x="6396" y="454"/>
                      <a:pt x="5737" y="1"/>
                      <a:pt x="5057"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57"/>
              <p:cNvSpPr/>
              <p:nvPr/>
            </p:nvSpPr>
            <p:spPr>
              <a:xfrm>
                <a:off x="2222003" y="402492"/>
                <a:ext cx="208093" cy="77852"/>
              </a:xfrm>
              <a:custGeom>
                <a:avLst/>
                <a:gdLst/>
                <a:ahLst/>
                <a:cxnLst/>
                <a:rect l="l" t="t" r="r" b="b"/>
                <a:pathLst>
                  <a:path w="10935" h="4091" extrusionOk="0">
                    <a:moveTo>
                      <a:pt x="8593" y="1"/>
                    </a:moveTo>
                    <a:cubicBezTo>
                      <a:pt x="5866" y="1"/>
                      <a:pt x="3378" y="1091"/>
                      <a:pt x="836" y="1673"/>
                    </a:cubicBezTo>
                    <a:lnTo>
                      <a:pt x="799" y="1673"/>
                    </a:lnTo>
                    <a:cubicBezTo>
                      <a:pt x="126" y="1984"/>
                      <a:pt x="0" y="2997"/>
                      <a:pt x="769" y="3248"/>
                    </a:cubicBezTo>
                    <a:cubicBezTo>
                      <a:pt x="2276" y="3681"/>
                      <a:pt x="4028" y="4091"/>
                      <a:pt x="5702" y="4091"/>
                    </a:cubicBezTo>
                    <a:cubicBezTo>
                      <a:pt x="7346" y="4091"/>
                      <a:pt x="8916" y="3696"/>
                      <a:pt x="10106" y="2538"/>
                    </a:cubicBezTo>
                    <a:cubicBezTo>
                      <a:pt x="10934" y="1673"/>
                      <a:pt x="10224" y="136"/>
                      <a:pt x="9027" y="10"/>
                    </a:cubicBezTo>
                    <a:cubicBezTo>
                      <a:pt x="8882" y="4"/>
                      <a:pt x="8737" y="1"/>
                      <a:pt x="8593"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50" name="Google Shape;3350;p57"/>
            <p:cNvSpPr/>
            <p:nvPr/>
          </p:nvSpPr>
          <p:spPr>
            <a:xfrm>
              <a:off x="2648382" y="630154"/>
              <a:ext cx="200995" cy="148872"/>
            </a:xfrm>
            <a:custGeom>
              <a:avLst/>
              <a:gdLst/>
              <a:ahLst/>
              <a:cxnLst/>
              <a:rect l="l" t="t" r="r" b="b"/>
              <a:pathLst>
                <a:path w="10562" h="7823" extrusionOk="0">
                  <a:moveTo>
                    <a:pt x="8479" y="0"/>
                  </a:moveTo>
                  <a:cubicBezTo>
                    <a:pt x="8261" y="0"/>
                    <a:pt x="8038" y="40"/>
                    <a:pt x="7821" y="128"/>
                  </a:cubicBezTo>
                  <a:cubicBezTo>
                    <a:pt x="4864" y="1548"/>
                    <a:pt x="2861" y="4135"/>
                    <a:pt x="488" y="6198"/>
                  </a:cubicBezTo>
                  <a:lnTo>
                    <a:pt x="458" y="6198"/>
                  </a:lnTo>
                  <a:cubicBezTo>
                    <a:pt x="0" y="6827"/>
                    <a:pt x="307" y="7823"/>
                    <a:pt x="1063" y="7823"/>
                  </a:cubicBezTo>
                  <a:cubicBezTo>
                    <a:pt x="1125" y="7823"/>
                    <a:pt x="1189" y="7816"/>
                    <a:pt x="1257" y="7802"/>
                  </a:cubicBezTo>
                  <a:cubicBezTo>
                    <a:pt x="4739" y="7063"/>
                    <a:pt x="9086" y="5732"/>
                    <a:pt x="10254" y="2073"/>
                  </a:cubicBezTo>
                  <a:cubicBezTo>
                    <a:pt x="10561" y="995"/>
                    <a:pt x="9567" y="0"/>
                    <a:pt x="8479"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57"/>
            <p:cNvSpPr/>
            <p:nvPr/>
          </p:nvSpPr>
          <p:spPr>
            <a:xfrm>
              <a:off x="2418481" y="400462"/>
              <a:ext cx="321207" cy="408917"/>
            </a:xfrm>
            <a:custGeom>
              <a:avLst/>
              <a:gdLst/>
              <a:ahLst/>
              <a:cxnLst/>
              <a:rect l="l" t="t" r="r" b="b"/>
              <a:pathLst>
                <a:path w="16879" h="21488" extrusionOk="0">
                  <a:moveTo>
                    <a:pt x="7889" y="0"/>
                  </a:moveTo>
                  <a:cubicBezTo>
                    <a:pt x="4533" y="185"/>
                    <a:pt x="2248" y="3386"/>
                    <a:pt x="1509" y="6528"/>
                  </a:cubicBezTo>
                  <a:cubicBezTo>
                    <a:pt x="1169" y="7519"/>
                    <a:pt x="866" y="8472"/>
                    <a:pt x="681" y="9485"/>
                  </a:cubicBezTo>
                  <a:cubicBezTo>
                    <a:pt x="1" y="12198"/>
                    <a:pt x="186" y="15185"/>
                    <a:pt x="1450" y="17588"/>
                  </a:cubicBezTo>
                  <a:cubicBezTo>
                    <a:pt x="1760" y="18172"/>
                    <a:pt x="2160" y="18697"/>
                    <a:pt x="2618" y="19192"/>
                  </a:cubicBezTo>
                  <a:cubicBezTo>
                    <a:pt x="3113" y="19687"/>
                    <a:pt x="3668" y="20086"/>
                    <a:pt x="4311" y="20456"/>
                  </a:cubicBezTo>
                  <a:cubicBezTo>
                    <a:pt x="4962" y="20730"/>
                    <a:pt x="5605" y="20944"/>
                    <a:pt x="6285" y="21099"/>
                  </a:cubicBezTo>
                  <a:cubicBezTo>
                    <a:pt x="7041" y="21363"/>
                    <a:pt x="7815" y="21487"/>
                    <a:pt x="8583" y="21487"/>
                  </a:cubicBezTo>
                  <a:cubicBezTo>
                    <a:pt x="12477" y="21487"/>
                    <a:pt x="16200" y="18300"/>
                    <a:pt x="16509" y="14076"/>
                  </a:cubicBezTo>
                  <a:cubicBezTo>
                    <a:pt x="16879" y="9766"/>
                    <a:pt x="15955" y="5049"/>
                    <a:pt x="12754" y="1878"/>
                  </a:cubicBezTo>
                  <a:cubicBezTo>
                    <a:pt x="11460" y="739"/>
                    <a:pt x="9767" y="0"/>
                    <a:pt x="788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57"/>
            <p:cNvSpPr/>
            <p:nvPr/>
          </p:nvSpPr>
          <p:spPr>
            <a:xfrm>
              <a:off x="2447749" y="581476"/>
              <a:ext cx="262119" cy="227903"/>
            </a:xfrm>
            <a:custGeom>
              <a:avLst/>
              <a:gdLst/>
              <a:ahLst/>
              <a:cxnLst/>
              <a:rect l="l" t="t" r="r" b="b"/>
              <a:pathLst>
                <a:path w="13774" h="11976" extrusionOk="0">
                  <a:moveTo>
                    <a:pt x="7204" y="1"/>
                  </a:moveTo>
                  <a:cubicBezTo>
                    <a:pt x="5440" y="1"/>
                    <a:pt x="3850" y="674"/>
                    <a:pt x="2499" y="1947"/>
                  </a:cubicBezTo>
                  <a:cubicBezTo>
                    <a:pt x="836" y="3522"/>
                    <a:pt x="222" y="5643"/>
                    <a:pt x="38" y="7891"/>
                  </a:cubicBezTo>
                  <a:cubicBezTo>
                    <a:pt x="38" y="8017"/>
                    <a:pt x="38" y="8142"/>
                    <a:pt x="1" y="8261"/>
                  </a:cubicBezTo>
                  <a:cubicBezTo>
                    <a:pt x="311" y="8756"/>
                    <a:pt x="681" y="9251"/>
                    <a:pt x="1080" y="9680"/>
                  </a:cubicBezTo>
                  <a:cubicBezTo>
                    <a:pt x="1575" y="10175"/>
                    <a:pt x="2130" y="10574"/>
                    <a:pt x="2773" y="10944"/>
                  </a:cubicBezTo>
                  <a:cubicBezTo>
                    <a:pt x="3424" y="11218"/>
                    <a:pt x="4067" y="11432"/>
                    <a:pt x="4747" y="11587"/>
                  </a:cubicBezTo>
                  <a:cubicBezTo>
                    <a:pt x="5501" y="11851"/>
                    <a:pt x="6274" y="11975"/>
                    <a:pt x="7040" y="11975"/>
                  </a:cubicBezTo>
                  <a:cubicBezTo>
                    <a:pt x="9684" y="11975"/>
                    <a:pt x="12253" y="10501"/>
                    <a:pt x="13714" y="8231"/>
                  </a:cubicBezTo>
                  <a:cubicBezTo>
                    <a:pt x="13774" y="7736"/>
                    <a:pt x="13744" y="7248"/>
                    <a:pt x="13677" y="6723"/>
                  </a:cubicBezTo>
                  <a:cubicBezTo>
                    <a:pt x="13530" y="5614"/>
                    <a:pt x="13249" y="4564"/>
                    <a:pt x="12694" y="3581"/>
                  </a:cubicBezTo>
                  <a:cubicBezTo>
                    <a:pt x="12169" y="2627"/>
                    <a:pt x="11497" y="1733"/>
                    <a:pt x="10632" y="1052"/>
                  </a:cubicBezTo>
                  <a:cubicBezTo>
                    <a:pt x="9833" y="439"/>
                    <a:pt x="8939" y="158"/>
                    <a:pt x="7948" y="40"/>
                  </a:cubicBezTo>
                  <a:cubicBezTo>
                    <a:pt x="7697" y="14"/>
                    <a:pt x="7449" y="1"/>
                    <a:pt x="7204" y="1"/>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53" name="Google Shape;3353;p57"/>
            <p:cNvGrpSpPr/>
            <p:nvPr/>
          </p:nvGrpSpPr>
          <p:grpSpPr>
            <a:xfrm>
              <a:off x="2702069" y="444098"/>
              <a:ext cx="127748" cy="165210"/>
              <a:chOff x="2273444" y="129773"/>
              <a:chExt cx="127748" cy="165210"/>
            </a:xfrm>
          </p:grpSpPr>
          <p:sp>
            <p:nvSpPr>
              <p:cNvPr id="3354" name="Google Shape;3354;p57"/>
              <p:cNvSpPr/>
              <p:nvPr/>
            </p:nvSpPr>
            <p:spPr>
              <a:xfrm>
                <a:off x="2273631" y="129773"/>
                <a:ext cx="85654" cy="160937"/>
              </a:xfrm>
              <a:custGeom>
                <a:avLst/>
                <a:gdLst/>
                <a:ahLst/>
                <a:cxnLst/>
                <a:rect l="l" t="t" r="r" b="b"/>
                <a:pathLst>
                  <a:path w="4501" h="8457" extrusionOk="0">
                    <a:moveTo>
                      <a:pt x="3372" y="1"/>
                    </a:moveTo>
                    <a:cubicBezTo>
                      <a:pt x="3155" y="1"/>
                      <a:pt x="2935" y="93"/>
                      <a:pt x="2743" y="295"/>
                    </a:cubicBezTo>
                    <a:cubicBezTo>
                      <a:pt x="1597" y="1588"/>
                      <a:pt x="828" y="3281"/>
                      <a:pt x="30" y="4945"/>
                    </a:cubicBezTo>
                    <a:cubicBezTo>
                      <a:pt x="156" y="5654"/>
                      <a:pt x="215" y="6335"/>
                      <a:pt x="156" y="7007"/>
                    </a:cubicBezTo>
                    <a:cubicBezTo>
                      <a:pt x="119" y="7503"/>
                      <a:pt x="89" y="7998"/>
                      <a:pt x="0" y="8456"/>
                    </a:cubicBezTo>
                    <a:cubicBezTo>
                      <a:pt x="1967" y="7044"/>
                      <a:pt x="4125" y="4945"/>
                      <a:pt x="4436" y="1588"/>
                    </a:cubicBezTo>
                    <a:cubicBezTo>
                      <a:pt x="4500" y="648"/>
                      <a:pt x="3948" y="1"/>
                      <a:pt x="33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57"/>
              <p:cNvSpPr/>
              <p:nvPr/>
            </p:nvSpPr>
            <p:spPr>
              <a:xfrm>
                <a:off x="2273444" y="195037"/>
                <a:ext cx="127748" cy="99946"/>
              </a:xfrm>
              <a:custGeom>
                <a:avLst/>
                <a:gdLst/>
                <a:ahLst/>
                <a:cxnLst/>
                <a:rect l="l" t="t" r="r" b="b"/>
                <a:pathLst>
                  <a:path w="6713" h="5252" extrusionOk="0">
                    <a:moveTo>
                      <a:pt x="5175" y="0"/>
                    </a:moveTo>
                    <a:cubicBezTo>
                      <a:pt x="3386" y="156"/>
                      <a:pt x="1752" y="1198"/>
                      <a:pt x="119" y="2122"/>
                    </a:cubicBezTo>
                    <a:cubicBezTo>
                      <a:pt x="185" y="2647"/>
                      <a:pt x="185" y="3142"/>
                      <a:pt x="156" y="3630"/>
                    </a:cubicBezTo>
                    <a:cubicBezTo>
                      <a:pt x="119" y="4126"/>
                      <a:pt x="89" y="4591"/>
                      <a:pt x="0" y="5050"/>
                    </a:cubicBezTo>
                    <a:cubicBezTo>
                      <a:pt x="601" y="5169"/>
                      <a:pt x="1220" y="5251"/>
                      <a:pt x="1836" y="5251"/>
                    </a:cubicBezTo>
                    <a:cubicBezTo>
                      <a:pt x="3426" y="5251"/>
                      <a:pt x="4985" y="4706"/>
                      <a:pt x="6099" y="2861"/>
                    </a:cubicBezTo>
                    <a:cubicBezTo>
                      <a:pt x="6713" y="1753"/>
                      <a:pt x="6099" y="30"/>
                      <a:pt x="51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6" name="Google Shape;3356;p57"/>
            <p:cNvGrpSpPr/>
            <p:nvPr/>
          </p:nvGrpSpPr>
          <p:grpSpPr>
            <a:xfrm>
              <a:off x="2443754" y="601436"/>
              <a:ext cx="130730" cy="148882"/>
              <a:chOff x="2015051" y="273164"/>
              <a:chExt cx="130717" cy="162802"/>
            </a:xfrm>
          </p:grpSpPr>
          <p:sp>
            <p:nvSpPr>
              <p:cNvPr id="3357" name="Google Shape;3357;p57"/>
              <p:cNvSpPr/>
              <p:nvPr/>
            </p:nvSpPr>
            <p:spPr>
              <a:xfrm>
                <a:off x="2015051" y="277884"/>
                <a:ext cx="92524" cy="158082"/>
              </a:xfrm>
              <a:custGeom>
                <a:avLst/>
                <a:gdLst/>
                <a:ahLst/>
                <a:cxnLst/>
                <a:rect l="l" t="t" r="r" b="b"/>
                <a:pathLst>
                  <a:path w="4862" h="8307" extrusionOk="0">
                    <a:moveTo>
                      <a:pt x="0" y="1"/>
                    </a:moveTo>
                    <a:lnTo>
                      <a:pt x="0" y="1"/>
                    </a:lnTo>
                    <a:cubicBezTo>
                      <a:pt x="96" y="459"/>
                      <a:pt x="185" y="954"/>
                      <a:pt x="215" y="1479"/>
                    </a:cubicBezTo>
                    <a:cubicBezTo>
                      <a:pt x="311" y="2122"/>
                      <a:pt x="281" y="2832"/>
                      <a:pt x="185" y="3512"/>
                    </a:cubicBezTo>
                    <a:cubicBezTo>
                      <a:pt x="1050" y="5176"/>
                      <a:pt x="1945" y="6802"/>
                      <a:pt x="3113" y="8037"/>
                    </a:cubicBezTo>
                    <a:cubicBezTo>
                      <a:pt x="3314" y="8222"/>
                      <a:pt x="3532" y="8307"/>
                      <a:pt x="3742" y="8307"/>
                    </a:cubicBezTo>
                    <a:cubicBezTo>
                      <a:pt x="4334" y="8307"/>
                      <a:pt x="4861" y="7632"/>
                      <a:pt x="4746" y="6654"/>
                    </a:cubicBezTo>
                    <a:cubicBezTo>
                      <a:pt x="4281" y="3327"/>
                      <a:pt x="2033" y="1324"/>
                      <a:pt x="0"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57"/>
              <p:cNvSpPr/>
              <p:nvPr/>
            </p:nvSpPr>
            <p:spPr>
              <a:xfrm>
                <a:off x="2015051" y="273164"/>
                <a:ext cx="130717" cy="97319"/>
              </a:xfrm>
              <a:custGeom>
                <a:avLst/>
                <a:gdLst/>
                <a:ahLst/>
                <a:cxnLst/>
                <a:rect l="l" t="t" r="r" b="b"/>
                <a:pathLst>
                  <a:path w="6869" h="5114" extrusionOk="0">
                    <a:moveTo>
                      <a:pt x="2144" y="1"/>
                    </a:moveTo>
                    <a:cubicBezTo>
                      <a:pt x="1424" y="1"/>
                      <a:pt x="697" y="126"/>
                      <a:pt x="0" y="308"/>
                    </a:cubicBezTo>
                    <a:cubicBezTo>
                      <a:pt x="96" y="766"/>
                      <a:pt x="185" y="1232"/>
                      <a:pt x="215" y="1727"/>
                    </a:cubicBezTo>
                    <a:cubicBezTo>
                      <a:pt x="281" y="2185"/>
                      <a:pt x="281" y="2710"/>
                      <a:pt x="252" y="3206"/>
                    </a:cubicBezTo>
                    <a:cubicBezTo>
                      <a:pt x="1945" y="4063"/>
                      <a:pt x="3608" y="5054"/>
                      <a:pt x="5390" y="5113"/>
                    </a:cubicBezTo>
                    <a:cubicBezTo>
                      <a:pt x="6351" y="5017"/>
                      <a:pt x="6868" y="3265"/>
                      <a:pt x="6195" y="2185"/>
                    </a:cubicBezTo>
                    <a:cubicBezTo>
                      <a:pt x="5077" y="530"/>
                      <a:pt x="3623" y="1"/>
                      <a:pt x="2144"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59" name="Google Shape;3359;p57"/>
            <p:cNvSpPr/>
            <p:nvPr/>
          </p:nvSpPr>
          <p:spPr>
            <a:xfrm>
              <a:off x="2632473" y="786752"/>
              <a:ext cx="34007" cy="28849"/>
            </a:xfrm>
            <a:custGeom>
              <a:avLst/>
              <a:gdLst/>
              <a:ahLst/>
              <a:cxnLst/>
              <a:rect l="l" t="t" r="r" b="b"/>
              <a:pathLst>
                <a:path w="1787" h="1516" extrusionOk="0">
                  <a:moveTo>
                    <a:pt x="864" y="1"/>
                  </a:moveTo>
                  <a:cubicBezTo>
                    <a:pt x="852" y="1"/>
                    <a:pt x="840" y="1"/>
                    <a:pt x="828" y="2"/>
                  </a:cubicBezTo>
                  <a:cubicBezTo>
                    <a:pt x="769" y="2"/>
                    <a:pt x="740" y="31"/>
                    <a:pt x="710" y="61"/>
                  </a:cubicBezTo>
                  <a:lnTo>
                    <a:pt x="681" y="61"/>
                  </a:lnTo>
                  <a:cubicBezTo>
                    <a:pt x="644" y="61"/>
                    <a:pt x="614" y="61"/>
                    <a:pt x="555" y="91"/>
                  </a:cubicBezTo>
                  <a:cubicBezTo>
                    <a:pt x="370" y="187"/>
                    <a:pt x="274" y="401"/>
                    <a:pt x="215" y="586"/>
                  </a:cubicBezTo>
                  <a:cubicBezTo>
                    <a:pt x="126" y="830"/>
                    <a:pt x="30" y="1081"/>
                    <a:pt x="0" y="1355"/>
                  </a:cubicBezTo>
                  <a:cubicBezTo>
                    <a:pt x="0" y="1462"/>
                    <a:pt x="85" y="1516"/>
                    <a:pt x="174" y="1516"/>
                  </a:cubicBezTo>
                  <a:cubicBezTo>
                    <a:pt x="263" y="1516"/>
                    <a:pt x="355" y="1462"/>
                    <a:pt x="370" y="1355"/>
                  </a:cubicBezTo>
                  <a:cubicBezTo>
                    <a:pt x="370" y="1140"/>
                    <a:pt x="429" y="956"/>
                    <a:pt x="496" y="771"/>
                  </a:cubicBezTo>
                  <a:cubicBezTo>
                    <a:pt x="525" y="682"/>
                    <a:pt x="555" y="586"/>
                    <a:pt x="614" y="497"/>
                  </a:cubicBezTo>
                  <a:cubicBezTo>
                    <a:pt x="644" y="556"/>
                    <a:pt x="681" y="615"/>
                    <a:pt x="710" y="682"/>
                  </a:cubicBezTo>
                  <a:cubicBezTo>
                    <a:pt x="769" y="867"/>
                    <a:pt x="710" y="1052"/>
                    <a:pt x="710" y="1236"/>
                  </a:cubicBezTo>
                  <a:cubicBezTo>
                    <a:pt x="695" y="1344"/>
                    <a:pt x="771" y="1397"/>
                    <a:pt x="855" y="1397"/>
                  </a:cubicBezTo>
                  <a:cubicBezTo>
                    <a:pt x="939" y="1397"/>
                    <a:pt x="1032" y="1344"/>
                    <a:pt x="1050" y="1236"/>
                  </a:cubicBezTo>
                  <a:cubicBezTo>
                    <a:pt x="1050" y="1052"/>
                    <a:pt x="1109" y="896"/>
                    <a:pt x="1080" y="712"/>
                  </a:cubicBezTo>
                  <a:cubicBezTo>
                    <a:pt x="1050" y="586"/>
                    <a:pt x="954" y="460"/>
                    <a:pt x="925" y="342"/>
                  </a:cubicBezTo>
                  <a:lnTo>
                    <a:pt x="925" y="342"/>
                  </a:lnTo>
                  <a:cubicBezTo>
                    <a:pt x="1198" y="401"/>
                    <a:pt x="1420" y="800"/>
                    <a:pt x="1353" y="1052"/>
                  </a:cubicBezTo>
                  <a:cubicBezTo>
                    <a:pt x="1318" y="1180"/>
                    <a:pt x="1426" y="1263"/>
                    <a:pt x="1524" y="1263"/>
                  </a:cubicBezTo>
                  <a:cubicBezTo>
                    <a:pt x="1590" y="1263"/>
                    <a:pt x="1652" y="1226"/>
                    <a:pt x="1664" y="1140"/>
                  </a:cubicBezTo>
                  <a:cubicBezTo>
                    <a:pt x="1787" y="656"/>
                    <a:pt x="1400" y="1"/>
                    <a:pt x="864"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57"/>
            <p:cNvSpPr/>
            <p:nvPr/>
          </p:nvSpPr>
          <p:spPr>
            <a:xfrm>
              <a:off x="2494791" y="788446"/>
              <a:ext cx="33873" cy="28983"/>
            </a:xfrm>
            <a:custGeom>
              <a:avLst/>
              <a:gdLst/>
              <a:ahLst/>
              <a:cxnLst/>
              <a:rect l="l" t="t" r="r" b="b"/>
              <a:pathLst>
                <a:path w="1780" h="1523" extrusionOk="0">
                  <a:moveTo>
                    <a:pt x="917" y="1"/>
                  </a:moveTo>
                  <a:cubicBezTo>
                    <a:pt x="380" y="1"/>
                    <a:pt x="0" y="663"/>
                    <a:pt x="116" y="1147"/>
                  </a:cubicBezTo>
                  <a:cubicBezTo>
                    <a:pt x="131" y="1232"/>
                    <a:pt x="191" y="1268"/>
                    <a:pt x="255" y="1268"/>
                  </a:cubicBezTo>
                  <a:cubicBezTo>
                    <a:pt x="354" y="1268"/>
                    <a:pt x="463" y="1181"/>
                    <a:pt x="427" y="1051"/>
                  </a:cubicBezTo>
                  <a:cubicBezTo>
                    <a:pt x="368" y="807"/>
                    <a:pt x="582" y="408"/>
                    <a:pt x="855" y="342"/>
                  </a:cubicBezTo>
                  <a:lnTo>
                    <a:pt x="855" y="342"/>
                  </a:lnTo>
                  <a:cubicBezTo>
                    <a:pt x="826" y="467"/>
                    <a:pt x="737" y="593"/>
                    <a:pt x="708" y="711"/>
                  </a:cubicBezTo>
                  <a:cubicBezTo>
                    <a:pt x="671" y="896"/>
                    <a:pt x="737" y="1051"/>
                    <a:pt x="737" y="1236"/>
                  </a:cubicBezTo>
                  <a:cubicBezTo>
                    <a:pt x="752" y="1343"/>
                    <a:pt x="844" y="1397"/>
                    <a:pt x="929" y="1397"/>
                  </a:cubicBezTo>
                  <a:cubicBezTo>
                    <a:pt x="1014" y="1397"/>
                    <a:pt x="1092" y="1343"/>
                    <a:pt x="1077" y="1236"/>
                  </a:cubicBezTo>
                  <a:cubicBezTo>
                    <a:pt x="1077" y="1051"/>
                    <a:pt x="1011" y="867"/>
                    <a:pt x="1077" y="682"/>
                  </a:cubicBezTo>
                  <a:cubicBezTo>
                    <a:pt x="1107" y="623"/>
                    <a:pt x="1136" y="556"/>
                    <a:pt x="1166" y="497"/>
                  </a:cubicBezTo>
                  <a:cubicBezTo>
                    <a:pt x="1225" y="593"/>
                    <a:pt x="1262" y="682"/>
                    <a:pt x="1292" y="778"/>
                  </a:cubicBezTo>
                  <a:cubicBezTo>
                    <a:pt x="1351" y="963"/>
                    <a:pt x="1410" y="1147"/>
                    <a:pt x="1410" y="1362"/>
                  </a:cubicBezTo>
                  <a:cubicBezTo>
                    <a:pt x="1428" y="1469"/>
                    <a:pt x="1521" y="1523"/>
                    <a:pt x="1609" y="1523"/>
                  </a:cubicBezTo>
                  <a:cubicBezTo>
                    <a:pt x="1696" y="1523"/>
                    <a:pt x="1780" y="1469"/>
                    <a:pt x="1780" y="1362"/>
                  </a:cubicBezTo>
                  <a:cubicBezTo>
                    <a:pt x="1750" y="1081"/>
                    <a:pt x="1661" y="837"/>
                    <a:pt x="1565" y="593"/>
                  </a:cubicBezTo>
                  <a:cubicBezTo>
                    <a:pt x="1506" y="408"/>
                    <a:pt x="1410" y="186"/>
                    <a:pt x="1225" y="98"/>
                  </a:cubicBezTo>
                  <a:cubicBezTo>
                    <a:pt x="1166" y="68"/>
                    <a:pt x="1136" y="68"/>
                    <a:pt x="1107" y="68"/>
                  </a:cubicBezTo>
                  <a:lnTo>
                    <a:pt x="1077" y="68"/>
                  </a:lnTo>
                  <a:cubicBezTo>
                    <a:pt x="1040" y="39"/>
                    <a:pt x="1011" y="2"/>
                    <a:pt x="952" y="2"/>
                  </a:cubicBezTo>
                  <a:cubicBezTo>
                    <a:pt x="940" y="1"/>
                    <a:pt x="928" y="1"/>
                    <a:pt x="91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57"/>
            <p:cNvSpPr/>
            <p:nvPr/>
          </p:nvSpPr>
          <p:spPr>
            <a:xfrm>
              <a:off x="2515153" y="444650"/>
              <a:ext cx="36404" cy="25557"/>
            </a:xfrm>
            <a:custGeom>
              <a:avLst/>
              <a:gdLst/>
              <a:ahLst/>
              <a:cxnLst/>
              <a:rect l="l" t="t" r="r" b="b"/>
              <a:pathLst>
                <a:path w="1913" h="1343" extrusionOk="0">
                  <a:moveTo>
                    <a:pt x="977" y="1"/>
                  </a:moveTo>
                  <a:cubicBezTo>
                    <a:pt x="335" y="1"/>
                    <a:pt x="1" y="984"/>
                    <a:pt x="710" y="1286"/>
                  </a:cubicBezTo>
                  <a:cubicBezTo>
                    <a:pt x="801" y="1325"/>
                    <a:pt x="888" y="1342"/>
                    <a:pt x="971" y="1342"/>
                  </a:cubicBezTo>
                  <a:cubicBezTo>
                    <a:pt x="1590" y="1342"/>
                    <a:pt x="1913" y="351"/>
                    <a:pt x="1234" y="51"/>
                  </a:cubicBezTo>
                  <a:cubicBezTo>
                    <a:pt x="1145" y="16"/>
                    <a:pt x="1058" y="1"/>
                    <a:pt x="97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57"/>
            <p:cNvSpPr/>
            <p:nvPr/>
          </p:nvSpPr>
          <p:spPr>
            <a:xfrm>
              <a:off x="2430165" y="440654"/>
              <a:ext cx="62761" cy="41276"/>
            </a:xfrm>
            <a:custGeom>
              <a:avLst/>
              <a:gdLst/>
              <a:ahLst/>
              <a:cxnLst/>
              <a:rect l="l" t="t" r="r" b="b"/>
              <a:pathLst>
                <a:path w="3298" h="2169" extrusionOk="0">
                  <a:moveTo>
                    <a:pt x="1656" y="1"/>
                  </a:moveTo>
                  <a:cubicBezTo>
                    <a:pt x="1524" y="1"/>
                    <a:pt x="1388" y="17"/>
                    <a:pt x="1265" y="17"/>
                  </a:cubicBezTo>
                  <a:cubicBezTo>
                    <a:pt x="1021" y="47"/>
                    <a:pt x="777" y="17"/>
                    <a:pt x="555" y="76"/>
                  </a:cubicBezTo>
                  <a:cubicBezTo>
                    <a:pt x="370" y="136"/>
                    <a:pt x="1" y="261"/>
                    <a:pt x="67" y="601"/>
                  </a:cubicBezTo>
                  <a:cubicBezTo>
                    <a:pt x="97" y="786"/>
                    <a:pt x="252" y="845"/>
                    <a:pt x="341" y="904"/>
                  </a:cubicBezTo>
                  <a:cubicBezTo>
                    <a:pt x="592" y="1089"/>
                    <a:pt x="1080" y="1429"/>
                    <a:pt x="1080" y="1429"/>
                  </a:cubicBezTo>
                  <a:cubicBezTo>
                    <a:pt x="1176" y="1525"/>
                    <a:pt x="1265" y="1585"/>
                    <a:pt x="1390" y="1644"/>
                  </a:cubicBezTo>
                  <a:cubicBezTo>
                    <a:pt x="1664" y="1865"/>
                    <a:pt x="2034" y="2169"/>
                    <a:pt x="2374" y="2169"/>
                  </a:cubicBezTo>
                  <a:cubicBezTo>
                    <a:pt x="2958" y="2139"/>
                    <a:pt x="3298" y="941"/>
                    <a:pt x="2839" y="476"/>
                  </a:cubicBezTo>
                  <a:cubicBezTo>
                    <a:pt x="2588" y="232"/>
                    <a:pt x="2189" y="76"/>
                    <a:pt x="1849" y="17"/>
                  </a:cubicBezTo>
                  <a:cubicBezTo>
                    <a:pt x="1787" y="5"/>
                    <a:pt x="1722" y="1"/>
                    <a:pt x="1656"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57"/>
            <p:cNvSpPr/>
            <p:nvPr/>
          </p:nvSpPr>
          <p:spPr>
            <a:xfrm>
              <a:off x="2541034" y="487829"/>
              <a:ext cx="14634" cy="38612"/>
            </a:xfrm>
            <a:custGeom>
              <a:avLst/>
              <a:gdLst/>
              <a:ahLst/>
              <a:cxnLst/>
              <a:rect l="l" t="t" r="r" b="b"/>
              <a:pathLst>
                <a:path w="769" h="2029" extrusionOk="0">
                  <a:moveTo>
                    <a:pt x="370" y="0"/>
                  </a:moveTo>
                  <a:cubicBezTo>
                    <a:pt x="0" y="30"/>
                    <a:pt x="30" y="680"/>
                    <a:pt x="30" y="1013"/>
                  </a:cubicBezTo>
                  <a:cubicBezTo>
                    <a:pt x="59" y="1294"/>
                    <a:pt x="126" y="1819"/>
                    <a:pt x="399" y="2004"/>
                  </a:cubicBezTo>
                  <a:cubicBezTo>
                    <a:pt x="430" y="2020"/>
                    <a:pt x="458" y="2028"/>
                    <a:pt x="485" y="2028"/>
                  </a:cubicBezTo>
                  <a:cubicBezTo>
                    <a:pt x="699" y="2028"/>
                    <a:pt x="769" y="1514"/>
                    <a:pt x="769" y="1323"/>
                  </a:cubicBezTo>
                  <a:cubicBezTo>
                    <a:pt x="769" y="954"/>
                    <a:pt x="710" y="399"/>
                    <a:pt x="429" y="59"/>
                  </a:cubicBezTo>
                  <a:cubicBezTo>
                    <a:pt x="429" y="30"/>
                    <a:pt x="399" y="30"/>
                    <a:pt x="399" y="30"/>
                  </a:cubicBezTo>
                  <a:cubicBezTo>
                    <a:pt x="399" y="0"/>
                    <a:pt x="370" y="0"/>
                    <a:pt x="370"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57"/>
            <p:cNvSpPr/>
            <p:nvPr/>
          </p:nvSpPr>
          <p:spPr>
            <a:xfrm>
              <a:off x="2559740" y="498372"/>
              <a:ext cx="9439" cy="30829"/>
            </a:xfrm>
            <a:custGeom>
              <a:avLst/>
              <a:gdLst/>
              <a:ahLst/>
              <a:cxnLst/>
              <a:rect l="l" t="t" r="r" b="b"/>
              <a:pathLst>
                <a:path w="496" h="1620" extrusionOk="0">
                  <a:moveTo>
                    <a:pt x="185" y="1"/>
                  </a:moveTo>
                  <a:cubicBezTo>
                    <a:pt x="0" y="126"/>
                    <a:pt x="0" y="644"/>
                    <a:pt x="30" y="925"/>
                  </a:cubicBezTo>
                  <a:cubicBezTo>
                    <a:pt x="30" y="1080"/>
                    <a:pt x="96" y="1538"/>
                    <a:pt x="252" y="1605"/>
                  </a:cubicBezTo>
                  <a:cubicBezTo>
                    <a:pt x="268" y="1615"/>
                    <a:pt x="284" y="1619"/>
                    <a:pt x="298" y="1619"/>
                  </a:cubicBezTo>
                  <a:cubicBezTo>
                    <a:pt x="408" y="1619"/>
                    <a:pt x="440" y="1340"/>
                    <a:pt x="466" y="1235"/>
                  </a:cubicBezTo>
                  <a:cubicBezTo>
                    <a:pt x="496" y="865"/>
                    <a:pt x="466" y="459"/>
                    <a:pt x="281" y="60"/>
                  </a:cubicBezTo>
                  <a:cubicBezTo>
                    <a:pt x="281" y="60"/>
                    <a:pt x="281" y="30"/>
                    <a:pt x="252" y="30"/>
                  </a:cubicBezTo>
                  <a:cubicBezTo>
                    <a:pt x="252" y="1"/>
                    <a:pt x="215" y="1"/>
                    <a:pt x="185"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57"/>
            <p:cNvSpPr/>
            <p:nvPr/>
          </p:nvSpPr>
          <p:spPr>
            <a:xfrm>
              <a:off x="2529388" y="487182"/>
              <a:ext cx="10524" cy="29154"/>
            </a:xfrm>
            <a:custGeom>
              <a:avLst/>
              <a:gdLst/>
              <a:ahLst/>
              <a:cxnLst/>
              <a:rect l="l" t="t" r="r" b="b"/>
              <a:pathLst>
                <a:path w="553" h="1532" extrusionOk="0">
                  <a:moveTo>
                    <a:pt x="213" y="0"/>
                  </a:moveTo>
                  <a:cubicBezTo>
                    <a:pt x="1" y="0"/>
                    <a:pt x="28" y="687"/>
                    <a:pt x="28" y="899"/>
                  </a:cubicBezTo>
                  <a:cubicBezTo>
                    <a:pt x="53" y="1105"/>
                    <a:pt x="146" y="1531"/>
                    <a:pt x="286" y="1531"/>
                  </a:cubicBezTo>
                  <a:cubicBezTo>
                    <a:pt x="312" y="1531"/>
                    <a:pt x="339" y="1517"/>
                    <a:pt x="368" y="1483"/>
                  </a:cubicBezTo>
                  <a:cubicBezTo>
                    <a:pt x="553" y="1298"/>
                    <a:pt x="516" y="862"/>
                    <a:pt x="427" y="463"/>
                  </a:cubicBezTo>
                  <a:cubicBezTo>
                    <a:pt x="427" y="278"/>
                    <a:pt x="398" y="5"/>
                    <a:pt x="242" y="5"/>
                  </a:cubicBezTo>
                  <a:cubicBezTo>
                    <a:pt x="232" y="2"/>
                    <a:pt x="222" y="0"/>
                    <a:pt x="213"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66" name="Google Shape;3366;p57"/>
            <p:cNvGrpSpPr/>
            <p:nvPr/>
          </p:nvGrpSpPr>
          <p:grpSpPr>
            <a:xfrm>
              <a:off x="2702069" y="444648"/>
              <a:ext cx="127748" cy="165210"/>
              <a:chOff x="2273444" y="129773"/>
              <a:chExt cx="127748" cy="165210"/>
            </a:xfrm>
          </p:grpSpPr>
          <p:sp>
            <p:nvSpPr>
              <p:cNvPr id="3367" name="Google Shape;3367;p57"/>
              <p:cNvSpPr/>
              <p:nvPr/>
            </p:nvSpPr>
            <p:spPr>
              <a:xfrm>
                <a:off x="2273631" y="129773"/>
                <a:ext cx="85654" cy="160937"/>
              </a:xfrm>
              <a:custGeom>
                <a:avLst/>
                <a:gdLst/>
                <a:ahLst/>
                <a:cxnLst/>
                <a:rect l="l" t="t" r="r" b="b"/>
                <a:pathLst>
                  <a:path w="4501" h="8457" extrusionOk="0">
                    <a:moveTo>
                      <a:pt x="3372" y="1"/>
                    </a:moveTo>
                    <a:cubicBezTo>
                      <a:pt x="3155" y="1"/>
                      <a:pt x="2935" y="93"/>
                      <a:pt x="2743" y="295"/>
                    </a:cubicBezTo>
                    <a:cubicBezTo>
                      <a:pt x="1597" y="1588"/>
                      <a:pt x="828" y="3281"/>
                      <a:pt x="30" y="4945"/>
                    </a:cubicBezTo>
                    <a:cubicBezTo>
                      <a:pt x="156" y="5654"/>
                      <a:pt x="215" y="6335"/>
                      <a:pt x="156" y="7007"/>
                    </a:cubicBezTo>
                    <a:cubicBezTo>
                      <a:pt x="119" y="7503"/>
                      <a:pt x="89" y="7998"/>
                      <a:pt x="0" y="8456"/>
                    </a:cubicBezTo>
                    <a:cubicBezTo>
                      <a:pt x="1967" y="7044"/>
                      <a:pt x="4125" y="4945"/>
                      <a:pt x="4436" y="1588"/>
                    </a:cubicBezTo>
                    <a:cubicBezTo>
                      <a:pt x="4500" y="648"/>
                      <a:pt x="3948" y="1"/>
                      <a:pt x="3372"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57"/>
              <p:cNvSpPr/>
              <p:nvPr/>
            </p:nvSpPr>
            <p:spPr>
              <a:xfrm>
                <a:off x="2273444" y="195037"/>
                <a:ext cx="127748" cy="99946"/>
              </a:xfrm>
              <a:custGeom>
                <a:avLst/>
                <a:gdLst/>
                <a:ahLst/>
                <a:cxnLst/>
                <a:rect l="l" t="t" r="r" b="b"/>
                <a:pathLst>
                  <a:path w="6713" h="5252" extrusionOk="0">
                    <a:moveTo>
                      <a:pt x="5175" y="0"/>
                    </a:moveTo>
                    <a:cubicBezTo>
                      <a:pt x="3386" y="156"/>
                      <a:pt x="1752" y="1198"/>
                      <a:pt x="119" y="2122"/>
                    </a:cubicBezTo>
                    <a:cubicBezTo>
                      <a:pt x="185" y="2647"/>
                      <a:pt x="185" y="3142"/>
                      <a:pt x="156" y="3630"/>
                    </a:cubicBezTo>
                    <a:cubicBezTo>
                      <a:pt x="119" y="4126"/>
                      <a:pt x="89" y="4591"/>
                      <a:pt x="0" y="5050"/>
                    </a:cubicBezTo>
                    <a:cubicBezTo>
                      <a:pt x="601" y="5169"/>
                      <a:pt x="1220" y="5251"/>
                      <a:pt x="1836" y="5251"/>
                    </a:cubicBezTo>
                    <a:cubicBezTo>
                      <a:pt x="3426" y="5251"/>
                      <a:pt x="4985" y="4706"/>
                      <a:pt x="6099" y="2861"/>
                    </a:cubicBezTo>
                    <a:cubicBezTo>
                      <a:pt x="6713" y="1753"/>
                      <a:pt x="6099" y="30"/>
                      <a:pt x="5175" y="0"/>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69" name="Google Shape;3369;p57"/>
            <p:cNvSpPr/>
            <p:nvPr/>
          </p:nvSpPr>
          <p:spPr>
            <a:xfrm>
              <a:off x="2696745" y="457212"/>
              <a:ext cx="126264" cy="147806"/>
            </a:xfrm>
            <a:custGeom>
              <a:avLst/>
              <a:gdLst/>
              <a:ahLst/>
              <a:cxnLst/>
              <a:rect l="l" t="t" r="r" b="b"/>
              <a:pathLst>
                <a:path w="6635" h="7767" extrusionOk="0">
                  <a:moveTo>
                    <a:pt x="4925" y="1"/>
                  </a:moveTo>
                  <a:cubicBezTo>
                    <a:pt x="4815" y="1"/>
                    <a:pt x="4703" y="21"/>
                    <a:pt x="4592" y="64"/>
                  </a:cubicBezTo>
                  <a:cubicBezTo>
                    <a:pt x="2588" y="1113"/>
                    <a:pt x="1664" y="2806"/>
                    <a:pt x="30" y="4625"/>
                  </a:cubicBezTo>
                  <a:cubicBezTo>
                    <a:pt x="127" y="5276"/>
                    <a:pt x="186" y="5919"/>
                    <a:pt x="127" y="6532"/>
                  </a:cubicBezTo>
                  <a:cubicBezTo>
                    <a:pt x="90" y="6968"/>
                    <a:pt x="60" y="7368"/>
                    <a:pt x="1" y="7767"/>
                  </a:cubicBezTo>
                  <a:cubicBezTo>
                    <a:pt x="2559" y="7338"/>
                    <a:pt x="4961" y="6503"/>
                    <a:pt x="6226" y="2747"/>
                  </a:cubicBezTo>
                  <a:cubicBezTo>
                    <a:pt x="6635" y="1400"/>
                    <a:pt x="5842" y="1"/>
                    <a:pt x="49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70" name="Google Shape;3370;p57"/>
            <p:cNvGrpSpPr/>
            <p:nvPr/>
          </p:nvGrpSpPr>
          <p:grpSpPr>
            <a:xfrm>
              <a:off x="2443754" y="601436"/>
              <a:ext cx="130730" cy="148882"/>
              <a:chOff x="2015051" y="273164"/>
              <a:chExt cx="130717" cy="162802"/>
            </a:xfrm>
          </p:grpSpPr>
          <p:sp>
            <p:nvSpPr>
              <p:cNvPr id="3371" name="Google Shape;3371;p57"/>
              <p:cNvSpPr/>
              <p:nvPr/>
            </p:nvSpPr>
            <p:spPr>
              <a:xfrm>
                <a:off x="2015051" y="277884"/>
                <a:ext cx="92524" cy="158082"/>
              </a:xfrm>
              <a:custGeom>
                <a:avLst/>
                <a:gdLst/>
                <a:ahLst/>
                <a:cxnLst/>
                <a:rect l="l" t="t" r="r" b="b"/>
                <a:pathLst>
                  <a:path w="4862" h="8307" extrusionOk="0">
                    <a:moveTo>
                      <a:pt x="0" y="1"/>
                    </a:moveTo>
                    <a:lnTo>
                      <a:pt x="0" y="1"/>
                    </a:lnTo>
                    <a:cubicBezTo>
                      <a:pt x="96" y="459"/>
                      <a:pt x="185" y="954"/>
                      <a:pt x="215" y="1479"/>
                    </a:cubicBezTo>
                    <a:cubicBezTo>
                      <a:pt x="311" y="2122"/>
                      <a:pt x="281" y="2832"/>
                      <a:pt x="185" y="3512"/>
                    </a:cubicBezTo>
                    <a:cubicBezTo>
                      <a:pt x="1050" y="5176"/>
                      <a:pt x="1945" y="6802"/>
                      <a:pt x="3113" y="8037"/>
                    </a:cubicBezTo>
                    <a:cubicBezTo>
                      <a:pt x="3314" y="8222"/>
                      <a:pt x="3532" y="8307"/>
                      <a:pt x="3742" y="8307"/>
                    </a:cubicBezTo>
                    <a:cubicBezTo>
                      <a:pt x="4334" y="8307"/>
                      <a:pt x="4861" y="7632"/>
                      <a:pt x="4746" y="6654"/>
                    </a:cubicBezTo>
                    <a:cubicBezTo>
                      <a:pt x="4281" y="3327"/>
                      <a:pt x="2033" y="1324"/>
                      <a:pt x="0"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57"/>
              <p:cNvSpPr/>
              <p:nvPr/>
            </p:nvSpPr>
            <p:spPr>
              <a:xfrm>
                <a:off x="2015051" y="273164"/>
                <a:ext cx="130717" cy="97319"/>
              </a:xfrm>
              <a:custGeom>
                <a:avLst/>
                <a:gdLst/>
                <a:ahLst/>
                <a:cxnLst/>
                <a:rect l="l" t="t" r="r" b="b"/>
                <a:pathLst>
                  <a:path w="6869" h="5114" extrusionOk="0">
                    <a:moveTo>
                      <a:pt x="2144" y="1"/>
                    </a:moveTo>
                    <a:cubicBezTo>
                      <a:pt x="1424" y="1"/>
                      <a:pt x="697" y="126"/>
                      <a:pt x="0" y="308"/>
                    </a:cubicBezTo>
                    <a:cubicBezTo>
                      <a:pt x="96" y="766"/>
                      <a:pt x="185" y="1232"/>
                      <a:pt x="215" y="1727"/>
                    </a:cubicBezTo>
                    <a:cubicBezTo>
                      <a:pt x="281" y="2185"/>
                      <a:pt x="281" y="2710"/>
                      <a:pt x="252" y="3206"/>
                    </a:cubicBezTo>
                    <a:cubicBezTo>
                      <a:pt x="1945" y="4063"/>
                      <a:pt x="3608" y="5054"/>
                      <a:pt x="5390" y="5113"/>
                    </a:cubicBezTo>
                    <a:cubicBezTo>
                      <a:pt x="6351" y="5017"/>
                      <a:pt x="6868" y="3265"/>
                      <a:pt x="6195" y="2185"/>
                    </a:cubicBezTo>
                    <a:cubicBezTo>
                      <a:pt x="5077" y="530"/>
                      <a:pt x="3623" y="1"/>
                      <a:pt x="2144"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73" name="Google Shape;3373;p57"/>
            <p:cNvSpPr/>
            <p:nvPr/>
          </p:nvSpPr>
          <p:spPr>
            <a:xfrm>
              <a:off x="2435328" y="597781"/>
              <a:ext cx="131554" cy="143429"/>
            </a:xfrm>
            <a:custGeom>
              <a:avLst/>
              <a:gdLst/>
              <a:ahLst/>
              <a:cxnLst/>
              <a:rect l="l" t="t" r="r" b="b"/>
              <a:pathLst>
                <a:path w="6913" h="7537" extrusionOk="0">
                  <a:moveTo>
                    <a:pt x="1" y="1"/>
                  </a:moveTo>
                  <a:lnTo>
                    <a:pt x="1" y="1"/>
                  </a:lnTo>
                  <a:cubicBezTo>
                    <a:pt x="97" y="400"/>
                    <a:pt x="156" y="829"/>
                    <a:pt x="186" y="1265"/>
                  </a:cubicBezTo>
                  <a:cubicBezTo>
                    <a:pt x="282" y="1879"/>
                    <a:pt x="252" y="2522"/>
                    <a:pt x="186" y="3143"/>
                  </a:cubicBezTo>
                  <a:cubicBezTo>
                    <a:pt x="1916" y="4895"/>
                    <a:pt x="2899" y="6529"/>
                    <a:pt x="4961" y="7483"/>
                  </a:cubicBezTo>
                  <a:cubicBezTo>
                    <a:pt x="5066" y="7519"/>
                    <a:pt x="5169" y="7536"/>
                    <a:pt x="5270" y="7536"/>
                  </a:cubicBezTo>
                  <a:cubicBezTo>
                    <a:pt x="6186" y="7536"/>
                    <a:pt x="6913" y="6109"/>
                    <a:pt x="6440" y="4777"/>
                  </a:cubicBezTo>
                  <a:cubicBezTo>
                    <a:pt x="5028" y="1043"/>
                    <a:pt x="2588" y="304"/>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314"/>
        <p:cNvGrpSpPr/>
        <p:nvPr/>
      </p:nvGrpSpPr>
      <p:grpSpPr>
        <a:xfrm>
          <a:off x="0" y="0"/>
          <a:ext cx="0" cy="0"/>
          <a:chOff x="0" y="0"/>
          <a:chExt cx="0" cy="0"/>
        </a:xfrm>
      </p:grpSpPr>
      <p:pic>
        <p:nvPicPr>
          <p:cNvPr id="5" name="Imagem 4">
            <a:extLst>
              <a:ext uri="{FF2B5EF4-FFF2-40B4-BE49-F238E27FC236}">
                <a16:creationId xmlns:a16="http://schemas.microsoft.com/office/drawing/2014/main" id="{C02D34BA-7A33-93D3-5856-1993143B08A7}"/>
              </a:ext>
            </a:extLst>
          </p:cNvPr>
          <p:cNvPicPr>
            <a:picLocks noChangeAspect="1"/>
          </p:cNvPicPr>
          <p:nvPr/>
        </p:nvPicPr>
        <p:blipFill>
          <a:blip r:embed="rId3"/>
          <a:srcRect/>
          <a:stretch/>
        </p:blipFill>
        <p:spPr>
          <a:xfrm>
            <a:off x="2457105" y="1528973"/>
            <a:ext cx="4266253" cy="2536375"/>
          </a:xfrm>
          <a:prstGeom prst="rect">
            <a:avLst/>
          </a:prstGeom>
        </p:spPr>
      </p:pic>
      <p:sp>
        <p:nvSpPr>
          <p:cNvPr id="3315" name="Google Shape;3315;p57"/>
          <p:cNvSpPr txBox="1">
            <a:spLocks noGrp="1"/>
          </p:cNvSpPr>
          <p:nvPr>
            <p:ph type="subTitle" idx="1"/>
          </p:nvPr>
        </p:nvSpPr>
        <p:spPr>
          <a:xfrm>
            <a:off x="2553847" y="879513"/>
            <a:ext cx="3485700" cy="594000"/>
          </a:xfrm>
          <a:prstGeom prst="rect">
            <a:avLst/>
          </a:prstGeom>
        </p:spPr>
        <p:txBody>
          <a:bodyPr spcFirstLastPara="1" wrap="square" lIns="14400" tIns="14400" rIns="14400" bIns="14400" anchor="ctr" anchorCtr="0">
            <a:noAutofit/>
          </a:bodyPr>
          <a:lstStyle/>
          <a:p>
            <a:pPr marL="0" lvl="0" indent="0" algn="l" rtl="0">
              <a:spcBef>
                <a:spcPts val="0"/>
              </a:spcBef>
              <a:spcAft>
                <a:spcPts val="0"/>
              </a:spcAft>
              <a:buNone/>
            </a:pPr>
            <a:r>
              <a:rPr lang="pt-BR" dirty="0" err="1"/>
              <a:t>View</a:t>
            </a:r>
            <a:r>
              <a:rPr lang="pt-BR" dirty="0"/>
              <a:t> que seleciona a porcentagem de estudantes com status de evasão</a:t>
            </a:r>
          </a:p>
          <a:p>
            <a:pPr marL="0" lvl="0" indent="0" algn="l" rtl="0">
              <a:spcBef>
                <a:spcPts val="0"/>
              </a:spcBef>
              <a:spcAft>
                <a:spcPts val="0"/>
              </a:spcAft>
              <a:buNone/>
            </a:pPr>
            <a:r>
              <a:rPr lang="pt-BR" dirty="0"/>
              <a:t>agrupados por turma;</a:t>
            </a:r>
          </a:p>
        </p:txBody>
      </p:sp>
      <p:sp>
        <p:nvSpPr>
          <p:cNvPr id="3318" name="Google Shape;3318;p57"/>
          <p:cNvSpPr/>
          <p:nvPr/>
        </p:nvSpPr>
        <p:spPr>
          <a:xfrm>
            <a:off x="704643" y="3457084"/>
            <a:ext cx="1716000" cy="859200"/>
          </a:xfrm>
          <a:prstGeom prst="roundRect">
            <a:avLst>
              <a:gd name="adj" fmla="val 16667"/>
            </a:avLst>
          </a:pr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319" name="Google Shape;3319;p57"/>
          <p:cNvGrpSpPr/>
          <p:nvPr/>
        </p:nvGrpSpPr>
        <p:grpSpPr>
          <a:xfrm>
            <a:off x="81515" y="665412"/>
            <a:ext cx="623142" cy="4481406"/>
            <a:chOff x="1666197" y="662050"/>
            <a:chExt cx="623142" cy="4481406"/>
          </a:xfrm>
        </p:grpSpPr>
        <p:sp>
          <p:nvSpPr>
            <p:cNvPr id="3320" name="Google Shape;3320;p57"/>
            <p:cNvSpPr/>
            <p:nvPr/>
          </p:nvSpPr>
          <p:spPr>
            <a:xfrm flipH="1">
              <a:off x="1666197" y="662050"/>
              <a:ext cx="210628" cy="4481406"/>
            </a:xfrm>
            <a:custGeom>
              <a:avLst/>
              <a:gdLst/>
              <a:ahLst/>
              <a:cxnLst/>
              <a:rect l="l" t="t" r="r" b="b"/>
              <a:pathLst>
                <a:path w="3476" h="87081" extrusionOk="0">
                  <a:moveTo>
                    <a:pt x="1412" y="1"/>
                  </a:moveTo>
                  <a:cubicBezTo>
                    <a:pt x="644" y="1"/>
                    <a:pt x="0" y="651"/>
                    <a:pt x="0" y="1450"/>
                  </a:cubicBezTo>
                  <a:lnTo>
                    <a:pt x="0" y="87081"/>
                  </a:lnTo>
                  <a:lnTo>
                    <a:pt x="3475" y="87081"/>
                  </a:lnTo>
                  <a:lnTo>
                    <a:pt x="3475" y="1450"/>
                  </a:lnTo>
                  <a:cubicBezTo>
                    <a:pt x="3475" y="651"/>
                    <a:pt x="2832" y="1"/>
                    <a:pt x="2033"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22" name="Google Shape;3322;p57"/>
            <p:cNvGrpSpPr/>
            <p:nvPr/>
          </p:nvGrpSpPr>
          <p:grpSpPr>
            <a:xfrm>
              <a:off x="1913513" y="3661550"/>
              <a:ext cx="375826" cy="433896"/>
              <a:chOff x="960409" y="2133288"/>
              <a:chExt cx="375826" cy="192492"/>
            </a:xfrm>
          </p:grpSpPr>
          <p:sp>
            <p:nvSpPr>
              <p:cNvPr id="3323" name="Google Shape;3323;p57"/>
              <p:cNvSpPr/>
              <p:nvPr/>
            </p:nvSpPr>
            <p:spPr>
              <a:xfrm flipH="1">
                <a:off x="960409" y="2133288"/>
                <a:ext cx="363767" cy="13026"/>
              </a:xfrm>
              <a:custGeom>
                <a:avLst/>
                <a:gdLst/>
                <a:ahLst/>
                <a:cxnLst/>
                <a:rect l="l" t="t" r="r" b="b"/>
                <a:pathLst>
                  <a:path w="6004" h="215" extrusionOk="0">
                    <a:moveTo>
                      <a:pt x="1" y="0"/>
                    </a:moveTo>
                    <a:lnTo>
                      <a:pt x="1" y="215"/>
                    </a:lnTo>
                    <a:lnTo>
                      <a:pt x="6004" y="215"/>
                    </a:lnTo>
                    <a:lnTo>
                      <a:pt x="6004" y="0"/>
                    </a:lnTo>
                    <a:close/>
                  </a:path>
                </a:pathLst>
              </a:custGeom>
              <a:solidFill>
                <a:srgbClr val="5A2543"/>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24" name="Google Shape;3324;p57"/>
              <p:cNvSpPr/>
              <p:nvPr/>
            </p:nvSpPr>
            <p:spPr>
              <a:xfrm flipH="1">
                <a:off x="972468" y="2310936"/>
                <a:ext cx="363767" cy="14844"/>
              </a:xfrm>
              <a:custGeom>
                <a:avLst/>
                <a:gdLst/>
                <a:ahLst/>
                <a:cxnLst/>
                <a:rect l="l" t="t" r="r" b="b"/>
                <a:pathLst>
                  <a:path w="6004" h="245" extrusionOk="0">
                    <a:moveTo>
                      <a:pt x="1" y="1"/>
                    </a:moveTo>
                    <a:lnTo>
                      <a:pt x="1" y="244"/>
                    </a:lnTo>
                    <a:lnTo>
                      <a:pt x="6004" y="244"/>
                    </a:lnTo>
                    <a:lnTo>
                      <a:pt x="6004" y="1"/>
                    </a:lnTo>
                    <a:close/>
                  </a:path>
                </a:pathLst>
              </a:custGeom>
              <a:solidFill>
                <a:srgbClr val="5A2543"/>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sp>
          <p:nvSpPr>
            <p:cNvPr id="3329" name="Google Shape;3329;p57"/>
            <p:cNvSpPr/>
            <p:nvPr/>
          </p:nvSpPr>
          <p:spPr>
            <a:xfrm flipH="1">
              <a:off x="1869587" y="3600286"/>
              <a:ext cx="87852" cy="593828"/>
            </a:xfrm>
            <a:custGeom>
              <a:avLst/>
              <a:gdLst/>
              <a:ahLst/>
              <a:cxnLst/>
              <a:rect l="l" t="t" r="r" b="b"/>
              <a:pathLst>
                <a:path w="1450" h="4348" extrusionOk="0">
                  <a:moveTo>
                    <a:pt x="1" y="1"/>
                  </a:moveTo>
                  <a:lnTo>
                    <a:pt x="1" y="4348"/>
                  </a:lnTo>
                  <a:lnTo>
                    <a:pt x="1450" y="4348"/>
                  </a:lnTo>
                  <a:lnTo>
                    <a:pt x="1450" y="1"/>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35" name="Google Shape;3335;p57"/>
          <p:cNvSpPr txBox="1">
            <a:spLocks noGrp="1"/>
          </p:cNvSpPr>
          <p:nvPr>
            <p:ph type="title"/>
          </p:nvPr>
        </p:nvSpPr>
        <p:spPr>
          <a:xfrm>
            <a:off x="804093" y="3589834"/>
            <a:ext cx="1517100" cy="5937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dirty="0"/>
              <a:t>3</a:t>
            </a:r>
            <a:endParaRPr dirty="0"/>
          </a:p>
        </p:txBody>
      </p:sp>
      <p:sp>
        <p:nvSpPr>
          <p:cNvPr id="3339" name="Google Shape;3339;p57"/>
          <p:cNvSpPr/>
          <p:nvPr/>
        </p:nvSpPr>
        <p:spPr>
          <a:xfrm rot="-393071">
            <a:off x="7502949" y="2935479"/>
            <a:ext cx="870181" cy="345591"/>
          </a:xfrm>
          <a:prstGeom prst="rect">
            <a:avLst/>
          </a:prstGeom>
        </p:spPr>
        <p:txBody>
          <a:bodyPr>
            <a:prstTxWarp prst="textPlain">
              <a:avLst/>
            </a:prstTxWarp>
          </a:bodyPr>
          <a:lstStyle/>
          <a:p>
            <a:pPr lvl="0" algn="ctr"/>
            <a:r>
              <a:rPr lang="pt-BR" b="0" i="0" dirty="0">
                <a:ln>
                  <a:noFill/>
                </a:ln>
                <a:solidFill>
                  <a:schemeClr val="accent2"/>
                </a:solidFill>
                <a:latin typeface="Nanum Pen Script"/>
              </a:rPr>
              <a:t>Sad</a:t>
            </a:r>
            <a:r>
              <a:rPr b="0" i="0" dirty="0">
                <a:ln>
                  <a:noFill/>
                </a:ln>
                <a:solidFill>
                  <a:schemeClr val="accent2"/>
                </a:solidFill>
                <a:latin typeface="Nanum Pen Script"/>
              </a:rPr>
              <a:t>!</a:t>
            </a:r>
          </a:p>
        </p:txBody>
      </p:sp>
      <p:sp>
        <p:nvSpPr>
          <p:cNvPr id="3340" name="Google Shape;3340;p57"/>
          <p:cNvSpPr/>
          <p:nvPr/>
        </p:nvSpPr>
        <p:spPr>
          <a:xfrm>
            <a:off x="778868" y="3530265"/>
            <a:ext cx="1567554" cy="712837"/>
          </a:xfrm>
          <a:custGeom>
            <a:avLst/>
            <a:gdLst/>
            <a:ahLst/>
            <a:cxnLst/>
            <a:rect l="l" t="t" r="r" b="b"/>
            <a:pathLst>
              <a:path w="76653" h="34973" fill="none" extrusionOk="0">
                <a:moveTo>
                  <a:pt x="71487" y="34973"/>
                </a:moveTo>
                <a:lnTo>
                  <a:pt x="5166" y="34973"/>
                </a:lnTo>
                <a:cubicBezTo>
                  <a:pt x="2307" y="34973"/>
                  <a:pt x="0" y="32667"/>
                  <a:pt x="0" y="29807"/>
                </a:cubicBezTo>
                <a:lnTo>
                  <a:pt x="0" y="5100"/>
                </a:lnTo>
                <a:cubicBezTo>
                  <a:pt x="0" y="2306"/>
                  <a:pt x="2307" y="0"/>
                  <a:pt x="5166" y="0"/>
                </a:cubicBezTo>
                <a:lnTo>
                  <a:pt x="71487" y="0"/>
                </a:lnTo>
                <a:cubicBezTo>
                  <a:pt x="74347" y="0"/>
                  <a:pt x="76653" y="2306"/>
                  <a:pt x="76653" y="5100"/>
                </a:cubicBezTo>
                <a:lnTo>
                  <a:pt x="76653" y="29807"/>
                </a:lnTo>
                <a:cubicBezTo>
                  <a:pt x="76653" y="32667"/>
                  <a:pt x="74347" y="34973"/>
                  <a:pt x="71487" y="34973"/>
                </a:cubicBezTo>
                <a:close/>
              </a:path>
            </a:pathLst>
          </a:custGeom>
          <a:noFill/>
          <a:ln w="28575" cap="flat" cmpd="sng">
            <a:solidFill>
              <a:srgbClr val="5A2543"/>
            </a:solidFill>
            <a:prstDash val="solid"/>
            <a:miter lim="1317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43" name="Google Shape;3343;p57"/>
          <p:cNvGrpSpPr/>
          <p:nvPr/>
        </p:nvGrpSpPr>
        <p:grpSpPr>
          <a:xfrm>
            <a:off x="833799" y="3055172"/>
            <a:ext cx="440240" cy="416966"/>
            <a:chOff x="2418481" y="400462"/>
            <a:chExt cx="440240" cy="416966"/>
          </a:xfrm>
        </p:grpSpPr>
        <p:grpSp>
          <p:nvGrpSpPr>
            <p:cNvPr id="3344" name="Google Shape;3344;p57"/>
            <p:cNvGrpSpPr/>
            <p:nvPr/>
          </p:nvGrpSpPr>
          <p:grpSpPr>
            <a:xfrm>
              <a:off x="2650628" y="619288"/>
              <a:ext cx="208093" cy="175380"/>
              <a:chOff x="2222003" y="304963"/>
              <a:chExt cx="208093" cy="175380"/>
            </a:xfrm>
          </p:grpSpPr>
          <p:sp>
            <p:nvSpPr>
              <p:cNvPr id="3345" name="Google Shape;3345;p57"/>
              <p:cNvSpPr/>
              <p:nvPr/>
            </p:nvSpPr>
            <p:spPr>
              <a:xfrm>
                <a:off x="2223202" y="304963"/>
                <a:ext cx="124875" cy="152925"/>
              </a:xfrm>
              <a:custGeom>
                <a:avLst/>
                <a:gdLst/>
                <a:ahLst/>
                <a:cxnLst/>
                <a:rect l="l" t="t" r="r" b="b"/>
                <a:pathLst>
                  <a:path w="6562" h="8036" extrusionOk="0">
                    <a:moveTo>
                      <a:pt x="5057" y="1"/>
                    </a:moveTo>
                    <a:cubicBezTo>
                      <a:pt x="4719" y="1"/>
                      <a:pt x="4375" y="113"/>
                      <a:pt x="4099" y="359"/>
                    </a:cubicBezTo>
                    <a:cubicBezTo>
                      <a:pt x="2251" y="2237"/>
                      <a:pt x="1416" y="4706"/>
                      <a:pt x="152" y="6924"/>
                    </a:cubicBezTo>
                    <a:cubicBezTo>
                      <a:pt x="1" y="7448"/>
                      <a:pt x="361" y="8036"/>
                      <a:pt x="851" y="8036"/>
                    </a:cubicBezTo>
                    <a:cubicBezTo>
                      <a:pt x="962" y="8036"/>
                      <a:pt x="1081" y="8005"/>
                      <a:pt x="1201" y="7937"/>
                    </a:cubicBezTo>
                    <a:cubicBezTo>
                      <a:pt x="3634" y="6429"/>
                      <a:pt x="6561" y="4240"/>
                      <a:pt x="6435" y="1195"/>
                    </a:cubicBezTo>
                    <a:cubicBezTo>
                      <a:pt x="6396" y="454"/>
                      <a:pt x="5737" y="1"/>
                      <a:pt x="50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57"/>
              <p:cNvSpPr/>
              <p:nvPr/>
            </p:nvSpPr>
            <p:spPr>
              <a:xfrm>
                <a:off x="2222003" y="402492"/>
                <a:ext cx="208093" cy="77852"/>
              </a:xfrm>
              <a:custGeom>
                <a:avLst/>
                <a:gdLst/>
                <a:ahLst/>
                <a:cxnLst/>
                <a:rect l="l" t="t" r="r" b="b"/>
                <a:pathLst>
                  <a:path w="10935" h="4091" extrusionOk="0">
                    <a:moveTo>
                      <a:pt x="8593" y="1"/>
                    </a:moveTo>
                    <a:cubicBezTo>
                      <a:pt x="5866" y="1"/>
                      <a:pt x="3378" y="1091"/>
                      <a:pt x="836" y="1673"/>
                    </a:cubicBezTo>
                    <a:lnTo>
                      <a:pt x="799" y="1673"/>
                    </a:lnTo>
                    <a:cubicBezTo>
                      <a:pt x="126" y="1984"/>
                      <a:pt x="0" y="2997"/>
                      <a:pt x="769" y="3248"/>
                    </a:cubicBezTo>
                    <a:cubicBezTo>
                      <a:pt x="2276" y="3681"/>
                      <a:pt x="4028" y="4091"/>
                      <a:pt x="5702" y="4091"/>
                    </a:cubicBezTo>
                    <a:cubicBezTo>
                      <a:pt x="7346" y="4091"/>
                      <a:pt x="8916" y="3696"/>
                      <a:pt x="10106" y="2538"/>
                    </a:cubicBezTo>
                    <a:cubicBezTo>
                      <a:pt x="10934" y="1673"/>
                      <a:pt x="10224" y="136"/>
                      <a:pt x="9027" y="10"/>
                    </a:cubicBezTo>
                    <a:cubicBezTo>
                      <a:pt x="8882" y="4"/>
                      <a:pt x="8737" y="1"/>
                      <a:pt x="859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47" name="Google Shape;3347;p57"/>
            <p:cNvGrpSpPr/>
            <p:nvPr/>
          </p:nvGrpSpPr>
          <p:grpSpPr>
            <a:xfrm>
              <a:off x="2650628" y="619838"/>
              <a:ext cx="208093" cy="175380"/>
              <a:chOff x="2222003" y="304963"/>
              <a:chExt cx="208093" cy="175380"/>
            </a:xfrm>
          </p:grpSpPr>
          <p:sp>
            <p:nvSpPr>
              <p:cNvPr id="3348" name="Google Shape;3348;p57"/>
              <p:cNvSpPr/>
              <p:nvPr/>
            </p:nvSpPr>
            <p:spPr>
              <a:xfrm>
                <a:off x="2223202" y="304963"/>
                <a:ext cx="124875" cy="152925"/>
              </a:xfrm>
              <a:custGeom>
                <a:avLst/>
                <a:gdLst/>
                <a:ahLst/>
                <a:cxnLst/>
                <a:rect l="l" t="t" r="r" b="b"/>
                <a:pathLst>
                  <a:path w="6562" h="8036" extrusionOk="0">
                    <a:moveTo>
                      <a:pt x="5057" y="1"/>
                    </a:moveTo>
                    <a:cubicBezTo>
                      <a:pt x="4719" y="1"/>
                      <a:pt x="4375" y="113"/>
                      <a:pt x="4099" y="359"/>
                    </a:cubicBezTo>
                    <a:cubicBezTo>
                      <a:pt x="2251" y="2237"/>
                      <a:pt x="1416" y="4706"/>
                      <a:pt x="152" y="6924"/>
                    </a:cubicBezTo>
                    <a:cubicBezTo>
                      <a:pt x="1" y="7448"/>
                      <a:pt x="361" y="8036"/>
                      <a:pt x="851" y="8036"/>
                    </a:cubicBezTo>
                    <a:cubicBezTo>
                      <a:pt x="962" y="8036"/>
                      <a:pt x="1081" y="8005"/>
                      <a:pt x="1201" y="7937"/>
                    </a:cubicBezTo>
                    <a:cubicBezTo>
                      <a:pt x="3634" y="6429"/>
                      <a:pt x="6561" y="4240"/>
                      <a:pt x="6435" y="1195"/>
                    </a:cubicBezTo>
                    <a:cubicBezTo>
                      <a:pt x="6396" y="454"/>
                      <a:pt x="5737" y="1"/>
                      <a:pt x="5057"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57"/>
              <p:cNvSpPr/>
              <p:nvPr/>
            </p:nvSpPr>
            <p:spPr>
              <a:xfrm>
                <a:off x="2222003" y="402492"/>
                <a:ext cx="208093" cy="77852"/>
              </a:xfrm>
              <a:custGeom>
                <a:avLst/>
                <a:gdLst/>
                <a:ahLst/>
                <a:cxnLst/>
                <a:rect l="l" t="t" r="r" b="b"/>
                <a:pathLst>
                  <a:path w="10935" h="4091" extrusionOk="0">
                    <a:moveTo>
                      <a:pt x="8593" y="1"/>
                    </a:moveTo>
                    <a:cubicBezTo>
                      <a:pt x="5866" y="1"/>
                      <a:pt x="3378" y="1091"/>
                      <a:pt x="836" y="1673"/>
                    </a:cubicBezTo>
                    <a:lnTo>
                      <a:pt x="799" y="1673"/>
                    </a:lnTo>
                    <a:cubicBezTo>
                      <a:pt x="126" y="1984"/>
                      <a:pt x="0" y="2997"/>
                      <a:pt x="769" y="3248"/>
                    </a:cubicBezTo>
                    <a:cubicBezTo>
                      <a:pt x="2276" y="3681"/>
                      <a:pt x="4028" y="4091"/>
                      <a:pt x="5702" y="4091"/>
                    </a:cubicBezTo>
                    <a:cubicBezTo>
                      <a:pt x="7346" y="4091"/>
                      <a:pt x="8916" y="3696"/>
                      <a:pt x="10106" y="2538"/>
                    </a:cubicBezTo>
                    <a:cubicBezTo>
                      <a:pt x="10934" y="1673"/>
                      <a:pt x="10224" y="136"/>
                      <a:pt x="9027" y="10"/>
                    </a:cubicBezTo>
                    <a:cubicBezTo>
                      <a:pt x="8882" y="4"/>
                      <a:pt x="8737" y="1"/>
                      <a:pt x="8593"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50" name="Google Shape;3350;p57"/>
            <p:cNvSpPr/>
            <p:nvPr/>
          </p:nvSpPr>
          <p:spPr>
            <a:xfrm>
              <a:off x="2648382" y="630154"/>
              <a:ext cx="200995" cy="148872"/>
            </a:xfrm>
            <a:custGeom>
              <a:avLst/>
              <a:gdLst/>
              <a:ahLst/>
              <a:cxnLst/>
              <a:rect l="l" t="t" r="r" b="b"/>
              <a:pathLst>
                <a:path w="10562" h="7823" extrusionOk="0">
                  <a:moveTo>
                    <a:pt x="8479" y="0"/>
                  </a:moveTo>
                  <a:cubicBezTo>
                    <a:pt x="8261" y="0"/>
                    <a:pt x="8038" y="40"/>
                    <a:pt x="7821" y="128"/>
                  </a:cubicBezTo>
                  <a:cubicBezTo>
                    <a:pt x="4864" y="1548"/>
                    <a:pt x="2861" y="4135"/>
                    <a:pt x="488" y="6198"/>
                  </a:cubicBezTo>
                  <a:lnTo>
                    <a:pt x="458" y="6198"/>
                  </a:lnTo>
                  <a:cubicBezTo>
                    <a:pt x="0" y="6827"/>
                    <a:pt x="307" y="7823"/>
                    <a:pt x="1063" y="7823"/>
                  </a:cubicBezTo>
                  <a:cubicBezTo>
                    <a:pt x="1125" y="7823"/>
                    <a:pt x="1189" y="7816"/>
                    <a:pt x="1257" y="7802"/>
                  </a:cubicBezTo>
                  <a:cubicBezTo>
                    <a:pt x="4739" y="7063"/>
                    <a:pt x="9086" y="5732"/>
                    <a:pt x="10254" y="2073"/>
                  </a:cubicBezTo>
                  <a:cubicBezTo>
                    <a:pt x="10561" y="995"/>
                    <a:pt x="9567" y="0"/>
                    <a:pt x="8479"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57"/>
            <p:cNvSpPr/>
            <p:nvPr/>
          </p:nvSpPr>
          <p:spPr>
            <a:xfrm>
              <a:off x="2418481" y="400462"/>
              <a:ext cx="321207" cy="408917"/>
            </a:xfrm>
            <a:custGeom>
              <a:avLst/>
              <a:gdLst/>
              <a:ahLst/>
              <a:cxnLst/>
              <a:rect l="l" t="t" r="r" b="b"/>
              <a:pathLst>
                <a:path w="16879" h="21488" extrusionOk="0">
                  <a:moveTo>
                    <a:pt x="7889" y="0"/>
                  </a:moveTo>
                  <a:cubicBezTo>
                    <a:pt x="4533" y="185"/>
                    <a:pt x="2248" y="3386"/>
                    <a:pt x="1509" y="6528"/>
                  </a:cubicBezTo>
                  <a:cubicBezTo>
                    <a:pt x="1169" y="7519"/>
                    <a:pt x="866" y="8472"/>
                    <a:pt x="681" y="9485"/>
                  </a:cubicBezTo>
                  <a:cubicBezTo>
                    <a:pt x="1" y="12198"/>
                    <a:pt x="186" y="15185"/>
                    <a:pt x="1450" y="17588"/>
                  </a:cubicBezTo>
                  <a:cubicBezTo>
                    <a:pt x="1760" y="18172"/>
                    <a:pt x="2160" y="18697"/>
                    <a:pt x="2618" y="19192"/>
                  </a:cubicBezTo>
                  <a:cubicBezTo>
                    <a:pt x="3113" y="19687"/>
                    <a:pt x="3668" y="20086"/>
                    <a:pt x="4311" y="20456"/>
                  </a:cubicBezTo>
                  <a:cubicBezTo>
                    <a:pt x="4962" y="20730"/>
                    <a:pt x="5605" y="20944"/>
                    <a:pt x="6285" y="21099"/>
                  </a:cubicBezTo>
                  <a:cubicBezTo>
                    <a:pt x="7041" y="21363"/>
                    <a:pt x="7815" y="21487"/>
                    <a:pt x="8583" y="21487"/>
                  </a:cubicBezTo>
                  <a:cubicBezTo>
                    <a:pt x="12477" y="21487"/>
                    <a:pt x="16200" y="18300"/>
                    <a:pt x="16509" y="14076"/>
                  </a:cubicBezTo>
                  <a:cubicBezTo>
                    <a:pt x="16879" y="9766"/>
                    <a:pt x="15955" y="5049"/>
                    <a:pt x="12754" y="1878"/>
                  </a:cubicBezTo>
                  <a:cubicBezTo>
                    <a:pt x="11460" y="739"/>
                    <a:pt x="9767" y="0"/>
                    <a:pt x="788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57"/>
            <p:cNvSpPr/>
            <p:nvPr/>
          </p:nvSpPr>
          <p:spPr>
            <a:xfrm>
              <a:off x="2447749" y="581476"/>
              <a:ext cx="262119" cy="227903"/>
            </a:xfrm>
            <a:custGeom>
              <a:avLst/>
              <a:gdLst/>
              <a:ahLst/>
              <a:cxnLst/>
              <a:rect l="l" t="t" r="r" b="b"/>
              <a:pathLst>
                <a:path w="13774" h="11976" extrusionOk="0">
                  <a:moveTo>
                    <a:pt x="7204" y="1"/>
                  </a:moveTo>
                  <a:cubicBezTo>
                    <a:pt x="5440" y="1"/>
                    <a:pt x="3850" y="674"/>
                    <a:pt x="2499" y="1947"/>
                  </a:cubicBezTo>
                  <a:cubicBezTo>
                    <a:pt x="836" y="3522"/>
                    <a:pt x="222" y="5643"/>
                    <a:pt x="38" y="7891"/>
                  </a:cubicBezTo>
                  <a:cubicBezTo>
                    <a:pt x="38" y="8017"/>
                    <a:pt x="38" y="8142"/>
                    <a:pt x="1" y="8261"/>
                  </a:cubicBezTo>
                  <a:cubicBezTo>
                    <a:pt x="311" y="8756"/>
                    <a:pt x="681" y="9251"/>
                    <a:pt x="1080" y="9680"/>
                  </a:cubicBezTo>
                  <a:cubicBezTo>
                    <a:pt x="1575" y="10175"/>
                    <a:pt x="2130" y="10574"/>
                    <a:pt x="2773" y="10944"/>
                  </a:cubicBezTo>
                  <a:cubicBezTo>
                    <a:pt x="3424" y="11218"/>
                    <a:pt x="4067" y="11432"/>
                    <a:pt x="4747" y="11587"/>
                  </a:cubicBezTo>
                  <a:cubicBezTo>
                    <a:pt x="5501" y="11851"/>
                    <a:pt x="6274" y="11975"/>
                    <a:pt x="7040" y="11975"/>
                  </a:cubicBezTo>
                  <a:cubicBezTo>
                    <a:pt x="9684" y="11975"/>
                    <a:pt x="12253" y="10501"/>
                    <a:pt x="13714" y="8231"/>
                  </a:cubicBezTo>
                  <a:cubicBezTo>
                    <a:pt x="13774" y="7736"/>
                    <a:pt x="13744" y="7248"/>
                    <a:pt x="13677" y="6723"/>
                  </a:cubicBezTo>
                  <a:cubicBezTo>
                    <a:pt x="13530" y="5614"/>
                    <a:pt x="13249" y="4564"/>
                    <a:pt x="12694" y="3581"/>
                  </a:cubicBezTo>
                  <a:cubicBezTo>
                    <a:pt x="12169" y="2627"/>
                    <a:pt x="11497" y="1733"/>
                    <a:pt x="10632" y="1052"/>
                  </a:cubicBezTo>
                  <a:cubicBezTo>
                    <a:pt x="9833" y="439"/>
                    <a:pt x="8939" y="158"/>
                    <a:pt x="7948" y="40"/>
                  </a:cubicBezTo>
                  <a:cubicBezTo>
                    <a:pt x="7697" y="14"/>
                    <a:pt x="7449" y="1"/>
                    <a:pt x="7204" y="1"/>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53" name="Google Shape;3353;p57"/>
            <p:cNvGrpSpPr/>
            <p:nvPr/>
          </p:nvGrpSpPr>
          <p:grpSpPr>
            <a:xfrm>
              <a:off x="2702069" y="444098"/>
              <a:ext cx="127748" cy="165210"/>
              <a:chOff x="2273444" y="129773"/>
              <a:chExt cx="127748" cy="165210"/>
            </a:xfrm>
          </p:grpSpPr>
          <p:sp>
            <p:nvSpPr>
              <p:cNvPr id="3354" name="Google Shape;3354;p57"/>
              <p:cNvSpPr/>
              <p:nvPr/>
            </p:nvSpPr>
            <p:spPr>
              <a:xfrm>
                <a:off x="2273631" y="129773"/>
                <a:ext cx="85654" cy="160937"/>
              </a:xfrm>
              <a:custGeom>
                <a:avLst/>
                <a:gdLst/>
                <a:ahLst/>
                <a:cxnLst/>
                <a:rect l="l" t="t" r="r" b="b"/>
                <a:pathLst>
                  <a:path w="4501" h="8457" extrusionOk="0">
                    <a:moveTo>
                      <a:pt x="3372" y="1"/>
                    </a:moveTo>
                    <a:cubicBezTo>
                      <a:pt x="3155" y="1"/>
                      <a:pt x="2935" y="93"/>
                      <a:pt x="2743" y="295"/>
                    </a:cubicBezTo>
                    <a:cubicBezTo>
                      <a:pt x="1597" y="1588"/>
                      <a:pt x="828" y="3281"/>
                      <a:pt x="30" y="4945"/>
                    </a:cubicBezTo>
                    <a:cubicBezTo>
                      <a:pt x="156" y="5654"/>
                      <a:pt x="215" y="6335"/>
                      <a:pt x="156" y="7007"/>
                    </a:cubicBezTo>
                    <a:cubicBezTo>
                      <a:pt x="119" y="7503"/>
                      <a:pt x="89" y="7998"/>
                      <a:pt x="0" y="8456"/>
                    </a:cubicBezTo>
                    <a:cubicBezTo>
                      <a:pt x="1967" y="7044"/>
                      <a:pt x="4125" y="4945"/>
                      <a:pt x="4436" y="1588"/>
                    </a:cubicBezTo>
                    <a:cubicBezTo>
                      <a:pt x="4500" y="648"/>
                      <a:pt x="3948" y="1"/>
                      <a:pt x="33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57"/>
              <p:cNvSpPr/>
              <p:nvPr/>
            </p:nvSpPr>
            <p:spPr>
              <a:xfrm>
                <a:off x="2273444" y="195037"/>
                <a:ext cx="127748" cy="99946"/>
              </a:xfrm>
              <a:custGeom>
                <a:avLst/>
                <a:gdLst/>
                <a:ahLst/>
                <a:cxnLst/>
                <a:rect l="l" t="t" r="r" b="b"/>
                <a:pathLst>
                  <a:path w="6713" h="5252" extrusionOk="0">
                    <a:moveTo>
                      <a:pt x="5175" y="0"/>
                    </a:moveTo>
                    <a:cubicBezTo>
                      <a:pt x="3386" y="156"/>
                      <a:pt x="1752" y="1198"/>
                      <a:pt x="119" y="2122"/>
                    </a:cubicBezTo>
                    <a:cubicBezTo>
                      <a:pt x="185" y="2647"/>
                      <a:pt x="185" y="3142"/>
                      <a:pt x="156" y="3630"/>
                    </a:cubicBezTo>
                    <a:cubicBezTo>
                      <a:pt x="119" y="4126"/>
                      <a:pt x="89" y="4591"/>
                      <a:pt x="0" y="5050"/>
                    </a:cubicBezTo>
                    <a:cubicBezTo>
                      <a:pt x="601" y="5169"/>
                      <a:pt x="1220" y="5251"/>
                      <a:pt x="1836" y="5251"/>
                    </a:cubicBezTo>
                    <a:cubicBezTo>
                      <a:pt x="3426" y="5251"/>
                      <a:pt x="4985" y="4706"/>
                      <a:pt x="6099" y="2861"/>
                    </a:cubicBezTo>
                    <a:cubicBezTo>
                      <a:pt x="6713" y="1753"/>
                      <a:pt x="6099" y="30"/>
                      <a:pt x="51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6" name="Google Shape;3356;p57"/>
            <p:cNvGrpSpPr/>
            <p:nvPr/>
          </p:nvGrpSpPr>
          <p:grpSpPr>
            <a:xfrm>
              <a:off x="2443754" y="601436"/>
              <a:ext cx="130730" cy="148882"/>
              <a:chOff x="2015051" y="273164"/>
              <a:chExt cx="130717" cy="162802"/>
            </a:xfrm>
          </p:grpSpPr>
          <p:sp>
            <p:nvSpPr>
              <p:cNvPr id="3357" name="Google Shape;3357;p57"/>
              <p:cNvSpPr/>
              <p:nvPr/>
            </p:nvSpPr>
            <p:spPr>
              <a:xfrm>
                <a:off x="2015051" y="277884"/>
                <a:ext cx="92524" cy="158082"/>
              </a:xfrm>
              <a:custGeom>
                <a:avLst/>
                <a:gdLst/>
                <a:ahLst/>
                <a:cxnLst/>
                <a:rect l="l" t="t" r="r" b="b"/>
                <a:pathLst>
                  <a:path w="4862" h="8307" extrusionOk="0">
                    <a:moveTo>
                      <a:pt x="0" y="1"/>
                    </a:moveTo>
                    <a:lnTo>
                      <a:pt x="0" y="1"/>
                    </a:lnTo>
                    <a:cubicBezTo>
                      <a:pt x="96" y="459"/>
                      <a:pt x="185" y="954"/>
                      <a:pt x="215" y="1479"/>
                    </a:cubicBezTo>
                    <a:cubicBezTo>
                      <a:pt x="311" y="2122"/>
                      <a:pt x="281" y="2832"/>
                      <a:pt x="185" y="3512"/>
                    </a:cubicBezTo>
                    <a:cubicBezTo>
                      <a:pt x="1050" y="5176"/>
                      <a:pt x="1945" y="6802"/>
                      <a:pt x="3113" y="8037"/>
                    </a:cubicBezTo>
                    <a:cubicBezTo>
                      <a:pt x="3314" y="8222"/>
                      <a:pt x="3532" y="8307"/>
                      <a:pt x="3742" y="8307"/>
                    </a:cubicBezTo>
                    <a:cubicBezTo>
                      <a:pt x="4334" y="8307"/>
                      <a:pt x="4861" y="7632"/>
                      <a:pt x="4746" y="6654"/>
                    </a:cubicBezTo>
                    <a:cubicBezTo>
                      <a:pt x="4281" y="3327"/>
                      <a:pt x="2033" y="1324"/>
                      <a:pt x="0"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57"/>
              <p:cNvSpPr/>
              <p:nvPr/>
            </p:nvSpPr>
            <p:spPr>
              <a:xfrm>
                <a:off x="2015051" y="273164"/>
                <a:ext cx="130717" cy="97319"/>
              </a:xfrm>
              <a:custGeom>
                <a:avLst/>
                <a:gdLst/>
                <a:ahLst/>
                <a:cxnLst/>
                <a:rect l="l" t="t" r="r" b="b"/>
                <a:pathLst>
                  <a:path w="6869" h="5114" extrusionOk="0">
                    <a:moveTo>
                      <a:pt x="2144" y="1"/>
                    </a:moveTo>
                    <a:cubicBezTo>
                      <a:pt x="1424" y="1"/>
                      <a:pt x="697" y="126"/>
                      <a:pt x="0" y="308"/>
                    </a:cubicBezTo>
                    <a:cubicBezTo>
                      <a:pt x="96" y="766"/>
                      <a:pt x="185" y="1232"/>
                      <a:pt x="215" y="1727"/>
                    </a:cubicBezTo>
                    <a:cubicBezTo>
                      <a:pt x="281" y="2185"/>
                      <a:pt x="281" y="2710"/>
                      <a:pt x="252" y="3206"/>
                    </a:cubicBezTo>
                    <a:cubicBezTo>
                      <a:pt x="1945" y="4063"/>
                      <a:pt x="3608" y="5054"/>
                      <a:pt x="5390" y="5113"/>
                    </a:cubicBezTo>
                    <a:cubicBezTo>
                      <a:pt x="6351" y="5017"/>
                      <a:pt x="6868" y="3265"/>
                      <a:pt x="6195" y="2185"/>
                    </a:cubicBezTo>
                    <a:cubicBezTo>
                      <a:pt x="5077" y="530"/>
                      <a:pt x="3623" y="1"/>
                      <a:pt x="2144"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59" name="Google Shape;3359;p57"/>
            <p:cNvSpPr/>
            <p:nvPr/>
          </p:nvSpPr>
          <p:spPr>
            <a:xfrm>
              <a:off x="2632473" y="786752"/>
              <a:ext cx="34007" cy="28849"/>
            </a:xfrm>
            <a:custGeom>
              <a:avLst/>
              <a:gdLst/>
              <a:ahLst/>
              <a:cxnLst/>
              <a:rect l="l" t="t" r="r" b="b"/>
              <a:pathLst>
                <a:path w="1787" h="1516" extrusionOk="0">
                  <a:moveTo>
                    <a:pt x="864" y="1"/>
                  </a:moveTo>
                  <a:cubicBezTo>
                    <a:pt x="852" y="1"/>
                    <a:pt x="840" y="1"/>
                    <a:pt x="828" y="2"/>
                  </a:cubicBezTo>
                  <a:cubicBezTo>
                    <a:pt x="769" y="2"/>
                    <a:pt x="740" y="31"/>
                    <a:pt x="710" y="61"/>
                  </a:cubicBezTo>
                  <a:lnTo>
                    <a:pt x="681" y="61"/>
                  </a:lnTo>
                  <a:cubicBezTo>
                    <a:pt x="644" y="61"/>
                    <a:pt x="614" y="61"/>
                    <a:pt x="555" y="91"/>
                  </a:cubicBezTo>
                  <a:cubicBezTo>
                    <a:pt x="370" y="187"/>
                    <a:pt x="274" y="401"/>
                    <a:pt x="215" y="586"/>
                  </a:cubicBezTo>
                  <a:cubicBezTo>
                    <a:pt x="126" y="830"/>
                    <a:pt x="30" y="1081"/>
                    <a:pt x="0" y="1355"/>
                  </a:cubicBezTo>
                  <a:cubicBezTo>
                    <a:pt x="0" y="1462"/>
                    <a:pt x="85" y="1516"/>
                    <a:pt x="174" y="1516"/>
                  </a:cubicBezTo>
                  <a:cubicBezTo>
                    <a:pt x="263" y="1516"/>
                    <a:pt x="355" y="1462"/>
                    <a:pt x="370" y="1355"/>
                  </a:cubicBezTo>
                  <a:cubicBezTo>
                    <a:pt x="370" y="1140"/>
                    <a:pt x="429" y="956"/>
                    <a:pt x="496" y="771"/>
                  </a:cubicBezTo>
                  <a:cubicBezTo>
                    <a:pt x="525" y="682"/>
                    <a:pt x="555" y="586"/>
                    <a:pt x="614" y="497"/>
                  </a:cubicBezTo>
                  <a:cubicBezTo>
                    <a:pt x="644" y="556"/>
                    <a:pt x="681" y="615"/>
                    <a:pt x="710" y="682"/>
                  </a:cubicBezTo>
                  <a:cubicBezTo>
                    <a:pt x="769" y="867"/>
                    <a:pt x="710" y="1052"/>
                    <a:pt x="710" y="1236"/>
                  </a:cubicBezTo>
                  <a:cubicBezTo>
                    <a:pt x="695" y="1344"/>
                    <a:pt x="771" y="1397"/>
                    <a:pt x="855" y="1397"/>
                  </a:cubicBezTo>
                  <a:cubicBezTo>
                    <a:pt x="939" y="1397"/>
                    <a:pt x="1032" y="1344"/>
                    <a:pt x="1050" y="1236"/>
                  </a:cubicBezTo>
                  <a:cubicBezTo>
                    <a:pt x="1050" y="1052"/>
                    <a:pt x="1109" y="896"/>
                    <a:pt x="1080" y="712"/>
                  </a:cubicBezTo>
                  <a:cubicBezTo>
                    <a:pt x="1050" y="586"/>
                    <a:pt x="954" y="460"/>
                    <a:pt x="925" y="342"/>
                  </a:cubicBezTo>
                  <a:lnTo>
                    <a:pt x="925" y="342"/>
                  </a:lnTo>
                  <a:cubicBezTo>
                    <a:pt x="1198" y="401"/>
                    <a:pt x="1420" y="800"/>
                    <a:pt x="1353" y="1052"/>
                  </a:cubicBezTo>
                  <a:cubicBezTo>
                    <a:pt x="1318" y="1180"/>
                    <a:pt x="1426" y="1263"/>
                    <a:pt x="1524" y="1263"/>
                  </a:cubicBezTo>
                  <a:cubicBezTo>
                    <a:pt x="1590" y="1263"/>
                    <a:pt x="1652" y="1226"/>
                    <a:pt x="1664" y="1140"/>
                  </a:cubicBezTo>
                  <a:cubicBezTo>
                    <a:pt x="1787" y="656"/>
                    <a:pt x="1400" y="1"/>
                    <a:pt x="864"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57"/>
            <p:cNvSpPr/>
            <p:nvPr/>
          </p:nvSpPr>
          <p:spPr>
            <a:xfrm>
              <a:off x="2494791" y="788446"/>
              <a:ext cx="33873" cy="28983"/>
            </a:xfrm>
            <a:custGeom>
              <a:avLst/>
              <a:gdLst/>
              <a:ahLst/>
              <a:cxnLst/>
              <a:rect l="l" t="t" r="r" b="b"/>
              <a:pathLst>
                <a:path w="1780" h="1523" extrusionOk="0">
                  <a:moveTo>
                    <a:pt x="917" y="1"/>
                  </a:moveTo>
                  <a:cubicBezTo>
                    <a:pt x="380" y="1"/>
                    <a:pt x="0" y="663"/>
                    <a:pt x="116" y="1147"/>
                  </a:cubicBezTo>
                  <a:cubicBezTo>
                    <a:pt x="131" y="1232"/>
                    <a:pt x="191" y="1268"/>
                    <a:pt x="255" y="1268"/>
                  </a:cubicBezTo>
                  <a:cubicBezTo>
                    <a:pt x="354" y="1268"/>
                    <a:pt x="463" y="1181"/>
                    <a:pt x="427" y="1051"/>
                  </a:cubicBezTo>
                  <a:cubicBezTo>
                    <a:pt x="368" y="807"/>
                    <a:pt x="582" y="408"/>
                    <a:pt x="855" y="342"/>
                  </a:cubicBezTo>
                  <a:lnTo>
                    <a:pt x="855" y="342"/>
                  </a:lnTo>
                  <a:cubicBezTo>
                    <a:pt x="826" y="467"/>
                    <a:pt x="737" y="593"/>
                    <a:pt x="708" y="711"/>
                  </a:cubicBezTo>
                  <a:cubicBezTo>
                    <a:pt x="671" y="896"/>
                    <a:pt x="737" y="1051"/>
                    <a:pt x="737" y="1236"/>
                  </a:cubicBezTo>
                  <a:cubicBezTo>
                    <a:pt x="752" y="1343"/>
                    <a:pt x="844" y="1397"/>
                    <a:pt x="929" y="1397"/>
                  </a:cubicBezTo>
                  <a:cubicBezTo>
                    <a:pt x="1014" y="1397"/>
                    <a:pt x="1092" y="1343"/>
                    <a:pt x="1077" y="1236"/>
                  </a:cubicBezTo>
                  <a:cubicBezTo>
                    <a:pt x="1077" y="1051"/>
                    <a:pt x="1011" y="867"/>
                    <a:pt x="1077" y="682"/>
                  </a:cubicBezTo>
                  <a:cubicBezTo>
                    <a:pt x="1107" y="623"/>
                    <a:pt x="1136" y="556"/>
                    <a:pt x="1166" y="497"/>
                  </a:cubicBezTo>
                  <a:cubicBezTo>
                    <a:pt x="1225" y="593"/>
                    <a:pt x="1262" y="682"/>
                    <a:pt x="1292" y="778"/>
                  </a:cubicBezTo>
                  <a:cubicBezTo>
                    <a:pt x="1351" y="963"/>
                    <a:pt x="1410" y="1147"/>
                    <a:pt x="1410" y="1362"/>
                  </a:cubicBezTo>
                  <a:cubicBezTo>
                    <a:pt x="1428" y="1469"/>
                    <a:pt x="1521" y="1523"/>
                    <a:pt x="1609" y="1523"/>
                  </a:cubicBezTo>
                  <a:cubicBezTo>
                    <a:pt x="1696" y="1523"/>
                    <a:pt x="1780" y="1469"/>
                    <a:pt x="1780" y="1362"/>
                  </a:cubicBezTo>
                  <a:cubicBezTo>
                    <a:pt x="1750" y="1081"/>
                    <a:pt x="1661" y="837"/>
                    <a:pt x="1565" y="593"/>
                  </a:cubicBezTo>
                  <a:cubicBezTo>
                    <a:pt x="1506" y="408"/>
                    <a:pt x="1410" y="186"/>
                    <a:pt x="1225" y="98"/>
                  </a:cubicBezTo>
                  <a:cubicBezTo>
                    <a:pt x="1166" y="68"/>
                    <a:pt x="1136" y="68"/>
                    <a:pt x="1107" y="68"/>
                  </a:cubicBezTo>
                  <a:lnTo>
                    <a:pt x="1077" y="68"/>
                  </a:lnTo>
                  <a:cubicBezTo>
                    <a:pt x="1040" y="39"/>
                    <a:pt x="1011" y="2"/>
                    <a:pt x="952" y="2"/>
                  </a:cubicBezTo>
                  <a:cubicBezTo>
                    <a:pt x="940" y="1"/>
                    <a:pt x="928" y="1"/>
                    <a:pt x="91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57"/>
            <p:cNvSpPr/>
            <p:nvPr/>
          </p:nvSpPr>
          <p:spPr>
            <a:xfrm>
              <a:off x="2515153" y="444650"/>
              <a:ext cx="36404" cy="25557"/>
            </a:xfrm>
            <a:custGeom>
              <a:avLst/>
              <a:gdLst/>
              <a:ahLst/>
              <a:cxnLst/>
              <a:rect l="l" t="t" r="r" b="b"/>
              <a:pathLst>
                <a:path w="1913" h="1343" extrusionOk="0">
                  <a:moveTo>
                    <a:pt x="977" y="1"/>
                  </a:moveTo>
                  <a:cubicBezTo>
                    <a:pt x="335" y="1"/>
                    <a:pt x="1" y="984"/>
                    <a:pt x="710" y="1286"/>
                  </a:cubicBezTo>
                  <a:cubicBezTo>
                    <a:pt x="801" y="1325"/>
                    <a:pt x="888" y="1342"/>
                    <a:pt x="971" y="1342"/>
                  </a:cubicBezTo>
                  <a:cubicBezTo>
                    <a:pt x="1590" y="1342"/>
                    <a:pt x="1913" y="351"/>
                    <a:pt x="1234" y="51"/>
                  </a:cubicBezTo>
                  <a:cubicBezTo>
                    <a:pt x="1145" y="16"/>
                    <a:pt x="1058" y="1"/>
                    <a:pt x="97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57"/>
            <p:cNvSpPr/>
            <p:nvPr/>
          </p:nvSpPr>
          <p:spPr>
            <a:xfrm>
              <a:off x="2430165" y="440654"/>
              <a:ext cx="62761" cy="41276"/>
            </a:xfrm>
            <a:custGeom>
              <a:avLst/>
              <a:gdLst/>
              <a:ahLst/>
              <a:cxnLst/>
              <a:rect l="l" t="t" r="r" b="b"/>
              <a:pathLst>
                <a:path w="3298" h="2169" extrusionOk="0">
                  <a:moveTo>
                    <a:pt x="1656" y="1"/>
                  </a:moveTo>
                  <a:cubicBezTo>
                    <a:pt x="1524" y="1"/>
                    <a:pt x="1388" y="17"/>
                    <a:pt x="1265" y="17"/>
                  </a:cubicBezTo>
                  <a:cubicBezTo>
                    <a:pt x="1021" y="47"/>
                    <a:pt x="777" y="17"/>
                    <a:pt x="555" y="76"/>
                  </a:cubicBezTo>
                  <a:cubicBezTo>
                    <a:pt x="370" y="136"/>
                    <a:pt x="1" y="261"/>
                    <a:pt x="67" y="601"/>
                  </a:cubicBezTo>
                  <a:cubicBezTo>
                    <a:pt x="97" y="786"/>
                    <a:pt x="252" y="845"/>
                    <a:pt x="341" y="904"/>
                  </a:cubicBezTo>
                  <a:cubicBezTo>
                    <a:pt x="592" y="1089"/>
                    <a:pt x="1080" y="1429"/>
                    <a:pt x="1080" y="1429"/>
                  </a:cubicBezTo>
                  <a:cubicBezTo>
                    <a:pt x="1176" y="1525"/>
                    <a:pt x="1265" y="1585"/>
                    <a:pt x="1390" y="1644"/>
                  </a:cubicBezTo>
                  <a:cubicBezTo>
                    <a:pt x="1664" y="1865"/>
                    <a:pt x="2034" y="2169"/>
                    <a:pt x="2374" y="2169"/>
                  </a:cubicBezTo>
                  <a:cubicBezTo>
                    <a:pt x="2958" y="2139"/>
                    <a:pt x="3298" y="941"/>
                    <a:pt x="2839" y="476"/>
                  </a:cubicBezTo>
                  <a:cubicBezTo>
                    <a:pt x="2588" y="232"/>
                    <a:pt x="2189" y="76"/>
                    <a:pt x="1849" y="17"/>
                  </a:cubicBezTo>
                  <a:cubicBezTo>
                    <a:pt x="1787" y="5"/>
                    <a:pt x="1722" y="1"/>
                    <a:pt x="1656"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57"/>
            <p:cNvSpPr/>
            <p:nvPr/>
          </p:nvSpPr>
          <p:spPr>
            <a:xfrm>
              <a:off x="2541034" y="487829"/>
              <a:ext cx="14634" cy="38612"/>
            </a:xfrm>
            <a:custGeom>
              <a:avLst/>
              <a:gdLst/>
              <a:ahLst/>
              <a:cxnLst/>
              <a:rect l="l" t="t" r="r" b="b"/>
              <a:pathLst>
                <a:path w="769" h="2029" extrusionOk="0">
                  <a:moveTo>
                    <a:pt x="370" y="0"/>
                  </a:moveTo>
                  <a:cubicBezTo>
                    <a:pt x="0" y="30"/>
                    <a:pt x="30" y="680"/>
                    <a:pt x="30" y="1013"/>
                  </a:cubicBezTo>
                  <a:cubicBezTo>
                    <a:pt x="59" y="1294"/>
                    <a:pt x="126" y="1819"/>
                    <a:pt x="399" y="2004"/>
                  </a:cubicBezTo>
                  <a:cubicBezTo>
                    <a:pt x="430" y="2020"/>
                    <a:pt x="458" y="2028"/>
                    <a:pt x="485" y="2028"/>
                  </a:cubicBezTo>
                  <a:cubicBezTo>
                    <a:pt x="699" y="2028"/>
                    <a:pt x="769" y="1514"/>
                    <a:pt x="769" y="1323"/>
                  </a:cubicBezTo>
                  <a:cubicBezTo>
                    <a:pt x="769" y="954"/>
                    <a:pt x="710" y="399"/>
                    <a:pt x="429" y="59"/>
                  </a:cubicBezTo>
                  <a:cubicBezTo>
                    <a:pt x="429" y="30"/>
                    <a:pt x="399" y="30"/>
                    <a:pt x="399" y="30"/>
                  </a:cubicBezTo>
                  <a:cubicBezTo>
                    <a:pt x="399" y="0"/>
                    <a:pt x="370" y="0"/>
                    <a:pt x="370"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57"/>
            <p:cNvSpPr/>
            <p:nvPr/>
          </p:nvSpPr>
          <p:spPr>
            <a:xfrm>
              <a:off x="2559740" y="498372"/>
              <a:ext cx="9439" cy="30829"/>
            </a:xfrm>
            <a:custGeom>
              <a:avLst/>
              <a:gdLst/>
              <a:ahLst/>
              <a:cxnLst/>
              <a:rect l="l" t="t" r="r" b="b"/>
              <a:pathLst>
                <a:path w="496" h="1620" extrusionOk="0">
                  <a:moveTo>
                    <a:pt x="185" y="1"/>
                  </a:moveTo>
                  <a:cubicBezTo>
                    <a:pt x="0" y="126"/>
                    <a:pt x="0" y="644"/>
                    <a:pt x="30" y="925"/>
                  </a:cubicBezTo>
                  <a:cubicBezTo>
                    <a:pt x="30" y="1080"/>
                    <a:pt x="96" y="1538"/>
                    <a:pt x="252" y="1605"/>
                  </a:cubicBezTo>
                  <a:cubicBezTo>
                    <a:pt x="268" y="1615"/>
                    <a:pt x="284" y="1619"/>
                    <a:pt x="298" y="1619"/>
                  </a:cubicBezTo>
                  <a:cubicBezTo>
                    <a:pt x="408" y="1619"/>
                    <a:pt x="440" y="1340"/>
                    <a:pt x="466" y="1235"/>
                  </a:cubicBezTo>
                  <a:cubicBezTo>
                    <a:pt x="496" y="865"/>
                    <a:pt x="466" y="459"/>
                    <a:pt x="281" y="60"/>
                  </a:cubicBezTo>
                  <a:cubicBezTo>
                    <a:pt x="281" y="60"/>
                    <a:pt x="281" y="30"/>
                    <a:pt x="252" y="30"/>
                  </a:cubicBezTo>
                  <a:cubicBezTo>
                    <a:pt x="252" y="1"/>
                    <a:pt x="215" y="1"/>
                    <a:pt x="185"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57"/>
            <p:cNvSpPr/>
            <p:nvPr/>
          </p:nvSpPr>
          <p:spPr>
            <a:xfrm>
              <a:off x="2529388" y="487182"/>
              <a:ext cx="10524" cy="29154"/>
            </a:xfrm>
            <a:custGeom>
              <a:avLst/>
              <a:gdLst/>
              <a:ahLst/>
              <a:cxnLst/>
              <a:rect l="l" t="t" r="r" b="b"/>
              <a:pathLst>
                <a:path w="553" h="1532" extrusionOk="0">
                  <a:moveTo>
                    <a:pt x="213" y="0"/>
                  </a:moveTo>
                  <a:cubicBezTo>
                    <a:pt x="1" y="0"/>
                    <a:pt x="28" y="687"/>
                    <a:pt x="28" y="899"/>
                  </a:cubicBezTo>
                  <a:cubicBezTo>
                    <a:pt x="53" y="1105"/>
                    <a:pt x="146" y="1531"/>
                    <a:pt x="286" y="1531"/>
                  </a:cubicBezTo>
                  <a:cubicBezTo>
                    <a:pt x="312" y="1531"/>
                    <a:pt x="339" y="1517"/>
                    <a:pt x="368" y="1483"/>
                  </a:cubicBezTo>
                  <a:cubicBezTo>
                    <a:pt x="553" y="1298"/>
                    <a:pt x="516" y="862"/>
                    <a:pt x="427" y="463"/>
                  </a:cubicBezTo>
                  <a:cubicBezTo>
                    <a:pt x="427" y="278"/>
                    <a:pt x="398" y="5"/>
                    <a:pt x="242" y="5"/>
                  </a:cubicBezTo>
                  <a:cubicBezTo>
                    <a:pt x="232" y="2"/>
                    <a:pt x="222" y="0"/>
                    <a:pt x="213"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66" name="Google Shape;3366;p57"/>
            <p:cNvGrpSpPr/>
            <p:nvPr/>
          </p:nvGrpSpPr>
          <p:grpSpPr>
            <a:xfrm>
              <a:off x="2702069" y="444648"/>
              <a:ext cx="127748" cy="165210"/>
              <a:chOff x="2273444" y="129773"/>
              <a:chExt cx="127748" cy="165210"/>
            </a:xfrm>
          </p:grpSpPr>
          <p:sp>
            <p:nvSpPr>
              <p:cNvPr id="3367" name="Google Shape;3367;p57"/>
              <p:cNvSpPr/>
              <p:nvPr/>
            </p:nvSpPr>
            <p:spPr>
              <a:xfrm>
                <a:off x="2273631" y="129773"/>
                <a:ext cx="85654" cy="160937"/>
              </a:xfrm>
              <a:custGeom>
                <a:avLst/>
                <a:gdLst/>
                <a:ahLst/>
                <a:cxnLst/>
                <a:rect l="l" t="t" r="r" b="b"/>
                <a:pathLst>
                  <a:path w="4501" h="8457" extrusionOk="0">
                    <a:moveTo>
                      <a:pt x="3372" y="1"/>
                    </a:moveTo>
                    <a:cubicBezTo>
                      <a:pt x="3155" y="1"/>
                      <a:pt x="2935" y="93"/>
                      <a:pt x="2743" y="295"/>
                    </a:cubicBezTo>
                    <a:cubicBezTo>
                      <a:pt x="1597" y="1588"/>
                      <a:pt x="828" y="3281"/>
                      <a:pt x="30" y="4945"/>
                    </a:cubicBezTo>
                    <a:cubicBezTo>
                      <a:pt x="156" y="5654"/>
                      <a:pt x="215" y="6335"/>
                      <a:pt x="156" y="7007"/>
                    </a:cubicBezTo>
                    <a:cubicBezTo>
                      <a:pt x="119" y="7503"/>
                      <a:pt x="89" y="7998"/>
                      <a:pt x="0" y="8456"/>
                    </a:cubicBezTo>
                    <a:cubicBezTo>
                      <a:pt x="1967" y="7044"/>
                      <a:pt x="4125" y="4945"/>
                      <a:pt x="4436" y="1588"/>
                    </a:cubicBezTo>
                    <a:cubicBezTo>
                      <a:pt x="4500" y="648"/>
                      <a:pt x="3948" y="1"/>
                      <a:pt x="3372"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57"/>
              <p:cNvSpPr/>
              <p:nvPr/>
            </p:nvSpPr>
            <p:spPr>
              <a:xfrm>
                <a:off x="2273444" y="195037"/>
                <a:ext cx="127748" cy="99946"/>
              </a:xfrm>
              <a:custGeom>
                <a:avLst/>
                <a:gdLst/>
                <a:ahLst/>
                <a:cxnLst/>
                <a:rect l="l" t="t" r="r" b="b"/>
                <a:pathLst>
                  <a:path w="6713" h="5252" extrusionOk="0">
                    <a:moveTo>
                      <a:pt x="5175" y="0"/>
                    </a:moveTo>
                    <a:cubicBezTo>
                      <a:pt x="3386" y="156"/>
                      <a:pt x="1752" y="1198"/>
                      <a:pt x="119" y="2122"/>
                    </a:cubicBezTo>
                    <a:cubicBezTo>
                      <a:pt x="185" y="2647"/>
                      <a:pt x="185" y="3142"/>
                      <a:pt x="156" y="3630"/>
                    </a:cubicBezTo>
                    <a:cubicBezTo>
                      <a:pt x="119" y="4126"/>
                      <a:pt x="89" y="4591"/>
                      <a:pt x="0" y="5050"/>
                    </a:cubicBezTo>
                    <a:cubicBezTo>
                      <a:pt x="601" y="5169"/>
                      <a:pt x="1220" y="5251"/>
                      <a:pt x="1836" y="5251"/>
                    </a:cubicBezTo>
                    <a:cubicBezTo>
                      <a:pt x="3426" y="5251"/>
                      <a:pt x="4985" y="4706"/>
                      <a:pt x="6099" y="2861"/>
                    </a:cubicBezTo>
                    <a:cubicBezTo>
                      <a:pt x="6713" y="1753"/>
                      <a:pt x="6099" y="30"/>
                      <a:pt x="5175" y="0"/>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69" name="Google Shape;3369;p57"/>
            <p:cNvSpPr/>
            <p:nvPr/>
          </p:nvSpPr>
          <p:spPr>
            <a:xfrm>
              <a:off x="2696745" y="457212"/>
              <a:ext cx="126264" cy="147806"/>
            </a:xfrm>
            <a:custGeom>
              <a:avLst/>
              <a:gdLst/>
              <a:ahLst/>
              <a:cxnLst/>
              <a:rect l="l" t="t" r="r" b="b"/>
              <a:pathLst>
                <a:path w="6635" h="7767" extrusionOk="0">
                  <a:moveTo>
                    <a:pt x="4925" y="1"/>
                  </a:moveTo>
                  <a:cubicBezTo>
                    <a:pt x="4815" y="1"/>
                    <a:pt x="4703" y="21"/>
                    <a:pt x="4592" y="64"/>
                  </a:cubicBezTo>
                  <a:cubicBezTo>
                    <a:pt x="2588" y="1113"/>
                    <a:pt x="1664" y="2806"/>
                    <a:pt x="30" y="4625"/>
                  </a:cubicBezTo>
                  <a:cubicBezTo>
                    <a:pt x="127" y="5276"/>
                    <a:pt x="186" y="5919"/>
                    <a:pt x="127" y="6532"/>
                  </a:cubicBezTo>
                  <a:cubicBezTo>
                    <a:pt x="90" y="6968"/>
                    <a:pt x="60" y="7368"/>
                    <a:pt x="1" y="7767"/>
                  </a:cubicBezTo>
                  <a:cubicBezTo>
                    <a:pt x="2559" y="7338"/>
                    <a:pt x="4961" y="6503"/>
                    <a:pt x="6226" y="2747"/>
                  </a:cubicBezTo>
                  <a:cubicBezTo>
                    <a:pt x="6635" y="1400"/>
                    <a:pt x="5842" y="1"/>
                    <a:pt x="49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70" name="Google Shape;3370;p57"/>
            <p:cNvGrpSpPr/>
            <p:nvPr/>
          </p:nvGrpSpPr>
          <p:grpSpPr>
            <a:xfrm>
              <a:off x="2443754" y="601436"/>
              <a:ext cx="130730" cy="148882"/>
              <a:chOff x="2015051" y="273164"/>
              <a:chExt cx="130717" cy="162802"/>
            </a:xfrm>
          </p:grpSpPr>
          <p:sp>
            <p:nvSpPr>
              <p:cNvPr id="3371" name="Google Shape;3371;p57"/>
              <p:cNvSpPr/>
              <p:nvPr/>
            </p:nvSpPr>
            <p:spPr>
              <a:xfrm>
                <a:off x="2015051" y="277884"/>
                <a:ext cx="92524" cy="158082"/>
              </a:xfrm>
              <a:custGeom>
                <a:avLst/>
                <a:gdLst/>
                <a:ahLst/>
                <a:cxnLst/>
                <a:rect l="l" t="t" r="r" b="b"/>
                <a:pathLst>
                  <a:path w="4862" h="8307" extrusionOk="0">
                    <a:moveTo>
                      <a:pt x="0" y="1"/>
                    </a:moveTo>
                    <a:lnTo>
                      <a:pt x="0" y="1"/>
                    </a:lnTo>
                    <a:cubicBezTo>
                      <a:pt x="96" y="459"/>
                      <a:pt x="185" y="954"/>
                      <a:pt x="215" y="1479"/>
                    </a:cubicBezTo>
                    <a:cubicBezTo>
                      <a:pt x="311" y="2122"/>
                      <a:pt x="281" y="2832"/>
                      <a:pt x="185" y="3512"/>
                    </a:cubicBezTo>
                    <a:cubicBezTo>
                      <a:pt x="1050" y="5176"/>
                      <a:pt x="1945" y="6802"/>
                      <a:pt x="3113" y="8037"/>
                    </a:cubicBezTo>
                    <a:cubicBezTo>
                      <a:pt x="3314" y="8222"/>
                      <a:pt x="3532" y="8307"/>
                      <a:pt x="3742" y="8307"/>
                    </a:cubicBezTo>
                    <a:cubicBezTo>
                      <a:pt x="4334" y="8307"/>
                      <a:pt x="4861" y="7632"/>
                      <a:pt x="4746" y="6654"/>
                    </a:cubicBezTo>
                    <a:cubicBezTo>
                      <a:pt x="4281" y="3327"/>
                      <a:pt x="2033" y="1324"/>
                      <a:pt x="0"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57"/>
              <p:cNvSpPr/>
              <p:nvPr/>
            </p:nvSpPr>
            <p:spPr>
              <a:xfrm>
                <a:off x="2015051" y="273164"/>
                <a:ext cx="130717" cy="97319"/>
              </a:xfrm>
              <a:custGeom>
                <a:avLst/>
                <a:gdLst/>
                <a:ahLst/>
                <a:cxnLst/>
                <a:rect l="l" t="t" r="r" b="b"/>
                <a:pathLst>
                  <a:path w="6869" h="5114" extrusionOk="0">
                    <a:moveTo>
                      <a:pt x="2144" y="1"/>
                    </a:moveTo>
                    <a:cubicBezTo>
                      <a:pt x="1424" y="1"/>
                      <a:pt x="697" y="126"/>
                      <a:pt x="0" y="308"/>
                    </a:cubicBezTo>
                    <a:cubicBezTo>
                      <a:pt x="96" y="766"/>
                      <a:pt x="185" y="1232"/>
                      <a:pt x="215" y="1727"/>
                    </a:cubicBezTo>
                    <a:cubicBezTo>
                      <a:pt x="281" y="2185"/>
                      <a:pt x="281" y="2710"/>
                      <a:pt x="252" y="3206"/>
                    </a:cubicBezTo>
                    <a:cubicBezTo>
                      <a:pt x="1945" y="4063"/>
                      <a:pt x="3608" y="5054"/>
                      <a:pt x="5390" y="5113"/>
                    </a:cubicBezTo>
                    <a:cubicBezTo>
                      <a:pt x="6351" y="5017"/>
                      <a:pt x="6868" y="3265"/>
                      <a:pt x="6195" y="2185"/>
                    </a:cubicBezTo>
                    <a:cubicBezTo>
                      <a:pt x="5077" y="530"/>
                      <a:pt x="3623" y="1"/>
                      <a:pt x="2144"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73" name="Google Shape;3373;p57"/>
            <p:cNvSpPr/>
            <p:nvPr/>
          </p:nvSpPr>
          <p:spPr>
            <a:xfrm>
              <a:off x="2435328" y="597781"/>
              <a:ext cx="131554" cy="143429"/>
            </a:xfrm>
            <a:custGeom>
              <a:avLst/>
              <a:gdLst/>
              <a:ahLst/>
              <a:cxnLst/>
              <a:rect l="l" t="t" r="r" b="b"/>
              <a:pathLst>
                <a:path w="6913" h="7537" extrusionOk="0">
                  <a:moveTo>
                    <a:pt x="1" y="1"/>
                  </a:moveTo>
                  <a:lnTo>
                    <a:pt x="1" y="1"/>
                  </a:lnTo>
                  <a:cubicBezTo>
                    <a:pt x="97" y="400"/>
                    <a:pt x="156" y="829"/>
                    <a:pt x="186" y="1265"/>
                  </a:cubicBezTo>
                  <a:cubicBezTo>
                    <a:pt x="282" y="1879"/>
                    <a:pt x="252" y="2522"/>
                    <a:pt x="186" y="3143"/>
                  </a:cubicBezTo>
                  <a:cubicBezTo>
                    <a:pt x="1916" y="4895"/>
                    <a:pt x="2899" y="6529"/>
                    <a:pt x="4961" y="7483"/>
                  </a:cubicBezTo>
                  <a:cubicBezTo>
                    <a:pt x="5066" y="7519"/>
                    <a:pt x="5169" y="7536"/>
                    <a:pt x="5270" y="7536"/>
                  </a:cubicBezTo>
                  <a:cubicBezTo>
                    <a:pt x="6186" y="7536"/>
                    <a:pt x="6913" y="6109"/>
                    <a:pt x="6440" y="4777"/>
                  </a:cubicBezTo>
                  <a:cubicBezTo>
                    <a:pt x="5028" y="1043"/>
                    <a:pt x="2588" y="304"/>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pic>
        <p:nvPicPr>
          <p:cNvPr id="2" name="Imagem 1">
            <a:extLst>
              <a:ext uri="{FF2B5EF4-FFF2-40B4-BE49-F238E27FC236}">
                <a16:creationId xmlns:a16="http://schemas.microsoft.com/office/drawing/2014/main" id="{29339143-267B-70C8-54FA-3055F8C3D99F}"/>
              </a:ext>
            </a:extLst>
          </p:cNvPr>
          <p:cNvPicPr>
            <a:picLocks noChangeAspect="1"/>
          </p:cNvPicPr>
          <p:nvPr/>
        </p:nvPicPr>
        <p:blipFill>
          <a:blip r:embed="rId4"/>
          <a:stretch>
            <a:fillRect/>
          </a:stretch>
        </p:blipFill>
        <p:spPr>
          <a:xfrm>
            <a:off x="4383007" y="2550412"/>
            <a:ext cx="377985" cy="42676"/>
          </a:xfrm>
          <a:prstGeom prst="rect">
            <a:avLst/>
          </a:prstGeom>
        </p:spPr>
      </p:pic>
    </p:spTree>
    <p:extLst>
      <p:ext uri="{BB962C8B-B14F-4D97-AF65-F5344CB8AC3E}">
        <p14:creationId xmlns:p14="http://schemas.microsoft.com/office/powerpoint/2010/main" val="202881889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377"/>
        <p:cNvGrpSpPr/>
        <p:nvPr/>
      </p:nvGrpSpPr>
      <p:grpSpPr>
        <a:xfrm>
          <a:off x="0" y="0"/>
          <a:ext cx="0" cy="0"/>
          <a:chOff x="0" y="0"/>
          <a:chExt cx="0" cy="0"/>
        </a:xfrm>
      </p:grpSpPr>
      <p:sp>
        <p:nvSpPr>
          <p:cNvPr id="3378" name="Google Shape;3378;p58"/>
          <p:cNvSpPr/>
          <p:nvPr/>
        </p:nvSpPr>
        <p:spPr>
          <a:xfrm>
            <a:off x="6658762" y="1340565"/>
            <a:ext cx="1225026" cy="1800000"/>
          </a:xfrm>
          <a:custGeom>
            <a:avLst/>
            <a:gdLst/>
            <a:ahLst/>
            <a:cxnLst/>
            <a:rect l="l" t="t" r="r" b="b"/>
            <a:pathLst>
              <a:path w="39584" h="23680" extrusionOk="0">
                <a:moveTo>
                  <a:pt x="0" y="0"/>
                </a:moveTo>
                <a:lnTo>
                  <a:pt x="0" y="23679"/>
                </a:lnTo>
                <a:lnTo>
                  <a:pt x="39584" y="23679"/>
                </a:lnTo>
                <a:lnTo>
                  <a:pt x="3958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9" name="Google Shape;3379;p58"/>
          <p:cNvSpPr/>
          <p:nvPr/>
        </p:nvSpPr>
        <p:spPr>
          <a:xfrm>
            <a:off x="1260212" y="2402891"/>
            <a:ext cx="1225026" cy="720000"/>
          </a:xfrm>
          <a:custGeom>
            <a:avLst/>
            <a:gdLst/>
            <a:ahLst/>
            <a:cxnLst/>
            <a:rect l="l" t="t" r="r" b="b"/>
            <a:pathLst>
              <a:path w="39584" h="23680" extrusionOk="0">
                <a:moveTo>
                  <a:pt x="0" y="0"/>
                </a:moveTo>
                <a:lnTo>
                  <a:pt x="0" y="23679"/>
                </a:lnTo>
                <a:lnTo>
                  <a:pt x="39584" y="23679"/>
                </a:lnTo>
                <a:lnTo>
                  <a:pt x="39584" y="0"/>
                </a:ln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80" name="Google Shape;3380;p58"/>
          <p:cNvSpPr/>
          <p:nvPr/>
        </p:nvSpPr>
        <p:spPr>
          <a:xfrm>
            <a:off x="3959487" y="1347325"/>
            <a:ext cx="1225026" cy="1800000"/>
          </a:xfrm>
          <a:custGeom>
            <a:avLst/>
            <a:gdLst/>
            <a:ahLst/>
            <a:cxnLst/>
            <a:rect l="l" t="t" r="r" b="b"/>
            <a:pathLst>
              <a:path w="39584" h="23680" extrusionOk="0">
                <a:moveTo>
                  <a:pt x="0" y="0"/>
                </a:moveTo>
                <a:lnTo>
                  <a:pt x="0" y="23679"/>
                </a:lnTo>
                <a:lnTo>
                  <a:pt x="39584" y="23679"/>
                </a:lnTo>
                <a:lnTo>
                  <a:pt x="39584" y="0"/>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81" name="Google Shape;3381;p58"/>
          <p:cNvSpPr txBox="1">
            <a:spLocks noGrp="1"/>
          </p:cNvSpPr>
          <p:nvPr>
            <p:ph type="title"/>
          </p:nvPr>
        </p:nvSpPr>
        <p:spPr>
          <a:xfrm>
            <a:off x="720000" y="535625"/>
            <a:ext cx="7704000" cy="4821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dirty="0"/>
              <a:t>Porcentagem de evasão</a:t>
            </a:r>
            <a:endParaRPr dirty="0"/>
          </a:p>
        </p:txBody>
      </p:sp>
      <p:sp>
        <p:nvSpPr>
          <p:cNvPr id="3383" name="Google Shape;3383;p58"/>
          <p:cNvSpPr txBox="1">
            <a:spLocks noGrp="1"/>
          </p:cNvSpPr>
          <p:nvPr>
            <p:ph type="title" idx="2"/>
          </p:nvPr>
        </p:nvSpPr>
        <p:spPr>
          <a:xfrm>
            <a:off x="916063" y="3243750"/>
            <a:ext cx="1911900" cy="6159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dirty="0"/>
              <a:t>Turma 1</a:t>
            </a:r>
            <a:endParaRPr dirty="0"/>
          </a:p>
        </p:txBody>
      </p:sp>
      <p:sp>
        <p:nvSpPr>
          <p:cNvPr id="3384" name="Google Shape;3384;p58"/>
          <p:cNvSpPr txBox="1">
            <a:spLocks noGrp="1"/>
          </p:cNvSpPr>
          <p:nvPr>
            <p:ph type="title" idx="3"/>
          </p:nvPr>
        </p:nvSpPr>
        <p:spPr>
          <a:xfrm>
            <a:off x="3616050" y="3243750"/>
            <a:ext cx="1911900" cy="6159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dirty="0"/>
              <a:t>Tuma 2</a:t>
            </a:r>
            <a:endParaRPr dirty="0"/>
          </a:p>
        </p:txBody>
      </p:sp>
      <p:sp>
        <p:nvSpPr>
          <p:cNvPr id="3386" name="Google Shape;3386;p58"/>
          <p:cNvSpPr txBox="1">
            <a:spLocks noGrp="1"/>
          </p:cNvSpPr>
          <p:nvPr>
            <p:ph type="title" idx="5"/>
          </p:nvPr>
        </p:nvSpPr>
        <p:spPr>
          <a:xfrm>
            <a:off x="6316025" y="3243750"/>
            <a:ext cx="1911900" cy="6159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dirty="0"/>
              <a:t>Turma 3</a:t>
            </a:r>
            <a:endParaRPr dirty="0"/>
          </a:p>
        </p:txBody>
      </p:sp>
      <p:sp>
        <p:nvSpPr>
          <p:cNvPr id="3388" name="Google Shape;3388;p58"/>
          <p:cNvSpPr txBox="1">
            <a:spLocks noGrp="1"/>
          </p:cNvSpPr>
          <p:nvPr>
            <p:ph type="title" idx="7"/>
          </p:nvPr>
        </p:nvSpPr>
        <p:spPr>
          <a:xfrm>
            <a:off x="3998550" y="2569050"/>
            <a:ext cx="1146900" cy="4476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dirty="0"/>
              <a:t>50%</a:t>
            </a:r>
            <a:endParaRPr dirty="0"/>
          </a:p>
        </p:txBody>
      </p:sp>
      <p:sp>
        <p:nvSpPr>
          <p:cNvPr id="3389" name="Google Shape;3389;p58"/>
          <p:cNvSpPr txBox="1">
            <a:spLocks noGrp="1"/>
          </p:cNvSpPr>
          <p:nvPr>
            <p:ph type="title" idx="8"/>
          </p:nvPr>
        </p:nvSpPr>
        <p:spPr>
          <a:xfrm>
            <a:off x="1296790" y="2478821"/>
            <a:ext cx="1146900" cy="5400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dirty="0"/>
              <a:t>20%</a:t>
            </a:r>
            <a:endParaRPr dirty="0"/>
          </a:p>
        </p:txBody>
      </p:sp>
      <p:sp>
        <p:nvSpPr>
          <p:cNvPr id="3390" name="Google Shape;3390;p58"/>
          <p:cNvSpPr txBox="1">
            <a:spLocks noGrp="1"/>
          </p:cNvSpPr>
          <p:nvPr>
            <p:ph type="title" idx="9"/>
          </p:nvPr>
        </p:nvSpPr>
        <p:spPr>
          <a:xfrm>
            <a:off x="6697825" y="2569050"/>
            <a:ext cx="1146900" cy="4476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dirty="0"/>
              <a:t>5</a:t>
            </a:r>
            <a:r>
              <a:rPr lang="en"/>
              <a:t>0</a:t>
            </a:r>
            <a:r>
              <a:rPr lang="en" dirty="0"/>
              <a:t>%</a:t>
            </a:r>
            <a:endParaRPr dirty="0"/>
          </a:p>
        </p:txBody>
      </p:sp>
      <p:grpSp>
        <p:nvGrpSpPr>
          <p:cNvPr id="3391" name="Google Shape;3391;p58"/>
          <p:cNvGrpSpPr/>
          <p:nvPr/>
        </p:nvGrpSpPr>
        <p:grpSpPr>
          <a:xfrm flipH="1">
            <a:off x="2226254" y="2840208"/>
            <a:ext cx="499726" cy="270781"/>
            <a:chOff x="352925" y="4019200"/>
            <a:chExt cx="290775" cy="157550"/>
          </a:xfrm>
        </p:grpSpPr>
        <p:sp>
          <p:nvSpPr>
            <p:cNvPr id="3392" name="Google Shape;3392;p58"/>
            <p:cNvSpPr/>
            <p:nvPr/>
          </p:nvSpPr>
          <p:spPr>
            <a:xfrm>
              <a:off x="352925" y="4019200"/>
              <a:ext cx="290775" cy="157550"/>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959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3" name="Google Shape;3393;p58"/>
            <p:cNvSpPr/>
            <p:nvPr/>
          </p:nvSpPr>
          <p:spPr>
            <a:xfrm>
              <a:off x="506475" y="4019200"/>
              <a:ext cx="137225" cy="157550"/>
            </a:xfrm>
            <a:custGeom>
              <a:avLst/>
              <a:gdLst/>
              <a:ahLst/>
              <a:cxnLst/>
              <a:rect l="l" t="t" r="r" b="b"/>
              <a:pathLst>
                <a:path w="5489" h="6302" extrusionOk="0">
                  <a:moveTo>
                    <a:pt x="2996" y="1"/>
                  </a:moveTo>
                  <a:cubicBezTo>
                    <a:pt x="2371" y="1"/>
                    <a:pt x="1904" y="468"/>
                    <a:pt x="1904" y="1093"/>
                  </a:cubicBezTo>
                  <a:lnTo>
                    <a:pt x="1904" y="2185"/>
                  </a:lnTo>
                  <a:cubicBezTo>
                    <a:pt x="1708" y="2101"/>
                    <a:pt x="1521" y="2026"/>
                    <a:pt x="1288" y="2026"/>
                  </a:cubicBezTo>
                  <a:cubicBezTo>
                    <a:pt x="1092" y="2026"/>
                    <a:pt x="933" y="2064"/>
                    <a:pt x="775" y="2148"/>
                  </a:cubicBezTo>
                  <a:cubicBezTo>
                    <a:pt x="429" y="2334"/>
                    <a:pt x="196" y="2689"/>
                    <a:pt x="196" y="3118"/>
                  </a:cubicBezTo>
                  <a:lnTo>
                    <a:pt x="196" y="4397"/>
                  </a:lnTo>
                  <a:lnTo>
                    <a:pt x="0" y="4397"/>
                  </a:lnTo>
                  <a:lnTo>
                    <a:pt x="0" y="6301"/>
                  </a:lnTo>
                  <a:lnTo>
                    <a:pt x="4508" y="6301"/>
                  </a:lnTo>
                  <a:cubicBezTo>
                    <a:pt x="5059" y="6301"/>
                    <a:pt x="5488" y="5881"/>
                    <a:pt x="5488" y="5331"/>
                  </a:cubicBezTo>
                  <a:cubicBezTo>
                    <a:pt x="5488" y="4985"/>
                    <a:pt x="5292" y="4715"/>
                    <a:pt x="5022" y="4519"/>
                  </a:cubicBezTo>
                  <a:lnTo>
                    <a:pt x="5022" y="3230"/>
                  </a:lnTo>
                  <a:cubicBezTo>
                    <a:pt x="5022" y="2689"/>
                    <a:pt x="4592" y="2260"/>
                    <a:pt x="4088" y="2185"/>
                  </a:cubicBezTo>
                  <a:lnTo>
                    <a:pt x="4088" y="1830"/>
                  </a:lnTo>
                  <a:lnTo>
                    <a:pt x="4088" y="1093"/>
                  </a:lnTo>
                  <a:cubicBezTo>
                    <a:pt x="4088" y="468"/>
                    <a:pt x="3575" y="1"/>
                    <a:pt x="2996" y="1"/>
                  </a:cubicBezTo>
                  <a:close/>
                </a:path>
              </a:pathLst>
            </a:custGeom>
            <a:solidFill>
              <a:srgbClr val="959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94" name="Google Shape;3394;p58"/>
          <p:cNvGrpSpPr/>
          <p:nvPr/>
        </p:nvGrpSpPr>
        <p:grpSpPr>
          <a:xfrm>
            <a:off x="2920593" y="2185703"/>
            <a:ext cx="499747" cy="925159"/>
            <a:chOff x="7797029" y="2174230"/>
            <a:chExt cx="1161931" cy="2151032"/>
          </a:xfrm>
        </p:grpSpPr>
        <p:sp>
          <p:nvSpPr>
            <p:cNvPr id="3395" name="Google Shape;3395;p58"/>
            <p:cNvSpPr/>
            <p:nvPr/>
          </p:nvSpPr>
          <p:spPr>
            <a:xfrm>
              <a:off x="7797029" y="2174230"/>
              <a:ext cx="1161931" cy="1382760"/>
            </a:xfrm>
            <a:custGeom>
              <a:avLst/>
              <a:gdLst/>
              <a:ahLst/>
              <a:cxnLst/>
              <a:rect l="l" t="t" r="r" b="b"/>
              <a:pathLst>
                <a:path w="21273" h="25316" extrusionOk="0">
                  <a:moveTo>
                    <a:pt x="11920" y="0"/>
                  </a:moveTo>
                  <a:cubicBezTo>
                    <a:pt x="9767" y="0"/>
                    <a:pt x="7648" y="927"/>
                    <a:pt x="6217" y="2390"/>
                  </a:cubicBezTo>
                  <a:cubicBezTo>
                    <a:pt x="4630" y="4024"/>
                    <a:pt x="3883" y="6245"/>
                    <a:pt x="3883" y="8383"/>
                  </a:cubicBezTo>
                  <a:cubicBezTo>
                    <a:pt x="3846" y="9045"/>
                    <a:pt x="3930" y="9745"/>
                    <a:pt x="3650" y="10361"/>
                  </a:cubicBezTo>
                  <a:cubicBezTo>
                    <a:pt x="3417" y="10828"/>
                    <a:pt x="3034" y="11220"/>
                    <a:pt x="2679" y="11650"/>
                  </a:cubicBezTo>
                  <a:cubicBezTo>
                    <a:pt x="1046" y="13516"/>
                    <a:pt x="0" y="15850"/>
                    <a:pt x="75" y="18183"/>
                  </a:cubicBezTo>
                  <a:cubicBezTo>
                    <a:pt x="150" y="20554"/>
                    <a:pt x="1438" y="22888"/>
                    <a:pt x="3613" y="24213"/>
                  </a:cubicBezTo>
                  <a:cubicBezTo>
                    <a:pt x="4824" y="24931"/>
                    <a:pt x="6299" y="25315"/>
                    <a:pt x="7769" y="25315"/>
                  </a:cubicBezTo>
                  <a:cubicBezTo>
                    <a:pt x="8994" y="25315"/>
                    <a:pt x="10215" y="25048"/>
                    <a:pt x="11276" y="24484"/>
                  </a:cubicBezTo>
                  <a:cubicBezTo>
                    <a:pt x="12090" y="24825"/>
                    <a:pt x="13002" y="24989"/>
                    <a:pt x="13926" y="24989"/>
                  </a:cubicBezTo>
                  <a:cubicBezTo>
                    <a:pt x="15830" y="24989"/>
                    <a:pt x="17782" y="24291"/>
                    <a:pt x="19014" y="23009"/>
                  </a:cubicBezTo>
                  <a:cubicBezTo>
                    <a:pt x="20843" y="21142"/>
                    <a:pt x="21273" y="18417"/>
                    <a:pt x="20498" y="16083"/>
                  </a:cubicBezTo>
                  <a:cubicBezTo>
                    <a:pt x="20143" y="14954"/>
                    <a:pt x="19518" y="13908"/>
                    <a:pt x="18864" y="12891"/>
                  </a:cubicBezTo>
                  <a:cubicBezTo>
                    <a:pt x="18743" y="12742"/>
                    <a:pt x="18668" y="12546"/>
                    <a:pt x="18631" y="12350"/>
                  </a:cubicBezTo>
                  <a:cubicBezTo>
                    <a:pt x="18631" y="12191"/>
                    <a:pt x="18743" y="11995"/>
                    <a:pt x="18780" y="11808"/>
                  </a:cubicBezTo>
                  <a:cubicBezTo>
                    <a:pt x="20843" y="3090"/>
                    <a:pt x="16718" y="561"/>
                    <a:pt x="12835" y="57"/>
                  </a:cubicBezTo>
                  <a:cubicBezTo>
                    <a:pt x="12530" y="19"/>
                    <a:pt x="12225" y="0"/>
                    <a:pt x="1192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96" name="Google Shape;3396;p58"/>
            <p:cNvGrpSpPr/>
            <p:nvPr/>
          </p:nvGrpSpPr>
          <p:grpSpPr>
            <a:xfrm>
              <a:off x="8149431" y="2521491"/>
              <a:ext cx="429313" cy="1803771"/>
              <a:chOff x="6097050" y="1346450"/>
              <a:chExt cx="196500" cy="825600"/>
            </a:xfrm>
          </p:grpSpPr>
          <p:sp>
            <p:nvSpPr>
              <p:cNvPr id="3397" name="Google Shape;3397;p58"/>
              <p:cNvSpPr/>
              <p:nvPr/>
            </p:nvSpPr>
            <p:spPr>
              <a:xfrm>
                <a:off x="6203225" y="1432075"/>
                <a:ext cx="20325" cy="739975"/>
              </a:xfrm>
              <a:custGeom>
                <a:avLst/>
                <a:gdLst/>
                <a:ahLst/>
                <a:cxnLst/>
                <a:rect l="l" t="t" r="r" b="b"/>
                <a:pathLst>
                  <a:path w="813" h="29599" extrusionOk="0">
                    <a:moveTo>
                      <a:pt x="420" y="1"/>
                    </a:moveTo>
                    <a:cubicBezTo>
                      <a:pt x="187" y="1"/>
                      <a:pt x="0" y="197"/>
                      <a:pt x="0" y="430"/>
                    </a:cubicBezTo>
                    <a:lnTo>
                      <a:pt x="0" y="29207"/>
                    </a:lnTo>
                    <a:cubicBezTo>
                      <a:pt x="0" y="29440"/>
                      <a:pt x="187" y="29599"/>
                      <a:pt x="420" y="29599"/>
                    </a:cubicBezTo>
                    <a:cubicBezTo>
                      <a:pt x="616" y="29599"/>
                      <a:pt x="812" y="29440"/>
                      <a:pt x="812" y="29207"/>
                    </a:cubicBezTo>
                    <a:lnTo>
                      <a:pt x="812" y="430"/>
                    </a:lnTo>
                    <a:cubicBezTo>
                      <a:pt x="812" y="197"/>
                      <a:pt x="616" y="1"/>
                      <a:pt x="42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8" name="Google Shape;3398;p58"/>
              <p:cNvSpPr/>
              <p:nvPr/>
            </p:nvSpPr>
            <p:spPr>
              <a:xfrm>
                <a:off x="6097050" y="1389375"/>
                <a:ext cx="124625" cy="276800"/>
              </a:xfrm>
              <a:custGeom>
                <a:avLst/>
                <a:gdLst/>
                <a:ahLst/>
                <a:cxnLst/>
                <a:rect l="l" t="t" r="r" b="b"/>
                <a:pathLst>
                  <a:path w="4985" h="11072" extrusionOk="0">
                    <a:moveTo>
                      <a:pt x="430" y="1"/>
                    </a:moveTo>
                    <a:cubicBezTo>
                      <a:pt x="234" y="1"/>
                      <a:pt x="84" y="113"/>
                      <a:pt x="84" y="309"/>
                    </a:cubicBezTo>
                    <a:cubicBezTo>
                      <a:pt x="47" y="971"/>
                      <a:pt x="0" y="1587"/>
                      <a:pt x="0" y="2250"/>
                    </a:cubicBezTo>
                    <a:cubicBezTo>
                      <a:pt x="0" y="3809"/>
                      <a:pt x="159" y="5405"/>
                      <a:pt x="747" y="6917"/>
                    </a:cubicBezTo>
                    <a:cubicBezTo>
                      <a:pt x="1447" y="8672"/>
                      <a:pt x="2763" y="10147"/>
                      <a:pt x="4396" y="11043"/>
                    </a:cubicBezTo>
                    <a:cubicBezTo>
                      <a:pt x="4449" y="11063"/>
                      <a:pt x="4501" y="11072"/>
                      <a:pt x="4550" y="11072"/>
                    </a:cubicBezTo>
                    <a:cubicBezTo>
                      <a:pt x="4688" y="11072"/>
                      <a:pt x="4808" y="11001"/>
                      <a:pt x="4863" y="10884"/>
                    </a:cubicBezTo>
                    <a:cubicBezTo>
                      <a:pt x="4985" y="10735"/>
                      <a:pt x="4901" y="10539"/>
                      <a:pt x="4751" y="10417"/>
                    </a:cubicBezTo>
                    <a:cubicBezTo>
                      <a:pt x="3230" y="9605"/>
                      <a:pt x="2026" y="8243"/>
                      <a:pt x="1363" y="6646"/>
                    </a:cubicBezTo>
                    <a:cubicBezTo>
                      <a:pt x="822" y="5284"/>
                      <a:pt x="700" y="3772"/>
                      <a:pt x="700" y="2250"/>
                    </a:cubicBezTo>
                    <a:cubicBezTo>
                      <a:pt x="700" y="1634"/>
                      <a:pt x="700" y="971"/>
                      <a:pt x="747" y="346"/>
                    </a:cubicBezTo>
                    <a:cubicBezTo>
                      <a:pt x="747" y="150"/>
                      <a:pt x="588" y="1"/>
                      <a:pt x="43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99" name="Google Shape;3399;p58"/>
              <p:cNvSpPr/>
              <p:nvPr/>
            </p:nvSpPr>
            <p:spPr>
              <a:xfrm>
                <a:off x="6207875" y="1346450"/>
                <a:ext cx="85675" cy="205950"/>
              </a:xfrm>
              <a:custGeom>
                <a:avLst/>
                <a:gdLst/>
                <a:ahLst/>
                <a:cxnLst/>
                <a:rect l="l" t="t" r="r" b="b"/>
                <a:pathLst>
                  <a:path w="3427" h="8238" extrusionOk="0">
                    <a:moveTo>
                      <a:pt x="2997" y="0"/>
                    </a:moveTo>
                    <a:cubicBezTo>
                      <a:pt x="2801" y="0"/>
                      <a:pt x="2652" y="159"/>
                      <a:pt x="2689" y="355"/>
                    </a:cubicBezTo>
                    <a:cubicBezTo>
                      <a:pt x="2726" y="1055"/>
                      <a:pt x="2764" y="1718"/>
                      <a:pt x="2764" y="2371"/>
                    </a:cubicBezTo>
                    <a:cubicBezTo>
                      <a:pt x="2764" y="3118"/>
                      <a:pt x="2726" y="3818"/>
                      <a:pt x="2530" y="4518"/>
                    </a:cubicBezTo>
                    <a:cubicBezTo>
                      <a:pt x="2381" y="5171"/>
                      <a:pt x="2101" y="5797"/>
                      <a:pt x="1718" y="6338"/>
                    </a:cubicBezTo>
                    <a:cubicBezTo>
                      <a:pt x="1326" y="6889"/>
                      <a:pt x="822" y="7318"/>
                      <a:pt x="234" y="7589"/>
                    </a:cubicBezTo>
                    <a:cubicBezTo>
                      <a:pt x="85" y="7663"/>
                      <a:pt x="1" y="7859"/>
                      <a:pt x="85" y="8018"/>
                    </a:cubicBezTo>
                    <a:cubicBezTo>
                      <a:pt x="112" y="8156"/>
                      <a:pt x="246" y="8237"/>
                      <a:pt x="378" y="8237"/>
                    </a:cubicBezTo>
                    <a:cubicBezTo>
                      <a:pt x="425" y="8237"/>
                      <a:pt x="472" y="8227"/>
                      <a:pt x="514" y="8205"/>
                    </a:cubicBezTo>
                    <a:cubicBezTo>
                      <a:pt x="1214" y="7897"/>
                      <a:pt x="1830" y="7355"/>
                      <a:pt x="2260" y="6730"/>
                    </a:cubicBezTo>
                    <a:cubicBezTo>
                      <a:pt x="2726" y="6151"/>
                      <a:pt x="3034" y="5405"/>
                      <a:pt x="3193" y="4667"/>
                    </a:cubicBezTo>
                    <a:cubicBezTo>
                      <a:pt x="3389" y="3930"/>
                      <a:pt x="3426" y="3155"/>
                      <a:pt x="3426" y="2371"/>
                    </a:cubicBezTo>
                    <a:cubicBezTo>
                      <a:pt x="3426" y="1671"/>
                      <a:pt x="3389" y="971"/>
                      <a:pt x="3352" y="318"/>
                    </a:cubicBezTo>
                    <a:cubicBezTo>
                      <a:pt x="3352" y="122"/>
                      <a:pt x="3156" y="0"/>
                      <a:pt x="2997"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400" name="Google Shape;3400;p58"/>
          <p:cNvGrpSpPr/>
          <p:nvPr/>
        </p:nvGrpSpPr>
        <p:grpSpPr>
          <a:xfrm>
            <a:off x="5575849" y="2056526"/>
            <a:ext cx="777924" cy="1054451"/>
            <a:chOff x="6903325" y="768150"/>
            <a:chExt cx="1883592" cy="2553150"/>
          </a:xfrm>
        </p:grpSpPr>
        <p:sp>
          <p:nvSpPr>
            <p:cNvPr id="3401" name="Google Shape;3401;p58"/>
            <p:cNvSpPr/>
            <p:nvPr/>
          </p:nvSpPr>
          <p:spPr>
            <a:xfrm>
              <a:off x="6903325" y="768150"/>
              <a:ext cx="1883592" cy="1572042"/>
            </a:xfrm>
            <a:custGeom>
              <a:avLst/>
              <a:gdLst/>
              <a:ahLst/>
              <a:cxnLst/>
              <a:rect l="l" t="t" r="r" b="b"/>
              <a:pathLst>
                <a:path w="29832" h="23219" extrusionOk="0">
                  <a:moveTo>
                    <a:pt x="14892" y="1"/>
                  </a:moveTo>
                  <a:cubicBezTo>
                    <a:pt x="14202" y="1"/>
                    <a:pt x="13511" y="388"/>
                    <a:pt x="13217" y="1163"/>
                  </a:cubicBezTo>
                  <a:lnTo>
                    <a:pt x="13217" y="1209"/>
                  </a:lnTo>
                  <a:cubicBezTo>
                    <a:pt x="13105" y="1517"/>
                    <a:pt x="12984" y="1863"/>
                    <a:pt x="12750" y="2096"/>
                  </a:cubicBezTo>
                  <a:cubicBezTo>
                    <a:pt x="12480" y="2414"/>
                    <a:pt x="12050" y="2526"/>
                    <a:pt x="11668" y="2684"/>
                  </a:cubicBezTo>
                  <a:cubicBezTo>
                    <a:pt x="9642" y="3422"/>
                    <a:pt x="8279" y="5643"/>
                    <a:pt x="8475" y="7818"/>
                  </a:cubicBezTo>
                  <a:cubicBezTo>
                    <a:pt x="7150" y="8247"/>
                    <a:pt x="6067" y="9330"/>
                    <a:pt x="5638" y="10655"/>
                  </a:cubicBezTo>
                  <a:cubicBezTo>
                    <a:pt x="5479" y="11197"/>
                    <a:pt x="5405" y="11822"/>
                    <a:pt x="5096" y="12326"/>
                  </a:cubicBezTo>
                  <a:cubicBezTo>
                    <a:pt x="4779" y="12914"/>
                    <a:pt x="4163" y="13297"/>
                    <a:pt x="3696" y="13726"/>
                  </a:cubicBezTo>
                  <a:cubicBezTo>
                    <a:pt x="3612" y="13810"/>
                    <a:pt x="3538" y="13848"/>
                    <a:pt x="3500" y="13922"/>
                  </a:cubicBezTo>
                  <a:cubicBezTo>
                    <a:pt x="0" y="17310"/>
                    <a:pt x="2530" y="23219"/>
                    <a:pt x="7383" y="23219"/>
                  </a:cubicBezTo>
                  <a:lnTo>
                    <a:pt x="22439" y="23219"/>
                  </a:lnTo>
                  <a:cubicBezTo>
                    <a:pt x="27302" y="23219"/>
                    <a:pt x="29832" y="17310"/>
                    <a:pt x="26331" y="13922"/>
                  </a:cubicBezTo>
                  <a:cubicBezTo>
                    <a:pt x="26247" y="13848"/>
                    <a:pt x="26210" y="13810"/>
                    <a:pt x="26135" y="13726"/>
                  </a:cubicBezTo>
                  <a:cubicBezTo>
                    <a:pt x="25631" y="13297"/>
                    <a:pt x="25043" y="12914"/>
                    <a:pt x="24698" y="12326"/>
                  </a:cubicBezTo>
                  <a:cubicBezTo>
                    <a:pt x="24418" y="11822"/>
                    <a:pt x="24343" y="11197"/>
                    <a:pt x="24147" y="10655"/>
                  </a:cubicBezTo>
                  <a:cubicBezTo>
                    <a:pt x="23764" y="9330"/>
                    <a:pt x="22672" y="8247"/>
                    <a:pt x="21310" y="7818"/>
                  </a:cubicBezTo>
                  <a:cubicBezTo>
                    <a:pt x="21543" y="5643"/>
                    <a:pt x="20143" y="3422"/>
                    <a:pt x="18117" y="2684"/>
                  </a:cubicBezTo>
                  <a:cubicBezTo>
                    <a:pt x="17735" y="2526"/>
                    <a:pt x="17305" y="2414"/>
                    <a:pt x="17035" y="2096"/>
                  </a:cubicBezTo>
                  <a:cubicBezTo>
                    <a:pt x="16801" y="1863"/>
                    <a:pt x="16717" y="1517"/>
                    <a:pt x="16605" y="1209"/>
                  </a:cubicBezTo>
                  <a:cubicBezTo>
                    <a:pt x="16605" y="1163"/>
                    <a:pt x="16605" y="1163"/>
                    <a:pt x="16568" y="1163"/>
                  </a:cubicBezTo>
                  <a:cubicBezTo>
                    <a:pt x="16274" y="388"/>
                    <a:pt x="15583" y="1"/>
                    <a:pt x="14892"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02" name="Google Shape;3402;p58"/>
            <p:cNvGrpSpPr/>
            <p:nvPr/>
          </p:nvGrpSpPr>
          <p:grpSpPr>
            <a:xfrm>
              <a:off x="7376316" y="1424126"/>
              <a:ext cx="866544" cy="842824"/>
              <a:chOff x="5260025" y="1303750"/>
              <a:chExt cx="391800" cy="381075"/>
            </a:xfrm>
          </p:grpSpPr>
          <p:sp>
            <p:nvSpPr>
              <p:cNvPr id="3403" name="Google Shape;3403;p58"/>
              <p:cNvSpPr/>
              <p:nvPr/>
            </p:nvSpPr>
            <p:spPr>
              <a:xfrm>
                <a:off x="5466075" y="1303750"/>
                <a:ext cx="118800" cy="204175"/>
              </a:xfrm>
              <a:custGeom>
                <a:avLst/>
                <a:gdLst/>
                <a:ahLst/>
                <a:cxnLst/>
                <a:rect l="l" t="t" r="r" b="b"/>
                <a:pathLst>
                  <a:path w="4752" h="8167" extrusionOk="0">
                    <a:moveTo>
                      <a:pt x="4396" y="0"/>
                    </a:moveTo>
                    <a:cubicBezTo>
                      <a:pt x="4200" y="0"/>
                      <a:pt x="4051" y="159"/>
                      <a:pt x="4051" y="345"/>
                    </a:cubicBezTo>
                    <a:cubicBezTo>
                      <a:pt x="4051" y="1746"/>
                      <a:pt x="3659" y="3146"/>
                      <a:pt x="2996" y="4434"/>
                    </a:cubicBezTo>
                    <a:cubicBezTo>
                      <a:pt x="2334" y="5675"/>
                      <a:pt x="1363" y="6767"/>
                      <a:pt x="196" y="7542"/>
                    </a:cubicBezTo>
                    <a:cubicBezTo>
                      <a:pt x="37" y="7663"/>
                      <a:pt x="0" y="7897"/>
                      <a:pt x="121" y="8009"/>
                    </a:cubicBezTo>
                    <a:cubicBezTo>
                      <a:pt x="172" y="8115"/>
                      <a:pt x="293" y="8167"/>
                      <a:pt x="416" y="8167"/>
                    </a:cubicBezTo>
                    <a:cubicBezTo>
                      <a:pt x="476" y="8167"/>
                      <a:pt x="536" y="8155"/>
                      <a:pt x="588" y="8130"/>
                    </a:cubicBezTo>
                    <a:cubicBezTo>
                      <a:pt x="1830" y="7271"/>
                      <a:pt x="2884" y="6067"/>
                      <a:pt x="3584" y="4742"/>
                    </a:cubicBezTo>
                    <a:cubicBezTo>
                      <a:pt x="4322" y="3379"/>
                      <a:pt x="4704" y="1904"/>
                      <a:pt x="4751" y="345"/>
                    </a:cubicBezTo>
                    <a:cubicBezTo>
                      <a:pt x="4751" y="159"/>
                      <a:pt x="4592" y="37"/>
                      <a:pt x="4396"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4" name="Google Shape;3404;p58"/>
              <p:cNvSpPr/>
              <p:nvPr/>
            </p:nvSpPr>
            <p:spPr>
              <a:xfrm>
                <a:off x="5528375" y="1430350"/>
                <a:ext cx="123450" cy="46550"/>
              </a:xfrm>
              <a:custGeom>
                <a:avLst/>
                <a:gdLst/>
                <a:ahLst/>
                <a:cxnLst/>
                <a:rect l="l" t="t" r="r" b="b"/>
                <a:pathLst>
                  <a:path w="4938" h="1862" extrusionOk="0">
                    <a:moveTo>
                      <a:pt x="406" y="1"/>
                    </a:moveTo>
                    <a:cubicBezTo>
                      <a:pt x="302" y="1"/>
                      <a:pt x="186" y="53"/>
                      <a:pt x="112" y="144"/>
                    </a:cubicBezTo>
                    <a:cubicBezTo>
                      <a:pt x="0" y="266"/>
                      <a:pt x="38" y="499"/>
                      <a:pt x="196" y="611"/>
                    </a:cubicBezTo>
                    <a:cubicBezTo>
                      <a:pt x="1279" y="1433"/>
                      <a:pt x="2605" y="1862"/>
                      <a:pt x="3930" y="1862"/>
                    </a:cubicBezTo>
                    <a:cubicBezTo>
                      <a:pt x="4163" y="1862"/>
                      <a:pt x="4397" y="1862"/>
                      <a:pt x="4630" y="1815"/>
                    </a:cubicBezTo>
                    <a:cubicBezTo>
                      <a:pt x="4779" y="1815"/>
                      <a:pt x="4938" y="1629"/>
                      <a:pt x="4901" y="1433"/>
                    </a:cubicBezTo>
                    <a:cubicBezTo>
                      <a:pt x="4901" y="1293"/>
                      <a:pt x="4749" y="1154"/>
                      <a:pt x="4605" y="1154"/>
                    </a:cubicBezTo>
                    <a:cubicBezTo>
                      <a:pt x="4585" y="1154"/>
                      <a:pt x="4565" y="1156"/>
                      <a:pt x="4546" y="1162"/>
                    </a:cubicBezTo>
                    <a:cubicBezTo>
                      <a:pt x="4359" y="1162"/>
                      <a:pt x="4126" y="1199"/>
                      <a:pt x="3930" y="1199"/>
                    </a:cubicBezTo>
                    <a:cubicBezTo>
                      <a:pt x="2763" y="1199"/>
                      <a:pt x="1559" y="770"/>
                      <a:pt x="579" y="70"/>
                    </a:cubicBezTo>
                    <a:cubicBezTo>
                      <a:pt x="535" y="22"/>
                      <a:pt x="473" y="1"/>
                      <a:pt x="406"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5" name="Google Shape;3405;p58"/>
              <p:cNvSpPr/>
              <p:nvPr/>
            </p:nvSpPr>
            <p:spPr>
              <a:xfrm>
                <a:off x="5330950" y="1323875"/>
                <a:ext cx="149850" cy="294900"/>
              </a:xfrm>
              <a:custGeom>
                <a:avLst/>
                <a:gdLst/>
                <a:ahLst/>
                <a:cxnLst/>
                <a:rect l="l" t="t" r="r" b="b"/>
                <a:pathLst>
                  <a:path w="5994" h="11796" extrusionOk="0">
                    <a:moveTo>
                      <a:pt x="709" y="0"/>
                    </a:moveTo>
                    <a:cubicBezTo>
                      <a:pt x="552" y="0"/>
                      <a:pt x="426" y="115"/>
                      <a:pt x="393" y="287"/>
                    </a:cubicBezTo>
                    <a:cubicBezTo>
                      <a:pt x="159" y="1603"/>
                      <a:pt x="38" y="2966"/>
                      <a:pt x="1" y="4329"/>
                    </a:cubicBezTo>
                    <a:lnTo>
                      <a:pt x="1" y="4721"/>
                    </a:lnTo>
                    <a:cubicBezTo>
                      <a:pt x="1" y="5533"/>
                      <a:pt x="38" y="6354"/>
                      <a:pt x="197" y="7166"/>
                    </a:cubicBezTo>
                    <a:cubicBezTo>
                      <a:pt x="355" y="7941"/>
                      <a:pt x="626" y="8725"/>
                      <a:pt x="1056" y="9462"/>
                    </a:cubicBezTo>
                    <a:cubicBezTo>
                      <a:pt x="1438" y="10125"/>
                      <a:pt x="2026" y="10704"/>
                      <a:pt x="2689" y="11133"/>
                    </a:cubicBezTo>
                    <a:cubicBezTo>
                      <a:pt x="3342" y="11563"/>
                      <a:pt x="4089" y="11796"/>
                      <a:pt x="4901" y="11796"/>
                    </a:cubicBezTo>
                    <a:cubicBezTo>
                      <a:pt x="5172" y="11796"/>
                      <a:pt x="5442" y="11796"/>
                      <a:pt x="5723" y="11721"/>
                    </a:cubicBezTo>
                    <a:cubicBezTo>
                      <a:pt x="5909" y="11675"/>
                      <a:pt x="5993" y="11488"/>
                      <a:pt x="5956" y="11292"/>
                    </a:cubicBezTo>
                    <a:cubicBezTo>
                      <a:pt x="5915" y="11154"/>
                      <a:pt x="5769" y="11051"/>
                      <a:pt x="5627" y="11051"/>
                    </a:cubicBezTo>
                    <a:cubicBezTo>
                      <a:pt x="5606" y="11051"/>
                      <a:pt x="5585" y="11054"/>
                      <a:pt x="5564" y="11059"/>
                    </a:cubicBezTo>
                    <a:cubicBezTo>
                      <a:pt x="5330" y="11096"/>
                      <a:pt x="5097" y="11133"/>
                      <a:pt x="4901" y="11133"/>
                    </a:cubicBezTo>
                    <a:cubicBezTo>
                      <a:pt x="4238" y="11133"/>
                      <a:pt x="3622" y="10937"/>
                      <a:pt x="3034" y="10555"/>
                    </a:cubicBezTo>
                    <a:cubicBezTo>
                      <a:pt x="2493" y="10200"/>
                      <a:pt x="1989" y="9696"/>
                      <a:pt x="1634" y="9108"/>
                    </a:cubicBezTo>
                    <a:cubicBezTo>
                      <a:pt x="1242" y="8492"/>
                      <a:pt x="1009" y="7754"/>
                      <a:pt x="860" y="7008"/>
                    </a:cubicBezTo>
                    <a:cubicBezTo>
                      <a:pt x="701" y="6270"/>
                      <a:pt x="664" y="5496"/>
                      <a:pt x="664" y="4721"/>
                    </a:cubicBezTo>
                    <a:lnTo>
                      <a:pt x="664" y="4329"/>
                    </a:lnTo>
                    <a:cubicBezTo>
                      <a:pt x="701" y="3003"/>
                      <a:pt x="822" y="1687"/>
                      <a:pt x="1056" y="399"/>
                    </a:cubicBezTo>
                    <a:cubicBezTo>
                      <a:pt x="1093" y="203"/>
                      <a:pt x="972" y="54"/>
                      <a:pt x="776" y="7"/>
                    </a:cubicBezTo>
                    <a:cubicBezTo>
                      <a:pt x="753" y="3"/>
                      <a:pt x="731" y="0"/>
                      <a:pt x="709"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6" name="Google Shape;3406;p58"/>
              <p:cNvSpPr/>
              <p:nvPr/>
            </p:nvSpPr>
            <p:spPr>
              <a:xfrm>
                <a:off x="5334000" y="1373750"/>
                <a:ext cx="70950" cy="128175"/>
              </a:xfrm>
              <a:custGeom>
                <a:avLst/>
                <a:gdLst/>
                <a:ahLst/>
                <a:cxnLst/>
                <a:rect l="l" t="t" r="r" b="b"/>
                <a:pathLst>
                  <a:path w="2838" h="5127" extrusionOk="0">
                    <a:moveTo>
                      <a:pt x="2483" y="0"/>
                    </a:moveTo>
                    <a:cubicBezTo>
                      <a:pt x="2287" y="0"/>
                      <a:pt x="2138" y="159"/>
                      <a:pt x="2138" y="346"/>
                    </a:cubicBezTo>
                    <a:cubicBezTo>
                      <a:pt x="2138" y="1904"/>
                      <a:pt x="1400" y="3501"/>
                      <a:pt x="149" y="4509"/>
                    </a:cubicBezTo>
                    <a:cubicBezTo>
                      <a:pt x="0" y="4630"/>
                      <a:pt x="0" y="4863"/>
                      <a:pt x="112" y="5013"/>
                    </a:cubicBezTo>
                    <a:cubicBezTo>
                      <a:pt x="183" y="5084"/>
                      <a:pt x="277" y="5126"/>
                      <a:pt x="375" y="5126"/>
                    </a:cubicBezTo>
                    <a:cubicBezTo>
                      <a:pt x="443" y="5126"/>
                      <a:pt x="513" y="5105"/>
                      <a:pt x="579" y="5059"/>
                    </a:cubicBezTo>
                    <a:cubicBezTo>
                      <a:pt x="1979" y="3893"/>
                      <a:pt x="2800" y="2138"/>
                      <a:pt x="2838" y="346"/>
                    </a:cubicBezTo>
                    <a:cubicBezTo>
                      <a:pt x="2838" y="159"/>
                      <a:pt x="2679" y="0"/>
                      <a:pt x="2483"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7" name="Google Shape;3407;p58"/>
              <p:cNvSpPr/>
              <p:nvPr/>
            </p:nvSpPr>
            <p:spPr>
              <a:xfrm>
                <a:off x="5470025" y="1594725"/>
                <a:ext cx="175050" cy="90100"/>
              </a:xfrm>
              <a:custGeom>
                <a:avLst/>
                <a:gdLst/>
                <a:ahLst/>
                <a:cxnLst/>
                <a:rect l="l" t="t" r="r" b="b"/>
                <a:pathLst>
                  <a:path w="7002" h="3604" extrusionOk="0">
                    <a:moveTo>
                      <a:pt x="6641" y="1"/>
                    </a:moveTo>
                    <a:cubicBezTo>
                      <a:pt x="6532" y="1"/>
                      <a:pt x="6427" y="50"/>
                      <a:pt x="6376" y="141"/>
                    </a:cubicBezTo>
                    <a:cubicBezTo>
                      <a:pt x="5713" y="1074"/>
                      <a:pt x="4742" y="1774"/>
                      <a:pt x="3697" y="2203"/>
                    </a:cubicBezTo>
                    <a:cubicBezTo>
                      <a:pt x="2642" y="2670"/>
                      <a:pt x="1476" y="2866"/>
                      <a:pt x="309" y="2903"/>
                    </a:cubicBezTo>
                    <a:cubicBezTo>
                      <a:pt x="160" y="2903"/>
                      <a:pt x="1" y="3099"/>
                      <a:pt x="1" y="3258"/>
                    </a:cubicBezTo>
                    <a:cubicBezTo>
                      <a:pt x="1" y="3454"/>
                      <a:pt x="160" y="3603"/>
                      <a:pt x="346" y="3603"/>
                    </a:cubicBezTo>
                    <a:cubicBezTo>
                      <a:pt x="1597" y="3529"/>
                      <a:pt x="2801" y="3333"/>
                      <a:pt x="3968" y="2829"/>
                    </a:cubicBezTo>
                    <a:cubicBezTo>
                      <a:pt x="5135" y="2362"/>
                      <a:pt x="6180" y="1587"/>
                      <a:pt x="6927" y="533"/>
                    </a:cubicBezTo>
                    <a:cubicBezTo>
                      <a:pt x="7001" y="374"/>
                      <a:pt x="7001" y="187"/>
                      <a:pt x="6843" y="66"/>
                    </a:cubicBezTo>
                    <a:cubicBezTo>
                      <a:pt x="6784" y="22"/>
                      <a:pt x="6712" y="1"/>
                      <a:pt x="6641"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8" name="Google Shape;3408;p58"/>
              <p:cNvSpPr/>
              <p:nvPr/>
            </p:nvSpPr>
            <p:spPr>
              <a:xfrm>
                <a:off x="5559400" y="1568425"/>
                <a:ext cx="34100" cy="93900"/>
              </a:xfrm>
              <a:custGeom>
                <a:avLst/>
                <a:gdLst/>
                <a:ahLst/>
                <a:cxnLst/>
                <a:rect l="l" t="t" r="r" b="b"/>
                <a:pathLst>
                  <a:path w="1364" h="3756" extrusionOk="0">
                    <a:moveTo>
                      <a:pt x="1010" y="1"/>
                    </a:moveTo>
                    <a:cubicBezTo>
                      <a:pt x="910" y="1"/>
                      <a:pt x="811" y="52"/>
                      <a:pt x="738" y="147"/>
                    </a:cubicBezTo>
                    <a:cubicBezTo>
                      <a:pt x="271" y="726"/>
                      <a:pt x="1" y="1510"/>
                      <a:pt x="1" y="2322"/>
                    </a:cubicBezTo>
                    <a:cubicBezTo>
                      <a:pt x="1" y="2714"/>
                      <a:pt x="85" y="3143"/>
                      <a:pt x="234" y="3573"/>
                    </a:cubicBezTo>
                    <a:cubicBezTo>
                      <a:pt x="295" y="3681"/>
                      <a:pt x="411" y="3755"/>
                      <a:pt x="530" y="3755"/>
                    </a:cubicBezTo>
                    <a:cubicBezTo>
                      <a:pt x="575" y="3755"/>
                      <a:pt x="620" y="3745"/>
                      <a:pt x="663" y="3722"/>
                    </a:cubicBezTo>
                    <a:cubicBezTo>
                      <a:pt x="859" y="3647"/>
                      <a:pt x="934" y="3451"/>
                      <a:pt x="859" y="3293"/>
                    </a:cubicBezTo>
                    <a:cubicBezTo>
                      <a:pt x="738" y="2985"/>
                      <a:pt x="663" y="2639"/>
                      <a:pt x="663" y="2322"/>
                    </a:cubicBezTo>
                    <a:cubicBezTo>
                      <a:pt x="663" y="1659"/>
                      <a:pt x="897" y="1006"/>
                      <a:pt x="1251" y="577"/>
                    </a:cubicBezTo>
                    <a:cubicBezTo>
                      <a:pt x="1364" y="418"/>
                      <a:pt x="1364" y="222"/>
                      <a:pt x="1205" y="72"/>
                    </a:cubicBezTo>
                    <a:cubicBezTo>
                      <a:pt x="1145" y="24"/>
                      <a:pt x="1077" y="1"/>
                      <a:pt x="101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09" name="Google Shape;3409;p58"/>
              <p:cNvSpPr/>
              <p:nvPr/>
            </p:nvSpPr>
            <p:spPr>
              <a:xfrm>
                <a:off x="5260025" y="1542200"/>
                <a:ext cx="132325" cy="60950"/>
              </a:xfrm>
              <a:custGeom>
                <a:avLst/>
                <a:gdLst/>
                <a:ahLst/>
                <a:cxnLst/>
                <a:rect l="l" t="t" r="r" b="b"/>
                <a:pathLst>
                  <a:path w="5293" h="2438" extrusionOk="0">
                    <a:moveTo>
                      <a:pt x="371" y="0"/>
                    </a:moveTo>
                    <a:cubicBezTo>
                      <a:pt x="323" y="0"/>
                      <a:pt x="276" y="10"/>
                      <a:pt x="234" y="29"/>
                    </a:cubicBezTo>
                    <a:cubicBezTo>
                      <a:pt x="75" y="104"/>
                      <a:pt x="0" y="300"/>
                      <a:pt x="38" y="459"/>
                    </a:cubicBezTo>
                    <a:cubicBezTo>
                      <a:pt x="392" y="1196"/>
                      <a:pt x="812" y="1700"/>
                      <a:pt x="1326" y="2008"/>
                    </a:cubicBezTo>
                    <a:cubicBezTo>
                      <a:pt x="1830" y="2326"/>
                      <a:pt x="2371" y="2438"/>
                      <a:pt x="2875" y="2438"/>
                    </a:cubicBezTo>
                    <a:cubicBezTo>
                      <a:pt x="3463" y="2438"/>
                      <a:pt x="4005" y="2288"/>
                      <a:pt x="4434" y="2167"/>
                    </a:cubicBezTo>
                    <a:cubicBezTo>
                      <a:pt x="4826" y="2008"/>
                      <a:pt x="5059" y="1859"/>
                      <a:pt x="5097" y="1859"/>
                    </a:cubicBezTo>
                    <a:cubicBezTo>
                      <a:pt x="5246" y="1775"/>
                      <a:pt x="5293" y="1541"/>
                      <a:pt x="5209" y="1392"/>
                    </a:cubicBezTo>
                    <a:cubicBezTo>
                      <a:pt x="5159" y="1286"/>
                      <a:pt x="5037" y="1217"/>
                      <a:pt x="4915" y="1217"/>
                    </a:cubicBezTo>
                    <a:cubicBezTo>
                      <a:pt x="4855" y="1217"/>
                      <a:pt x="4794" y="1234"/>
                      <a:pt x="4742" y="1271"/>
                    </a:cubicBezTo>
                    <a:cubicBezTo>
                      <a:pt x="4742" y="1271"/>
                      <a:pt x="4509" y="1392"/>
                      <a:pt x="4163" y="1504"/>
                    </a:cubicBezTo>
                    <a:cubicBezTo>
                      <a:pt x="3809" y="1663"/>
                      <a:pt x="3342" y="1775"/>
                      <a:pt x="2875" y="1775"/>
                    </a:cubicBezTo>
                    <a:cubicBezTo>
                      <a:pt x="2492" y="1775"/>
                      <a:pt x="2063" y="1663"/>
                      <a:pt x="1671" y="1467"/>
                    </a:cubicBezTo>
                    <a:cubicBezTo>
                      <a:pt x="1326" y="1233"/>
                      <a:pt x="971" y="841"/>
                      <a:pt x="663" y="188"/>
                    </a:cubicBezTo>
                    <a:cubicBezTo>
                      <a:pt x="636" y="72"/>
                      <a:pt x="502" y="0"/>
                      <a:pt x="371"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10" name="Google Shape;3410;p58"/>
            <p:cNvSpPr/>
            <p:nvPr/>
          </p:nvSpPr>
          <p:spPr>
            <a:xfrm>
              <a:off x="7814675" y="1309200"/>
              <a:ext cx="60900" cy="2012100"/>
            </a:xfrm>
            <a:prstGeom prst="roundRect">
              <a:avLst>
                <a:gd name="adj" fmla="val 50000"/>
              </a:avLst>
            </a:pr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411" name="Google Shape;3411;p58"/>
          <p:cNvGrpSpPr/>
          <p:nvPr/>
        </p:nvGrpSpPr>
        <p:grpSpPr>
          <a:xfrm flipH="1">
            <a:off x="5048298" y="2797655"/>
            <a:ext cx="578264" cy="313351"/>
            <a:chOff x="352925" y="4019200"/>
            <a:chExt cx="290775" cy="157550"/>
          </a:xfrm>
        </p:grpSpPr>
        <p:sp>
          <p:nvSpPr>
            <p:cNvPr id="3412" name="Google Shape;3412;p58"/>
            <p:cNvSpPr/>
            <p:nvPr/>
          </p:nvSpPr>
          <p:spPr>
            <a:xfrm>
              <a:off x="352925" y="4019200"/>
              <a:ext cx="290775" cy="157550"/>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959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3" name="Google Shape;3413;p58"/>
            <p:cNvSpPr/>
            <p:nvPr/>
          </p:nvSpPr>
          <p:spPr>
            <a:xfrm>
              <a:off x="506475" y="4019200"/>
              <a:ext cx="137225" cy="157550"/>
            </a:xfrm>
            <a:custGeom>
              <a:avLst/>
              <a:gdLst/>
              <a:ahLst/>
              <a:cxnLst/>
              <a:rect l="l" t="t" r="r" b="b"/>
              <a:pathLst>
                <a:path w="5489" h="6302" extrusionOk="0">
                  <a:moveTo>
                    <a:pt x="2996" y="1"/>
                  </a:moveTo>
                  <a:cubicBezTo>
                    <a:pt x="2371" y="1"/>
                    <a:pt x="1904" y="468"/>
                    <a:pt x="1904" y="1093"/>
                  </a:cubicBezTo>
                  <a:lnTo>
                    <a:pt x="1904" y="2185"/>
                  </a:lnTo>
                  <a:cubicBezTo>
                    <a:pt x="1708" y="2101"/>
                    <a:pt x="1521" y="2026"/>
                    <a:pt x="1288" y="2026"/>
                  </a:cubicBezTo>
                  <a:cubicBezTo>
                    <a:pt x="1092" y="2026"/>
                    <a:pt x="933" y="2064"/>
                    <a:pt x="775" y="2148"/>
                  </a:cubicBezTo>
                  <a:cubicBezTo>
                    <a:pt x="429" y="2334"/>
                    <a:pt x="196" y="2689"/>
                    <a:pt x="196" y="3118"/>
                  </a:cubicBezTo>
                  <a:lnTo>
                    <a:pt x="196" y="4397"/>
                  </a:lnTo>
                  <a:lnTo>
                    <a:pt x="0" y="4397"/>
                  </a:lnTo>
                  <a:lnTo>
                    <a:pt x="0" y="6301"/>
                  </a:lnTo>
                  <a:lnTo>
                    <a:pt x="4508" y="6301"/>
                  </a:lnTo>
                  <a:cubicBezTo>
                    <a:pt x="5059" y="6301"/>
                    <a:pt x="5488" y="5881"/>
                    <a:pt x="5488" y="5331"/>
                  </a:cubicBezTo>
                  <a:cubicBezTo>
                    <a:pt x="5488" y="4985"/>
                    <a:pt x="5292" y="4715"/>
                    <a:pt x="5022" y="4519"/>
                  </a:cubicBezTo>
                  <a:lnTo>
                    <a:pt x="5022" y="3230"/>
                  </a:lnTo>
                  <a:cubicBezTo>
                    <a:pt x="5022" y="2689"/>
                    <a:pt x="4592" y="2260"/>
                    <a:pt x="4088" y="2185"/>
                  </a:cubicBezTo>
                  <a:lnTo>
                    <a:pt x="4088" y="1830"/>
                  </a:lnTo>
                  <a:lnTo>
                    <a:pt x="4088" y="1093"/>
                  </a:lnTo>
                  <a:cubicBezTo>
                    <a:pt x="4088" y="468"/>
                    <a:pt x="3575" y="1"/>
                    <a:pt x="2996" y="1"/>
                  </a:cubicBezTo>
                  <a:close/>
                </a:path>
              </a:pathLst>
            </a:custGeom>
            <a:solidFill>
              <a:srgbClr val="959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14" name="Google Shape;3414;p58"/>
          <p:cNvSpPr/>
          <p:nvPr/>
        </p:nvSpPr>
        <p:spPr>
          <a:xfrm>
            <a:off x="0" y="540029"/>
            <a:ext cx="1066800" cy="898250"/>
          </a:xfrm>
          <a:custGeom>
            <a:avLst/>
            <a:gdLst/>
            <a:ahLst/>
            <a:cxnLst/>
            <a:rect l="l" t="t" r="r" b="b"/>
            <a:pathLst>
              <a:path w="42672" h="35930" extrusionOk="0">
                <a:moveTo>
                  <a:pt x="0" y="35930"/>
                </a:moveTo>
                <a:cubicBezTo>
                  <a:pt x="9460" y="32777"/>
                  <a:pt x="15852" y="23420"/>
                  <a:pt x="21717" y="15356"/>
                </a:cubicBezTo>
                <a:cubicBezTo>
                  <a:pt x="24991" y="10854"/>
                  <a:pt x="31826" y="5476"/>
                  <a:pt x="29337" y="497"/>
                </a:cubicBezTo>
                <a:cubicBezTo>
                  <a:pt x="28935" y="-306"/>
                  <a:pt x="27568" y="116"/>
                  <a:pt x="26670" y="116"/>
                </a:cubicBezTo>
                <a:cubicBezTo>
                  <a:pt x="21215" y="116"/>
                  <a:pt x="19384" y="12261"/>
                  <a:pt x="23241" y="16118"/>
                </a:cubicBezTo>
                <a:cubicBezTo>
                  <a:pt x="28229" y="21106"/>
                  <a:pt x="38759" y="13605"/>
                  <a:pt x="42672" y="7736"/>
                </a:cubicBezTo>
              </a:path>
            </a:pathLst>
          </a:custGeom>
          <a:noFill/>
          <a:ln w="19050" cap="flat" cmpd="sng">
            <a:solidFill>
              <a:schemeClr val="dk2"/>
            </a:solidFill>
            <a:prstDash val="dash"/>
            <a:round/>
            <a:headEnd type="none" w="med" len="med"/>
            <a:tailEnd type="none" w="med" len="med"/>
          </a:ln>
        </p:spPr>
        <p:txBody>
          <a:bodyPr/>
          <a:lstStyle/>
          <a:p>
            <a:endParaRPr lang="pt-BR"/>
          </a:p>
        </p:txBody>
      </p:sp>
      <p:grpSp>
        <p:nvGrpSpPr>
          <p:cNvPr id="3416" name="Google Shape;3416;p58"/>
          <p:cNvGrpSpPr/>
          <p:nvPr/>
        </p:nvGrpSpPr>
        <p:grpSpPr>
          <a:xfrm>
            <a:off x="249587" y="2359489"/>
            <a:ext cx="743175" cy="1707706"/>
            <a:chOff x="249587" y="2359489"/>
            <a:chExt cx="743175" cy="1707706"/>
          </a:xfrm>
        </p:grpSpPr>
        <p:sp>
          <p:nvSpPr>
            <p:cNvPr id="3417" name="Google Shape;3417;p58"/>
            <p:cNvSpPr/>
            <p:nvPr/>
          </p:nvSpPr>
          <p:spPr>
            <a:xfrm>
              <a:off x="375088" y="3845524"/>
              <a:ext cx="113076" cy="184988"/>
            </a:xfrm>
            <a:custGeom>
              <a:avLst/>
              <a:gdLst/>
              <a:ahLst/>
              <a:cxnLst/>
              <a:rect l="l" t="t" r="r" b="b"/>
              <a:pathLst>
                <a:path w="2876" h="4705" extrusionOk="0">
                  <a:moveTo>
                    <a:pt x="2875" y="0"/>
                  </a:moveTo>
                  <a:lnTo>
                    <a:pt x="346" y="233"/>
                  </a:lnTo>
                  <a:lnTo>
                    <a:pt x="1" y="3771"/>
                  </a:lnTo>
                  <a:lnTo>
                    <a:pt x="505" y="4630"/>
                  </a:lnTo>
                  <a:lnTo>
                    <a:pt x="2334" y="4704"/>
                  </a:lnTo>
                  <a:lnTo>
                    <a:pt x="2642" y="3883"/>
                  </a:lnTo>
                  <a:cubicBezTo>
                    <a:pt x="2371" y="3734"/>
                    <a:pt x="2875" y="0"/>
                    <a:pt x="2875"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8" name="Google Shape;3418;p58"/>
            <p:cNvSpPr/>
            <p:nvPr/>
          </p:nvSpPr>
          <p:spPr>
            <a:xfrm>
              <a:off x="362625" y="3987498"/>
              <a:ext cx="234174" cy="79696"/>
            </a:xfrm>
            <a:custGeom>
              <a:avLst/>
              <a:gdLst/>
              <a:ahLst/>
              <a:cxnLst/>
              <a:rect l="l" t="t" r="r" b="b"/>
              <a:pathLst>
                <a:path w="5956" h="2027" extrusionOk="0">
                  <a:moveTo>
                    <a:pt x="279" y="0"/>
                  </a:moveTo>
                  <a:cubicBezTo>
                    <a:pt x="249" y="0"/>
                    <a:pt x="234" y="1"/>
                    <a:pt x="234" y="1"/>
                  </a:cubicBezTo>
                  <a:lnTo>
                    <a:pt x="0" y="2027"/>
                  </a:lnTo>
                  <a:lnTo>
                    <a:pt x="5918" y="2027"/>
                  </a:lnTo>
                  <a:cubicBezTo>
                    <a:pt x="5955" y="1831"/>
                    <a:pt x="5881" y="1327"/>
                    <a:pt x="5685" y="1252"/>
                  </a:cubicBezTo>
                  <a:lnTo>
                    <a:pt x="2922" y="197"/>
                  </a:lnTo>
                  <a:cubicBezTo>
                    <a:pt x="2922" y="197"/>
                    <a:pt x="2761" y="430"/>
                    <a:pt x="2384" y="430"/>
                  </a:cubicBezTo>
                  <a:cubicBezTo>
                    <a:pt x="2272" y="430"/>
                    <a:pt x="2140" y="409"/>
                    <a:pt x="1988" y="356"/>
                  </a:cubicBezTo>
                  <a:cubicBezTo>
                    <a:pt x="1008" y="27"/>
                    <a:pt x="437" y="0"/>
                    <a:pt x="279"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19" name="Google Shape;3419;p58"/>
            <p:cNvSpPr/>
            <p:nvPr/>
          </p:nvSpPr>
          <p:spPr>
            <a:xfrm>
              <a:off x="511244" y="4009162"/>
              <a:ext cx="76354" cy="30510"/>
            </a:xfrm>
            <a:custGeom>
              <a:avLst/>
              <a:gdLst/>
              <a:ahLst/>
              <a:cxnLst/>
              <a:rect l="l" t="t" r="r" b="b"/>
              <a:pathLst>
                <a:path w="1942" h="776" extrusionOk="0">
                  <a:moveTo>
                    <a:pt x="150" y="1"/>
                  </a:moveTo>
                  <a:lnTo>
                    <a:pt x="0" y="776"/>
                  </a:lnTo>
                  <a:lnTo>
                    <a:pt x="1905" y="776"/>
                  </a:lnTo>
                  <a:cubicBezTo>
                    <a:pt x="1942" y="776"/>
                    <a:pt x="1942" y="776"/>
                    <a:pt x="1905" y="738"/>
                  </a:cubicBezTo>
                  <a:lnTo>
                    <a:pt x="150" y="1"/>
                  </a:lnTo>
                  <a:close/>
                </a:path>
              </a:pathLst>
            </a:custGeom>
            <a:solidFill>
              <a:srgbClr val="CBD0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0" name="Google Shape;3420;p58"/>
            <p:cNvSpPr/>
            <p:nvPr/>
          </p:nvSpPr>
          <p:spPr>
            <a:xfrm>
              <a:off x="509396" y="4007354"/>
              <a:ext cx="78202" cy="33774"/>
            </a:xfrm>
            <a:custGeom>
              <a:avLst/>
              <a:gdLst/>
              <a:ahLst/>
              <a:cxnLst/>
              <a:rect l="l" t="t" r="r" b="b"/>
              <a:pathLst>
                <a:path w="1989" h="859" extrusionOk="0">
                  <a:moveTo>
                    <a:pt x="197" y="84"/>
                  </a:moveTo>
                  <a:lnTo>
                    <a:pt x="1914" y="822"/>
                  </a:lnTo>
                  <a:lnTo>
                    <a:pt x="47" y="822"/>
                  </a:lnTo>
                  <a:lnTo>
                    <a:pt x="197" y="84"/>
                  </a:lnTo>
                  <a:close/>
                  <a:moveTo>
                    <a:pt x="160" y="0"/>
                  </a:moveTo>
                  <a:lnTo>
                    <a:pt x="1" y="859"/>
                  </a:lnTo>
                  <a:lnTo>
                    <a:pt x="1952" y="859"/>
                  </a:lnTo>
                  <a:cubicBezTo>
                    <a:pt x="1989" y="859"/>
                    <a:pt x="1989" y="859"/>
                    <a:pt x="1989" y="822"/>
                  </a:cubicBezTo>
                  <a:lnTo>
                    <a:pt x="1989" y="784"/>
                  </a:lnTo>
                  <a:lnTo>
                    <a:pt x="160" y="0"/>
                  </a:lnTo>
                  <a:close/>
                </a:path>
              </a:pathLst>
            </a:custGeom>
            <a:solidFill>
              <a:srgbClr val="CBD0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1" name="Google Shape;3421;p58"/>
            <p:cNvSpPr/>
            <p:nvPr/>
          </p:nvSpPr>
          <p:spPr>
            <a:xfrm>
              <a:off x="365927" y="3987538"/>
              <a:ext cx="24259" cy="52135"/>
            </a:xfrm>
            <a:custGeom>
              <a:avLst/>
              <a:gdLst/>
              <a:ahLst/>
              <a:cxnLst/>
              <a:rect l="l" t="t" r="r" b="b"/>
              <a:pathLst>
                <a:path w="617" h="1326" extrusionOk="0">
                  <a:moveTo>
                    <a:pt x="150" y="0"/>
                  </a:moveTo>
                  <a:lnTo>
                    <a:pt x="0" y="1326"/>
                  </a:lnTo>
                  <a:lnTo>
                    <a:pt x="616" y="1326"/>
                  </a:lnTo>
                  <a:lnTo>
                    <a:pt x="542" y="38"/>
                  </a:lnTo>
                  <a:cubicBezTo>
                    <a:pt x="467" y="38"/>
                    <a:pt x="150" y="0"/>
                    <a:pt x="150"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2" name="Google Shape;3422;p58"/>
            <p:cNvSpPr/>
            <p:nvPr/>
          </p:nvSpPr>
          <p:spPr>
            <a:xfrm>
              <a:off x="364433" y="4038178"/>
              <a:ext cx="224659" cy="2949"/>
            </a:xfrm>
            <a:custGeom>
              <a:avLst/>
              <a:gdLst/>
              <a:ahLst/>
              <a:cxnLst/>
              <a:rect l="l" t="t" r="r" b="b"/>
              <a:pathLst>
                <a:path w="5714" h="75" extrusionOk="0">
                  <a:moveTo>
                    <a:pt x="38" y="0"/>
                  </a:moveTo>
                  <a:lnTo>
                    <a:pt x="1" y="38"/>
                  </a:lnTo>
                  <a:cubicBezTo>
                    <a:pt x="1" y="75"/>
                    <a:pt x="38" y="75"/>
                    <a:pt x="38" y="75"/>
                  </a:cubicBezTo>
                  <a:lnTo>
                    <a:pt x="5713" y="75"/>
                  </a:lnTo>
                  <a:cubicBezTo>
                    <a:pt x="5713" y="38"/>
                    <a:pt x="5713" y="38"/>
                    <a:pt x="5676" y="38"/>
                  </a:cubicBezTo>
                  <a:lnTo>
                    <a:pt x="38" y="0"/>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3" name="Google Shape;3423;p58"/>
            <p:cNvSpPr/>
            <p:nvPr/>
          </p:nvSpPr>
          <p:spPr>
            <a:xfrm>
              <a:off x="517102" y="2649729"/>
              <a:ext cx="475660" cy="827982"/>
            </a:xfrm>
            <a:custGeom>
              <a:avLst/>
              <a:gdLst/>
              <a:ahLst/>
              <a:cxnLst/>
              <a:rect l="l" t="t" r="r" b="b"/>
              <a:pathLst>
                <a:path w="12098" h="21059" extrusionOk="0">
                  <a:moveTo>
                    <a:pt x="9254" y="1"/>
                  </a:moveTo>
                  <a:cubicBezTo>
                    <a:pt x="8255" y="1"/>
                    <a:pt x="7301" y="617"/>
                    <a:pt x="6889" y="1591"/>
                  </a:cubicBezTo>
                  <a:lnTo>
                    <a:pt x="505" y="17617"/>
                  </a:lnTo>
                  <a:cubicBezTo>
                    <a:pt x="1" y="18896"/>
                    <a:pt x="664" y="20380"/>
                    <a:pt x="1952" y="20884"/>
                  </a:cubicBezTo>
                  <a:cubicBezTo>
                    <a:pt x="2252" y="21002"/>
                    <a:pt x="2563" y="21059"/>
                    <a:pt x="2870" y="21059"/>
                  </a:cubicBezTo>
                  <a:cubicBezTo>
                    <a:pt x="3870" y="21059"/>
                    <a:pt x="4826" y="20463"/>
                    <a:pt x="5219" y="19484"/>
                  </a:cubicBezTo>
                  <a:lnTo>
                    <a:pt x="11594" y="3458"/>
                  </a:lnTo>
                  <a:cubicBezTo>
                    <a:pt x="12098" y="2179"/>
                    <a:pt x="11472" y="695"/>
                    <a:pt x="10194" y="191"/>
                  </a:cubicBezTo>
                  <a:cubicBezTo>
                    <a:pt x="9886" y="62"/>
                    <a:pt x="9568" y="1"/>
                    <a:pt x="9254" y="1"/>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4" name="Google Shape;3424;p58"/>
            <p:cNvSpPr/>
            <p:nvPr/>
          </p:nvSpPr>
          <p:spPr>
            <a:xfrm>
              <a:off x="859870" y="2860509"/>
              <a:ext cx="15098" cy="13093"/>
            </a:xfrm>
            <a:custGeom>
              <a:avLst/>
              <a:gdLst/>
              <a:ahLst/>
              <a:cxnLst/>
              <a:rect l="l" t="t" r="r" b="b"/>
              <a:pathLst>
                <a:path w="384" h="333" extrusionOk="0">
                  <a:moveTo>
                    <a:pt x="271" y="1"/>
                  </a:moveTo>
                  <a:cubicBezTo>
                    <a:pt x="150" y="1"/>
                    <a:pt x="75" y="47"/>
                    <a:pt x="38" y="122"/>
                  </a:cubicBezTo>
                  <a:cubicBezTo>
                    <a:pt x="1" y="197"/>
                    <a:pt x="38" y="281"/>
                    <a:pt x="113" y="318"/>
                  </a:cubicBezTo>
                  <a:cubicBezTo>
                    <a:pt x="145" y="328"/>
                    <a:pt x="173" y="333"/>
                    <a:pt x="199" y="333"/>
                  </a:cubicBezTo>
                  <a:cubicBezTo>
                    <a:pt x="271" y="333"/>
                    <a:pt x="319" y="296"/>
                    <a:pt x="346" y="234"/>
                  </a:cubicBezTo>
                  <a:cubicBezTo>
                    <a:pt x="383" y="159"/>
                    <a:pt x="346" y="47"/>
                    <a:pt x="271"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5" name="Google Shape;3425;p58"/>
            <p:cNvSpPr/>
            <p:nvPr/>
          </p:nvSpPr>
          <p:spPr>
            <a:xfrm>
              <a:off x="803017" y="2838648"/>
              <a:ext cx="13958" cy="11834"/>
            </a:xfrm>
            <a:custGeom>
              <a:avLst/>
              <a:gdLst/>
              <a:ahLst/>
              <a:cxnLst/>
              <a:rect l="l" t="t" r="r" b="b"/>
              <a:pathLst>
                <a:path w="355" h="301" extrusionOk="0">
                  <a:moveTo>
                    <a:pt x="174" y="1"/>
                  </a:moveTo>
                  <a:cubicBezTo>
                    <a:pt x="121" y="1"/>
                    <a:pt x="74" y="35"/>
                    <a:pt x="47" y="90"/>
                  </a:cubicBezTo>
                  <a:cubicBezTo>
                    <a:pt x="0" y="174"/>
                    <a:pt x="47" y="249"/>
                    <a:pt x="121" y="286"/>
                  </a:cubicBezTo>
                  <a:cubicBezTo>
                    <a:pt x="141" y="296"/>
                    <a:pt x="165" y="301"/>
                    <a:pt x="189" y="301"/>
                  </a:cubicBezTo>
                  <a:cubicBezTo>
                    <a:pt x="255" y="301"/>
                    <a:pt x="327" y="266"/>
                    <a:pt x="355" y="211"/>
                  </a:cubicBezTo>
                  <a:cubicBezTo>
                    <a:pt x="355" y="137"/>
                    <a:pt x="317" y="15"/>
                    <a:pt x="233" y="15"/>
                  </a:cubicBezTo>
                  <a:cubicBezTo>
                    <a:pt x="213" y="5"/>
                    <a:pt x="193" y="1"/>
                    <a:pt x="174"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6" name="Google Shape;3426;p58"/>
            <p:cNvSpPr/>
            <p:nvPr/>
          </p:nvSpPr>
          <p:spPr>
            <a:xfrm>
              <a:off x="884089" y="2800510"/>
              <a:ext cx="13997" cy="11834"/>
            </a:xfrm>
            <a:custGeom>
              <a:avLst/>
              <a:gdLst/>
              <a:ahLst/>
              <a:cxnLst/>
              <a:rect l="l" t="t" r="r" b="b"/>
              <a:pathLst>
                <a:path w="356" h="301" extrusionOk="0">
                  <a:moveTo>
                    <a:pt x="175" y="0"/>
                  </a:moveTo>
                  <a:cubicBezTo>
                    <a:pt x="121" y="0"/>
                    <a:pt x="72" y="35"/>
                    <a:pt x="38" y="89"/>
                  </a:cubicBezTo>
                  <a:cubicBezTo>
                    <a:pt x="1" y="173"/>
                    <a:pt x="38" y="285"/>
                    <a:pt x="122" y="285"/>
                  </a:cubicBezTo>
                  <a:cubicBezTo>
                    <a:pt x="142" y="295"/>
                    <a:pt x="166" y="300"/>
                    <a:pt x="190" y="300"/>
                  </a:cubicBezTo>
                  <a:cubicBezTo>
                    <a:pt x="256" y="300"/>
                    <a:pt x="328" y="265"/>
                    <a:pt x="356" y="211"/>
                  </a:cubicBezTo>
                  <a:cubicBezTo>
                    <a:pt x="356" y="127"/>
                    <a:pt x="318" y="52"/>
                    <a:pt x="234" y="15"/>
                  </a:cubicBezTo>
                  <a:cubicBezTo>
                    <a:pt x="214" y="5"/>
                    <a:pt x="194" y="0"/>
                    <a:pt x="175" y="0"/>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7" name="Google Shape;3427;p58"/>
            <p:cNvSpPr/>
            <p:nvPr/>
          </p:nvSpPr>
          <p:spPr>
            <a:xfrm>
              <a:off x="827590" y="2777392"/>
              <a:ext cx="13997" cy="13093"/>
            </a:xfrm>
            <a:custGeom>
              <a:avLst/>
              <a:gdLst/>
              <a:ahLst/>
              <a:cxnLst/>
              <a:rect l="l" t="t" r="r" b="b"/>
              <a:pathLst>
                <a:path w="356" h="333" extrusionOk="0">
                  <a:moveTo>
                    <a:pt x="174" y="0"/>
                  </a:moveTo>
                  <a:cubicBezTo>
                    <a:pt x="118" y="0"/>
                    <a:pt x="65" y="37"/>
                    <a:pt x="38" y="99"/>
                  </a:cubicBezTo>
                  <a:cubicBezTo>
                    <a:pt x="0" y="173"/>
                    <a:pt x="38" y="295"/>
                    <a:pt x="122" y="332"/>
                  </a:cubicBezTo>
                  <a:cubicBezTo>
                    <a:pt x="196" y="332"/>
                    <a:pt x="308" y="295"/>
                    <a:pt x="308" y="211"/>
                  </a:cubicBezTo>
                  <a:cubicBezTo>
                    <a:pt x="355" y="136"/>
                    <a:pt x="308" y="61"/>
                    <a:pt x="234" y="15"/>
                  </a:cubicBezTo>
                  <a:cubicBezTo>
                    <a:pt x="214" y="5"/>
                    <a:pt x="194" y="0"/>
                    <a:pt x="174" y="0"/>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8" name="Google Shape;3428;p58"/>
            <p:cNvSpPr/>
            <p:nvPr/>
          </p:nvSpPr>
          <p:spPr>
            <a:xfrm>
              <a:off x="679325" y="3303614"/>
              <a:ext cx="15452" cy="13329"/>
            </a:xfrm>
            <a:custGeom>
              <a:avLst/>
              <a:gdLst/>
              <a:ahLst/>
              <a:cxnLst/>
              <a:rect l="l" t="t" r="r" b="b"/>
              <a:pathLst>
                <a:path w="393" h="339" extrusionOk="0">
                  <a:moveTo>
                    <a:pt x="187" y="1"/>
                  </a:moveTo>
                  <a:cubicBezTo>
                    <a:pt x="117" y="1"/>
                    <a:pt x="65" y="36"/>
                    <a:pt x="38" y="90"/>
                  </a:cubicBezTo>
                  <a:cubicBezTo>
                    <a:pt x="0" y="212"/>
                    <a:pt x="38" y="286"/>
                    <a:pt x="112" y="324"/>
                  </a:cubicBezTo>
                  <a:cubicBezTo>
                    <a:pt x="145" y="334"/>
                    <a:pt x="174" y="338"/>
                    <a:pt x="200" y="338"/>
                  </a:cubicBezTo>
                  <a:cubicBezTo>
                    <a:pt x="271" y="338"/>
                    <a:pt x="318" y="304"/>
                    <a:pt x="346" y="249"/>
                  </a:cubicBezTo>
                  <a:cubicBezTo>
                    <a:pt x="392" y="128"/>
                    <a:pt x="346" y="53"/>
                    <a:pt x="271" y="16"/>
                  </a:cubicBezTo>
                  <a:cubicBezTo>
                    <a:pt x="241" y="5"/>
                    <a:pt x="213" y="1"/>
                    <a:pt x="187"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29" name="Google Shape;3429;p58"/>
            <p:cNvSpPr/>
            <p:nvPr/>
          </p:nvSpPr>
          <p:spPr>
            <a:xfrm>
              <a:off x="622826" y="3280535"/>
              <a:ext cx="13604" cy="13643"/>
            </a:xfrm>
            <a:custGeom>
              <a:avLst/>
              <a:gdLst/>
              <a:ahLst/>
              <a:cxnLst/>
              <a:rect l="l" t="t" r="r" b="b"/>
              <a:pathLst>
                <a:path w="346" h="347" extrusionOk="0">
                  <a:moveTo>
                    <a:pt x="173" y="1"/>
                  </a:moveTo>
                  <a:cubicBezTo>
                    <a:pt x="115" y="1"/>
                    <a:pt x="66" y="44"/>
                    <a:pt x="37" y="136"/>
                  </a:cubicBezTo>
                  <a:cubicBezTo>
                    <a:pt x="0" y="210"/>
                    <a:pt x="37" y="285"/>
                    <a:pt x="112" y="332"/>
                  </a:cubicBezTo>
                  <a:cubicBezTo>
                    <a:pt x="134" y="342"/>
                    <a:pt x="158" y="346"/>
                    <a:pt x="182" y="346"/>
                  </a:cubicBezTo>
                  <a:cubicBezTo>
                    <a:pt x="250" y="346"/>
                    <a:pt x="318" y="310"/>
                    <a:pt x="345" y="248"/>
                  </a:cubicBezTo>
                  <a:cubicBezTo>
                    <a:pt x="345" y="173"/>
                    <a:pt x="308" y="52"/>
                    <a:pt x="233" y="14"/>
                  </a:cubicBezTo>
                  <a:cubicBezTo>
                    <a:pt x="213" y="5"/>
                    <a:pt x="193" y="1"/>
                    <a:pt x="173"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0" name="Google Shape;3430;p58"/>
            <p:cNvSpPr/>
            <p:nvPr/>
          </p:nvSpPr>
          <p:spPr>
            <a:xfrm>
              <a:off x="703898" y="3242908"/>
              <a:ext cx="15098" cy="12896"/>
            </a:xfrm>
            <a:custGeom>
              <a:avLst/>
              <a:gdLst/>
              <a:ahLst/>
              <a:cxnLst/>
              <a:rect l="l" t="t" r="r" b="b"/>
              <a:pathLst>
                <a:path w="384" h="328" extrusionOk="0">
                  <a:moveTo>
                    <a:pt x="234" y="1"/>
                  </a:moveTo>
                  <a:cubicBezTo>
                    <a:pt x="150" y="1"/>
                    <a:pt x="76" y="38"/>
                    <a:pt x="38" y="122"/>
                  </a:cubicBezTo>
                  <a:cubicBezTo>
                    <a:pt x="1" y="197"/>
                    <a:pt x="38" y="271"/>
                    <a:pt x="113" y="309"/>
                  </a:cubicBezTo>
                  <a:cubicBezTo>
                    <a:pt x="134" y="322"/>
                    <a:pt x="158" y="327"/>
                    <a:pt x="183" y="327"/>
                  </a:cubicBezTo>
                  <a:cubicBezTo>
                    <a:pt x="248" y="327"/>
                    <a:pt x="319" y="288"/>
                    <a:pt x="346" y="234"/>
                  </a:cubicBezTo>
                  <a:cubicBezTo>
                    <a:pt x="384" y="159"/>
                    <a:pt x="309" y="38"/>
                    <a:pt x="234"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1" name="Google Shape;3431;p58"/>
            <p:cNvSpPr/>
            <p:nvPr/>
          </p:nvSpPr>
          <p:spPr>
            <a:xfrm>
              <a:off x="647046" y="3221048"/>
              <a:ext cx="13958" cy="11834"/>
            </a:xfrm>
            <a:custGeom>
              <a:avLst/>
              <a:gdLst/>
              <a:ahLst/>
              <a:cxnLst/>
              <a:rect l="l" t="t" r="r" b="b"/>
              <a:pathLst>
                <a:path w="355" h="301" extrusionOk="0">
                  <a:moveTo>
                    <a:pt x="174" y="1"/>
                  </a:moveTo>
                  <a:cubicBezTo>
                    <a:pt x="121" y="1"/>
                    <a:pt x="74" y="35"/>
                    <a:pt x="47" y="90"/>
                  </a:cubicBezTo>
                  <a:cubicBezTo>
                    <a:pt x="0" y="165"/>
                    <a:pt x="47" y="249"/>
                    <a:pt x="121" y="286"/>
                  </a:cubicBezTo>
                  <a:cubicBezTo>
                    <a:pt x="141" y="296"/>
                    <a:pt x="165" y="301"/>
                    <a:pt x="188" y="301"/>
                  </a:cubicBezTo>
                  <a:cubicBezTo>
                    <a:pt x="252" y="301"/>
                    <a:pt x="317" y="266"/>
                    <a:pt x="317" y="211"/>
                  </a:cubicBezTo>
                  <a:cubicBezTo>
                    <a:pt x="355" y="127"/>
                    <a:pt x="317" y="15"/>
                    <a:pt x="233" y="15"/>
                  </a:cubicBezTo>
                  <a:cubicBezTo>
                    <a:pt x="213" y="5"/>
                    <a:pt x="193" y="1"/>
                    <a:pt x="174"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2" name="Google Shape;3432;p58"/>
            <p:cNvSpPr/>
            <p:nvPr/>
          </p:nvSpPr>
          <p:spPr>
            <a:xfrm>
              <a:off x="833842" y="3007319"/>
              <a:ext cx="68648" cy="81033"/>
            </a:xfrm>
            <a:custGeom>
              <a:avLst/>
              <a:gdLst/>
              <a:ahLst/>
              <a:cxnLst/>
              <a:rect l="l" t="t" r="r" b="b"/>
              <a:pathLst>
                <a:path w="1746" h="2061" extrusionOk="0">
                  <a:moveTo>
                    <a:pt x="1363" y="0"/>
                  </a:moveTo>
                  <a:cubicBezTo>
                    <a:pt x="1363" y="0"/>
                    <a:pt x="971" y="196"/>
                    <a:pt x="700" y="784"/>
                  </a:cubicBezTo>
                  <a:cubicBezTo>
                    <a:pt x="383" y="1363"/>
                    <a:pt x="700" y="1484"/>
                    <a:pt x="345" y="1484"/>
                  </a:cubicBezTo>
                  <a:cubicBezTo>
                    <a:pt x="0" y="1484"/>
                    <a:pt x="345" y="2026"/>
                    <a:pt x="345" y="2026"/>
                  </a:cubicBezTo>
                  <a:cubicBezTo>
                    <a:pt x="345" y="2026"/>
                    <a:pt x="380" y="2061"/>
                    <a:pt x="458" y="2061"/>
                  </a:cubicBezTo>
                  <a:cubicBezTo>
                    <a:pt x="580" y="2061"/>
                    <a:pt x="807" y="1973"/>
                    <a:pt x="1167" y="1522"/>
                  </a:cubicBezTo>
                  <a:cubicBezTo>
                    <a:pt x="1745" y="822"/>
                    <a:pt x="1363" y="0"/>
                    <a:pt x="1363"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3" name="Google Shape;3433;p58"/>
            <p:cNvSpPr/>
            <p:nvPr/>
          </p:nvSpPr>
          <p:spPr>
            <a:xfrm>
              <a:off x="677870" y="3845524"/>
              <a:ext cx="108634" cy="184988"/>
            </a:xfrm>
            <a:custGeom>
              <a:avLst/>
              <a:gdLst/>
              <a:ahLst/>
              <a:cxnLst/>
              <a:rect l="l" t="t" r="r" b="b"/>
              <a:pathLst>
                <a:path w="2763" h="4705" extrusionOk="0">
                  <a:moveTo>
                    <a:pt x="2530" y="0"/>
                  </a:moveTo>
                  <a:lnTo>
                    <a:pt x="0" y="233"/>
                  </a:lnTo>
                  <a:lnTo>
                    <a:pt x="75" y="3771"/>
                  </a:lnTo>
                  <a:lnTo>
                    <a:pt x="579" y="4630"/>
                  </a:lnTo>
                  <a:lnTo>
                    <a:pt x="2408" y="4704"/>
                  </a:lnTo>
                  <a:lnTo>
                    <a:pt x="2763" y="3883"/>
                  </a:lnTo>
                  <a:cubicBezTo>
                    <a:pt x="2446" y="3734"/>
                    <a:pt x="2530" y="0"/>
                    <a:pt x="2530"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4" name="Google Shape;3434;p58"/>
            <p:cNvSpPr/>
            <p:nvPr/>
          </p:nvSpPr>
          <p:spPr>
            <a:xfrm>
              <a:off x="679325" y="3987498"/>
              <a:ext cx="224619" cy="79696"/>
            </a:xfrm>
            <a:custGeom>
              <a:avLst/>
              <a:gdLst/>
              <a:ahLst/>
              <a:cxnLst/>
              <a:rect l="l" t="t" r="r" b="b"/>
              <a:pathLst>
                <a:path w="5713" h="2027" extrusionOk="0">
                  <a:moveTo>
                    <a:pt x="42" y="0"/>
                  </a:moveTo>
                  <a:cubicBezTo>
                    <a:pt x="14" y="0"/>
                    <a:pt x="0" y="1"/>
                    <a:pt x="0" y="1"/>
                  </a:cubicBezTo>
                  <a:lnTo>
                    <a:pt x="75" y="2027"/>
                  </a:lnTo>
                  <a:lnTo>
                    <a:pt x="5638" y="2027"/>
                  </a:lnTo>
                  <a:cubicBezTo>
                    <a:pt x="5713" y="1831"/>
                    <a:pt x="5601" y="1327"/>
                    <a:pt x="5405" y="1252"/>
                  </a:cubicBezTo>
                  <a:lnTo>
                    <a:pt x="2642" y="197"/>
                  </a:lnTo>
                  <a:cubicBezTo>
                    <a:pt x="2642" y="197"/>
                    <a:pt x="2503" y="430"/>
                    <a:pt x="2119" y="430"/>
                  </a:cubicBezTo>
                  <a:cubicBezTo>
                    <a:pt x="2005" y="430"/>
                    <a:pt x="1869" y="409"/>
                    <a:pt x="1709" y="356"/>
                  </a:cubicBezTo>
                  <a:cubicBezTo>
                    <a:pt x="729" y="27"/>
                    <a:pt x="190" y="0"/>
                    <a:pt x="42"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5" name="Google Shape;3435;p58"/>
            <p:cNvSpPr/>
            <p:nvPr/>
          </p:nvSpPr>
          <p:spPr>
            <a:xfrm>
              <a:off x="816935" y="4009162"/>
              <a:ext cx="76393" cy="30510"/>
            </a:xfrm>
            <a:custGeom>
              <a:avLst/>
              <a:gdLst/>
              <a:ahLst/>
              <a:cxnLst/>
              <a:rect l="l" t="t" r="r" b="b"/>
              <a:pathLst>
                <a:path w="1943" h="776" extrusionOk="0">
                  <a:moveTo>
                    <a:pt x="159" y="1"/>
                  </a:moveTo>
                  <a:lnTo>
                    <a:pt x="1" y="776"/>
                  </a:lnTo>
                  <a:lnTo>
                    <a:pt x="1905" y="776"/>
                  </a:lnTo>
                  <a:cubicBezTo>
                    <a:pt x="1942" y="776"/>
                    <a:pt x="1942" y="776"/>
                    <a:pt x="1942" y="738"/>
                  </a:cubicBezTo>
                  <a:lnTo>
                    <a:pt x="159" y="1"/>
                  </a:lnTo>
                  <a:close/>
                </a:path>
              </a:pathLst>
            </a:custGeom>
            <a:solidFill>
              <a:srgbClr val="CBD0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6" name="Google Shape;3436;p58"/>
            <p:cNvSpPr/>
            <p:nvPr/>
          </p:nvSpPr>
          <p:spPr>
            <a:xfrm>
              <a:off x="815481" y="4007354"/>
              <a:ext cx="79303" cy="33774"/>
            </a:xfrm>
            <a:custGeom>
              <a:avLst/>
              <a:gdLst/>
              <a:ahLst/>
              <a:cxnLst/>
              <a:rect l="l" t="t" r="r" b="b"/>
              <a:pathLst>
                <a:path w="2017" h="859" extrusionOk="0">
                  <a:moveTo>
                    <a:pt x="196" y="84"/>
                  </a:moveTo>
                  <a:lnTo>
                    <a:pt x="1904" y="822"/>
                  </a:lnTo>
                  <a:lnTo>
                    <a:pt x="75" y="822"/>
                  </a:lnTo>
                  <a:lnTo>
                    <a:pt x="196" y="84"/>
                  </a:lnTo>
                  <a:close/>
                  <a:moveTo>
                    <a:pt x="150" y="0"/>
                  </a:moveTo>
                  <a:lnTo>
                    <a:pt x="0" y="859"/>
                  </a:lnTo>
                  <a:lnTo>
                    <a:pt x="1942" y="859"/>
                  </a:lnTo>
                  <a:cubicBezTo>
                    <a:pt x="1979" y="859"/>
                    <a:pt x="1979" y="859"/>
                    <a:pt x="2016" y="822"/>
                  </a:cubicBezTo>
                  <a:lnTo>
                    <a:pt x="1979" y="784"/>
                  </a:lnTo>
                  <a:lnTo>
                    <a:pt x="150" y="0"/>
                  </a:lnTo>
                  <a:close/>
                </a:path>
              </a:pathLst>
            </a:custGeom>
            <a:solidFill>
              <a:srgbClr val="CBD04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7" name="Google Shape;3437;p58"/>
            <p:cNvSpPr/>
            <p:nvPr/>
          </p:nvSpPr>
          <p:spPr>
            <a:xfrm>
              <a:off x="679325" y="3987538"/>
              <a:ext cx="16906" cy="52135"/>
            </a:xfrm>
            <a:custGeom>
              <a:avLst/>
              <a:gdLst/>
              <a:ahLst/>
              <a:cxnLst/>
              <a:rect l="l" t="t" r="r" b="b"/>
              <a:pathLst>
                <a:path w="430" h="1326" extrusionOk="0">
                  <a:moveTo>
                    <a:pt x="0" y="0"/>
                  </a:moveTo>
                  <a:lnTo>
                    <a:pt x="38" y="1326"/>
                  </a:lnTo>
                  <a:lnTo>
                    <a:pt x="430" y="1326"/>
                  </a:lnTo>
                  <a:lnTo>
                    <a:pt x="346" y="38"/>
                  </a:lnTo>
                  <a:cubicBezTo>
                    <a:pt x="308" y="38"/>
                    <a:pt x="1" y="0"/>
                    <a:pt x="0"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38" name="Google Shape;3438;p58"/>
            <p:cNvSpPr/>
            <p:nvPr/>
          </p:nvSpPr>
          <p:spPr>
            <a:xfrm>
              <a:off x="680780" y="4039633"/>
              <a:ext cx="214004" cy="1494"/>
            </a:xfrm>
            <a:custGeom>
              <a:avLst/>
              <a:gdLst/>
              <a:ahLst/>
              <a:cxnLst/>
              <a:rect l="l" t="t" r="r" b="b"/>
              <a:pathLst>
                <a:path w="5443" h="38" extrusionOk="0">
                  <a:moveTo>
                    <a:pt x="1" y="1"/>
                  </a:moveTo>
                  <a:lnTo>
                    <a:pt x="1" y="38"/>
                  </a:lnTo>
                  <a:lnTo>
                    <a:pt x="5442" y="38"/>
                  </a:lnTo>
                  <a:cubicBezTo>
                    <a:pt x="5442" y="1"/>
                    <a:pt x="5442" y="1"/>
                    <a:pt x="5405"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39" name="Google Shape;3439;p58"/>
            <p:cNvGrpSpPr/>
            <p:nvPr/>
          </p:nvGrpSpPr>
          <p:grpSpPr>
            <a:xfrm>
              <a:off x="349021" y="3213931"/>
              <a:ext cx="458793" cy="732520"/>
              <a:chOff x="-1269189" y="2761738"/>
              <a:chExt cx="861260" cy="1375108"/>
            </a:xfrm>
          </p:grpSpPr>
          <p:sp>
            <p:nvSpPr>
              <p:cNvPr id="3440" name="Google Shape;3440;p58"/>
              <p:cNvSpPr/>
              <p:nvPr/>
            </p:nvSpPr>
            <p:spPr>
              <a:xfrm>
                <a:off x="-1269189" y="2764126"/>
                <a:ext cx="568465" cy="1372377"/>
              </a:xfrm>
              <a:custGeom>
                <a:avLst/>
                <a:gdLst/>
                <a:ahLst/>
                <a:cxnLst/>
                <a:rect l="l" t="t" r="r" b="b"/>
                <a:pathLst>
                  <a:path w="7702" h="18594" extrusionOk="0">
                    <a:moveTo>
                      <a:pt x="1560" y="0"/>
                    </a:moveTo>
                    <a:cubicBezTo>
                      <a:pt x="1560" y="0"/>
                      <a:pt x="701" y="10109"/>
                      <a:pt x="1" y="18594"/>
                    </a:cubicBezTo>
                    <a:lnTo>
                      <a:pt x="4239" y="18594"/>
                    </a:lnTo>
                    <a:cubicBezTo>
                      <a:pt x="4668" y="16913"/>
                      <a:pt x="5060" y="15243"/>
                      <a:pt x="5293" y="14347"/>
                    </a:cubicBezTo>
                    <a:cubicBezTo>
                      <a:pt x="6376" y="9876"/>
                      <a:pt x="7701" y="2138"/>
                      <a:pt x="7701" y="2138"/>
                    </a:cubicBezTo>
                    <a:lnTo>
                      <a:pt x="1560" y="0"/>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1" name="Google Shape;3441;p58"/>
              <p:cNvSpPr/>
              <p:nvPr/>
            </p:nvSpPr>
            <p:spPr>
              <a:xfrm>
                <a:off x="-1269189" y="2761738"/>
                <a:ext cx="568465" cy="1372377"/>
              </a:xfrm>
              <a:custGeom>
                <a:avLst/>
                <a:gdLst/>
                <a:ahLst/>
                <a:cxnLst/>
                <a:rect l="l" t="t" r="r" b="b"/>
                <a:pathLst>
                  <a:path w="7702" h="18594" extrusionOk="0">
                    <a:moveTo>
                      <a:pt x="1560" y="0"/>
                    </a:moveTo>
                    <a:cubicBezTo>
                      <a:pt x="1560" y="0"/>
                      <a:pt x="701" y="10109"/>
                      <a:pt x="1" y="18594"/>
                    </a:cubicBezTo>
                    <a:lnTo>
                      <a:pt x="4239" y="18594"/>
                    </a:lnTo>
                    <a:cubicBezTo>
                      <a:pt x="4668" y="16913"/>
                      <a:pt x="5060" y="15243"/>
                      <a:pt x="5293" y="14347"/>
                    </a:cubicBezTo>
                    <a:cubicBezTo>
                      <a:pt x="6376" y="9876"/>
                      <a:pt x="7701" y="2138"/>
                      <a:pt x="7701" y="2138"/>
                    </a:cubicBezTo>
                    <a:lnTo>
                      <a:pt x="1560" y="0"/>
                    </a:ln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2" name="Google Shape;3442;p58"/>
              <p:cNvSpPr/>
              <p:nvPr/>
            </p:nvSpPr>
            <p:spPr>
              <a:xfrm>
                <a:off x="-1220255" y="2850602"/>
                <a:ext cx="812325" cy="1286243"/>
              </a:xfrm>
              <a:custGeom>
                <a:avLst/>
                <a:gdLst/>
                <a:ahLst/>
                <a:cxnLst/>
                <a:rect l="l" t="t" r="r" b="b"/>
                <a:pathLst>
                  <a:path w="11006" h="17427" extrusionOk="0">
                    <a:moveTo>
                      <a:pt x="8168" y="0"/>
                    </a:moveTo>
                    <a:lnTo>
                      <a:pt x="150" y="271"/>
                    </a:lnTo>
                    <a:cubicBezTo>
                      <a:pt x="150" y="271"/>
                      <a:pt x="1" y="2838"/>
                      <a:pt x="1279" y="4555"/>
                    </a:cubicBezTo>
                    <a:cubicBezTo>
                      <a:pt x="1783" y="5255"/>
                      <a:pt x="4742" y="9334"/>
                      <a:pt x="5246" y="10389"/>
                    </a:cubicBezTo>
                    <a:cubicBezTo>
                      <a:pt x="5872" y="11743"/>
                      <a:pt x="6301" y="13189"/>
                      <a:pt x="6534" y="14627"/>
                    </a:cubicBezTo>
                    <a:cubicBezTo>
                      <a:pt x="6646" y="15439"/>
                      <a:pt x="6805" y="16409"/>
                      <a:pt x="7038" y="17427"/>
                    </a:cubicBezTo>
                    <a:lnTo>
                      <a:pt x="11005" y="17427"/>
                    </a:lnTo>
                    <a:cubicBezTo>
                      <a:pt x="11005" y="14505"/>
                      <a:pt x="10968" y="11042"/>
                      <a:pt x="10847" y="10072"/>
                    </a:cubicBezTo>
                    <a:cubicBezTo>
                      <a:pt x="10343" y="5526"/>
                      <a:pt x="8168" y="0"/>
                      <a:pt x="8168"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43" name="Google Shape;3443;p58"/>
            <p:cNvSpPr/>
            <p:nvPr/>
          </p:nvSpPr>
          <p:spPr>
            <a:xfrm>
              <a:off x="506486" y="3402418"/>
              <a:ext cx="203349" cy="482777"/>
            </a:xfrm>
            <a:custGeom>
              <a:avLst/>
              <a:gdLst/>
              <a:ahLst/>
              <a:cxnLst/>
              <a:rect l="l" t="t" r="r" b="b"/>
              <a:pathLst>
                <a:path w="5172" h="12279" extrusionOk="0">
                  <a:moveTo>
                    <a:pt x="104" y="1"/>
                  </a:moveTo>
                  <a:cubicBezTo>
                    <a:pt x="78" y="1"/>
                    <a:pt x="53" y="12"/>
                    <a:pt x="37" y="32"/>
                  </a:cubicBezTo>
                  <a:cubicBezTo>
                    <a:pt x="0" y="69"/>
                    <a:pt x="0" y="144"/>
                    <a:pt x="37" y="219"/>
                  </a:cubicBezTo>
                  <a:cubicBezTo>
                    <a:pt x="37" y="219"/>
                    <a:pt x="1559" y="1815"/>
                    <a:pt x="3108" y="4811"/>
                  </a:cubicBezTo>
                  <a:cubicBezTo>
                    <a:pt x="4863" y="8274"/>
                    <a:pt x="4938" y="12119"/>
                    <a:pt x="4938" y="12166"/>
                  </a:cubicBezTo>
                  <a:cubicBezTo>
                    <a:pt x="4938" y="12203"/>
                    <a:pt x="4975" y="12278"/>
                    <a:pt x="5059" y="12278"/>
                  </a:cubicBezTo>
                  <a:cubicBezTo>
                    <a:pt x="5134" y="12278"/>
                    <a:pt x="5171" y="12203"/>
                    <a:pt x="5171" y="12166"/>
                  </a:cubicBezTo>
                  <a:cubicBezTo>
                    <a:pt x="5171" y="12119"/>
                    <a:pt x="5097" y="8237"/>
                    <a:pt x="3304" y="4736"/>
                  </a:cubicBezTo>
                  <a:cubicBezTo>
                    <a:pt x="1755" y="1703"/>
                    <a:pt x="234" y="69"/>
                    <a:pt x="196" y="69"/>
                  </a:cubicBezTo>
                  <a:cubicBezTo>
                    <a:pt x="175" y="21"/>
                    <a:pt x="138" y="1"/>
                    <a:pt x="104"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4" name="Google Shape;3444;p58"/>
            <p:cNvSpPr/>
            <p:nvPr/>
          </p:nvSpPr>
          <p:spPr>
            <a:xfrm>
              <a:off x="602971" y="3407451"/>
              <a:ext cx="50326" cy="143036"/>
            </a:xfrm>
            <a:custGeom>
              <a:avLst/>
              <a:gdLst/>
              <a:ahLst/>
              <a:cxnLst/>
              <a:rect l="l" t="t" r="r" b="b"/>
              <a:pathLst>
                <a:path w="1280" h="3638" extrusionOk="0">
                  <a:moveTo>
                    <a:pt x="116" y="1"/>
                  </a:moveTo>
                  <a:cubicBezTo>
                    <a:pt x="101" y="1"/>
                    <a:pt x="87" y="5"/>
                    <a:pt x="76" y="16"/>
                  </a:cubicBezTo>
                  <a:cubicBezTo>
                    <a:pt x="38" y="53"/>
                    <a:pt x="1" y="137"/>
                    <a:pt x="38" y="175"/>
                  </a:cubicBezTo>
                  <a:cubicBezTo>
                    <a:pt x="38" y="212"/>
                    <a:pt x="1009" y="1883"/>
                    <a:pt x="38" y="3479"/>
                  </a:cubicBezTo>
                  <a:cubicBezTo>
                    <a:pt x="1" y="3516"/>
                    <a:pt x="38" y="3591"/>
                    <a:pt x="76" y="3638"/>
                  </a:cubicBezTo>
                  <a:lnTo>
                    <a:pt x="113" y="3638"/>
                  </a:lnTo>
                  <a:cubicBezTo>
                    <a:pt x="150" y="3638"/>
                    <a:pt x="188" y="3638"/>
                    <a:pt x="234" y="3591"/>
                  </a:cubicBezTo>
                  <a:cubicBezTo>
                    <a:pt x="1280" y="1883"/>
                    <a:pt x="234" y="91"/>
                    <a:pt x="234" y="53"/>
                  </a:cubicBezTo>
                  <a:cubicBezTo>
                    <a:pt x="201" y="27"/>
                    <a:pt x="154" y="1"/>
                    <a:pt x="116"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5" name="Google Shape;3445;p58"/>
            <p:cNvSpPr/>
            <p:nvPr/>
          </p:nvSpPr>
          <p:spPr>
            <a:xfrm>
              <a:off x="637845" y="3877449"/>
              <a:ext cx="167020" cy="10655"/>
            </a:xfrm>
            <a:custGeom>
              <a:avLst/>
              <a:gdLst/>
              <a:ahLst/>
              <a:cxnLst/>
              <a:rect l="l" t="t" r="r" b="b"/>
              <a:pathLst>
                <a:path w="4248" h="271" extrusionOk="0">
                  <a:moveTo>
                    <a:pt x="4126" y="0"/>
                  </a:moveTo>
                  <a:lnTo>
                    <a:pt x="122" y="37"/>
                  </a:lnTo>
                  <a:cubicBezTo>
                    <a:pt x="47" y="84"/>
                    <a:pt x="1" y="121"/>
                    <a:pt x="1" y="159"/>
                  </a:cubicBezTo>
                  <a:cubicBezTo>
                    <a:pt x="1" y="233"/>
                    <a:pt x="47" y="271"/>
                    <a:pt x="122" y="271"/>
                  </a:cubicBezTo>
                  <a:lnTo>
                    <a:pt x="4126" y="233"/>
                  </a:lnTo>
                  <a:cubicBezTo>
                    <a:pt x="4201" y="233"/>
                    <a:pt x="4248" y="196"/>
                    <a:pt x="4248" y="121"/>
                  </a:cubicBezTo>
                  <a:cubicBezTo>
                    <a:pt x="4248" y="37"/>
                    <a:pt x="4201" y="0"/>
                    <a:pt x="4126"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6" name="Google Shape;3446;p58"/>
            <p:cNvSpPr/>
            <p:nvPr/>
          </p:nvSpPr>
          <p:spPr>
            <a:xfrm>
              <a:off x="569237" y="2748690"/>
              <a:ext cx="183533" cy="427103"/>
            </a:xfrm>
            <a:custGeom>
              <a:avLst/>
              <a:gdLst/>
              <a:ahLst/>
              <a:cxnLst/>
              <a:rect l="l" t="t" r="r" b="b"/>
              <a:pathLst>
                <a:path w="4668" h="10863" extrusionOk="0">
                  <a:moveTo>
                    <a:pt x="1008" y="0"/>
                  </a:moveTo>
                  <a:cubicBezTo>
                    <a:pt x="983" y="0"/>
                    <a:pt x="958" y="3"/>
                    <a:pt x="934" y="7"/>
                  </a:cubicBezTo>
                  <a:cubicBezTo>
                    <a:pt x="775" y="7"/>
                    <a:pt x="700" y="91"/>
                    <a:pt x="700" y="91"/>
                  </a:cubicBezTo>
                  <a:lnTo>
                    <a:pt x="626" y="91"/>
                  </a:lnTo>
                  <a:cubicBezTo>
                    <a:pt x="0" y="941"/>
                    <a:pt x="4667" y="10863"/>
                    <a:pt x="4667" y="10863"/>
                  </a:cubicBezTo>
                  <a:cubicBezTo>
                    <a:pt x="4667" y="10863"/>
                    <a:pt x="4397" y="7558"/>
                    <a:pt x="4359" y="7325"/>
                  </a:cubicBezTo>
                  <a:cubicBezTo>
                    <a:pt x="3659" y="2733"/>
                    <a:pt x="1979" y="707"/>
                    <a:pt x="1475" y="203"/>
                  </a:cubicBezTo>
                  <a:cubicBezTo>
                    <a:pt x="1345" y="105"/>
                    <a:pt x="1178" y="0"/>
                    <a:pt x="1008" y="0"/>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7" name="Google Shape;3447;p58"/>
            <p:cNvSpPr/>
            <p:nvPr/>
          </p:nvSpPr>
          <p:spPr>
            <a:xfrm>
              <a:off x="249587" y="2809514"/>
              <a:ext cx="195643" cy="344616"/>
            </a:xfrm>
            <a:custGeom>
              <a:avLst/>
              <a:gdLst/>
              <a:ahLst/>
              <a:cxnLst/>
              <a:rect l="l" t="t" r="r" b="b"/>
              <a:pathLst>
                <a:path w="4976" h="8765" extrusionOk="0">
                  <a:moveTo>
                    <a:pt x="4479" y="1"/>
                  </a:moveTo>
                  <a:cubicBezTo>
                    <a:pt x="3444" y="1"/>
                    <a:pt x="1111" y="213"/>
                    <a:pt x="663" y="2082"/>
                  </a:cubicBezTo>
                  <a:cubicBezTo>
                    <a:pt x="392" y="3053"/>
                    <a:pt x="122" y="4219"/>
                    <a:pt x="38" y="5731"/>
                  </a:cubicBezTo>
                  <a:cubicBezTo>
                    <a:pt x="0" y="6786"/>
                    <a:pt x="504" y="8420"/>
                    <a:pt x="2138" y="8765"/>
                  </a:cubicBezTo>
                  <a:lnTo>
                    <a:pt x="3622" y="8224"/>
                  </a:lnTo>
                  <a:lnTo>
                    <a:pt x="4975" y="19"/>
                  </a:lnTo>
                  <a:cubicBezTo>
                    <a:pt x="4975" y="19"/>
                    <a:pt x="4783" y="1"/>
                    <a:pt x="4479" y="1"/>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8" name="Google Shape;3448;p58"/>
            <p:cNvSpPr/>
            <p:nvPr/>
          </p:nvSpPr>
          <p:spPr>
            <a:xfrm>
              <a:off x="255839" y="2770944"/>
              <a:ext cx="177282" cy="226703"/>
            </a:xfrm>
            <a:custGeom>
              <a:avLst/>
              <a:gdLst/>
              <a:ahLst/>
              <a:cxnLst/>
              <a:rect l="l" t="t" r="r" b="b"/>
              <a:pathLst>
                <a:path w="4509" h="5766" extrusionOk="0">
                  <a:moveTo>
                    <a:pt x="3452" y="0"/>
                  </a:moveTo>
                  <a:cubicBezTo>
                    <a:pt x="2969" y="0"/>
                    <a:pt x="2484" y="130"/>
                    <a:pt x="2063" y="375"/>
                  </a:cubicBezTo>
                  <a:cubicBezTo>
                    <a:pt x="429" y="1308"/>
                    <a:pt x="0" y="4426"/>
                    <a:pt x="112" y="4892"/>
                  </a:cubicBezTo>
                  <a:cubicBezTo>
                    <a:pt x="219" y="5316"/>
                    <a:pt x="397" y="5765"/>
                    <a:pt x="668" y="5765"/>
                  </a:cubicBezTo>
                  <a:cubicBezTo>
                    <a:pt x="893" y="5765"/>
                    <a:pt x="1182" y="5458"/>
                    <a:pt x="1549" y="4575"/>
                  </a:cubicBezTo>
                  <a:cubicBezTo>
                    <a:pt x="1979" y="3530"/>
                    <a:pt x="3463" y="925"/>
                    <a:pt x="3463" y="925"/>
                  </a:cubicBezTo>
                  <a:lnTo>
                    <a:pt x="4508" y="225"/>
                  </a:lnTo>
                  <a:cubicBezTo>
                    <a:pt x="4176" y="73"/>
                    <a:pt x="3814" y="0"/>
                    <a:pt x="3452"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49" name="Google Shape;3449;p58"/>
            <p:cNvSpPr/>
            <p:nvPr/>
          </p:nvSpPr>
          <p:spPr>
            <a:xfrm>
              <a:off x="284816" y="2796146"/>
              <a:ext cx="194188" cy="301485"/>
            </a:xfrm>
            <a:custGeom>
              <a:avLst/>
              <a:gdLst/>
              <a:ahLst/>
              <a:cxnLst/>
              <a:rect l="l" t="t" r="r" b="b"/>
              <a:pathLst>
                <a:path w="4939" h="7668" extrusionOk="0">
                  <a:moveTo>
                    <a:pt x="3444" y="0"/>
                  </a:moveTo>
                  <a:cubicBezTo>
                    <a:pt x="1968" y="0"/>
                    <a:pt x="1279" y="1451"/>
                    <a:pt x="1279" y="1451"/>
                  </a:cubicBezTo>
                  <a:cubicBezTo>
                    <a:pt x="346" y="3159"/>
                    <a:pt x="0" y="7285"/>
                    <a:pt x="0" y="7285"/>
                  </a:cubicBezTo>
                  <a:lnTo>
                    <a:pt x="3379" y="7668"/>
                  </a:lnTo>
                  <a:cubicBezTo>
                    <a:pt x="4163" y="6771"/>
                    <a:pt x="4938" y="6659"/>
                    <a:pt x="4938" y="6659"/>
                  </a:cubicBezTo>
                  <a:lnTo>
                    <a:pt x="4630" y="284"/>
                  </a:lnTo>
                  <a:cubicBezTo>
                    <a:pt x="4190" y="82"/>
                    <a:pt x="3795" y="0"/>
                    <a:pt x="3444" y="0"/>
                  </a:cubicBezTo>
                  <a:close/>
                </a:path>
              </a:pathLst>
            </a:custGeom>
            <a:solidFill>
              <a:srgbClr val="FD7D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0" name="Google Shape;3450;p58"/>
            <p:cNvSpPr/>
            <p:nvPr/>
          </p:nvSpPr>
          <p:spPr>
            <a:xfrm>
              <a:off x="260242" y="2770944"/>
              <a:ext cx="203349" cy="409253"/>
            </a:xfrm>
            <a:custGeom>
              <a:avLst/>
              <a:gdLst/>
              <a:ahLst/>
              <a:cxnLst/>
              <a:rect l="l" t="t" r="r" b="b"/>
              <a:pathLst>
                <a:path w="5172" h="10409" extrusionOk="0">
                  <a:moveTo>
                    <a:pt x="3944" y="1"/>
                  </a:moveTo>
                  <a:cubicBezTo>
                    <a:pt x="2875" y="1"/>
                    <a:pt x="1397" y="694"/>
                    <a:pt x="737" y="4192"/>
                  </a:cubicBezTo>
                  <a:cubicBezTo>
                    <a:pt x="737" y="4192"/>
                    <a:pt x="271" y="5742"/>
                    <a:pt x="121" y="7412"/>
                  </a:cubicBezTo>
                  <a:cubicBezTo>
                    <a:pt x="0" y="8626"/>
                    <a:pt x="821" y="9709"/>
                    <a:pt x="1988" y="9942"/>
                  </a:cubicBezTo>
                  <a:lnTo>
                    <a:pt x="4592" y="10409"/>
                  </a:lnTo>
                  <a:lnTo>
                    <a:pt x="5171" y="300"/>
                  </a:lnTo>
                  <a:cubicBezTo>
                    <a:pt x="5171" y="300"/>
                    <a:pt x="4646" y="1"/>
                    <a:pt x="3944" y="1"/>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1" name="Google Shape;3451;p58"/>
            <p:cNvSpPr/>
            <p:nvPr/>
          </p:nvSpPr>
          <p:spPr>
            <a:xfrm>
              <a:off x="371982" y="2787405"/>
              <a:ext cx="111582" cy="189391"/>
            </a:xfrm>
            <a:custGeom>
              <a:avLst/>
              <a:gdLst/>
              <a:ahLst/>
              <a:cxnLst/>
              <a:rect l="l" t="t" r="r" b="b"/>
              <a:pathLst>
                <a:path w="2838" h="4817" extrusionOk="0">
                  <a:moveTo>
                    <a:pt x="2838" y="0"/>
                  </a:moveTo>
                  <a:cubicBezTo>
                    <a:pt x="2838" y="0"/>
                    <a:pt x="1671" y="75"/>
                    <a:pt x="1587" y="150"/>
                  </a:cubicBezTo>
                  <a:cubicBezTo>
                    <a:pt x="1587" y="150"/>
                    <a:pt x="579" y="1354"/>
                    <a:pt x="0" y="4817"/>
                  </a:cubicBezTo>
                  <a:lnTo>
                    <a:pt x="2138" y="1046"/>
                  </a:lnTo>
                  <a:cubicBezTo>
                    <a:pt x="2138" y="1046"/>
                    <a:pt x="2287" y="700"/>
                    <a:pt x="2838" y="0"/>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2" name="Google Shape;3452;p58"/>
            <p:cNvSpPr/>
            <p:nvPr/>
          </p:nvSpPr>
          <p:spPr>
            <a:xfrm>
              <a:off x="284816" y="2767287"/>
              <a:ext cx="149759" cy="373278"/>
            </a:xfrm>
            <a:custGeom>
              <a:avLst/>
              <a:gdLst/>
              <a:ahLst/>
              <a:cxnLst/>
              <a:rect l="l" t="t" r="r" b="b"/>
              <a:pathLst>
                <a:path w="3809" h="9494" extrusionOk="0">
                  <a:moveTo>
                    <a:pt x="3697" y="1"/>
                  </a:moveTo>
                  <a:cubicBezTo>
                    <a:pt x="3659" y="1"/>
                    <a:pt x="2297" y="197"/>
                    <a:pt x="1597" y="1905"/>
                  </a:cubicBezTo>
                  <a:cubicBezTo>
                    <a:pt x="1009" y="3305"/>
                    <a:pt x="0" y="6731"/>
                    <a:pt x="196" y="9419"/>
                  </a:cubicBezTo>
                  <a:cubicBezTo>
                    <a:pt x="196" y="9456"/>
                    <a:pt x="234" y="9494"/>
                    <a:pt x="308" y="9494"/>
                  </a:cubicBezTo>
                  <a:cubicBezTo>
                    <a:pt x="346" y="9494"/>
                    <a:pt x="392" y="9456"/>
                    <a:pt x="392" y="9419"/>
                  </a:cubicBezTo>
                  <a:cubicBezTo>
                    <a:pt x="159" y="6731"/>
                    <a:pt x="1205" y="3389"/>
                    <a:pt x="1746" y="1989"/>
                  </a:cubicBezTo>
                  <a:cubicBezTo>
                    <a:pt x="2409" y="356"/>
                    <a:pt x="3734" y="160"/>
                    <a:pt x="3734" y="160"/>
                  </a:cubicBezTo>
                  <a:cubicBezTo>
                    <a:pt x="3771" y="160"/>
                    <a:pt x="3809" y="122"/>
                    <a:pt x="3809" y="85"/>
                  </a:cubicBezTo>
                  <a:cubicBezTo>
                    <a:pt x="3809" y="38"/>
                    <a:pt x="3771" y="1"/>
                    <a:pt x="369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3" name="Google Shape;3453;p58"/>
            <p:cNvSpPr/>
            <p:nvPr/>
          </p:nvSpPr>
          <p:spPr>
            <a:xfrm>
              <a:off x="486671" y="2707840"/>
              <a:ext cx="126995" cy="132892"/>
            </a:xfrm>
            <a:custGeom>
              <a:avLst/>
              <a:gdLst/>
              <a:ahLst/>
              <a:cxnLst/>
              <a:rect l="l" t="t" r="r" b="b"/>
              <a:pathLst>
                <a:path w="3230" h="3380" extrusionOk="0">
                  <a:moveTo>
                    <a:pt x="504" y="1"/>
                  </a:moveTo>
                  <a:lnTo>
                    <a:pt x="271" y="1242"/>
                  </a:lnTo>
                  <a:lnTo>
                    <a:pt x="0" y="2997"/>
                  </a:lnTo>
                  <a:lnTo>
                    <a:pt x="3034" y="3380"/>
                  </a:lnTo>
                  <a:lnTo>
                    <a:pt x="3230" y="76"/>
                  </a:lnTo>
                  <a:lnTo>
                    <a:pt x="504" y="1"/>
                  </a:ln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4" name="Google Shape;3454;p58"/>
            <p:cNvSpPr/>
            <p:nvPr/>
          </p:nvSpPr>
          <p:spPr>
            <a:xfrm>
              <a:off x="495831" y="2707840"/>
              <a:ext cx="117834" cy="59487"/>
            </a:xfrm>
            <a:custGeom>
              <a:avLst/>
              <a:gdLst/>
              <a:ahLst/>
              <a:cxnLst/>
              <a:rect l="l" t="t" r="r" b="b"/>
              <a:pathLst>
                <a:path w="2997" h="1513" extrusionOk="0">
                  <a:moveTo>
                    <a:pt x="271" y="1"/>
                  </a:moveTo>
                  <a:lnTo>
                    <a:pt x="38" y="1242"/>
                  </a:lnTo>
                  <a:lnTo>
                    <a:pt x="0" y="1513"/>
                  </a:lnTo>
                  <a:cubicBezTo>
                    <a:pt x="2446" y="1168"/>
                    <a:pt x="2997" y="76"/>
                    <a:pt x="2997" y="76"/>
                  </a:cubicBezTo>
                  <a:lnTo>
                    <a:pt x="271" y="1"/>
                  </a:lnTo>
                  <a:close/>
                </a:path>
              </a:pathLst>
            </a:custGeom>
            <a:solidFill>
              <a:srgbClr val="000000">
                <a:alpha val="8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5" name="Google Shape;3455;p58"/>
            <p:cNvSpPr/>
            <p:nvPr/>
          </p:nvSpPr>
          <p:spPr>
            <a:xfrm>
              <a:off x="355272" y="2756672"/>
              <a:ext cx="422071" cy="653492"/>
            </a:xfrm>
            <a:custGeom>
              <a:avLst/>
              <a:gdLst/>
              <a:ahLst/>
              <a:cxnLst/>
              <a:rect l="l" t="t" r="r" b="b"/>
              <a:pathLst>
                <a:path w="10735" h="16621" extrusionOk="0">
                  <a:moveTo>
                    <a:pt x="3575" y="0"/>
                  </a:moveTo>
                  <a:cubicBezTo>
                    <a:pt x="1" y="4471"/>
                    <a:pt x="467" y="14001"/>
                    <a:pt x="467" y="14001"/>
                  </a:cubicBezTo>
                  <a:cubicBezTo>
                    <a:pt x="309" y="16409"/>
                    <a:pt x="4938" y="16493"/>
                    <a:pt x="4938" y="16493"/>
                  </a:cubicBezTo>
                  <a:cubicBezTo>
                    <a:pt x="5683" y="16580"/>
                    <a:pt x="6319" y="16620"/>
                    <a:pt x="6864" y="16620"/>
                  </a:cubicBezTo>
                  <a:cubicBezTo>
                    <a:pt x="9708" y="16620"/>
                    <a:pt x="10047" y="15531"/>
                    <a:pt x="10109" y="14356"/>
                  </a:cubicBezTo>
                  <a:cubicBezTo>
                    <a:pt x="10735" y="5330"/>
                    <a:pt x="6488" y="467"/>
                    <a:pt x="6488" y="467"/>
                  </a:cubicBezTo>
                  <a:cubicBezTo>
                    <a:pt x="6377" y="774"/>
                    <a:pt x="6123" y="887"/>
                    <a:pt x="5809" y="887"/>
                  </a:cubicBezTo>
                  <a:cubicBezTo>
                    <a:pt x="4929" y="887"/>
                    <a:pt x="3575" y="0"/>
                    <a:pt x="3575"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6" name="Google Shape;3456;p58"/>
            <p:cNvSpPr/>
            <p:nvPr/>
          </p:nvSpPr>
          <p:spPr>
            <a:xfrm>
              <a:off x="436030" y="2436944"/>
              <a:ext cx="273805" cy="295312"/>
            </a:xfrm>
            <a:custGeom>
              <a:avLst/>
              <a:gdLst/>
              <a:ahLst/>
              <a:cxnLst/>
              <a:rect l="l" t="t" r="r" b="b"/>
              <a:pathLst>
                <a:path w="6964" h="7511" extrusionOk="0">
                  <a:moveTo>
                    <a:pt x="3474" y="0"/>
                  </a:moveTo>
                  <a:cubicBezTo>
                    <a:pt x="3433" y="0"/>
                    <a:pt x="3392" y="1"/>
                    <a:pt x="3351" y="2"/>
                  </a:cubicBezTo>
                  <a:cubicBezTo>
                    <a:pt x="1484" y="86"/>
                    <a:pt x="0" y="1832"/>
                    <a:pt x="84" y="3895"/>
                  </a:cubicBezTo>
                  <a:cubicBezTo>
                    <a:pt x="193" y="5907"/>
                    <a:pt x="1679" y="7510"/>
                    <a:pt x="3519" y="7510"/>
                  </a:cubicBezTo>
                  <a:cubicBezTo>
                    <a:pt x="3565" y="7510"/>
                    <a:pt x="3612" y="7509"/>
                    <a:pt x="3659" y="7507"/>
                  </a:cubicBezTo>
                  <a:cubicBezTo>
                    <a:pt x="5526" y="7432"/>
                    <a:pt x="6963" y="5687"/>
                    <a:pt x="6889" y="3624"/>
                  </a:cubicBezTo>
                  <a:cubicBezTo>
                    <a:pt x="6815" y="1607"/>
                    <a:pt x="5287" y="0"/>
                    <a:pt x="3474"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7" name="Google Shape;3457;p58"/>
            <p:cNvSpPr/>
            <p:nvPr/>
          </p:nvSpPr>
          <p:spPr>
            <a:xfrm>
              <a:off x="407014" y="2564017"/>
              <a:ext cx="64284" cy="64323"/>
            </a:xfrm>
            <a:custGeom>
              <a:avLst/>
              <a:gdLst/>
              <a:ahLst/>
              <a:cxnLst/>
              <a:rect l="l" t="t" r="r" b="b"/>
              <a:pathLst>
                <a:path w="1635" h="1636" extrusionOk="0">
                  <a:moveTo>
                    <a:pt x="859" y="0"/>
                  </a:moveTo>
                  <a:cubicBezTo>
                    <a:pt x="393" y="0"/>
                    <a:pt x="1" y="355"/>
                    <a:pt x="1" y="821"/>
                  </a:cubicBezTo>
                  <a:cubicBezTo>
                    <a:pt x="1" y="1241"/>
                    <a:pt x="355" y="1633"/>
                    <a:pt x="785" y="1633"/>
                  </a:cubicBezTo>
                  <a:cubicBezTo>
                    <a:pt x="806" y="1635"/>
                    <a:pt x="827" y="1636"/>
                    <a:pt x="848" y="1636"/>
                  </a:cubicBezTo>
                  <a:cubicBezTo>
                    <a:pt x="1285" y="1636"/>
                    <a:pt x="1634" y="1269"/>
                    <a:pt x="1634" y="859"/>
                  </a:cubicBezTo>
                  <a:cubicBezTo>
                    <a:pt x="1634" y="392"/>
                    <a:pt x="1289" y="37"/>
                    <a:pt x="859"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8" name="Google Shape;3458;p58"/>
            <p:cNvSpPr/>
            <p:nvPr/>
          </p:nvSpPr>
          <p:spPr>
            <a:xfrm>
              <a:off x="420971" y="2588590"/>
              <a:ext cx="13604" cy="22804"/>
            </a:xfrm>
            <a:custGeom>
              <a:avLst/>
              <a:gdLst/>
              <a:ahLst/>
              <a:cxnLst/>
              <a:rect l="l" t="t" r="r" b="b"/>
              <a:pathLst>
                <a:path w="346" h="580" extrusionOk="0">
                  <a:moveTo>
                    <a:pt x="346" y="0"/>
                  </a:moveTo>
                  <a:cubicBezTo>
                    <a:pt x="271" y="0"/>
                    <a:pt x="234" y="38"/>
                    <a:pt x="150" y="75"/>
                  </a:cubicBezTo>
                  <a:cubicBezTo>
                    <a:pt x="112" y="112"/>
                    <a:pt x="38" y="196"/>
                    <a:pt x="38" y="271"/>
                  </a:cubicBezTo>
                  <a:cubicBezTo>
                    <a:pt x="0" y="383"/>
                    <a:pt x="75" y="467"/>
                    <a:pt x="150" y="504"/>
                  </a:cubicBezTo>
                  <a:cubicBezTo>
                    <a:pt x="150" y="504"/>
                    <a:pt x="196" y="542"/>
                    <a:pt x="234" y="542"/>
                  </a:cubicBezTo>
                  <a:cubicBezTo>
                    <a:pt x="271" y="542"/>
                    <a:pt x="308" y="579"/>
                    <a:pt x="346" y="579"/>
                  </a:cubicBezTo>
                  <a:lnTo>
                    <a:pt x="196" y="430"/>
                  </a:lnTo>
                  <a:cubicBezTo>
                    <a:pt x="150" y="383"/>
                    <a:pt x="150" y="346"/>
                    <a:pt x="150" y="308"/>
                  </a:cubicBezTo>
                  <a:cubicBezTo>
                    <a:pt x="150" y="271"/>
                    <a:pt x="196" y="196"/>
                    <a:pt x="234" y="150"/>
                  </a:cubicBezTo>
                  <a:cubicBezTo>
                    <a:pt x="271" y="112"/>
                    <a:pt x="308" y="75"/>
                    <a:pt x="346" y="0"/>
                  </a:cubicBezTo>
                  <a:close/>
                </a:path>
              </a:pathLst>
            </a:custGeom>
            <a:solidFill>
              <a:srgbClr val="EC7D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59" name="Google Shape;3459;p58"/>
            <p:cNvSpPr/>
            <p:nvPr/>
          </p:nvSpPr>
          <p:spPr>
            <a:xfrm>
              <a:off x="587559" y="2638877"/>
              <a:ext cx="64284" cy="25006"/>
            </a:xfrm>
            <a:custGeom>
              <a:avLst/>
              <a:gdLst/>
              <a:ahLst/>
              <a:cxnLst/>
              <a:rect l="l" t="t" r="r" b="b"/>
              <a:pathLst>
                <a:path w="1635" h="636" extrusionOk="0">
                  <a:moveTo>
                    <a:pt x="1" y="0"/>
                  </a:moveTo>
                  <a:cubicBezTo>
                    <a:pt x="38" y="84"/>
                    <a:pt x="76" y="159"/>
                    <a:pt x="160" y="233"/>
                  </a:cubicBezTo>
                  <a:cubicBezTo>
                    <a:pt x="197" y="271"/>
                    <a:pt x="272" y="355"/>
                    <a:pt x="309" y="392"/>
                  </a:cubicBezTo>
                  <a:cubicBezTo>
                    <a:pt x="468" y="504"/>
                    <a:pt x="626" y="588"/>
                    <a:pt x="813" y="625"/>
                  </a:cubicBezTo>
                  <a:cubicBezTo>
                    <a:pt x="842" y="632"/>
                    <a:pt x="872" y="635"/>
                    <a:pt x="903" y="635"/>
                  </a:cubicBezTo>
                  <a:cubicBezTo>
                    <a:pt x="1042" y="635"/>
                    <a:pt x="1197" y="573"/>
                    <a:pt x="1326" y="504"/>
                  </a:cubicBezTo>
                  <a:cubicBezTo>
                    <a:pt x="1476" y="392"/>
                    <a:pt x="1597" y="233"/>
                    <a:pt x="1634" y="84"/>
                  </a:cubicBezTo>
                  <a:lnTo>
                    <a:pt x="1634" y="84"/>
                  </a:lnTo>
                  <a:cubicBezTo>
                    <a:pt x="1513" y="196"/>
                    <a:pt x="1364" y="271"/>
                    <a:pt x="1242" y="355"/>
                  </a:cubicBezTo>
                  <a:cubicBezTo>
                    <a:pt x="1093" y="429"/>
                    <a:pt x="972" y="429"/>
                    <a:pt x="813" y="429"/>
                  </a:cubicBezTo>
                  <a:cubicBezTo>
                    <a:pt x="701" y="392"/>
                    <a:pt x="542" y="355"/>
                    <a:pt x="430" y="271"/>
                  </a:cubicBezTo>
                  <a:lnTo>
                    <a:pt x="197" y="159"/>
                  </a:lnTo>
                  <a:cubicBezTo>
                    <a:pt x="160" y="84"/>
                    <a:pt x="76" y="37"/>
                    <a:pt x="1" y="0"/>
                  </a:cubicBezTo>
                  <a:close/>
                </a:path>
              </a:pathLst>
            </a:custGeom>
            <a:solidFill>
              <a:srgbClr val="EC7D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0" name="Google Shape;3460;p58"/>
            <p:cNvSpPr/>
            <p:nvPr/>
          </p:nvSpPr>
          <p:spPr>
            <a:xfrm>
              <a:off x="618029" y="2578329"/>
              <a:ext cx="29055" cy="46670"/>
            </a:xfrm>
            <a:custGeom>
              <a:avLst/>
              <a:gdLst/>
              <a:ahLst/>
              <a:cxnLst/>
              <a:rect l="l" t="t" r="r" b="b"/>
              <a:pathLst>
                <a:path w="739" h="1187" extrusionOk="0">
                  <a:moveTo>
                    <a:pt x="290" y="0"/>
                  </a:moveTo>
                  <a:cubicBezTo>
                    <a:pt x="255" y="0"/>
                    <a:pt x="215" y="9"/>
                    <a:pt x="197" y="28"/>
                  </a:cubicBezTo>
                  <a:cubicBezTo>
                    <a:pt x="159" y="336"/>
                    <a:pt x="1" y="924"/>
                    <a:pt x="159" y="1157"/>
                  </a:cubicBezTo>
                  <a:cubicBezTo>
                    <a:pt x="169" y="1177"/>
                    <a:pt x="207" y="1187"/>
                    <a:pt x="257" y="1187"/>
                  </a:cubicBezTo>
                  <a:cubicBezTo>
                    <a:pt x="397" y="1187"/>
                    <a:pt x="636" y="1115"/>
                    <a:pt x="663" y="999"/>
                  </a:cubicBezTo>
                  <a:cubicBezTo>
                    <a:pt x="738" y="728"/>
                    <a:pt x="430" y="261"/>
                    <a:pt x="355" y="28"/>
                  </a:cubicBezTo>
                  <a:cubicBezTo>
                    <a:pt x="355" y="9"/>
                    <a:pt x="325" y="0"/>
                    <a:pt x="290" y="0"/>
                  </a:cubicBezTo>
                  <a:close/>
                </a:path>
              </a:pathLst>
            </a:custGeom>
            <a:solidFill>
              <a:srgbClr val="EC7D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1" name="Google Shape;3461;p58"/>
            <p:cNvSpPr/>
            <p:nvPr/>
          </p:nvSpPr>
          <p:spPr>
            <a:xfrm>
              <a:off x="536918" y="2562523"/>
              <a:ext cx="42974" cy="30510"/>
            </a:xfrm>
            <a:custGeom>
              <a:avLst/>
              <a:gdLst/>
              <a:ahLst/>
              <a:cxnLst/>
              <a:rect l="l" t="t" r="r" b="b"/>
              <a:pathLst>
                <a:path w="1093" h="776" extrusionOk="0">
                  <a:moveTo>
                    <a:pt x="626" y="1"/>
                  </a:moveTo>
                  <a:cubicBezTo>
                    <a:pt x="160" y="38"/>
                    <a:pt x="1" y="663"/>
                    <a:pt x="1" y="663"/>
                  </a:cubicBezTo>
                  <a:cubicBezTo>
                    <a:pt x="1" y="701"/>
                    <a:pt x="48" y="738"/>
                    <a:pt x="85" y="775"/>
                  </a:cubicBezTo>
                  <a:cubicBezTo>
                    <a:pt x="122" y="775"/>
                    <a:pt x="160" y="738"/>
                    <a:pt x="160" y="701"/>
                  </a:cubicBezTo>
                  <a:cubicBezTo>
                    <a:pt x="160" y="701"/>
                    <a:pt x="281" y="197"/>
                    <a:pt x="626" y="159"/>
                  </a:cubicBezTo>
                  <a:cubicBezTo>
                    <a:pt x="701" y="159"/>
                    <a:pt x="785" y="159"/>
                    <a:pt x="822" y="197"/>
                  </a:cubicBezTo>
                  <a:cubicBezTo>
                    <a:pt x="934" y="309"/>
                    <a:pt x="934" y="626"/>
                    <a:pt x="897" y="701"/>
                  </a:cubicBezTo>
                  <a:cubicBezTo>
                    <a:pt x="897" y="738"/>
                    <a:pt x="934" y="775"/>
                    <a:pt x="981" y="775"/>
                  </a:cubicBezTo>
                  <a:cubicBezTo>
                    <a:pt x="1018" y="775"/>
                    <a:pt x="1056" y="775"/>
                    <a:pt x="1056" y="738"/>
                  </a:cubicBezTo>
                  <a:cubicBezTo>
                    <a:pt x="1056" y="701"/>
                    <a:pt x="1093" y="309"/>
                    <a:pt x="897" y="113"/>
                  </a:cubicBezTo>
                  <a:cubicBezTo>
                    <a:pt x="860" y="38"/>
                    <a:pt x="748" y="1"/>
                    <a:pt x="626"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2" name="Google Shape;3462;p58"/>
            <p:cNvSpPr/>
            <p:nvPr/>
          </p:nvSpPr>
          <p:spPr>
            <a:xfrm>
              <a:off x="648854" y="2556272"/>
              <a:ext cx="44075" cy="32358"/>
            </a:xfrm>
            <a:custGeom>
              <a:avLst/>
              <a:gdLst/>
              <a:ahLst/>
              <a:cxnLst/>
              <a:rect l="l" t="t" r="r" b="b"/>
              <a:pathLst>
                <a:path w="1121" h="823" extrusionOk="0">
                  <a:moveTo>
                    <a:pt x="617" y="1"/>
                  </a:moveTo>
                  <a:cubicBezTo>
                    <a:pt x="150" y="38"/>
                    <a:pt x="38" y="664"/>
                    <a:pt x="38" y="701"/>
                  </a:cubicBezTo>
                  <a:cubicBezTo>
                    <a:pt x="1" y="738"/>
                    <a:pt x="38" y="785"/>
                    <a:pt x="75" y="822"/>
                  </a:cubicBezTo>
                  <a:cubicBezTo>
                    <a:pt x="113" y="822"/>
                    <a:pt x="150" y="785"/>
                    <a:pt x="150" y="738"/>
                  </a:cubicBezTo>
                  <a:cubicBezTo>
                    <a:pt x="187" y="738"/>
                    <a:pt x="309" y="197"/>
                    <a:pt x="654" y="197"/>
                  </a:cubicBezTo>
                  <a:cubicBezTo>
                    <a:pt x="668" y="186"/>
                    <a:pt x="684" y="182"/>
                    <a:pt x="701" y="182"/>
                  </a:cubicBezTo>
                  <a:cubicBezTo>
                    <a:pt x="741" y="182"/>
                    <a:pt x="786" y="208"/>
                    <a:pt x="813" y="234"/>
                  </a:cubicBezTo>
                  <a:cubicBezTo>
                    <a:pt x="934" y="356"/>
                    <a:pt x="934" y="664"/>
                    <a:pt x="934" y="738"/>
                  </a:cubicBezTo>
                  <a:cubicBezTo>
                    <a:pt x="934" y="785"/>
                    <a:pt x="971" y="822"/>
                    <a:pt x="1009" y="822"/>
                  </a:cubicBezTo>
                  <a:cubicBezTo>
                    <a:pt x="1046" y="822"/>
                    <a:pt x="1083" y="822"/>
                    <a:pt x="1083" y="738"/>
                  </a:cubicBezTo>
                  <a:cubicBezTo>
                    <a:pt x="1083" y="738"/>
                    <a:pt x="1121" y="318"/>
                    <a:pt x="934" y="122"/>
                  </a:cubicBezTo>
                  <a:cubicBezTo>
                    <a:pt x="850" y="38"/>
                    <a:pt x="738" y="1"/>
                    <a:pt x="61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3" name="Google Shape;3463;p58"/>
            <p:cNvSpPr/>
            <p:nvPr/>
          </p:nvSpPr>
          <p:spPr>
            <a:xfrm>
              <a:off x="422426" y="2359489"/>
              <a:ext cx="311982" cy="204568"/>
            </a:xfrm>
            <a:custGeom>
              <a:avLst/>
              <a:gdLst/>
              <a:ahLst/>
              <a:cxnLst/>
              <a:rect l="l" t="t" r="r" b="b"/>
              <a:pathLst>
                <a:path w="7935" h="5203" extrusionOk="0">
                  <a:moveTo>
                    <a:pt x="4310" y="0"/>
                  </a:moveTo>
                  <a:cubicBezTo>
                    <a:pt x="3380" y="0"/>
                    <a:pt x="2619" y="412"/>
                    <a:pt x="1942" y="1002"/>
                  </a:cubicBezTo>
                  <a:cubicBezTo>
                    <a:pt x="1205" y="1664"/>
                    <a:pt x="701" y="2476"/>
                    <a:pt x="393" y="3335"/>
                  </a:cubicBezTo>
                  <a:cubicBezTo>
                    <a:pt x="393" y="3335"/>
                    <a:pt x="1" y="4539"/>
                    <a:pt x="467" y="5202"/>
                  </a:cubicBezTo>
                  <a:cubicBezTo>
                    <a:pt x="467" y="5202"/>
                    <a:pt x="472" y="5203"/>
                    <a:pt x="482" y="5203"/>
                  </a:cubicBezTo>
                  <a:cubicBezTo>
                    <a:pt x="555" y="5203"/>
                    <a:pt x="890" y="5144"/>
                    <a:pt x="1130" y="4110"/>
                  </a:cubicBezTo>
                  <a:cubicBezTo>
                    <a:pt x="1322" y="3281"/>
                    <a:pt x="2088" y="2711"/>
                    <a:pt x="2790" y="2711"/>
                  </a:cubicBezTo>
                  <a:cubicBezTo>
                    <a:pt x="2942" y="2711"/>
                    <a:pt x="3091" y="2737"/>
                    <a:pt x="3230" y="2794"/>
                  </a:cubicBezTo>
                  <a:cubicBezTo>
                    <a:pt x="3893" y="3027"/>
                    <a:pt x="5097" y="3643"/>
                    <a:pt x="5909" y="3839"/>
                  </a:cubicBezTo>
                  <a:cubicBezTo>
                    <a:pt x="6068" y="3861"/>
                    <a:pt x="6230" y="3886"/>
                    <a:pt x="6392" y="3886"/>
                  </a:cubicBezTo>
                  <a:cubicBezTo>
                    <a:pt x="6505" y="3886"/>
                    <a:pt x="6619" y="3874"/>
                    <a:pt x="6730" y="3839"/>
                  </a:cubicBezTo>
                  <a:cubicBezTo>
                    <a:pt x="7076" y="3727"/>
                    <a:pt x="7272" y="3457"/>
                    <a:pt x="7347" y="3177"/>
                  </a:cubicBezTo>
                  <a:cubicBezTo>
                    <a:pt x="7935" y="1310"/>
                    <a:pt x="6180" y="1272"/>
                    <a:pt x="6180" y="1272"/>
                  </a:cubicBezTo>
                  <a:cubicBezTo>
                    <a:pt x="6180" y="1272"/>
                    <a:pt x="6460" y="535"/>
                    <a:pt x="5442" y="190"/>
                  </a:cubicBezTo>
                  <a:cubicBezTo>
                    <a:pt x="5038" y="59"/>
                    <a:pt x="4662" y="0"/>
                    <a:pt x="4310"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4" name="Google Shape;3464;p58"/>
            <p:cNvSpPr/>
            <p:nvPr/>
          </p:nvSpPr>
          <p:spPr>
            <a:xfrm>
              <a:off x="423920" y="2453890"/>
              <a:ext cx="78202" cy="110324"/>
            </a:xfrm>
            <a:custGeom>
              <a:avLst/>
              <a:gdLst/>
              <a:ahLst/>
              <a:cxnLst/>
              <a:rect l="l" t="t" r="r" b="b"/>
              <a:pathLst>
                <a:path w="1989" h="2806" extrusionOk="0">
                  <a:moveTo>
                    <a:pt x="1400" y="1"/>
                  </a:moveTo>
                  <a:cubicBezTo>
                    <a:pt x="1400" y="1"/>
                    <a:pt x="0" y="272"/>
                    <a:pt x="467" y="2801"/>
                  </a:cubicBezTo>
                  <a:cubicBezTo>
                    <a:pt x="467" y="2801"/>
                    <a:pt x="489" y="2805"/>
                    <a:pt x="525" y="2805"/>
                  </a:cubicBezTo>
                  <a:cubicBezTo>
                    <a:pt x="684" y="2805"/>
                    <a:pt x="1120" y="2725"/>
                    <a:pt x="1241" y="1868"/>
                  </a:cubicBezTo>
                  <a:cubicBezTo>
                    <a:pt x="1400" y="626"/>
                    <a:pt x="1988" y="356"/>
                    <a:pt x="1988" y="356"/>
                  </a:cubicBezTo>
                  <a:lnTo>
                    <a:pt x="1400" y="1"/>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5" name="Google Shape;3465;p58"/>
            <p:cNvSpPr/>
            <p:nvPr/>
          </p:nvSpPr>
          <p:spPr>
            <a:xfrm>
              <a:off x="371320" y="2787405"/>
              <a:ext cx="111583" cy="189392"/>
            </a:xfrm>
            <a:custGeom>
              <a:avLst/>
              <a:gdLst/>
              <a:ahLst/>
              <a:cxnLst/>
              <a:rect l="l" t="t" r="r" b="b"/>
              <a:pathLst>
                <a:path w="2838" h="4817" extrusionOk="0">
                  <a:moveTo>
                    <a:pt x="2838" y="0"/>
                  </a:moveTo>
                  <a:cubicBezTo>
                    <a:pt x="2838" y="0"/>
                    <a:pt x="1671" y="75"/>
                    <a:pt x="1587" y="150"/>
                  </a:cubicBezTo>
                  <a:cubicBezTo>
                    <a:pt x="1587" y="150"/>
                    <a:pt x="579" y="1354"/>
                    <a:pt x="0" y="4817"/>
                  </a:cubicBezTo>
                  <a:lnTo>
                    <a:pt x="2138" y="1046"/>
                  </a:lnTo>
                  <a:cubicBezTo>
                    <a:pt x="2138" y="1046"/>
                    <a:pt x="2287" y="700"/>
                    <a:pt x="2838" y="0"/>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6" name="Google Shape;3466;p58"/>
            <p:cNvSpPr/>
            <p:nvPr/>
          </p:nvSpPr>
          <p:spPr>
            <a:xfrm>
              <a:off x="376543" y="2764653"/>
              <a:ext cx="278248" cy="467954"/>
            </a:xfrm>
            <a:custGeom>
              <a:avLst/>
              <a:gdLst/>
              <a:ahLst/>
              <a:cxnLst/>
              <a:rect l="l" t="t" r="r" b="b"/>
              <a:pathLst>
                <a:path w="7077" h="11902" extrusionOk="0">
                  <a:moveTo>
                    <a:pt x="2627" y="1"/>
                  </a:moveTo>
                  <a:cubicBezTo>
                    <a:pt x="2076" y="1"/>
                    <a:pt x="1292" y="474"/>
                    <a:pt x="813" y="1897"/>
                  </a:cubicBezTo>
                  <a:cubicBezTo>
                    <a:pt x="813" y="1897"/>
                    <a:pt x="1310" y="810"/>
                    <a:pt x="2061" y="810"/>
                  </a:cubicBezTo>
                  <a:cubicBezTo>
                    <a:pt x="2230" y="810"/>
                    <a:pt x="2413" y="866"/>
                    <a:pt x="2605" y="1001"/>
                  </a:cubicBezTo>
                  <a:cubicBezTo>
                    <a:pt x="3847" y="1823"/>
                    <a:pt x="4939" y="4352"/>
                    <a:pt x="5480" y="8469"/>
                  </a:cubicBezTo>
                  <a:cubicBezTo>
                    <a:pt x="5639" y="9561"/>
                    <a:pt x="4976" y="10606"/>
                    <a:pt x="3931" y="10923"/>
                  </a:cubicBezTo>
                  <a:cubicBezTo>
                    <a:pt x="3630" y="11003"/>
                    <a:pt x="3317" y="11036"/>
                    <a:pt x="3005" y="11036"/>
                  </a:cubicBezTo>
                  <a:cubicBezTo>
                    <a:pt x="1495" y="11036"/>
                    <a:pt x="1" y="10261"/>
                    <a:pt x="1" y="10261"/>
                  </a:cubicBezTo>
                  <a:lnTo>
                    <a:pt x="1" y="11306"/>
                  </a:lnTo>
                  <a:cubicBezTo>
                    <a:pt x="1" y="11306"/>
                    <a:pt x="684" y="11901"/>
                    <a:pt x="2258" y="11901"/>
                  </a:cubicBezTo>
                  <a:cubicBezTo>
                    <a:pt x="2742" y="11901"/>
                    <a:pt x="3310" y="11845"/>
                    <a:pt x="3968" y="11698"/>
                  </a:cubicBezTo>
                  <a:cubicBezTo>
                    <a:pt x="7076" y="10998"/>
                    <a:pt x="6497" y="8861"/>
                    <a:pt x="6497" y="8861"/>
                  </a:cubicBezTo>
                  <a:cubicBezTo>
                    <a:pt x="6497" y="8861"/>
                    <a:pt x="6339" y="1785"/>
                    <a:pt x="2960" y="68"/>
                  </a:cubicBezTo>
                  <a:cubicBezTo>
                    <a:pt x="2865" y="25"/>
                    <a:pt x="2752" y="1"/>
                    <a:pt x="2627" y="1"/>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67" name="Google Shape;3467;p58"/>
            <p:cNvGrpSpPr/>
            <p:nvPr/>
          </p:nvGrpSpPr>
          <p:grpSpPr>
            <a:xfrm>
              <a:off x="518596" y="3004213"/>
              <a:ext cx="171423" cy="125225"/>
              <a:chOff x="-950857" y="2368049"/>
              <a:chExt cx="321801" cy="235077"/>
            </a:xfrm>
          </p:grpSpPr>
          <p:sp>
            <p:nvSpPr>
              <p:cNvPr id="3468" name="Google Shape;3468;p58"/>
              <p:cNvSpPr/>
              <p:nvPr/>
            </p:nvSpPr>
            <p:spPr>
              <a:xfrm>
                <a:off x="-737997" y="2487838"/>
                <a:ext cx="91669" cy="51001"/>
              </a:xfrm>
              <a:custGeom>
                <a:avLst/>
                <a:gdLst/>
                <a:ahLst/>
                <a:cxnLst/>
                <a:rect l="l" t="t" r="r" b="b"/>
                <a:pathLst>
                  <a:path w="1242" h="691" extrusionOk="0">
                    <a:moveTo>
                      <a:pt x="1001" y="0"/>
                    </a:moveTo>
                    <a:cubicBezTo>
                      <a:pt x="977" y="0"/>
                      <a:pt x="954" y="5"/>
                      <a:pt x="934" y="15"/>
                    </a:cubicBezTo>
                    <a:cubicBezTo>
                      <a:pt x="579" y="211"/>
                      <a:pt x="0" y="444"/>
                      <a:pt x="75" y="603"/>
                    </a:cubicBezTo>
                    <a:cubicBezTo>
                      <a:pt x="110" y="638"/>
                      <a:pt x="178" y="691"/>
                      <a:pt x="312" y="691"/>
                    </a:cubicBezTo>
                    <a:cubicBezTo>
                      <a:pt x="467" y="691"/>
                      <a:pt x="708" y="620"/>
                      <a:pt x="1083" y="370"/>
                    </a:cubicBezTo>
                    <a:cubicBezTo>
                      <a:pt x="1167" y="286"/>
                      <a:pt x="1242" y="211"/>
                      <a:pt x="1167" y="90"/>
                    </a:cubicBezTo>
                    <a:cubicBezTo>
                      <a:pt x="1140" y="35"/>
                      <a:pt x="1067" y="0"/>
                      <a:pt x="1001"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69" name="Google Shape;3469;p58"/>
              <p:cNvSpPr/>
              <p:nvPr/>
            </p:nvSpPr>
            <p:spPr>
              <a:xfrm>
                <a:off x="-735266" y="2486067"/>
                <a:ext cx="88938" cy="54618"/>
              </a:xfrm>
              <a:custGeom>
                <a:avLst/>
                <a:gdLst/>
                <a:ahLst/>
                <a:cxnLst/>
                <a:rect l="l" t="t" r="r" b="b"/>
                <a:pathLst>
                  <a:path w="1205" h="740" extrusionOk="0">
                    <a:moveTo>
                      <a:pt x="971" y="76"/>
                    </a:moveTo>
                    <a:cubicBezTo>
                      <a:pt x="1009" y="76"/>
                      <a:pt x="1093" y="76"/>
                      <a:pt x="1093" y="160"/>
                    </a:cubicBezTo>
                    <a:cubicBezTo>
                      <a:pt x="1167" y="235"/>
                      <a:pt x="1093" y="310"/>
                      <a:pt x="1046" y="347"/>
                    </a:cubicBezTo>
                    <a:cubicBezTo>
                      <a:pt x="666" y="615"/>
                      <a:pt x="418" y="681"/>
                      <a:pt x="287" y="681"/>
                    </a:cubicBezTo>
                    <a:cubicBezTo>
                      <a:pt x="245" y="681"/>
                      <a:pt x="215" y="674"/>
                      <a:pt x="197" y="665"/>
                    </a:cubicBezTo>
                    <a:cubicBezTo>
                      <a:pt x="113" y="665"/>
                      <a:pt x="75" y="627"/>
                      <a:pt x="75" y="627"/>
                    </a:cubicBezTo>
                    <a:lnTo>
                      <a:pt x="75" y="580"/>
                    </a:lnTo>
                    <a:cubicBezTo>
                      <a:pt x="113" y="468"/>
                      <a:pt x="393" y="347"/>
                      <a:pt x="579" y="235"/>
                    </a:cubicBezTo>
                    <a:cubicBezTo>
                      <a:pt x="701" y="198"/>
                      <a:pt x="813" y="114"/>
                      <a:pt x="897" y="76"/>
                    </a:cubicBezTo>
                    <a:close/>
                    <a:moveTo>
                      <a:pt x="990" y="0"/>
                    </a:moveTo>
                    <a:cubicBezTo>
                      <a:pt x="956" y="0"/>
                      <a:pt x="923" y="13"/>
                      <a:pt x="897" y="39"/>
                    </a:cubicBezTo>
                    <a:cubicBezTo>
                      <a:pt x="775" y="76"/>
                      <a:pt x="663" y="114"/>
                      <a:pt x="579" y="198"/>
                    </a:cubicBezTo>
                    <a:cubicBezTo>
                      <a:pt x="309" y="310"/>
                      <a:pt x="75" y="431"/>
                      <a:pt x="38" y="543"/>
                    </a:cubicBezTo>
                    <a:cubicBezTo>
                      <a:pt x="1" y="580"/>
                      <a:pt x="1" y="627"/>
                      <a:pt x="38" y="627"/>
                    </a:cubicBezTo>
                    <a:cubicBezTo>
                      <a:pt x="38" y="665"/>
                      <a:pt x="75" y="702"/>
                      <a:pt x="159" y="739"/>
                    </a:cubicBezTo>
                    <a:lnTo>
                      <a:pt x="271" y="739"/>
                    </a:lnTo>
                    <a:cubicBezTo>
                      <a:pt x="430" y="739"/>
                      <a:pt x="663" y="665"/>
                      <a:pt x="1046" y="431"/>
                    </a:cubicBezTo>
                    <a:cubicBezTo>
                      <a:pt x="1167" y="347"/>
                      <a:pt x="1205" y="198"/>
                      <a:pt x="1167" y="114"/>
                    </a:cubicBezTo>
                    <a:cubicBezTo>
                      <a:pt x="1119" y="41"/>
                      <a:pt x="1052" y="0"/>
                      <a:pt x="990"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0" name="Google Shape;3470;p58"/>
              <p:cNvSpPr/>
              <p:nvPr/>
            </p:nvSpPr>
            <p:spPr>
              <a:xfrm>
                <a:off x="-749732" y="2456101"/>
                <a:ext cx="103404" cy="58382"/>
              </a:xfrm>
              <a:custGeom>
                <a:avLst/>
                <a:gdLst/>
                <a:ahLst/>
                <a:cxnLst/>
                <a:rect l="l" t="t" r="r" b="b"/>
                <a:pathLst>
                  <a:path w="1401" h="791" extrusionOk="0">
                    <a:moveTo>
                      <a:pt x="1198" y="0"/>
                    </a:moveTo>
                    <a:cubicBezTo>
                      <a:pt x="1175" y="0"/>
                      <a:pt x="1152" y="5"/>
                      <a:pt x="1130" y="16"/>
                    </a:cubicBezTo>
                    <a:cubicBezTo>
                      <a:pt x="738" y="286"/>
                      <a:pt x="1" y="641"/>
                      <a:pt x="122" y="753"/>
                    </a:cubicBezTo>
                    <a:cubicBezTo>
                      <a:pt x="146" y="779"/>
                      <a:pt x="184" y="790"/>
                      <a:pt x="232" y="790"/>
                    </a:cubicBezTo>
                    <a:cubicBezTo>
                      <a:pt x="478" y="790"/>
                      <a:pt x="992" y="490"/>
                      <a:pt x="1289" y="333"/>
                    </a:cubicBezTo>
                    <a:cubicBezTo>
                      <a:pt x="1401" y="286"/>
                      <a:pt x="1401" y="174"/>
                      <a:pt x="1363" y="100"/>
                    </a:cubicBezTo>
                    <a:lnTo>
                      <a:pt x="1363" y="53"/>
                    </a:lnTo>
                    <a:cubicBezTo>
                      <a:pt x="1311" y="27"/>
                      <a:pt x="1253" y="0"/>
                      <a:pt x="1198"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1" name="Google Shape;3471;p58"/>
              <p:cNvSpPr/>
              <p:nvPr/>
            </p:nvSpPr>
            <p:spPr>
              <a:xfrm>
                <a:off x="-744196" y="2453370"/>
                <a:ext cx="100673" cy="64582"/>
              </a:xfrm>
              <a:custGeom>
                <a:avLst/>
                <a:gdLst/>
                <a:ahLst/>
                <a:cxnLst/>
                <a:rect l="l" t="t" r="r" b="b"/>
                <a:pathLst>
                  <a:path w="1364" h="875" extrusionOk="0">
                    <a:moveTo>
                      <a:pt x="1130" y="53"/>
                    </a:moveTo>
                    <a:cubicBezTo>
                      <a:pt x="1167" y="53"/>
                      <a:pt x="1214" y="90"/>
                      <a:pt x="1251" y="137"/>
                    </a:cubicBezTo>
                    <a:cubicBezTo>
                      <a:pt x="1288" y="174"/>
                      <a:pt x="1288" y="211"/>
                      <a:pt x="1288" y="249"/>
                    </a:cubicBezTo>
                    <a:cubicBezTo>
                      <a:pt x="1251" y="286"/>
                      <a:pt x="1251" y="323"/>
                      <a:pt x="1214" y="323"/>
                    </a:cubicBezTo>
                    <a:lnTo>
                      <a:pt x="1130" y="370"/>
                    </a:lnTo>
                    <a:cubicBezTo>
                      <a:pt x="876" y="524"/>
                      <a:pt x="405" y="793"/>
                      <a:pt x="186" y="793"/>
                    </a:cubicBezTo>
                    <a:cubicBezTo>
                      <a:pt x="139" y="793"/>
                      <a:pt x="104" y="781"/>
                      <a:pt x="84" y="753"/>
                    </a:cubicBezTo>
                    <a:cubicBezTo>
                      <a:pt x="84" y="678"/>
                      <a:pt x="430" y="445"/>
                      <a:pt x="700" y="286"/>
                    </a:cubicBezTo>
                    <a:cubicBezTo>
                      <a:pt x="859" y="211"/>
                      <a:pt x="980" y="137"/>
                      <a:pt x="1055" y="90"/>
                    </a:cubicBezTo>
                    <a:cubicBezTo>
                      <a:pt x="1092" y="53"/>
                      <a:pt x="1130" y="53"/>
                      <a:pt x="1130" y="53"/>
                    </a:cubicBezTo>
                    <a:close/>
                    <a:moveTo>
                      <a:pt x="1123" y="1"/>
                    </a:moveTo>
                    <a:cubicBezTo>
                      <a:pt x="1098" y="1"/>
                      <a:pt x="1075" y="5"/>
                      <a:pt x="1055" y="15"/>
                    </a:cubicBezTo>
                    <a:cubicBezTo>
                      <a:pt x="934" y="90"/>
                      <a:pt x="822" y="174"/>
                      <a:pt x="700" y="249"/>
                    </a:cubicBezTo>
                    <a:cubicBezTo>
                      <a:pt x="280" y="482"/>
                      <a:pt x="0" y="641"/>
                      <a:pt x="0" y="753"/>
                    </a:cubicBezTo>
                    <a:cubicBezTo>
                      <a:pt x="0" y="753"/>
                      <a:pt x="0" y="790"/>
                      <a:pt x="47" y="790"/>
                    </a:cubicBezTo>
                    <a:cubicBezTo>
                      <a:pt x="84" y="837"/>
                      <a:pt x="122" y="874"/>
                      <a:pt x="159" y="874"/>
                    </a:cubicBezTo>
                    <a:cubicBezTo>
                      <a:pt x="392" y="874"/>
                      <a:pt x="747" y="641"/>
                      <a:pt x="1167" y="445"/>
                    </a:cubicBezTo>
                    <a:lnTo>
                      <a:pt x="1251" y="370"/>
                    </a:lnTo>
                    <a:cubicBezTo>
                      <a:pt x="1288" y="370"/>
                      <a:pt x="1326" y="323"/>
                      <a:pt x="1326" y="249"/>
                    </a:cubicBezTo>
                    <a:cubicBezTo>
                      <a:pt x="1363" y="211"/>
                      <a:pt x="1326" y="137"/>
                      <a:pt x="1288" y="90"/>
                    </a:cubicBezTo>
                    <a:cubicBezTo>
                      <a:pt x="1261" y="35"/>
                      <a:pt x="1189" y="1"/>
                      <a:pt x="1123"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2" name="Google Shape;3472;p58"/>
              <p:cNvSpPr/>
              <p:nvPr/>
            </p:nvSpPr>
            <p:spPr>
              <a:xfrm>
                <a:off x="-775196" y="2419935"/>
                <a:ext cx="123406" cy="75062"/>
              </a:xfrm>
              <a:custGeom>
                <a:avLst/>
                <a:gdLst/>
                <a:ahLst/>
                <a:cxnLst/>
                <a:rect l="l" t="t" r="r" b="b"/>
                <a:pathLst>
                  <a:path w="1672" h="1017" extrusionOk="0">
                    <a:moveTo>
                      <a:pt x="1423" y="1"/>
                    </a:moveTo>
                    <a:cubicBezTo>
                      <a:pt x="1383" y="1"/>
                      <a:pt x="1346" y="13"/>
                      <a:pt x="1316" y="39"/>
                    </a:cubicBezTo>
                    <a:cubicBezTo>
                      <a:pt x="775" y="356"/>
                      <a:pt x="0" y="739"/>
                      <a:pt x="112" y="972"/>
                    </a:cubicBezTo>
                    <a:cubicBezTo>
                      <a:pt x="131" y="1003"/>
                      <a:pt x="168" y="1017"/>
                      <a:pt x="217" y="1017"/>
                    </a:cubicBezTo>
                    <a:cubicBezTo>
                      <a:pt x="481" y="1017"/>
                      <a:pt x="1125" y="628"/>
                      <a:pt x="1550" y="431"/>
                    </a:cubicBezTo>
                    <a:cubicBezTo>
                      <a:pt x="1634" y="394"/>
                      <a:pt x="1671" y="235"/>
                      <a:pt x="1634" y="123"/>
                    </a:cubicBezTo>
                    <a:cubicBezTo>
                      <a:pt x="1579" y="44"/>
                      <a:pt x="1497" y="1"/>
                      <a:pt x="1423"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3" name="Google Shape;3473;p58"/>
              <p:cNvSpPr/>
              <p:nvPr/>
            </p:nvSpPr>
            <p:spPr>
              <a:xfrm>
                <a:off x="-775196" y="2417278"/>
                <a:ext cx="126137" cy="80672"/>
              </a:xfrm>
              <a:custGeom>
                <a:avLst/>
                <a:gdLst/>
                <a:ahLst/>
                <a:cxnLst/>
                <a:rect l="l" t="t" r="r" b="b"/>
                <a:pathLst>
                  <a:path w="1709" h="1093" extrusionOk="0">
                    <a:moveTo>
                      <a:pt x="1396" y="47"/>
                    </a:moveTo>
                    <a:cubicBezTo>
                      <a:pt x="1426" y="47"/>
                      <a:pt x="1456" y="56"/>
                      <a:pt x="1475" y="75"/>
                    </a:cubicBezTo>
                    <a:cubicBezTo>
                      <a:pt x="1512" y="75"/>
                      <a:pt x="1587" y="112"/>
                      <a:pt x="1587" y="159"/>
                    </a:cubicBezTo>
                    <a:cubicBezTo>
                      <a:pt x="1671" y="271"/>
                      <a:pt x="1634" y="392"/>
                      <a:pt x="1512" y="430"/>
                    </a:cubicBezTo>
                    <a:cubicBezTo>
                      <a:pt x="1400" y="504"/>
                      <a:pt x="1279" y="542"/>
                      <a:pt x="1167" y="626"/>
                    </a:cubicBezTo>
                    <a:cubicBezTo>
                      <a:pt x="835" y="784"/>
                      <a:pt x="396" y="1035"/>
                      <a:pt x="219" y="1035"/>
                    </a:cubicBezTo>
                    <a:cubicBezTo>
                      <a:pt x="186" y="1035"/>
                      <a:pt x="163" y="1027"/>
                      <a:pt x="150" y="1008"/>
                    </a:cubicBezTo>
                    <a:cubicBezTo>
                      <a:pt x="75" y="859"/>
                      <a:pt x="542" y="579"/>
                      <a:pt x="934" y="308"/>
                    </a:cubicBezTo>
                    <a:cubicBezTo>
                      <a:pt x="1046" y="234"/>
                      <a:pt x="1204" y="159"/>
                      <a:pt x="1316" y="75"/>
                    </a:cubicBezTo>
                    <a:cubicBezTo>
                      <a:pt x="1335" y="56"/>
                      <a:pt x="1365" y="47"/>
                      <a:pt x="1396" y="47"/>
                    </a:cubicBezTo>
                    <a:close/>
                    <a:moveTo>
                      <a:pt x="1475" y="0"/>
                    </a:moveTo>
                    <a:cubicBezTo>
                      <a:pt x="1438" y="0"/>
                      <a:pt x="1354" y="0"/>
                      <a:pt x="1279" y="38"/>
                    </a:cubicBezTo>
                    <a:cubicBezTo>
                      <a:pt x="1167" y="112"/>
                      <a:pt x="1046" y="196"/>
                      <a:pt x="887" y="271"/>
                    </a:cubicBezTo>
                    <a:cubicBezTo>
                      <a:pt x="420" y="579"/>
                      <a:pt x="0" y="812"/>
                      <a:pt x="112" y="1008"/>
                    </a:cubicBezTo>
                    <a:cubicBezTo>
                      <a:pt x="112" y="1046"/>
                      <a:pt x="150" y="1092"/>
                      <a:pt x="234" y="1092"/>
                    </a:cubicBezTo>
                    <a:cubicBezTo>
                      <a:pt x="383" y="1092"/>
                      <a:pt x="738" y="934"/>
                      <a:pt x="1167" y="700"/>
                    </a:cubicBezTo>
                    <a:cubicBezTo>
                      <a:pt x="1316" y="626"/>
                      <a:pt x="1438" y="542"/>
                      <a:pt x="1550" y="504"/>
                    </a:cubicBezTo>
                    <a:cubicBezTo>
                      <a:pt x="1671" y="430"/>
                      <a:pt x="1708" y="271"/>
                      <a:pt x="1671" y="159"/>
                    </a:cubicBezTo>
                    <a:cubicBezTo>
                      <a:pt x="1634" y="75"/>
                      <a:pt x="1550" y="38"/>
                      <a:pt x="1475"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4" name="Google Shape;3474;p58"/>
              <p:cNvSpPr/>
              <p:nvPr/>
            </p:nvSpPr>
            <p:spPr>
              <a:xfrm>
                <a:off x="-761394" y="2369082"/>
                <a:ext cx="129532" cy="84805"/>
              </a:xfrm>
              <a:custGeom>
                <a:avLst/>
                <a:gdLst/>
                <a:ahLst/>
                <a:cxnLst/>
                <a:rect l="l" t="t" r="r" b="b"/>
                <a:pathLst>
                  <a:path w="1755" h="1149" extrusionOk="0">
                    <a:moveTo>
                      <a:pt x="1700" y="1"/>
                    </a:moveTo>
                    <a:cubicBezTo>
                      <a:pt x="1482" y="1"/>
                      <a:pt x="678" y="417"/>
                      <a:pt x="196" y="653"/>
                    </a:cubicBezTo>
                    <a:cubicBezTo>
                      <a:pt x="0" y="728"/>
                      <a:pt x="0" y="999"/>
                      <a:pt x="159" y="1083"/>
                    </a:cubicBezTo>
                    <a:lnTo>
                      <a:pt x="159" y="1120"/>
                    </a:lnTo>
                    <a:cubicBezTo>
                      <a:pt x="196" y="1139"/>
                      <a:pt x="245" y="1148"/>
                      <a:pt x="299" y="1148"/>
                    </a:cubicBezTo>
                    <a:cubicBezTo>
                      <a:pt x="352" y="1148"/>
                      <a:pt x="411" y="1139"/>
                      <a:pt x="467" y="1120"/>
                    </a:cubicBezTo>
                    <a:cubicBezTo>
                      <a:pt x="821" y="849"/>
                      <a:pt x="1755" y="187"/>
                      <a:pt x="1755" y="28"/>
                    </a:cubicBezTo>
                    <a:cubicBezTo>
                      <a:pt x="1750" y="9"/>
                      <a:pt x="1731" y="1"/>
                      <a:pt x="1700"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5" name="Google Shape;3475;p58"/>
              <p:cNvSpPr/>
              <p:nvPr/>
            </p:nvSpPr>
            <p:spPr>
              <a:xfrm>
                <a:off x="-761394" y="2368049"/>
                <a:ext cx="132337" cy="89233"/>
              </a:xfrm>
              <a:custGeom>
                <a:avLst/>
                <a:gdLst/>
                <a:ahLst/>
                <a:cxnLst/>
                <a:rect l="l" t="t" r="r" b="b"/>
                <a:pathLst>
                  <a:path w="1793" h="1209" extrusionOk="0">
                    <a:moveTo>
                      <a:pt x="1717" y="42"/>
                    </a:moveTo>
                    <a:cubicBezTo>
                      <a:pt x="1717" y="126"/>
                      <a:pt x="1325" y="471"/>
                      <a:pt x="429" y="1097"/>
                    </a:cubicBezTo>
                    <a:cubicBezTo>
                      <a:pt x="392" y="1115"/>
                      <a:pt x="343" y="1125"/>
                      <a:pt x="294" y="1125"/>
                    </a:cubicBezTo>
                    <a:cubicBezTo>
                      <a:pt x="245" y="1125"/>
                      <a:pt x="196" y="1115"/>
                      <a:pt x="159" y="1097"/>
                    </a:cubicBezTo>
                    <a:cubicBezTo>
                      <a:pt x="121" y="1059"/>
                      <a:pt x="84" y="975"/>
                      <a:pt x="84" y="901"/>
                    </a:cubicBezTo>
                    <a:cubicBezTo>
                      <a:pt x="84" y="826"/>
                      <a:pt x="121" y="742"/>
                      <a:pt x="196" y="705"/>
                    </a:cubicBezTo>
                    <a:cubicBezTo>
                      <a:pt x="1325" y="126"/>
                      <a:pt x="1633" y="42"/>
                      <a:pt x="1717" y="42"/>
                    </a:cubicBezTo>
                    <a:close/>
                    <a:moveTo>
                      <a:pt x="1718" y="0"/>
                    </a:moveTo>
                    <a:cubicBezTo>
                      <a:pt x="1545" y="0"/>
                      <a:pt x="1018" y="200"/>
                      <a:pt x="159" y="630"/>
                    </a:cubicBezTo>
                    <a:cubicBezTo>
                      <a:pt x="84" y="705"/>
                      <a:pt x="0" y="779"/>
                      <a:pt x="0" y="863"/>
                    </a:cubicBezTo>
                    <a:cubicBezTo>
                      <a:pt x="0" y="975"/>
                      <a:pt x="47" y="1097"/>
                      <a:pt x="121" y="1134"/>
                    </a:cubicBezTo>
                    <a:cubicBezTo>
                      <a:pt x="196" y="1171"/>
                      <a:pt x="233" y="1209"/>
                      <a:pt x="317" y="1209"/>
                    </a:cubicBezTo>
                    <a:cubicBezTo>
                      <a:pt x="355" y="1209"/>
                      <a:pt x="429" y="1171"/>
                      <a:pt x="467" y="1134"/>
                    </a:cubicBezTo>
                    <a:cubicBezTo>
                      <a:pt x="1363" y="546"/>
                      <a:pt x="1792" y="163"/>
                      <a:pt x="1792" y="42"/>
                    </a:cubicBezTo>
                    <a:lnTo>
                      <a:pt x="1755" y="5"/>
                    </a:lnTo>
                    <a:cubicBezTo>
                      <a:pt x="1745" y="2"/>
                      <a:pt x="1733" y="0"/>
                      <a:pt x="1718"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6" name="Google Shape;3476;p58"/>
              <p:cNvSpPr/>
              <p:nvPr/>
            </p:nvSpPr>
            <p:spPr>
              <a:xfrm>
                <a:off x="-950857" y="2484074"/>
                <a:ext cx="129532" cy="119051"/>
              </a:xfrm>
              <a:custGeom>
                <a:avLst/>
                <a:gdLst/>
                <a:ahLst/>
                <a:cxnLst/>
                <a:rect l="l" t="t" r="r" b="b"/>
                <a:pathLst>
                  <a:path w="1755" h="1613" extrusionOk="0">
                    <a:moveTo>
                      <a:pt x="902" y="0"/>
                    </a:moveTo>
                    <a:cubicBezTo>
                      <a:pt x="836" y="0"/>
                      <a:pt x="768" y="10"/>
                      <a:pt x="700" y="29"/>
                    </a:cubicBezTo>
                    <a:cubicBezTo>
                      <a:pt x="280" y="141"/>
                      <a:pt x="0" y="570"/>
                      <a:pt x="84" y="1000"/>
                    </a:cubicBezTo>
                    <a:cubicBezTo>
                      <a:pt x="179" y="1363"/>
                      <a:pt x="501" y="1613"/>
                      <a:pt x="859" y="1613"/>
                    </a:cubicBezTo>
                    <a:cubicBezTo>
                      <a:pt x="923" y="1613"/>
                      <a:pt x="989" y="1605"/>
                      <a:pt x="1055" y="1588"/>
                    </a:cubicBezTo>
                    <a:cubicBezTo>
                      <a:pt x="1484" y="1504"/>
                      <a:pt x="1755" y="1074"/>
                      <a:pt x="1634" y="654"/>
                    </a:cubicBezTo>
                    <a:cubicBezTo>
                      <a:pt x="1571" y="261"/>
                      <a:pt x="1256" y="0"/>
                      <a:pt x="902"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7" name="Google Shape;3477;p58"/>
              <p:cNvSpPr/>
              <p:nvPr/>
            </p:nvSpPr>
            <p:spPr>
              <a:xfrm>
                <a:off x="-899192" y="2411743"/>
                <a:ext cx="227401" cy="189538"/>
              </a:xfrm>
              <a:custGeom>
                <a:avLst/>
                <a:gdLst/>
                <a:ahLst/>
                <a:cxnLst/>
                <a:rect l="l" t="t" r="r" b="b"/>
                <a:pathLst>
                  <a:path w="3081" h="2568" extrusionOk="0">
                    <a:moveTo>
                      <a:pt x="2063" y="1"/>
                    </a:moveTo>
                    <a:cubicBezTo>
                      <a:pt x="2026" y="38"/>
                      <a:pt x="1988" y="75"/>
                      <a:pt x="1951" y="113"/>
                    </a:cubicBezTo>
                    <a:cubicBezTo>
                      <a:pt x="1400" y="617"/>
                      <a:pt x="700" y="850"/>
                      <a:pt x="0" y="1009"/>
                    </a:cubicBezTo>
                    <a:lnTo>
                      <a:pt x="355" y="2568"/>
                    </a:lnTo>
                    <a:cubicBezTo>
                      <a:pt x="1167" y="2372"/>
                      <a:pt x="2567" y="2213"/>
                      <a:pt x="3080" y="1475"/>
                    </a:cubicBezTo>
                    <a:lnTo>
                      <a:pt x="3080" y="1438"/>
                    </a:lnTo>
                    <a:cubicBezTo>
                      <a:pt x="3080" y="1242"/>
                      <a:pt x="2996" y="1009"/>
                      <a:pt x="2922" y="813"/>
                    </a:cubicBezTo>
                    <a:cubicBezTo>
                      <a:pt x="2651" y="271"/>
                      <a:pt x="2492" y="234"/>
                      <a:pt x="2063"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78" name="Google Shape;3478;p58"/>
              <p:cNvSpPr/>
              <p:nvPr/>
            </p:nvSpPr>
            <p:spPr>
              <a:xfrm>
                <a:off x="-886792" y="2390782"/>
                <a:ext cx="151601" cy="135437"/>
              </a:xfrm>
              <a:custGeom>
                <a:avLst/>
                <a:gdLst/>
                <a:ahLst/>
                <a:cxnLst/>
                <a:rect l="l" t="t" r="r" b="b"/>
                <a:pathLst>
                  <a:path w="2054" h="1835" extrusionOk="0">
                    <a:moveTo>
                      <a:pt x="1699" y="1"/>
                    </a:moveTo>
                    <a:cubicBezTo>
                      <a:pt x="1228" y="1"/>
                      <a:pt x="0" y="1007"/>
                      <a:pt x="262" y="1638"/>
                    </a:cubicBezTo>
                    <a:cubicBezTo>
                      <a:pt x="299" y="1759"/>
                      <a:pt x="420" y="1834"/>
                      <a:pt x="495" y="1834"/>
                    </a:cubicBezTo>
                    <a:cubicBezTo>
                      <a:pt x="532" y="1601"/>
                      <a:pt x="850" y="1293"/>
                      <a:pt x="1195" y="1022"/>
                    </a:cubicBezTo>
                    <a:cubicBezTo>
                      <a:pt x="1391" y="826"/>
                      <a:pt x="1587" y="705"/>
                      <a:pt x="1820" y="593"/>
                    </a:cubicBezTo>
                    <a:cubicBezTo>
                      <a:pt x="2054" y="434"/>
                      <a:pt x="2016" y="89"/>
                      <a:pt x="1746" y="5"/>
                    </a:cubicBezTo>
                    <a:cubicBezTo>
                      <a:pt x="1731" y="2"/>
                      <a:pt x="1716" y="1"/>
                      <a:pt x="1699"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79" name="Google Shape;3479;p58"/>
            <p:cNvSpPr/>
            <p:nvPr/>
          </p:nvSpPr>
          <p:spPr>
            <a:xfrm>
              <a:off x="321499" y="2792057"/>
              <a:ext cx="241526" cy="412988"/>
            </a:xfrm>
            <a:custGeom>
              <a:avLst/>
              <a:gdLst/>
              <a:ahLst/>
              <a:cxnLst/>
              <a:rect l="l" t="t" r="r" b="b"/>
              <a:pathLst>
                <a:path w="6143" h="10504" extrusionOk="0">
                  <a:moveTo>
                    <a:pt x="4271" y="0"/>
                  </a:moveTo>
                  <a:cubicBezTo>
                    <a:pt x="3817" y="0"/>
                    <a:pt x="3370" y="243"/>
                    <a:pt x="3109" y="659"/>
                  </a:cubicBezTo>
                  <a:cubicBezTo>
                    <a:pt x="1" y="5438"/>
                    <a:pt x="701" y="8826"/>
                    <a:pt x="701" y="8826"/>
                  </a:cubicBezTo>
                  <a:cubicBezTo>
                    <a:pt x="860" y="10376"/>
                    <a:pt x="1709" y="10422"/>
                    <a:pt x="1709" y="10422"/>
                  </a:cubicBezTo>
                  <a:cubicBezTo>
                    <a:pt x="1952" y="10478"/>
                    <a:pt x="2196" y="10504"/>
                    <a:pt x="2438" y="10504"/>
                  </a:cubicBezTo>
                  <a:cubicBezTo>
                    <a:pt x="3857" y="10504"/>
                    <a:pt x="5218" y="9629"/>
                    <a:pt x="6143" y="8864"/>
                  </a:cubicBezTo>
                  <a:cubicBezTo>
                    <a:pt x="6105" y="8705"/>
                    <a:pt x="6068" y="8556"/>
                    <a:pt x="6031" y="8360"/>
                  </a:cubicBezTo>
                  <a:cubicBezTo>
                    <a:pt x="5872" y="7809"/>
                    <a:pt x="5760" y="7267"/>
                    <a:pt x="5676" y="6689"/>
                  </a:cubicBezTo>
                  <a:lnTo>
                    <a:pt x="3893" y="7193"/>
                  </a:lnTo>
                  <a:cubicBezTo>
                    <a:pt x="5331" y="4701"/>
                    <a:pt x="5676" y="3422"/>
                    <a:pt x="5797" y="2367"/>
                  </a:cubicBezTo>
                  <a:cubicBezTo>
                    <a:pt x="5835" y="2255"/>
                    <a:pt x="5835" y="2096"/>
                    <a:pt x="5872" y="1975"/>
                  </a:cubicBezTo>
                  <a:cubicBezTo>
                    <a:pt x="5909" y="1004"/>
                    <a:pt x="5443" y="463"/>
                    <a:pt x="4939" y="192"/>
                  </a:cubicBezTo>
                  <a:cubicBezTo>
                    <a:pt x="4729" y="61"/>
                    <a:pt x="4500" y="0"/>
                    <a:pt x="4271"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0" name="Google Shape;3480;p58"/>
            <p:cNvSpPr/>
            <p:nvPr/>
          </p:nvSpPr>
          <p:spPr>
            <a:xfrm>
              <a:off x="491074" y="2966193"/>
              <a:ext cx="52135" cy="105370"/>
            </a:xfrm>
            <a:custGeom>
              <a:avLst/>
              <a:gdLst/>
              <a:ahLst/>
              <a:cxnLst/>
              <a:rect l="l" t="t" r="r" b="b"/>
              <a:pathLst>
                <a:path w="1326" h="2680" extrusionOk="0">
                  <a:moveTo>
                    <a:pt x="822" y="1"/>
                  </a:moveTo>
                  <a:cubicBezTo>
                    <a:pt x="784" y="76"/>
                    <a:pt x="0" y="1672"/>
                    <a:pt x="47" y="2446"/>
                  </a:cubicBezTo>
                  <a:cubicBezTo>
                    <a:pt x="47" y="2493"/>
                    <a:pt x="84" y="2568"/>
                    <a:pt x="121" y="2605"/>
                  </a:cubicBezTo>
                  <a:cubicBezTo>
                    <a:pt x="196" y="2642"/>
                    <a:pt x="317" y="2680"/>
                    <a:pt x="429" y="2680"/>
                  </a:cubicBezTo>
                  <a:cubicBezTo>
                    <a:pt x="784" y="2680"/>
                    <a:pt x="1251" y="2530"/>
                    <a:pt x="1326" y="2530"/>
                  </a:cubicBezTo>
                  <a:lnTo>
                    <a:pt x="1288" y="2409"/>
                  </a:lnTo>
                  <a:cubicBezTo>
                    <a:pt x="1127" y="2467"/>
                    <a:pt x="741" y="2557"/>
                    <a:pt x="467" y="2557"/>
                  </a:cubicBezTo>
                  <a:cubicBezTo>
                    <a:pt x="345" y="2557"/>
                    <a:pt x="245" y="2539"/>
                    <a:pt x="196" y="2493"/>
                  </a:cubicBezTo>
                  <a:cubicBezTo>
                    <a:pt x="159" y="2493"/>
                    <a:pt x="159" y="2446"/>
                    <a:pt x="159" y="2446"/>
                  </a:cubicBezTo>
                  <a:cubicBezTo>
                    <a:pt x="121" y="1672"/>
                    <a:pt x="896" y="76"/>
                    <a:pt x="896" y="38"/>
                  </a:cubicBezTo>
                  <a:lnTo>
                    <a:pt x="822" y="1"/>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1" name="Google Shape;3481;p58"/>
            <p:cNvSpPr/>
            <p:nvPr/>
          </p:nvSpPr>
          <p:spPr>
            <a:xfrm>
              <a:off x="353424" y="3877449"/>
              <a:ext cx="171423" cy="12503"/>
            </a:xfrm>
            <a:custGeom>
              <a:avLst/>
              <a:gdLst/>
              <a:ahLst/>
              <a:cxnLst/>
              <a:rect l="l" t="t" r="r" b="b"/>
              <a:pathLst>
                <a:path w="4360" h="318" extrusionOk="0">
                  <a:moveTo>
                    <a:pt x="4248" y="0"/>
                  </a:moveTo>
                  <a:lnTo>
                    <a:pt x="122" y="84"/>
                  </a:lnTo>
                  <a:cubicBezTo>
                    <a:pt x="48" y="84"/>
                    <a:pt x="1" y="121"/>
                    <a:pt x="1" y="196"/>
                  </a:cubicBezTo>
                  <a:cubicBezTo>
                    <a:pt x="1" y="233"/>
                    <a:pt x="48" y="317"/>
                    <a:pt x="122" y="317"/>
                  </a:cubicBezTo>
                  <a:lnTo>
                    <a:pt x="4248" y="233"/>
                  </a:lnTo>
                  <a:cubicBezTo>
                    <a:pt x="4323" y="233"/>
                    <a:pt x="4360" y="196"/>
                    <a:pt x="4360" y="121"/>
                  </a:cubicBezTo>
                  <a:cubicBezTo>
                    <a:pt x="4360" y="84"/>
                    <a:pt x="4323" y="0"/>
                    <a:pt x="4248"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482" name="Google Shape;3482;p58"/>
            <p:cNvGrpSpPr/>
            <p:nvPr/>
          </p:nvGrpSpPr>
          <p:grpSpPr>
            <a:xfrm>
              <a:off x="452402" y="2524956"/>
              <a:ext cx="265399" cy="99225"/>
              <a:chOff x="-677972" y="2680204"/>
              <a:chExt cx="321073" cy="120040"/>
            </a:xfrm>
          </p:grpSpPr>
          <p:sp>
            <p:nvSpPr>
              <p:cNvPr id="3483" name="Google Shape;3483;p58"/>
              <p:cNvSpPr/>
              <p:nvPr/>
            </p:nvSpPr>
            <p:spPr>
              <a:xfrm>
                <a:off x="-599658" y="2685826"/>
                <a:ext cx="116482" cy="114418"/>
              </a:xfrm>
              <a:custGeom>
                <a:avLst/>
                <a:gdLst/>
                <a:ahLst/>
                <a:cxnLst/>
                <a:rect l="l" t="t" r="r" b="b"/>
                <a:pathLst>
                  <a:path w="2652" h="2605" extrusionOk="0">
                    <a:moveTo>
                      <a:pt x="1326" y="159"/>
                    </a:moveTo>
                    <a:cubicBezTo>
                      <a:pt x="1905" y="159"/>
                      <a:pt x="2418" y="626"/>
                      <a:pt x="2455" y="1242"/>
                    </a:cubicBezTo>
                    <a:cubicBezTo>
                      <a:pt x="2493" y="1867"/>
                      <a:pt x="1989" y="2409"/>
                      <a:pt x="1363" y="2446"/>
                    </a:cubicBezTo>
                    <a:cubicBezTo>
                      <a:pt x="1337" y="2448"/>
                      <a:pt x="1311" y="2449"/>
                      <a:pt x="1284" y="2449"/>
                    </a:cubicBezTo>
                    <a:cubicBezTo>
                      <a:pt x="693" y="2449"/>
                      <a:pt x="197" y="1953"/>
                      <a:pt x="197" y="1363"/>
                    </a:cubicBezTo>
                    <a:cubicBezTo>
                      <a:pt x="159" y="1046"/>
                      <a:pt x="271" y="775"/>
                      <a:pt x="467" y="542"/>
                    </a:cubicBezTo>
                    <a:cubicBezTo>
                      <a:pt x="663" y="309"/>
                      <a:pt x="971" y="197"/>
                      <a:pt x="1251" y="159"/>
                    </a:cubicBezTo>
                    <a:close/>
                    <a:moveTo>
                      <a:pt x="1251" y="1"/>
                    </a:moveTo>
                    <a:cubicBezTo>
                      <a:pt x="897" y="38"/>
                      <a:pt x="589" y="197"/>
                      <a:pt x="355" y="430"/>
                    </a:cubicBezTo>
                    <a:cubicBezTo>
                      <a:pt x="122" y="701"/>
                      <a:pt x="1" y="1009"/>
                      <a:pt x="38" y="1363"/>
                    </a:cubicBezTo>
                    <a:cubicBezTo>
                      <a:pt x="38" y="2063"/>
                      <a:pt x="626" y="2605"/>
                      <a:pt x="1326" y="2605"/>
                    </a:cubicBezTo>
                    <a:lnTo>
                      <a:pt x="1363" y="2605"/>
                    </a:lnTo>
                    <a:cubicBezTo>
                      <a:pt x="2101" y="2567"/>
                      <a:pt x="2651" y="1942"/>
                      <a:pt x="2605" y="1242"/>
                    </a:cubicBezTo>
                    <a:cubicBezTo>
                      <a:pt x="2567" y="542"/>
                      <a:pt x="1989" y="1"/>
                      <a:pt x="1251"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4" name="Google Shape;3484;p58"/>
              <p:cNvSpPr/>
              <p:nvPr/>
            </p:nvSpPr>
            <p:spPr>
              <a:xfrm>
                <a:off x="-457789" y="2680204"/>
                <a:ext cx="100890" cy="113100"/>
              </a:xfrm>
              <a:custGeom>
                <a:avLst/>
                <a:gdLst/>
                <a:ahLst/>
                <a:cxnLst/>
                <a:rect l="l" t="t" r="r" b="b"/>
                <a:pathLst>
                  <a:path w="2297" h="2575" extrusionOk="0">
                    <a:moveTo>
                      <a:pt x="1167" y="129"/>
                    </a:moveTo>
                    <a:cubicBezTo>
                      <a:pt x="1400" y="129"/>
                      <a:pt x="1596" y="203"/>
                      <a:pt x="1755" y="362"/>
                    </a:cubicBezTo>
                    <a:cubicBezTo>
                      <a:pt x="1988" y="595"/>
                      <a:pt x="2138" y="903"/>
                      <a:pt x="2138" y="1221"/>
                    </a:cubicBezTo>
                    <a:cubicBezTo>
                      <a:pt x="2175" y="1837"/>
                      <a:pt x="1755" y="2387"/>
                      <a:pt x="1204" y="2425"/>
                    </a:cubicBezTo>
                    <a:cubicBezTo>
                      <a:pt x="971" y="2425"/>
                      <a:pt x="738" y="2341"/>
                      <a:pt x="542" y="2191"/>
                    </a:cubicBezTo>
                    <a:cubicBezTo>
                      <a:pt x="355" y="1995"/>
                      <a:pt x="196" y="1687"/>
                      <a:pt x="196" y="1333"/>
                    </a:cubicBezTo>
                    <a:cubicBezTo>
                      <a:pt x="159" y="707"/>
                      <a:pt x="588" y="166"/>
                      <a:pt x="1130" y="129"/>
                    </a:cubicBezTo>
                    <a:close/>
                    <a:moveTo>
                      <a:pt x="1227" y="1"/>
                    </a:moveTo>
                    <a:cubicBezTo>
                      <a:pt x="1195" y="1"/>
                      <a:pt x="1163" y="3"/>
                      <a:pt x="1130" y="7"/>
                    </a:cubicBezTo>
                    <a:cubicBezTo>
                      <a:pt x="504" y="7"/>
                      <a:pt x="0" y="633"/>
                      <a:pt x="38" y="1333"/>
                    </a:cubicBezTo>
                    <a:cubicBezTo>
                      <a:pt x="75" y="1725"/>
                      <a:pt x="234" y="2070"/>
                      <a:pt x="467" y="2303"/>
                    </a:cubicBezTo>
                    <a:cubicBezTo>
                      <a:pt x="663" y="2462"/>
                      <a:pt x="896" y="2574"/>
                      <a:pt x="1167" y="2574"/>
                    </a:cubicBezTo>
                    <a:lnTo>
                      <a:pt x="1204" y="2574"/>
                    </a:lnTo>
                    <a:cubicBezTo>
                      <a:pt x="1830" y="2537"/>
                      <a:pt x="2296" y="1921"/>
                      <a:pt x="2296" y="1221"/>
                    </a:cubicBezTo>
                    <a:cubicBezTo>
                      <a:pt x="2259" y="866"/>
                      <a:pt x="2100" y="521"/>
                      <a:pt x="1867" y="287"/>
                    </a:cubicBezTo>
                    <a:cubicBezTo>
                      <a:pt x="1662" y="115"/>
                      <a:pt x="1457" y="1"/>
                      <a:pt x="1227"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5" name="Google Shape;3485;p58"/>
              <p:cNvSpPr/>
              <p:nvPr/>
            </p:nvSpPr>
            <p:spPr>
              <a:xfrm>
                <a:off x="-490204" y="2731637"/>
                <a:ext cx="39398" cy="12474"/>
              </a:xfrm>
              <a:custGeom>
                <a:avLst/>
                <a:gdLst/>
                <a:ahLst/>
                <a:cxnLst/>
                <a:rect l="l" t="t" r="r" b="b"/>
                <a:pathLst>
                  <a:path w="897" h="284" extrusionOk="0">
                    <a:moveTo>
                      <a:pt x="480" y="0"/>
                    </a:moveTo>
                    <a:cubicBezTo>
                      <a:pt x="314" y="0"/>
                      <a:pt x="145" y="40"/>
                      <a:pt x="1" y="124"/>
                    </a:cubicBezTo>
                    <a:lnTo>
                      <a:pt x="75" y="283"/>
                    </a:lnTo>
                    <a:cubicBezTo>
                      <a:pt x="202" y="197"/>
                      <a:pt x="340" y="157"/>
                      <a:pt x="477" y="157"/>
                    </a:cubicBezTo>
                    <a:cubicBezTo>
                      <a:pt x="592" y="157"/>
                      <a:pt x="706" y="185"/>
                      <a:pt x="813" y="236"/>
                    </a:cubicBezTo>
                    <a:lnTo>
                      <a:pt x="897" y="87"/>
                    </a:lnTo>
                    <a:cubicBezTo>
                      <a:pt x="771" y="30"/>
                      <a:pt x="626" y="0"/>
                      <a:pt x="480"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86" name="Google Shape;3486;p58"/>
              <p:cNvSpPr/>
              <p:nvPr/>
            </p:nvSpPr>
            <p:spPr>
              <a:xfrm>
                <a:off x="-677972" y="2718241"/>
                <a:ext cx="85341" cy="11903"/>
              </a:xfrm>
              <a:custGeom>
                <a:avLst/>
                <a:gdLst/>
                <a:ahLst/>
                <a:cxnLst/>
                <a:rect l="l" t="t" r="r" b="b"/>
                <a:pathLst>
                  <a:path w="1943" h="271" extrusionOk="0">
                    <a:moveTo>
                      <a:pt x="1" y="0"/>
                    </a:moveTo>
                    <a:lnTo>
                      <a:pt x="1" y="121"/>
                    </a:lnTo>
                    <a:lnTo>
                      <a:pt x="1942" y="271"/>
                    </a:lnTo>
                    <a:lnTo>
                      <a:pt x="1942" y="121"/>
                    </a:lnTo>
                    <a:lnTo>
                      <a:pt x="1" y="0"/>
                    </a:ln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487" name="Google Shape;3487;p58"/>
          <p:cNvGrpSpPr/>
          <p:nvPr/>
        </p:nvGrpSpPr>
        <p:grpSpPr>
          <a:xfrm>
            <a:off x="8141739" y="1828670"/>
            <a:ext cx="878202" cy="1707719"/>
            <a:chOff x="8141739" y="1828670"/>
            <a:chExt cx="878202" cy="1707719"/>
          </a:xfrm>
        </p:grpSpPr>
        <p:grpSp>
          <p:nvGrpSpPr>
            <p:cNvPr id="3488" name="Google Shape;3488;p58"/>
            <p:cNvGrpSpPr/>
            <p:nvPr/>
          </p:nvGrpSpPr>
          <p:grpSpPr>
            <a:xfrm flipH="1">
              <a:off x="8141754" y="2795685"/>
              <a:ext cx="578293" cy="313351"/>
              <a:chOff x="352925" y="4019200"/>
              <a:chExt cx="290775" cy="157550"/>
            </a:xfrm>
          </p:grpSpPr>
          <p:sp>
            <p:nvSpPr>
              <p:cNvPr id="3489" name="Google Shape;3489;p58"/>
              <p:cNvSpPr/>
              <p:nvPr/>
            </p:nvSpPr>
            <p:spPr>
              <a:xfrm>
                <a:off x="352925" y="4019200"/>
                <a:ext cx="290775" cy="157550"/>
              </a:xfrm>
              <a:custGeom>
                <a:avLst/>
                <a:gdLst/>
                <a:ahLst/>
                <a:cxnLst/>
                <a:rect l="l" t="t" r="r" b="b"/>
                <a:pathLst>
                  <a:path w="11631" h="6302" extrusionOk="0">
                    <a:moveTo>
                      <a:pt x="9138" y="1"/>
                    </a:moveTo>
                    <a:cubicBezTo>
                      <a:pt x="8513" y="1"/>
                      <a:pt x="8046" y="468"/>
                      <a:pt x="8046" y="1093"/>
                    </a:cubicBezTo>
                    <a:lnTo>
                      <a:pt x="8046" y="2185"/>
                    </a:lnTo>
                    <a:cubicBezTo>
                      <a:pt x="7850" y="2101"/>
                      <a:pt x="7663" y="2026"/>
                      <a:pt x="7430" y="2026"/>
                    </a:cubicBezTo>
                    <a:cubicBezTo>
                      <a:pt x="6842" y="2026"/>
                      <a:pt x="6338" y="2493"/>
                      <a:pt x="6338" y="3118"/>
                    </a:cubicBezTo>
                    <a:lnTo>
                      <a:pt x="6338" y="4397"/>
                    </a:lnTo>
                    <a:lnTo>
                      <a:pt x="5983" y="4397"/>
                    </a:lnTo>
                    <a:lnTo>
                      <a:pt x="5983" y="2997"/>
                    </a:lnTo>
                    <a:cubicBezTo>
                      <a:pt x="5983" y="2418"/>
                      <a:pt x="5517" y="1914"/>
                      <a:pt x="4901" y="1914"/>
                    </a:cubicBezTo>
                    <a:cubicBezTo>
                      <a:pt x="4705" y="1914"/>
                      <a:pt x="4509" y="1989"/>
                      <a:pt x="4350" y="2064"/>
                    </a:cubicBezTo>
                    <a:lnTo>
                      <a:pt x="4350" y="1214"/>
                    </a:lnTo>
                    <a:cubicBezTo>
                      <a:pt x="4350" y="626"/>
                      <a:pt x="3846" y="122"/>
                      <a:pt x="3267" y="122"/>
                    </a:cubicBezTo>
                    <a:cubicBezTo>
                      <a:pt x="2642" y="122"/>
                      <a:pt x="2138" y="626"/>
                      <a:pt x="2138" y="1214"/>
                    </a:cubicBezTo>
                    <a:lnTo>
                      <a:pt x="2138" y="1830"/>
                    </a:lnTo>
                    <a:cubicBezTo>
                      <a:pt x="2016" y="1756"/>
                      <a:pt x="1904" y="1756"/>
                      <a:pt x="1746" y="1756"/>
                    </a:cubicBezTo>
                    <a:cubicBezTo>
                      <a:pt x="1167" y="1756"/>
                      <a:pt x="663" y="2222"/>
                      <a:pt x="663" y="2848"/>
                    </a:cubicBezTo>
                    <a:lnTo>
                      <a:pt x="663" y="4435"/>
                    </a:lnTo>
                    <a:cubicBezTo>
                      <a:pt x="271" y="4556"/>
                      <a:pt x="0" y="4901"/>
                      <a:pt x="0" y="5331"/>
                    </a:cubicBezTo>
                    <a:cubicBezTo>
                      <a:pt x="0" y="5881"/>
                      <a:pt x="430" y="6301"/>
                      <a:pt x="934" y="6301"/>
                    </a:cubicBezTo>
                    <a:lnTo>
                      <a:pt x="10650" y="6301"/>
                    </a:lnTo>
                    <a:cubicBezTo>
                      <a:pt x="11201" y="6301"/>
                      <a:pt x="11630" y="5881"/>
                      <a:pt x="11630" y="5331"/>
                    </a:cubicBezTo>
                    <a:cubicBezTo>
                      <a:pt x="11630" y="4985"/>
                      <a:pt x="11434" y="4715"/>
                      <a:pt x="11164" y="4519"/>
                    </a:cubicBezTo>
                    <a:lnTo>
                      <a:pt x="11164" y="3230"/>
                    </a:lnTo>
                    <a:cubicBezTo>
                      <a:pt x="11164" y="2689"/>
                      <a:pt x="10734" y="2260"/>
                      <a:pt x="10230" y="2185"/>
                    </a:cubicBezTo>
                    <a:lnTo>
                      <a:pt x="10230" y="1093"/>
                    </a:lnTo>
                    <a:cubicBezTo>
                      <a:pt x="10230" y="468"/>
                      <a:pt x="9717" y="1"/>
                      <a:pt x="9138" y="1"/>
                    </a:cubicBezTo>
                    <a:close/>
                  </a:path>
                </a:pathLst>
              </a:custGeom>
              <a:solidFill>
                <a:srgbClr val="959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0" name="Google Shape;3490;p58"/>
              <p:cNvSpPr/>
              <p:nvPr/>
            </p:nvSpPr>
            <p:spPr>
              <a:xfrm>
                <a:off x="506475" y="4019200"/>
                <a:ext cx="137225" cy="157550"/>
              </a:xfrm>
              <a:custGeom>
                <a:avLst/>
                <a:gdLst/>
                <a:ahLst/>
                <a:cxnLst/>
                <a:rect l="l" t="t" r="r" b="b"/>
                <a:pathLst>
                  <a:path w="5489" h="6302" extrusionOk="0">
                    <a:moveTo>
                      <a:pt x="2996" y="1"/>
                    </a:moveTo>
                    <a:cubicBezTo>
                      <a:pt x="2371" y="1"/>
                      <a:pt x="1904" y="468"/>
                      <a:pt x="1904" y="1093"/>
                    </a:cubicBezTo>
                    <a:lnTo>
                      <a:pt x="1904" y="2185"/>
                    </a:lnTo>
                    <a:cubicBezTo>
                      <a:pt x="1708" y="2101"/>
                      <a:pt x="1521" y="2026"/>
                      <a:pt x="1288" y="2026"/>
                    </a:cubicBezTo>
                    <a:cubicBezTo>
                      <a:pt x="1092" y="2026"/>
                      <a:pt x="933" y="2064"/>
                      <a:pt x="775" y="2148"/>
                    </a:cubicBezTo>
                    <a:cubicBezTo>
                      <a:pt x="429" y="2334"/>
                      <a:pt x="196" y="2689"/>
                      <a:pt x="196" y="3118"/>
                    </a:cubicBezTo>
                    <a:lnTo>
                      <a:pt x="196" y="4397"/>
                    </a:lnTo>
                    <a:lnTo>
                      <a:pt x="0" y="4397"/>
                    </a:lnTo>
                    <a:lnTo>
                      <a:pt x="0" y="6301"/>
                    </a:lnTo>
                    <a:lnTo>
                      <a:pt x="4508" y="6301"/>
                    </a:lnTo>
                    <a:cubicBezTo>
                      <a:pt x="5059" y="6301"/>
                      <a:pt x="5488" y="5881"/>
                      <a:pt x="5488" y="5331"/>
                    </a:cubicBezTo>
                    <a:cubicBezTo>
                      <a:pt x="5488" y="4985"/>
                      <a:pt x="5292" y="4715"/>
                      <a:pt x="5022" y="4519"/>
                    </a:cubicBezTo>
                    <a:lnTo>
                      <a:pt x="5022" y="3230"/>
                    </a:lnTo>
                    <a:cubicBezTo>
                      <a:pt x="5022" y="2689"/>
                      <a:pt x="4592" y="2260"/>
                      <a:pt x="4088" y="2185"/>
                    </a:cubicBezTo>
                    <a:lnTo>
                      <a:pt x="4088" y="1830"/>
                    </a:lnTo>
                    <a:lnTo>
                      <a:pt x="4088" y="1093"/>
                    </a:lnTo>
                    <a:cubicBezTo>
                      <a:pt x="4088" y="468"/>
                      <a:pt x="3575" y="1"/>
                      <a:pt x="2996" y="1"/>
                    </a:cubicBezTo>
                    <a:close/>
                  </a:path>
                </a:pathLst>
              </a:custGeom>
              <a:solidFill>
                <a:srgbClr val="959B00"/>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491" name="Google Shape;3491;p58"/>
            <p:cNvSpPr/>
            <p:nvPr/>
          </p:nvSpPr>
          <p:spPr>
            <a:xfrm>
              <a:off x="8184462" y="1839647"/>
              <a:ext cx="490399" cy="506955"/>
            </a:xfrm>
            <a:custGeom>
              <a:avLst/>
              <a:gdLst/>
              <a:ahLst/>
              <a:cxnLst/>
              <a:rect l="l" t="t" r="r" b="b"/>
              <a:pathLst>
                <a:path w="12098" h="8406" extrusionOk="0">
                  <a:moveTo>
                    <a:pt x="6891" y="1"/>
                  </a:moveTo>
                  <a:cubicBezTo>
                    <a:pt x="5031" y="1"/>
                    <a:pt x="4029" y="1079"/>
                    <a:pt x="3613" y="1685"/>
                  </a:cubicBezTo>
                  <a:cubicBezTo>
                    <a:pt x="3501" y="1918"/>
                    <a:pt x="3417" y="2105"/>
                    <a:pt x="3343" y="2338"/>
                  </a:cubicBezTo>
                  <a:cubicBezTo>
                    <a:pt x="3231" y="2693"/>
                    <a:pt x="2876" y="3122"/>
                    <a:pt x="2176" y="3318"/>
                  </a:cubicBezTo>
                  <a:cubicBezTo>
                    <a:pt x="1205" y="3626"/>
                    <a:pt x="1" y="5063"/>
                    <a:pt x="972" y="8022"/>
                  </a:cubicBezTo>
                  <a:lnTo>
                    <a:pt x="10847" y="8405"/>
                  </a:lnTo>
                  <a:cubicBezTo>
                    <a:pt x="10847" y="8405"/>
                    <a:pt x="12098" y="4951"/>
                    <a:pt x="10614" y="4055"/>
                  </a:cubicBezTo>
                  <a:cubicBezTo>
                    <a:pt x="9568" y="3430"/>
                    <a:pt x="9764" y="2963"/>
                    <a:pt x="9606" y="2105"/>
                  </a:cubicBezTo>
                  <a:cubicBezTo>
                    <a:pt x="9372" y="826"/>
                    <a:pt x="8084" y="51"/>
                    <a:pt x="7076" y="4"/>
                  </a:cubicBezTo>
                  <a:cubicBezTo>
                    <a:pt x="7013" y="2"/>
                    <a:pt x="6952" y="1"/>
                    <a:pt x="6891"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2" name="Google Shape;3492;p58"/>
            <p:cNvSpPr/>
            <p:nvPr/>
          </p:nvSpPr>
          <p:spPr>
            <a:xfrm>
              <a:off x="8444777" y="2309433"/>
              <a:ext cx="307253" cy="307253"/>
            </a:xfrm>
            <a:prstGeom prst="ellipse">
              <a:avLst/>
            </a:pr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3" name="Google Shape;3493;p58"/>
            <p:cNvSpPr/>
            <p:nvPr/>
          </p:nvSpPr>
          <p:spPr>
            <a:xfrm>
              <a:off x="8327878" y="3317295"/>
              <a:ext cx="107135" cy="182775"/>
            </a:xfrm>
            <a:custGeom>
              <a:avLst/>
              <a:gdLst/>
              <a:ahLst/>
              <a:cxnLst/>
              <a:rect l="l" t="t" r="r" b="b"/>
              <a:pathLst>
                <a:path w="2643" h="4509" extrusionOk="0">
                  <a:moveTo>
                    <a:pt x="2409" y="0"/>
                  </a:moveTo>
                  <a:lnTo>
                    <a:pt x="1" y="234"/>
                  </a:lnTo>
                  <a:lnTo>
                    <a:pt x="113" y="3613"/>
                  </a:lnTo>
                  <a:lnTo>
                    <a:pt x="579" y="4434"/>
                  </a:lnTo>
                  <a:lnTo>
                    <a:pt x="2334" y="4509"/>
                  </a:lnTo>
                  <a:lnTo>
                    <a:pt x="2642" y="3687"/>
                  </a:lnTo>
                  <a:cubicBezTo>
                    <a:pt x="2371" y="3575"/>
                    <a:pt x="2409" y="1"/>
                    <a:pt x="2409" y="0"/>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4" name="Google Shape;3494;p58"/>
            <p:cNvSpPr/>
            <p:nvPr/>
          </p:nvSpPr>
          <p:spPr>
            <a:xfrm>
              <a:off x="8329378" y="3457223"/>
              <a:ext cx="220635" cy="79166"/>
            </a:xfrm>
            <a:custGeom>
              <a:avLst/>
              <a:gdLst/>
              <a:ahLst/>
              <a:cxnLst/>
              <a:rect l="l" t="t" r="r" b="b"/>
              <a:pathLst>
                <a:path w="5443" h="1953" extrusionOk="0">
                  <a:moveTo>
                    <a:pt x="50" y="1"/>
                  </a:moveTo>
                  <a:cubicBezTo>
                    <a:pt x="17" y="1"/>
                    <a:pt x="1" y="2"/>
                    <a:pt x="1" y="2"/>
                  </a:cubicBezTo>
                  <a:lnTo>
                    <a:pt x="76" y="1915"/>
                  </a:lnTo>
                  <a:lnTo>
                    <a:pt x="5405" y="1953"/>
                  </a:lnTo>
                  <a:cubicBezTo>
                    <a:pt x="5443" y="1757"/>
                    <a:pt x="5331" y="1290"/>
                    <a:pt x="5172" y="1169"/>
                  </a:cubicBezTo>
                  <a:lnTo>
                    <a:pt x="2530" y="198"/>
                  </a:lnTo>
                  <a:cubicBezTo>
                    <a:pt x="2530" y="198"/>
                    <a:pt x="2398" y="399"/>
                    <a:pt x="2051" y="399"/>
                  </a:cubicBezTo>
                  <a:cubicBezTo>
                    <a:pt x="1936" y="399"/>
                    <a:pt x="1798" y="377"/>
                    <a:pt x="1634" y="319"/>
                  </a:cubicBezTo>
                  <a:cubicBezTo>
                    <a:pt x="732" y="26"/>
                    <a:pt x="206" y="1"/>
                    <a:pt x="50"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5" name="Google Shape;3495;p58"/>
            <p:cNvSpPr/>
            <p:nvPr/>
          </p:nvSpPr>
          <p:spPr>
            <a:xfrm>
              <a:off x="8330918" y="3507974"/>
              <a:ext cx="219094" cy="28415"/>
            </a:xfrm>
            <a:custGeom>
              <a:avLst/>
              <a:gdLst/>
              <a:ahLst/>
              <a:cxnLst/>
              <a:rect l="l" t="t" r="r" b="b"/>
              <a:pathLst>
                <a:path w="5405" h="701" extrusionOk="0">
                  <a:moveTo>
                    <a:pt x="0" y="1"/>
                  </a:moveTo>
                  <a:lnTo>
                    <a:pt x="38" y="663"/>
                  </a:lnTo>
                  <a:lnTo>
                    <a:pt x="5367" y="701"/>
                  </a:lnTo>
                  <a:cubicBezTo>
                    <a:pt x="5405" y="505"/>
                    <a:pt x="5330" y="113"/>
                    <a:pt x="5171" y="1"/>
                  </a:cubicBezTo>
                  <a:close/>
                </a:path>
              </a:pathLst>
            </a:custGeom>
            <a:solidFill>
              <a:srgbClr val="FFAE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6" name="Google Shape;3496;p58"/>
            <p:cNvSpPr/>
            <p:nvPr/>
          </p:nvSpPr>
          <p:spPr>
            <a:xfrm>
              <a:off x="8329378" y="3457264"/>
              <a:ext cx="17471" cy="52291"/>
            </a:xfrm>
            <a:custGeom>
              <a:avLst/>
              <a:gdLst/>
              <a:ahLst/>
              <a:cxnLst/>
              <a:rect l="l" t="t" r="r" b="b"/>
              <a:pathLst>
                <a:path w="431" h="1290" extrusionOk="0">
                  <a:moveTo>
                    <a:pt x="1" y="1"/>
                  </a:moveTo>
                  <a:lnTo>
                    <a:pt x="38" y="1289"/>
                  </a:lnTo>
                  <a:lnTo>
                    <a:pt x="430" y="1252"/>
                  </a:lnTo>
                  <a:lnTo>
                    <a:pt x="356" y="48"/>
                  </a:lnTo>
                  <a:cubicBezTo>
                    <a:pt x="309" y="48"/>
                    <a:pt x="1" y="1"/>
                    <a:pt x="1" y="1"/>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7" name="Google Shape;3497;p58"/>
            <p:cNvSpPr/>
            <p:nvPr/>
          </p:nvSpPr>
          <p:spPr>
            <a:xfrm>
              <a:off x="8332418" y="3507974"/>
              <a:ext cx="211555" cy="1581"/>
            </a:xfrm>
            <a:custGeom>
              <a:avLst/>
              <a:gdLst/>
              <a:ahLst/>
              <a:cxnLst/>
              <a:rect l="l" t="t" r="r" b="b"/>
              <a:pathLst>
                <a:path w="5219" h="39" extrusionOk="0">
                  <a:moveTo>
                    <a:pt x="1" y="38"/>
                  </a:moveTo>
                  <a:lnTo>
                    <a:pt x="5218" y="1"/>
                  </a:lnTo>
                  <a:close/>
                </a:path>
              </a:pathLst>
            </a:custGeom>
            <a:solidFill>
              <a:srgbClr val="FBF8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8" name="Google Shape;3498;p58"/>
            <p:cNvSpPr/>
            <p:nvPr/>
          </p:nvSpPr>
          <p:spPr>
            <a:xfrm>
              <a:off x="8332418" y="3507974"/>
              <a:ext cx="211555" cy="1581"/>
            </a:xfrm>
            <a:custGeom>
              <a:avLst/>
              <a:gdLst/>
              <a:ahLst/>
              <a:cxnLst/>
              <a:rect l="l" t="t" r="r" b="b"/>
              <a:pathLst>
                <a:path w="5219" h="39" extrusionOk="0">
                  <a:moveTo>
                    <a:pt x="1" y="1"/>
                  </a:moveTo>
                  <a:lnTo>
                    <a:pt x="1" y="38"/>
                  </a:lnTo>
                  <a:lnTo>
                    <a:pt x="5218" y="38"/>
                  </a:lnTo>
                  <a:lnTo>
                    <a:pt x="5218" y="1"/>
                  </a:lnTo>
                  <a:close/>
                </a:path>
              </a:pathLst>
            </a:custGeom>
            <a:solidFill>
              <a:srgbClr val="FBF8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499" name="Google Shape;3499;p58"/>
            <p:cNvSpPr/>
            <p:nvPr/>
          </p:nvSpPr>
          <p:spPr>
            <a:xfrm>
              <a:off x="8266224" y="2694507"/>
              <a:ext cx="238389" cy="723478"/>
            </a:xfrm>
            <a:custGeom>
              <a:avLst/>
              <a:gdLst/>
              <a:ahLst/>
              <a:cxnLst/>
              <a:rect l="l" t="t" r="r" b="b"/>
              <a:pathLst>
                <a:path w="5881" h="17848" extrusionOk="0">
                  <a:moveTo>
                    <a:pt x="5722" y="1"/>
                  </a:moveTo>
                  <a:lnTo>
                    <a:pt x="0" y="776"/>
                  </a:lnTo>
                  <a:lnTo>
                    <a:pt x="1092" y="8709"/>
                  </a:lnTo>
                  <a:cubicBezTo>
                    <a:pt x="1251" y="9913"/>
                    <a:pt x="1400" y="17577"/>
                    <a:pt x="1400" y="17577"/>
                  </a:cubicBezTo>
                  <a:lnTo>
                    <a:pt x="4088" y="17847"/>
                  </a:lnTo>
                  <a:lnTo>
                    <a:pt x="5489" y="12331"/>
                  </a:lnTo>
                  <a:cubicBezTo>
                    <a:pt x="5759" y="11351"/>
                    <a:pt x="5881" y="10343"/>
                    <a:pt x="5881" y="9335"/>
                  </a:cubicBezTo>
                  <a:lnTo>
                    <a:pt x="5722"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0" name="Google Shape;3500;p58"/>
            <p:cNvSpPr/>
            <p:nvPr/>
          </p:nvSpPr>
          <p:spPr>
            <a:xfrm>
              <a:off x="8551877" y="2772619"/>
              <a:ext cx="14025" cy="12201"/>
            </a:xfrm>
            <a:custGeom>
              <a:avLst/>
              <a:gdLst/>
              <a:ahLst/>
              <a:cxnLst/>
              <a:rect l="l" t="t" r="r" b="b"/>
              <a:pathLst>
                <a:path w="346" h="301" extrusionOk="0">
                  <a:moveTo>
                    <a:pt x="163" y="1"/>
                  </a:moveTo>
                  <a:cubicBezTo>
                    <a:pt x="98" y="1"/>
                    <a:pt x="38" y="35"/>
                    <a:pt x="38" y="90"/>
                  </a:cubicBezTo>
                  <a:cubicBezTo>
                    <a:pt x="0" y="174"/>
                    <a:pt x="38" y="249"/>
                    <a:pt x="112" y="286"/>
                  </a:cubicBezTo>
                  <a:cubicBezTo>
                    <a:pt x="132" y="296"/>
                    <a:pt x="153" y="301"/>
                    <a:pt x="173" y="301"/>
                  </a:cubicBezTo>
                  <a:cubicBezTo>
                    <a:pt x="229" y="301"/>
                    <a:pt x="281" y="266"/>
                    <a:pt x="308" y="211"/>
                  </a:cubicBezTo>
                  <a:cubicBezTo>
                    <a:pt x="346" y="137"/>
                    <a:pt x="308" y="15"/>
                    <a:pt x="234" y="15"/>
                  </a:cubicBezTo>
                  <a:cubicBezTo>
                    <a:pt x="211" y="5"/>
                    <a:pt x="187" y="1"/>
                    <a:pt x="163"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1" name="Google Shape;3501;p58"/>
            <p:cNvSpPr/>
            <p:nvPr/>
          </p:nvSpPr>
          <p:spPr>
            <a:xfrm>
              <a:off x="8495128" y="2749757"/>
              <a:ext cx="14025" cy="13134"/>
            </a:xfrm>
            <a:custGeom>
              <a:avLst/>
              <a:gdLst/>
              <a:ahLst/>
              <a:cxnLst/>
              <a:rect l="l" t="t" r="r" b="b"/>
              <a:pathLst>
                <a:path w="346" h="324" extrusionOk="0">
                  <a:moveTo>
                    <a:pt x="234" y="1"/>
                  </a:moveTo>
                  <a:cubicBezTo>
                    <a:pt x="150" y="1"/>
                    <a:pt x="75" y="38"/>
                    <a:pt x="38" y="113"/>
                  </a:cubicBezTo>
                  <a:cubicBezTo>
                    <a:pt x="0" y="187"/>
                    <a:pt x="38" y="271"/>
                    <a:pt x="112" y="309"/>
                  </a:cubicBezTo>
                  <a:cubicBezTo>
                    <a:pt x="132" y="319"/>
                    <a:pt x="156" y="323"/>
                    <a:pt x="179" y="323"/>
                  </a:cubicBezTo>
                  <a:cubicBezTo>
                    <a:pt x="243" y="323"/>
                    <a:pt x="308" y="289"/>
                    <a:pt x="308" y="234"/>
                  </a:cubicBezTo>
                  <a:cubicBezTo>
                    <a:pt x="346" y="150"/>
                    <a:pt x="308" y="38"/>
                    <a:pt x="234"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2" name="Google Shape;3502;p58"/>
            <p:cNvSpPr/>
            <p:nvPr/>
          </p:nvSpPr>
          <p:spPr>
            <a:xfrm>
              <a:off x="8575307" y="2712829"/>
              <a:ext cx="14431" cy="12201"/>
            </a:xfrm>
            <a:custGeom>
              <a:avLst/>
              <a:gdLst/>
              <a:ahLst/>
              <a:cxnLst/>
              <a:rect l="l" t="t" r="r" b="b"/>
              <a:pathLst>
                <a:path w="356" h="301" extrusionOk="0">
                  <a:moveTo>
                    <a:pt x="167" y="1"/>
                  </a:moveTo>
                  <a:cubicBezTo>
                    <a:pt x="103" y="1"/>
                    <a:pt x="38" y="36"/>
                    <a:pt x="38" y="90"/>
                  </a:cubicBezTo>
                  <a:cubicBezTo>
                    <a:pt x="1" y="165"/>
                    <a:pt x="38" y="249"/>
                    <a:pt x="122" y="286"/>
                  </a:cubicBezTo>
                  <a:cubicBezTo>
                    <a:pt x="142" y="296"/>
                    <a:pt x="162" y="301"/>
                    <a:pt x="182" y="301"/>
                  </a:cubicBezTo>
                  <a:cubicBezTo>
                    <a:pt x="234" y="301"/>
                    <a:pt x="282" y="266"/>
                    <a:pt x="309" y="212"/>
                  </a:cubicBezTo>
                  <a:cubicBezTo>
                    <a:pt x="356" y="128"/>
                    <a:pt x="309" y="53"/>
                    <a:pt x="234" y="16"/>
                  </a:cubicBezTo>
                  <a:cubicBezTo>
                    <a:pt x="214" y="5"/>
                    <a:pt x="191" y="1"/>
                    <a:pt x="167"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3" name="Google Shape;3503;p58"/>
            <p:cNvSpPr/>
            <p:nvPr/>
          </p:nvSpPr>
          <p:spPr>
            <a:xfrm>
              <a:off x="8518557" y="2690534"/>
              <a:ext cx="14431" cy="12566"/>
            </a:xfrm>
            <a:custGeom>
              <a:avLst/>
              <a:gdLst/>
              <a:ahLst/>
              <a:cxnLst/>
              <a:rect l="l" t="t" r="r" b="b"/>
              <a:pathLst>
                <a:path w="356" h="310" extrusionOk="0">
                  <a:moveTo>
                    <a:pt x="174" y="0"/>
                  </a:moveTo>
                  <a:cubicBezTo>
                    <a:pt x="119" y="0"/>
                    <a:pt x="66" y="37"/>
                    <a:pt x="38" y="99"/>
                  </a:cubicBezTo>
                  <a:cubicBezTo>
                    <a:pt x="1" y="173"/>
                    <a:pt x="38" y="248"/>
                    <a:pt x="122" y="295"/>
                  </a:cubicBezTo>
                  <a:cubicBezTo>
                    <a:pt x="142" y="305"/>
                    <a:pt x="164" y="309"/>
                    <a:pt x="187" y="309"/>
                  </a:cubicBezTo>
                  <a:cubicBezTo>
                    <a:pt x="251" y="309"/>
                    <a:pt x="321" y="273"/>
                    <a:pt x="356" y="211"/>
                  </a:cubicBezTo>
                  <a:cubicBezTo>
                    <a:pt x="356" y="136"/>
                    <a:pt x="309" y="15"/>
                    <a:pt x="234" y="15"/>
                  </a:cubicBezTo>
                  <a:cubicBezTo>
                    <a:pt x="215" y="5"/>
                    <a:pt x="194" y="0"/>
                    <a:pt x="174" y="0"/>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4" name="Google Shape;3504;p58"/>
            <p:cNvSpPr/>
            <p:nvPr/>
          </p:nvSpPr>
          <p:spPr>
            <a:xfrm>
              <a:off x="8266236" y="2694507"/>
              <a:ext cx="238386" cy="723469"/>
            </a:xfrm>
            <a:custGeom>
              <a:avLst/>
              <a:gdLst/>
              <a:ahLst/>
              <a:cxnLst/>
              <a:rect l="l" t="t" r="r" b="b"/>
              <a:pathLst>
                <a:path w="5881" h="17848" extrusionOk="0">
                  <a:moveTo>
                    <a:pt x="5722" y="1"/>
                  </a:moveTo>
                  <a:lnTo>
                    <a:pt x="0" y="776"/>
                  </a:lnTo>
                  <a:lnTo>
                    <a:pt x="1092" y="8709"/>
                  </a:lnTo>
                  <a:cubicBezTo>
                    <a:pt x="1251" y="9913"/>
                    <a:pt x="1400" y="17577"/>
                    <a:pt x="1400" y="17577"/>
                  </a:cubicBezTo>
                  <a:lnTo>
                    <a:pt x="4088" y="17847"/>
                  </a:lnTo>
                  <a:lnTo>
                    <a:pt x="5489" y="12331"/>
                  </a:lnTo>
                  <a:cubicBezTo>
                    <a:pt x="5759" y="11351"/>
                    <a:pt x="5881" y="10343"/>
                    <a:pt x="5881" y="9335"/>
                  </a:cubicBezTo>
                  <a:lnTo>
                    <a:pt x="5722" y="1"/>
                  </a:ln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5" name="Google Shape;3505;p58"/>
            <p:cNvSpPr/>
            <p:nvPr/>
          </p:nvSpPr>
          <p:spPr>
            <a:xfrm>
              <a:off x="8717222" y="3232170"/>
              <a:ext cx="173330" cy="187315"/>
            </a:xfrm>
            <a:custGeom>
              <a:avLst/>
              <a:gdLst/>
              <a:ahLst/>
              <a:cxnLst/>
              <a:rect l="l" t="t" r="r" b="b"/>
              <a:pathLst>
                <a:path w="4276" h="4621" extrusionOk="0">
                  <a:moveTo>
                    <a:pt x="1988" y="0"/>
                  </a:moveTo>
                  <a:lnTo>
                    <a:pt x="0" y="1316"/>
                  </a:lnTo>
                  <a:lnTo>
                    <a:pt x="1904" y="4117"/>
                  </a:lnTo>
                  <a:lnTo>
                    <a:pt x="2688" y="4621"/>
                  </a:lnTo>
                  <a:lnTo>
                    <a:pt x="4275" y="3921"/>
                  </a:lnTo>
                  <a:lnTo>
                    <a:pt x="4200" y="3071"/>
                  </a:lnTo>
                  <a:cubicBezTo>
                    <a:pt x="3892" y="3071"/>
                    <a:pt x="1988" y="0"/>
                    <a:pt x="1988" y="0"/>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6" name="Google Shape;3506;p58"/>
            <p:cNvSpPr/>
            <p:nvPr/>
          </p:nvSpPr>
          <p:spPr>
            <a:xfrm>
              <a:off x="8789861" y="3342264"/>
              <a:ext cx="230080" cy="121485"/>
            </a:xfrm>
            <a:custGeom>
              <a:avLst/>
              <a:gdLst/>
              <a:ahLst/>
              <a:cxnLst/>
              <a:rect l="l" t="t" r="r" b="b"/>
              <a:pathLst>
                <a:path w="5676" h="2997" extrusionOk="0">
                  <a:moveTo>
                    <a:pt x="5134" y="0"/>
                  </a:moveTo>
                  <a:lnTo>
                    <a:pt x="2334" y="318"/>
                  </a:lnTo>
                  <a:cubicBezTo>
                    <a:pt x="2334" y="318"/>
                    <a:pt x="2250" y="738"/>
                    <a:pt x="1596" y="859"/>
                  </a:cubicBezTo>
                  <a:cubicBezTo>
                    <a:pt x="467" y="1018"/>
                    <a:pt x="0" y="1326"/>
                    <a:pt x="0" y="1326"/>
                  </a:cubicBezTo>
                  <a:lnTo>
                    <a:pt x="934" y="2997"/>
                  </a:lnTo>
                  <a:lnTo>
                    <a:pt x="5675" y="589"/>
                  </a:lnTo>
                  <a:cubicBezTo>
                    <a:pt x="5638" y="392"/>
                    <a:pt x="5330" y="0"/>
                    <a:pt x="5134"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7" name="Google Shape;3507;p58"/>
            <p:cNvSpPr/>
            <p:nvPr/>
          </p:nvSpPr>
          <p:spPr>
            <a:xfrm>
              <a:off x="8789861" y="3389569"/>
              <a:ext cx="37860" cy="50710"/>
            </a:xfrm>
            <a:custGeom>
              <a:avLst/>
              <a:gdLst/>
              <a:ahLst/>
              <a:cxnLst/>
              <a:rect l="l" t="t" r="r" b="b"/>
              <a:pathLst>
                <a:path w="934" h="1251" extrusionOk="0">
                  <a:moveTo>
                    <a:pt x="308" y="0"/>
                  </a:moveTo>
                  <a:cubicBezTo>
                    <a:pt x="271" y="0"/>
                    <a:pt x="0" y="159"/>
                    <a:pt x="0" y="159"/>
                  </a:cubicBezTo>
                  <a:lnTo>
                    <a:pt x="616" y="1251"/>
                  </a:lnTo>
                  <a:lnTo>
                    <a:pt x="934" y="1055"/>
                  </a:lnTo>
                  <a:lnTo>
                    <a:pt x="308" y="0"/>
                  </a:ln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8" name="Google Shape;3508;p58"/>
            <p:cNvSpPr/>
            <p:nvPr/>
          </p:nvSpPr>
          <p:spPr>
            <a:xfrm>
              <a:off x="8813331" y="3345669"/>
              <a:ext cx="206610" cy="118080"/>
            </a:xfrm>
            <a:custGeom>
              <a:avLst/>
              <a:gdLst/>
              <a:ahLst/>
              <a:cxnLst/>
              <a:rect l="l" t="t" r="r" b="b"/>
              <a:pathLst>
                <a:path w="5097" h="2913" extrusionOk="0">
                  <a:moveTo>
                    <a:pt x="4704" y="0"/>
                  </a:moveTo>
                  <a:cubicBezTo>
                    <a:pt x="3388" y="654"/>
                    <a:pt x="1204" y="1709"/>
                    <a:pt x="0" y="2287"/>
                  </a:cubicBezTo>
                  <a:lnTo>
                    <a:pt x="355" y="2913"/>
                  </a:lnTo>
                  <a:lnTo>
                    <a:pt x="5096" y="505"/>
                  </a:lnTo>
                  <a:cubicBezTo>
                    <a:pt x="5059" y="346"/>
                    <a:pt x="4863" y="112"/>
                    <a:pt x="4704" y="0"/>
                  </a:cubicBezTo>
                  <a:close/>
                </a:path>
              </a:pathLst>
            </a:custGeom>
            <a:solidFill>
              <a:srgbClr val="FFAE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09" name="Google Shape;3509;p58"/>
            <p:cNvSpPr/>
            <p:nvPr/>
          </p:nvSpPr>
          <p:spPr>
            <a:xfrm>
              <a:off x="8814831" y="3343764"/>
              <a:ext cx="189220" cy="96515"/>
            </a:xfrm>
            <a:custGeom>
              <a:avLst/>
              <a:gdLst/>
              <a:ahLst/>
              <a:cxnLst/>
              <a:rect l="l" t="t" r="r" b="b"/>
              <a:pathLst>
                <a:path w="4668" h="2381" extrusionOk="0">
                  <a:moveTo>
                    <a:pt x="0" y="2381"/>
                  </a:moveTo>
                  <a:lnTo>
                    <a:pt x="4667" y="1"/>
                  </a:lnTo>
                  <a:close/>
                </a:path>
              </a:pathLst>
            </a:custGeom>
            <a:solidFill>
              <a:srgbClr val="FBF8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0" name="Google Shape;3510;p58"/>
            <p:cNvSpPr/>
            <p:nvPr/>
          </p:nvSpPr>
          <p:spPr>
            <a:xfrm>
              <a:off x="8814831" y="3342264"/>
              <a:ext cx="189220" cy="98015"/>
            </a:xfrm>
            <a:custGeom>
              <a:avLst/>
              <a:gdLst/>
              <a:ahLst/>
              <a:cxnLst/>
              <a:rect l="l" t="t" r="r" b="b"/>
              <a:pathLst>
                <a:path w="4668" h="2418" extrusionOk="0">
                  <a:moveTo>
                    <a:pt x="4667" y="0"/>
                  </a:moveTo>
                  <a:lnTo>
                    <a:pt x="0" y="2371"/>
                  </a:lnTo>
                  <a:lnTo>
                    <a:pt x="0" y="2418"/>
                  </a:lnTo>
                  <a:lnTo>
                    <a:pt x="4667" y="84"/>
                  </a:lnTo>
                  <a:lnTo>
                    <a:pt x="4667" y="0"/>
                  </a:lnTo>
                  <a:close/>
                </a:path>
              </a:pathLst>
            </a:custGeom>
            <a:solidFill>
              <a:srgbClr val="FBF8F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1" name="Google Shape;3511;p58"/>
            <p:cNvSpPr/>
            <p:nvPr/>
          </p:nvSpPr>
          <p:spPr>
            <a:xfrm>
              <a:off x="8263183" y="2733867"/>
              <a:ext cx="597453" cy="611843"/>
            </a:xfrm>
            <a:custGeom>
              <a:avLst/>
              <a:gdLst/>
              <a:ahLst/>
              <a:cxnLst/>
              <a:rect l="l" t="t" r="r" b="b"/>
              <a:pathLst>
                <a:path w="14739" h="15094" extrusionOk="0">
                  <a:moveTo>
                    <a:pt x="6889" y="1"/>
                  </a:moveTo>
                  <a:lnTo>
                    <a:pt x="542" y="234"/>
                  </a:lnTo>
                  <a:lnTo>
                    <a:pt x="0" y="271"/>
                  </a:lnTo>
                  <a:cubicBezTo>
                    <a:pt x="355" y="2642"/>
                    <a:pt x="1009" y="4359"/>
                    <a:pt x="2763" y="5946"/>
                  </a:cubicBezTo>
                  <a:lnTo>
                    <a:pt x="6534" y="8830"/>
                  </a:lnTo>
                  <a:cubicBezTo>
                    <a:pt x="7309" y="9530"/>
                    <a:pt x="8056" y="10268"/>
                    <a:pt x="8672" y="11127"/>
                  </a:cubicBezTo>
                  <a:lnTo>
                    <a:pt x="11743" y="15093"/>
                  </a:lnTo>
                  <a:lnTo>
                    <a:pt x="14739" y="13647"/>
                  </a:lnTo>
                  <a:lnTo>
                    <a:pt x="12676" y="8980"/>
                  </a:lnTo>
                  <a:cubicBezTo>
                    <a:pt x="12023" y="7430"/>
                    <a:pt x="11164" y="5946"/>
                    <a:pt x="10193" y="4546"/>
                  </a:cubicBezTo>
                  <a:lnTo>
                    <a:pt x="6889"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2" name="Google Shape;3512;p58"/>
            <p:cNvSpPr/>
            <p:nvPr/>
          </p:nvSpPr>
          <p:spPr>
            <a:xfrm>
              <a:off x="8703196" y="2481493"/>
              <a:ext cx="67775" cy="78761"/>
            </a:xfrm>
            <a:custGeom>
              <a:avLst/>
              <a:gdLst/>
              <a:ahLst/>
              <a:cxnLst/>
              <a:rect l="l" t="t" r="r" b="b"/>
              <a:pathLst>
                <a:path w="1672" h="1943" extrusionOk="0">
                  <a:moveTo>
                    <a:pt x="1280" y="1"/>
                  </a:moveTo>
                  <a:cubicBezTo>
                    <a:pt x="1280" y="1"/>
                    <a:pt x="888" y="160"/>
                    <a:pt x="617" y="738"/>
                  </a:cubicBezTo>
                  <a:cubicBezTo>
                    <a:pt x="346" y="1289"/>
                    <a:pt x="654" y="1401"/>
                    <a:pt x="309" y="1401"/>
                  </a:cubicBezTo>
                  <a:cubicBezTo>
                    <a:pt x="1" y="1401"/>
                    <a:pt x="309" y="1905"/>
                    <a:pt x="309" y="1905"/>
                  </a:cubicBezTo>
                  <a:cubicBezTo>
                    <a:pt x="309" y="1905"/>
                    <a:pt x="346" y="1942"/>
                    <a:pt x="428" y="1942"/>
                  </a:cubicBezTo>
                  <a:cubicBezTo>
                    <a:pt x="551" y="1942"/>
                    <a:pt x="774" y="1858"/>
                    <a:pt x="1121" y="1438"/>
                  </a:cubicBezTo>
                  <a:cubicBezTo>
                    <a:pt x="1672" y="738"/>
                    <a:pt x="1280" y="1"/>
                    <a:pt x="1280" y="1"/>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3" name="Google Shape;3513;p58"/>
            <p:cNvSpPr/>
            <p:nvPr/>
          </p:nvSpPr>
          <p:spPr>
            <a:xfrm>
              <a:off x="8141739" y="2277518"/>
              <a:ext cx="192625" cy="337985"/>
            </a:xfrm>
            <a:custGeom>
              <a:avLst/>
              <a:gdLst/>
              <a:ahLst/>
              <a:cxnLst/>
              <a:rect l="l" t="t" r="r" b="b"/>
              <a:pathLst>
                <a:path w="4752" h="8338" extrusionOk="0">
                  <a:moveTo>
                    <a:pt x="4244" y="1"/>
                  </a:moveTo>
                  <a:cubicBezTo>
                    <a:pt x="3242" y="1"/>
                    <a:pt x="1068" y="208"/>
                    <a:pt x="626" y="1962"/>
                  </a:cubicBezTo>
                  <a:cubicBezTo>
                    <a:pt x="392" y="2895"/>
                    <a:pt x="122" y="3987"/>
                    <a:pt x="38" y="5425"/>
                  </a:cubicBezTo>
                  <a:cubicBezTo>
                    <a:pt x="0" y="6433"/>
                    <a:pt x="504" y="7992"/>
                    <a:pt x="2026" y="8337"/>
                  </a:cubicBezTo>
                  <a:lnTo>
                    <a:pt x="3426" y="7796"/>
                  </a:lnTo>
                  <a:lnTo>
                    <a:pt x="4751" y="21"/>
                  </a:lnTo>
                  <a:cubicBezTo>
                    <a:pt x="4751" y="21"/>
                    <a:pt x="4554" y="1"/>
                    <a:pt x="4244"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4" name="Google Shape;3514;p58"/>
            <p:cNvSpPr/>
            <p:nvPr/>
          </p:nvSpPr>
          <p:spPr>
            <a:xfrm>
              <a:off x="8146644" y="2239171"/>
              <a:ext cx="174830" cy="221932"/>
            </a:xfrm>
            <a:custGeom>
              <a:avLst/>
              <a:gdLst/>
              <a:ahLst/>
              <a:cxnLst/>
              <a:rect l="l" t="t" r="r" b="b"/>
              <a:pathLst>
                <a:path w="4313" h="5475" extrusionOk="0">
                  <a:moveTo>
                    <a:pt x="3282" y="1"/>
                  </a:moveTo>
                  <a:cubicBezTo>
                    <a:pt x="2828" y="1"/>
                    <a:pt x="2373" y="121"/>
                    <a:pt x="1979" y="341"/>
                  </a:cubicBezTo>
                  <a:cubicBezTo>
                    <a:pt x="430" y="1275"/>
                    <a:pt x="1" y="4233"/>
                    <a:pt x="113" y="4663"/>
                  </a:cubicBezTo>
                  <a:cubicBezTo>
                    <a:pt x="219" y="5063"/>
                    <a:pt x="394" y="5474"/>
                    <a:pt x="656" y="5474"/>
                  </a:cubicBezTo>
                  <a:cubicBezTo>
                    <a:pt x="876" y="5474"/>
                    <a:pt x="1158" y="5182"/>
                    <a:pt x="1513" y="4345"/>
                  </a:cubicBezTo>
                  <a:cubicBezTo>
                    <a:pt x="1942" y="3375"/>
                    <a:pt x="3342" y="845"/>
                    <a:pt x="3342" y="845"/>
                  </a:cubicBezTo>
                  <a:lnTo>
                    <a:pt x="4313" y="229"/>
                  </a:lnTo>
                  <a:cubicBezTo>
                    <a:pt x="3990" y="74"/>
                    <a:pt x="3636" y="1"/>
                    <a:pt x="3282"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5" name="Google Shape;3515;p58"/>
            <p:cNvSpPr/>
            <p:nvPr/>
          </p:nvSpPr>
          <p:spPr>
            <a:xfrm>
              <a:off x="8455403" y="2217809"/>
              <a:ext cx="179735" cy="418489"/>
            </a:xfrm>
            <a:custGeom>
              <a:avLst/>
              <a:gdLst/>
              <a:ahLst/>
              <a:cxnLst/>
              <a:rect l="l" t="t" r="r" b="b"/>
              <a:pathLst>
                <a:path w="4434" h="10324" extrusionOk="0">
                  <a:moveTo>
                    <a:pt x="975" y="1"/>
                  </a:moveTo>
                  <a:cubicBezTo>
                    <a:pt x="948" y="1"/>
                    <a:pt x="922" y="3"/>
                    <a:pt x="896" y="9"/>
                  </a:cubicBezTo>
                  <a:cubicBezTo>
                    <a:pt x="747" y="9"/>
                    <a:pt x="663" y="56"/>
                    <a:pt x="663" y="56"/>
                  </a:cubicBezTo>
                  <a:lnTo>
                    <a:pt x="551" y="93"/>
                  </a:lnTo>
                  <a:cubicBezTo>
                    <a:pt x="0" y="868"/>
                    <a:pt x="4434" y="10323"/>
                    <a:pt x="4434" y="10323"/>
                  </a:cubicBezTo>
                  <a:cubicBezTo>
                    <a:pt x="4434" y="10323"/>
                    <a:pt x="4163" y="7169"/>
                    <a:pt x="4126" y="6935"/>
                  </a:cubicBezTo>
                  <a:cubicBezTo>
                    <a:pt x="3463" y="2576"/>
                    <a:pt x="1867" y="672"/>
                    <a:pt x="1400" y="205"/>
                  </a:cubicBezTo>
                  <a:cubicBezTo>
                    <a:pt x="1275" y="80"/>
                    <a:pt x="1116" y="1"/>
                    <a:pt x="975"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6" name="Google Shape;3516;p58"/>
            <p:cNvSpPr/>
            <p:nvPr/>
          </p:nvSpPr>
          <p:spPr>
            <a:xfrm>
              <a:off x="8373643" y="2177314"/>
              <a:ext cx="124525" cy="130930"/>
            </a:xfrm>
            <a:custGeom>
              <a:avLst/>
              <a:gdLst/>
              <a:ahLst/>
              <a:cxnLst/>
              <a:rect l="l" t="t" r="r" b="b"/>
              <a:pathLst>
                <a:path w="3072" h="3230" extrusionOk="0">
                  <a:moveTo>
                    <a:pt x="468" y="0"/>
                  </a:moveTo>
                  <a:lnTo>
                    <a:pt x="272" y="1167"/>
                  </a:lnTo>
                  <a:lnTo>
                    <a:pt x="1" y="2838"/>
                  </a:lnTo>
                  <a:lnTo>
                    <a:pt x="2876" y="3230"/>
                  </a:lnTo>
                  <a:lnTo>
                    <a:pt x="3072" y="75"/>
                  </a:lnTo>
                  <a:lnTo>
                    <a:pt x="468" y="0"/>
                  </a:ln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7" name="Google Shape;3517;p58"/>
            <p:cNvSpPr/>
            <p:nvPr/>
          </p:nvSpPr>
          <p:spPr>
            <a:xfrm>
              <a:off x="8383128" y="2177314"/>
              <a:ext cx="115040" cy="58290"/>
            </a:xfrm>
            <a:custGeom>
              <a:avLst/>
              <a:gdLst/>
              <a:ahLst/>
              <a:cxnLst/>
              <a:rect l="l" t="t" r="r" b="b"/>
              <a:pathLst>
                <a:path w="2838" h="1438" extrusionOk="0">
                  <a:moveTo>
                    <a:pt x="234" y="0"/>
                  </a:moveTo>
                  <a:lnTo>
                    <a:pt x="38" y="1167"/>
                  </a:lnTo>
                  <a:lnTo>
                    <a:pt x="0" y="1438"/>
                  </a:lnTo>
                  <a:cubicBezTo>
                    <a:pt x="2334" y="1130"/>
                    <a:pt x="2838" y="75"/>
                    <a:pt x="2838" y="75"/>
                  </a:cubicBezTo>
                  <a:lnTo>
                    <a:pt x="234" y="0"/>
                  </a:lnTo>
                  <a:close/>
                </a:path>
              </a:pathLst>
            </a:custGeom>
            <a:solidFill>
              <a:srgbClr val="000000">
                <a:alpha val="1006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8" name="Google Shape;3518;p58"/>
            <p:cNvSpPr/>
            <p:nvPr/>
          </p:nvSpPr>
          <p:spPr>
            <a:xfrm>
              <a:off x="8176518" y="2263979"/>
              <a:ext cx="189220" cy="296639"/>
            </a:xfrm>
            <a:custGeom>
              <a:avLst/>
              <a:gdLst/>
              <a:ahLst/>
              <a:cxnLst/>
              <a:rect l="l" t="t" r="r" b="b"/>
              <a:pathLst>
                <a:path w="4668" h="7318" extrusionOk="0">
                  <a:moveTo>
                    <a:pt x="3278" y="0"/>
                  </a:moveTo>
                  <a:cubicBezTo>
                    <a:pt x="1878" y="0"/>
                    <a:pt x="1242" y="1400"/>
                    <a:pt x="1242" y="1400"/>
                  </a:cubicBezTo>
                  <a:cubicBezTo>
                    <a:pt x="309" y="2996"/>
                    <a:pt x="1" y="6926"/>
                    <a:pt x="1" y="6926"/>
                  </a:cubicBezTo>
                  <a:lnTo>
                    <a:pt x="3231" y="7318"/>
                  </a:lnTo>
                  <a:cubicBezTo>
                    <a:pt x="3968" y="6422"/>
                    <a:pt x="4668" y="6338"/>
                    <a:pt x="4668" y="6338"/>
                  </a:cubicBezTo>
                  <a:lnTo>
                    <a:pt x="4397" y="270"/>
                  </a:lnTo>
                  <a:cubicBezTo>
                    <a:pt x="3981" y="78"/>
                    <a:pt x="3608" y="0"/>
                    <a:pt x="3278" y="0"/>
                  </a:cubicBezTo>
                  <a:close/>
                </a:path>
              </a:pathLst>
            </a:custGeom>
            <a:solidFill>
              <a:srgbClr val="FD7D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19" name="Google Shape;3519;p58"/>
            <p:cNvSpPr/>
            <p:nvPr/>
          </p:nvSpPr>
          <p:spPr>
            <a:xfrm>
              <a:off x="8403558" y="2511124"/>
              <a:ext cx="56790" cy="102109"/>
            </a:xfrm>
            <a:custGeom>
              <a:avLst/>
              <a:gdLst/>
              <a:ahLst/>
              <a:cxnLst/>
              <a:rect l="l" t="t" r="r" b="b"/>
              <a:pathLst>
                <a:path w="1401" h="2519" extrusionOk="0">
                  <a:moveTo>
                    <a:pt x="564" y="1"/>
                  </a:moveTo>
                  <a:cubicBezTo>
                    <a:pt x="532" y="1"/>
                    <a:pt x="499" y="3"/>
                    <a:pt x="467" y="7"/>
                  </a:cubicBezTo>
                  <a:cubicBezTo>
                    <a:pt x="196" y="54"/>
                    <a:pt x="0" y="287"/>
                    <a:pt x="38" y="521"/>
                  </a:cubicBezTo>
                  <a:lnTo>
                    <a:pt x="346" y="2191"/>
                  </a:lnTo>
                  <a:cubicBezTo>
                    <a:pt x="384" y="2384"/>
                    <a:pt x="575" y="2519"/>
                    <a:pt x="792" y="2519"/>
                  </a:cubicBezTo>
                  <a:cubicBezTo>
                    <a:pt x="838" y="2519"/>
                    <a:pt x="886" y="2513"/>
                    <a:pt x="934" y="2499"/>
                  </a:cubicBezTo>
                  <a:cubicBezTo>
                    <a:pt x="1204" y="2462"/>
                    <a:pt x="1400" y="2229"/>
                    <a:pt x="1363" y="1995"/>
                  </a:cubicBezTo>
                  <a:lnTo>
                    <a:pt x="1046" y="325"/>
                  </a:lnTo>
                  <a:cubicBezTo>
                    <a:pt x="1013" y="119"/>
                    <a:pt x="799" y="1"/>
                    <a:pt x="564" y="1"/>
                  </a:cubicBezTo>
                  <a:close/>
                </a:path>
              </a:pathLst>
            </a:custGeom>
            <a:solidFill>
              <a:srgbClr val="3B816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0" name="Google Shape;3520;p58"/>
            <p:cNvSpPr/>
            <p:nvPr/>
          </p:nvSpPr>
          <p:spPr>
            <a:xfrm>
              <a:off x="8310488" y="2513273"/>
              <a:ext cx="64735" cy="37901"/>
            </a:xfrm>
            <a:custGeom>
              <a:avLst/>
              <a:gdLst/>
              <a:ahLst/>
              <a:cxnLst/>
              <a:rect l="l" t="t" r="r" b="b"/>
              <a:pathLst>
                <a:path w="1597" h="935" extrusionOk="0">
                  <a:moveTo>
                    <a:pt x="1522" y="1"/>
                  </a:moveTo>
                  <a:cubicBezTo>
                    <a:pt x="1363" y="1"/>
                    <a:pt x="1204" y="38"/>
                    <a:pt x="1055" y="76"/>
                  </a:cubicBezTo>
                  <a:cubicBezTo>
                    <a:pt x="934" y="113"/>
                    <a:pt x="775" y="150"/>
                    <a:pt x="663" y="234"/>
                  </a:cubicBezTo>
                  <a:cubicBezTo>
                    <a:pt x="504" y="309"/>
                    <a:pt x="392" y="384"/>
                    <a:pt x="271" y="505"/>
                  </a:cubicBezTo>
                  <a:cubicBezTo>
                    <a:pt x="196" y="580"/>
                    <a:pt x="75" y="738"/>
                    <a:pt x="0" y="850"/>
                  </a:cubicBezTo>
                  <a:cubicBezTo>
                    <a:pt x="0" y="888"/>
                    <a:pt x="0" y="888"/>
                    <a:pt x="38" y="934"/>
                  </a:cubicBezTo>
                  <a:cubicBezTo>
                    <a:pt x="38" y="934"/>
                    <a:pt x="75" y="934"/>
                    <a:pt x="122" y="888"/>
                  </a:cubicBezTo>
                  <a:cubicBezTo>
                    <a:pt x="196" y="776"/>
                    <a:pt x="271" y="654"/>
                    <a:pt x="392" y="580"/>
                  </a:cubicBezTo>
                  <a:cubicBezTo>
                    <a:pt x="467" y="505"/>
                    <a:pt x="588" y="421"/>
                    <a:pt x="738" y="346"/>
                  </a:cubicBezTo>
                  <a:cubicBezTo>
                    <a:pt x="859" y="309"/>
                    <a:pt x="971" y="272"/>
                    <a:pt x="1130" y="234"/>
                  </a:cubicBezTo>
                  <a:cubicBezTo>
                    <a:pt x="1242" y="188"/>
                    <a:pt x="1400" y="188"/>
                    <a:pt x="1522" y="188"/>
                  </a:cubicBezTo>
                  <a:cubicBezTo>
                    <a:pt x="1559" y="188"/>
                    <a:pt x="1596" y="150"/>
                    <a:pt x="1596" y="76"/>
                  </a:cubicBezTo>
                  <a:cubicBezTo>
                    <a:pt x="1596" y="38"/>
                    <a:pt x="1559" y="1"/>
                    <a:pt x="1522" y="1"/>
                  </a:cubicBezTo>
                  <a:close/>
                </a:path>
              </a:pathLst>
            </a:custGeom>
            <a:solidFill>
              <a:srgbClr val="415C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1" name="Google Shape;3521;p58"/>
            <p:cNvSpPr/>
            <p:nvPr/>
          </p:nvSpPr>
          <p:spPr>
            <a:xfrm>
              <a:off x="8151184" y="2238725"/>
              <a:ext cx="200205" cy="402112"/>
            </a:xfrm>
            <a:custGeom>
              <a:avLst/>
              <a:gdLst/>
              <a:ahLst/>
              <a:cxnLst/>
              <a:rect l="l" t="t" r="r" b="b"/>
              <a:pathLst>
                <a:path w="4939" h="9920" extrusionOk="0">
                  <a:moveTo>
                    <a:pt x="3786" y="0"/>
                  </a:moveTo>
                  <a:cubicBezTo>
                    <a:pt x="2769" y="0"/>
                    <a:pt x="1355" y="659"/>
                    <a:pt x="738" y="4011"/>
                  </a:cubicBezTo>
                  <a:cubicBezTo>
                    <a:pt x="738" y="4011"/>
                    <a:pt x="271" y="5486"/>
                    <a:pt x="122" y="7082"/>
                  </a:cubicBezTo>
                  <a:cubicBezTo>
                    <a:pt x="1" y="8211"/>
                    <a:pt x="785" y="9257"/>
                    <a:pt x="1905" y="9453"/>
                  </a:cubicBezTo>
                  <a:lnTo>
                    <a:pt x="4397" y="9919"/>
                  </a:lnTo>
                  <a:lnTo>
                    <a:pt x="4938" y="277"/>
                  </a:lnTo>
                  <a:cubicBezTo>
                    <a:pt x="4938" y="277"/>
                    <a:pt x="4446" y="0"/>
                    <a:pt x="3786"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2" name="Google Shape;3522;p58"/>
            <p:cNvSpPr/>
            <p:nvPr/>
          </p:nvSpPr>
          <p:spPr>
            <a:xfrm>
              <a:off x="8244253" y="2224619"/>
              <a:ext cx="414719" cy="641677"/>
            </a:xfrm>
            <a:custGeom>
              <a:avLst/>
              <a:gdLst/>
              <a:ahLst/>
              <a:cxnLst/>
              <a:rect l="l" t="t" r="r" b="b"/>
              <a:pathLst>
                <a:path w="10231" h="15830" extrusionOk="0">
                  <a:moveTo>
                    <a:pt x="3426" y="0"/>
                  </a:moveTo>
                  <a:cubicBezTo>
                    <a:pt x="1" y="4275"/>
                    <a:pt x="467" y="13338"/>
                    <a:pt x="467" y="13338"/>
                  </a:cubicBezTo>
                  <a:cubicBezTo>
                    <a:pt x="309" y="15634"/>
                    <a:pt x="4705" y="15709"/>
                    <a:pt x="4705" y="15709"/>
                  </a:cubicBezTo>
                  <a:cubicBezTo>
                    <a:pt x="5417" y="15791"/>
                    <a:pt x="6025" y="15829"/>
                    <a:pt x="6545" y="15829"/>
                  </a:cubicBezTo>
                  <a:cubicBezTo>
                    <a:pt x="9267" y="15829"/>
                    <a:pt x="9580" y="14792"/>
                    <a:pt x="9643" y="13656"/>
                  </a:cubicBezTo>
                  <a:cubicBezTo>
                    <a:pt x="10231" y="5096"/>
                    <a:pt x="6189" y="429"/>
                    <a:pt x="6189" y="429"/>
                  </a:cubicBezTo>
                  <a:cubicBezTo>
                    <a:pt x="6075" y="730"/>
                    <a:pt x="5826" y="840"/>
                    <a:pt x="5522" y="840"/>
                  </a:cubicBezTo>
                  <a:cubicBezTo>
                    <a:pt x="4684" y="840"/>
                    <a:pt x="3426" y="0"/>
                    <a:pt x="3426" y="0"/>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3" name="Google Shape;3523;p58"/>
            <p:cNvSpPr/>
            <p:nvPr/>
          </p:nvSpPr>
          <p:spPr>
            <a:xfrm>
              <a:off x="8260143" y="2763742"/>
              <a:ext cx="373494" cy="55290"/>
            </a:xfrm>
            <a:custGeom>
              <a:avLst/>
              <a:gdLst/>
              <a:ahLst/>
              <a:cxnLst/>
              <a:rect l="l" t="t" r="r" b="b"/>
              <a:pathLst>
                <a:path w="9214" h="1364" extrusionOk="0">
                  <a:moveTo>
                    <a:pt x="1" y="1"/>
                  </a:moveTo>
                  <a:cubicBezTo>
                    <a:pt x="1" y="38"/>
                    <a:pt x="1" y="76"/>
                    <a:pt x="38" y="76"/>
                  </a:cubicBezTo>
                  <a:cubicBezTo>
                    <a:pt x="38" y="122"/>
                    <a:pt x="1597" y="1205"/>
                    <a:pt x="4546" y="1364"/>
                  </a:cubicBezTo>
                  <a:lnTo>
                    <a:pt x="5480" y="1364"/>
                  </a:lnTo>
                  <a:cubicBezTo>
                    <a:pt x="7813" y="1364"/>
                    <a:pt x="9176" y="934"/>
                    <a:pt x="9176" y="934"/>
                  </a:cubicBezTo>
                  <a:cubicBezTo>
                    <a:pt x="9213" y="934"/>
                    <a:pt x="9213" y="897"/>
                    <a:pt x="9213" y="860"/>
                  </a:cubicBezTo>
                  <a:cubicBezTo>
                    <a:pt x="9213" y="822"/>
                    <a:pt x="9176" y="822"/>
                    <a:pt x="9139" y="822"/>
                  </a:cubicBezTo>
                  <a:cubicBezTo>
                    <a:pt x="9139" y="822"/>
                    <a:pt x="7788" y="1260"/>
                    <a:pt x="5391" y="1260"/>
                  </a:cubicBezTo>
                  <a:cubicBezTo>
                    <a:pt x="5123" y="1260"/>
                    <a:pt x="4841" y="1255"/>
                    <a:pt x="4546" y="1242"/>
                  </a:cubicBezTo>
                  <a:cubicBezTo>
                    <a:pt x="1634" y="1093"/>
                    <a:pt x="113" y="1"/>
                    <a:pt x="75"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4" name="Google Shape;3524;p58"/>
            <p:cNvSpPr/>
            <p:nvPr/>
          </p:nvSpPr>
          <p:spPr>
            <a:xfrm>
              <a:off x="8272628" y="2773227"/>
              <a:ext cx="7985" cy="39360"/>
            </a:xfrm>
            <a:custGeom>
              <a:avLst/>
              <a:gdLst/>
              <a:ahLst/>
              <a:cxnLst/>
              <a:rect l="l" t="t" r="r" b="b"/>
              <a:pathLst>
                <a:path w="197" h="971" extrusionOk="0">
                  <a:moveTo>
                    <a:pt x="122" y="0"/>
                  </a:moveTo>
                  <a:cubicBezTo>
                    <a:pt x="75" y="0"/>
                    <a:pt x="75" y="0"/>
                    <a:pt x="38" y="38"/>
                  </a:cubicBezTo>
                  <a:cubicBezTo>
                    <a:pt x="38" y="38"/>
                    <a:pt x="1" y="467"/>
                    <a:pt x="75" y="896"/>
                  </a:cubicBezTo>
                  <a:cubicBezTo>
                    <a:pt x="122" y="934"/>
                    <a:pt x="122" y="971"/>
                    <a:pt x="159" y="971"/>
                  </a:cubicBezTo>
                  <a:cubicBezTo>
                    <a:pt x="197" y="934"/>
                    <a:pt x="197" y="934"/>
                    <a:pt x="197" y="896"/>
                  </a:cubicBezTo>
                  <a:cubicBezTo>
                    <a:pt x="122" y="467"/>
                    <a:pt x="159" y="38"/>
                    <a:pt x="159" y="38"/>
                  </a:cubicBezTo>
                  <a:cubicBezTo>
                    <a:pt x="159" y="0"/>
                    <a:pt x="159" y="0"/>
                    <a:pt x="122"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5" name="Google Shape;3525;p58"/>
            <p:cNvSpPr/>
            <p:nvPr/>
          </p:nvSpPr>
          <p:spPr>
            <a:xfrm>
              <a:off x="8294598" y="2782672"/>
              <a:ext cx="7985" cy="45846"/>
            </a:xfrm>
            <a:custGeom>
              <a:avLst/>
              <a:gdLst/>
              <a:ahLst/>
              <a:cxnLst/>
              <a:rect l="l" t="t" r="r" b="b"/>
              <a:pathLst>
                <a:path w="197" h="1131" extrusionOk="0">
                  <a:moveTo>
                    <a:pt x="122" y="1"/>
                  </a:moveTo>
                  <a:lnTo>
                    <a:pt x="84" y="38"/>
                  </a:lnTo>
                  <a:cubicBezTo>
                    <a:pt x="84" y="75"/>
                    <a:pt x="0" y="663"/>
                    <a:pt x="84" y="1093"/>
                  </a:cubicBezTo>
                  <a:cubicBezTo>
                    <a:pt x="84" y="1130"/>
                    <a:pt x="122" y="1130"/>
                    <a:pt x="159" y="1130"/>
                  </a:cubicBezTo>
                  <a:cubicBezTo>
                    <a:pt x="196" y="1130"/>
                    <a:pt x="196" y="1130"/>
                    <a:pt x="196" y="1093"/>
                  </a:cubicBezTo>
                  <a:cubicBezTo>
                    <a:pt x="122" y="663"/>
                    <a:pt x="159" y="75"/>
                    <a:pt x="159" y="75"/>
                  </a:cubicBezTo>
                  <a:cubicBezTo>
                    <a:pt x="196" y="38"/>
                    <a:pt x="159" y="1"/>
                    <a:pt x="122"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6" name="Google Shape;3526;p58"/>
            <p:cNvSpPr/>
            <p:nvPr/>
          </p:nvSpPr>
          <p:spPr>
            <a:xfrm>
              <a:off x="8319933" y="2793657"/>
              <a:ext cx="7985" cy="47345"/>
            </a:xfrm>
            <a:custGeom>
              <a:avLst/>
              <a:gdLst/>
              <a:ahLst/>
              <a:cxnLst/>
              <a:rect l="l" t="t" r="r" b="b"/>
              <a:pathLst>
                <a:path w="197" h="1168" extrusionOk="0">
                  <a:moveTo>
                    <a:pt x="122" y="0"/>
                  </a:moveTo>
                  <a:cubicBezTo>
                    <a:pt x="75" y="0"/>
                    <a:pt x="75" y="38"/>
                    <a:pt x="75" y="84"/>
                  </a:cubicBezTo>
                  <a:cubicBezTo>
                    <a:pt x="38" y="84"/>
                    <a:pt x="1" y="663"/>
                    <a:pt x="75" y="1130"/>
                  </a:cubicBezTo>
                  <a:lnTo>
                    <a:pt x="122" y="1167"/>
                  </a:lnTo>
                  <a:lnTo>
                    <a:pt x="159" y="1167"/>
                  </a:lnTo>
                  <a:cubicBezTo>
                    <a:pt x="197" y="1167"/>
                    <a:pt x="197" y="1130"/>
                    <a:pt x="197" y="1092"/>
                  </a:cubicBezTo>
                  <a:cubicBezTo>
                    <a:pt x="122" y="663"/>
                    <a:pt x="159" y="84"/>
                    <a:pt x="159" y="84"/>
                  </a:cubicBezTo>
                  <a:cubicBezTo>
                    <a:pt x="159" y="38"/>
                    <a:pt x="159" y="0"/>
                    <a:pt x="122"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7" name="Google Shape;3527;p58"/>
            <p:cNvSpPr/>
            <p:nvPr/>
          </p:nvSpPr>
          <p:spPr>
            <a:xfrm>
              <a:off x="8351348" y="2803102"/>
              <a:ext cx="7985" cy="47345"/>
            </a:xfrm>
            <a:custGeom>
              <a:avLst/>
              <a:gdLst/>
              <a:ahLst/>
              <a:cxnLst/>
              <a:rect l="l" t="t" r="r" b="b"/>
              <a:pathLst>
                <a:path w="197" h="1168" extrusionOk="0">
                  <a:moveTo>
                    <a:pt x="122" y="1"/>
                  </a:moveTo>
                  <a:cubicBezTo>
                    <a:pt x="84" y="1"/>
                    <a:pt x="84" y="38"/>
                    <a:pt x="47" y="38"/>
                  </a:cubicBezTo>
                  <a:cubicBezTo>
                    <a:pt x="47" y="85"/>
                    <a:pt x="0" y="663"/>
                    <a:pt x="84" y="1130"/>
                  </a:cubicBezTo>
                  <a:lnTo>
                    <a:pt x="122" y="1167"/>
                  </a:lnTo>
                  <a:lnTo>
                    <a:pt x="159" y="1167"/>
                  </a:lnTo>
                  <a:cubicBezTo>
                    <a:pt x="159" y="1130"/>
                    <a:pt x="196" y="1130"/>
                    <a:pt x="196" y="1093"/>
                  </a:cubicBezTo>
                  <a:cubicBezTo>
                    <a:pt x="84" y="663"/>
                    <a:pt x="159" y="85"/>
                    <a:pt x="159" y="85"/>
                  </a:cubicBezTo>
                  <a:cubicBezTo>
                    <a:pt x="159" y="38"/>
                    <a:pt x="159" y="1"/>
                    <a:pt x="122"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8" name="Google Shape;3528;p58"/>
            <p:cNvSpPr/>
            <p:nvPr/>
          </p:nvSpPr>
          <p:spPr>
            <a:xfrm>
              <a:off x="8386128" y="2810438"/>
              <a:ext cx="8026" cy="46454"/>
            </a:xfrm>
            <a:custGeom>
              <a:avLst/>
              <a:gdLst/>
              <a:ahLst/>
              <a:cxnLst/>
              <a:rect l="l" t="t" r="r" b="b"/>
              <a:pathLst>
                <a:path w="198" h="1146" extrusionOk="0">
                  <a:moveTo>
                    <a:pt x="113" y="0"/>
                  </a:moveTo>
                  <a:cubicBezTo>
                    <a:pt x="99" y="0"/>
                    <a:pt x="76" y="27"/>
                    <a:pt x="76" y="53"/>
                  </a:cubicBezTo>
                  <a:cubicBezTo>
                    <a:pt x="76" y="53"/>
                    <a:pt x="1" y="641"/>
                    <a:pt x="76" y="1108"/>
                  </a:cubicBezTo>
                  <a:cubicBezTo>
                    <a:pt x="76" y="1108"/>
                    <a:pt x="122" y="1145"/>
                    <a:pt x="160" y="1145"/>
                  </a:cubicBezTo>
                  <a:cubicBezTo>
                    <a:pt x="197" y="1145"/>
                    <a:pt x="197" y="1108"/>
                    <a:pt x="197" y="1070"/>
                  </a:cubicBezTo>
                  <a:cubicBezTo>
                    <a:pt x="122" y="641"/>
                    <a:pt x="160" y="53"/>
                    <a:pt x="160" y="53"/>
                  </a:cubicBezTo>
                  <a:cubicBezTo>
                    <a:pt x="197" y="16"/>
                    <a:pt x="160" y="16"/>
                    <a:pt x="122" y="16"/>
                  </a:cubicBezTo>
                  <a:cubicBezTo>
                    <a:pt x="122" y="5"/>
                    <a:pt x="118" y="0"/>
                    <a:pt x="113"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29" name="Google Shape;3529;p58"/>
            <p:cNvSpPr/>
            <p:nvPr/>
          </p:nvSpPr>
          <p:spPr>
            <a:xfrm>
              <a:off x="8419448" y="2814087"/>
              <a:ext cx="7621" cy="47345"/>
            </a:xfrm>
            <a:custGeom>
              <a:avLst/>
              <a:gdLst/>
              <a:ahLst/>
              <a:cxnLst/>
              <a:rect l="l" t="t" r="r" b="b"/>
              <a:pathLst>
                <a:path w="188" h="1168" extrusionOk="0">
                  <a:moveTo>
                    <a:pt x="112" y="0"/>
                  </a:moveTo>
                  <a:cubicBezTo>
                    <a:pt x="75" y="0"/>
                    <a:pt x="75" y="47"/>
                    <a:pt x="38" y="47"/>
                  </a:cubicBezTo>
                  <a:cubicBezTo>
                    <a:pt x="38" y="84"/>
                    <a:pt x="0" y="663"/>
                    <a:pt x="75" y="1130"/>
                  </a:cubicBezTo>
                  <a:lnTo>
                    <a:pt x="112" y="1167"/>
                  </a:lnTo>
                  <a:lnTo>
                    <a:pt x="150" y="1167"/>
                  </a:lnTo>
                  <a:cubicBezTo>
                    <a:pt x="150" y="1130"/>
                    <a:pt x="187" y="1130"/>
                    <a:pt x="187" y="1092"/>
                  </a:cubicBezTo>
                  <a:cubicBezTo>
                    <a:pt x="75" y="663"/>
                    <a:pt x="150" y="84"/>
                    <a:pt x="150" y="84"/>
                  </a:cubicBezTo>
                  <a:cubicBezTo>
                    <a:pt x="150" y="47"/>
                    <a:pt x="150" y="0"/>
                    <a:pt x="112"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0" name="Google Shape;3530;p58"/>
            <p:cNvSpPr/>
            <p:nvPr/>
          </p:nvSpPr>
          <p:spPr>
            <a:xfrm>
              <a:off x="8455403" y="2817492"/>
              <a:ext cx="7985" cy="45805"/>
            </a:xfrm>
            <a:custGeom>
              <a:avLst/>
              <a:gdLst/>
              <a:ahLst/>
              <a:cxnLst/>
              <a:rect l="l" t="t" r="r" b="b"/>
              <a:pathLst>
                <a:path w="197" h="1130" extrusionOk="0">
                  <a:moveTo>
                    <a:pt x="159" y="0"/>
                  </a:moveTo>
                  <a:cubicBezTo>
                    <a:pt x="121" y="0"/>
                    <a:pt x="84" y="0"/>
                    <a:pt x="84" y="38"/>
                  </a:cubicBezTo>
                  <a:cubicBezTo>
                    <a:pt x="84" y="38"/>
                    <a:pt x="0" y="616"/>
                    <a:pt x="121" y="1083"/>
                  </a:cubicBezTo>
                  <a:cubicBezTo>
                    <a:pt x="121" y="1130"/>
                    <a:pt x="121" y="1130"/>
                    <a:pt x="159" y="1130"/>
                  </a:cubicBezTo>
                  <a:cubicBezTo>
                    <a:pt x="196" y="1130"/>
                    <a:pt x="196" y="1083"/>
                    <a:pt x="196" y="1046"/>
                  </a:cubicBezTo>
                  <a:cubicBezTo>
                    <a:pt x="121" y="616"/>
                    <a:pt x="196" y="38"/>
                    <a:pt x="196" y="38"/>
                  </a:cubicBezTo>
                  <a:cubicBezTo>
                    <a:pt x="196" y="0"/>
                    <a:pt x="159" y="0"/>
                    <a:pt x="159"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1" name="Google Shape;3531;p58"/>
            <p:cNvSpPr/>
            <p:nvPr/>
          </p:nvSpPr>
          <p:spPr>
            <a:xfrm>
              <a:off x="8595777" y="2804601"/>
              <a:ext cx="7985" cy="45846"/>
            </a:xfrm>
            <a:custGeom>
              <a:avLst/>
              <a:gdLst/>
              <a:ahLst/>
              <a:cxnLst/>
              <a:rect l="l" t="t" r="r" b="b"/>
              <a:pathLst>
                <a:path w="197" h="1131" extrusionOk="0">
                  <a:moveTo>
                    <a:pt x="37" y="1"/>
                  </a:moveTo>
                  <a:cubicBezTo>
                    <a:pt x="0" y="48"/>
                    <a:pt x="0" y="48"/>
                    <a:pt x="0" y="85"/>
                  </a:cubicBezTo>
                  <a:cubicBezTo>
                    <a:pt x="84" y="514"/>
                    <a:pt x="0" y="1056"/>
                    <a:pt x="0" y="1056"/>
                  </a:cubicBezTo>
                  <a:cubicBezTo>
                    <a:pt x="0" y="1093"/>
                    <a:pt x="37" y="1130"/>
                    <a:pt x="84" y="1130"/>
                  </a:cubicBezTo>
                  <a:cubicBezTo>
                    <a:pt x="84" y="1130"/>
                    <a:pt x="121" y="1093"/>
                    <a:pt x="121" y="1056"/>
                  </a:cubicBezTo>
                  <a:cubicBezTo>
                    <a:pt x="121" y="1056"/>
                    <a:pt x="196" y="514"/>
                    <a:pt x="84" y="48"/>
                  </a:cubicBezTo>
                  <a:cubicBezTo>
                    <a:pt x="84" y="48"/>
                    <a:pt x="84" y="1"/>
                    <a:pt x="3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2" name="Google Shape;3532;p58"/>
            <p:cNvSpPr/>
            <p:nvPr/>
          </p:nvSpPr>
          <p:spPr>
            <a:xfrm>
              <a:off x="8565862" y="2811046"/>
              <a:ext cx="9485" cy="50386"/>
            </a:xfrm>
            <a:custGeom>
              <a:avLst/>
              <a:gdLst/>
              <a:ahLst/>
              <a:cxnLst/>
              <a:rect l="l" t="t" r="r" b="b"/>
              <a:pathLst>
                <a:path w="234" h="1243" extrusionOk="0">
                  <a:moveTo>
                    <a:pt x="75" y="1"/>
                  </a:moveTo>
                  <a:cubicBezTo>
                    <a:pt x="38" y="38"/>
                    <a:pt x="38" y="38"/>
                    <a:pt x="38" y="75"/>
                  </a:cubicBezTo>
                  <a:cubicBezTo>
                    <a:pt x="122" y="505"/>
                    <a:pt x="38" y="1167"/>
                    <a:pt x="38" y="1167"/>
                  </a:cubicBezTo>
                  <a:cubicBezTo>
                    <a:pt x="1" y="1205"/>
                    <a:pt x="38" y="1242"/>
                    <a:pt x="75" y="1242"/>
                  </a:cubicBezTo>
                  <a:cubicBezTo>
                    <a:pt x="122" y="1242"/>
                    <a:pt x="122" y="1205"/>
                    <a:pt x="122" y="1205"/>
                  </a:cubicBezTo>
                  <a:cubicBezTo>
                    <a:pt x="122" y="1167"/>
                    <a:pt x="234" y="505"/>
                    <a:pt x="122" y="38"/>
                  </a:cubicBezTo>
                  <a:cubicBezTo>
                    <a:pt x="122" y="38"/>
                    <a:pt x="122" y="1"/>
                    <a:pt x="75"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3" name="Google Shape;3533;p58"/>
            <p:cNvSpPr/>
            <p:nvPr/>
          </p:nvSpPr>
          <p:spPr>
            <a:xfrm>
              <a:off x="8528042" y="2815181"/>
              <a:ext cx="9485" cy="51156"/>
            </a:xfrm>
            <a:custGeom>
              <a:avLst/>
              <a:gdLst/>
              <a:ahLst/>
              <a:cxnLst/>
              <a:rect l="l" t="t" r="r" b="b"/>
              <a:pathLst>
                <a:path w="234" h="1262" extrusionOk="0">
                  <a:moveTo>
                    <a:pt x="85" y="0"/>
                  </a:moveTo>
                  <a:cubicBezTo>
                    <a:pt x="79" y="0"/>
                    <a:pt x="75" y="6"/>
                    <a:pt x="75" y="20"/>
                  </a:cubicBezTo>
                  <a:cubicBezTo>
                    <a:pt x="38" y="20"/>
                    <a:pt x="0" y="20"/>
                    <a:pt x="38" y="57"/>
                  </a:cubicBezTo>
                  <a:cubicBezTo>
                    <a:pt x="122" y="487"/>
                    <a:pt x="38" y="1224"/>
                    <a:pt x="38" y="1224"/>
                  </a:cubicBezTo>
                  <a:cubicBezTo>
                    <a:pt x="38" y="1261"/>
                    <a:pt x="75" y="1261"/>
                    <a:pt x="75" y="1261"/>
                  </a:cubicBezTo>
                  <a:lnTo>
                    <a:pt x="122" y="1261"/>
                  </a:lnTo>
                  <a:cubicBezTo>
                    <a:pt x="122" y="1261"/>
                    <a:pt x="159" y="1261"/>
                    <a:pt x="159" y="1224"/>
                  </a:cubicBezTo>
                  <a:cubicBezTo>
                    <a:pt x="159" y="1187"/>
                    <a:pt x="234" y="487"/>
                    <a:pt x="122" y="57"/>
                  </a:cubicBezTo>
                  <a:cubicBezTo>
                    <a:pt x="122" y="31"/>
                    <a:pt x="99" y="0"/>
                    <a:pt x="85"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4" name="Google Shape;3534;p58"/>
            <p:cNvSpPr/>
            <p:nvPr/>
          </p:nvSpPr>
          <p:spPr>
            <a:xfrm>
              <a:off x="8498127" y="2815951"/>
              <a:ext cx="7985" cy="51885"/>
            </a:xfrm>
            <a:custGeom>
              <a:avLst/>
              <a:gdLst/>
              <a:ahLst/>
              <a:cxnLst/>
              <a:rect l="l" t="t" r="r" b="b"/>
              <a:pathLst>
                <a:path w="197" h="1280" extrusionOk="0">
                  <a:moveTo>
                    <a:pt x="38" y="1"/>
                  </a:moveTo>
                  <a:cubicBezTo>
                    <a:pt x="38" y="38"/>
                    <a:pt x="1" y="38"/>
                    <a:pt x="1" y="76"/>
                  </a:cubicBezTo>
                  <a:cubicBezTo>
                    <a:pt x="113" y="505"/>
                    <a:pt x="1" y="1205"/>
                    <a:pt x="1" y="1205"/>
                  </a:cubicBezTo>
                  <a:cubicBezTo>
                    <a:pt x="1" y="1242"/>
                    <a:pt x="1" y="1280"/>
                    <a:pt x="38" y="1280"/>
                  </a:cubicBezTo>
                  <a:cubicBezTo>
                    <a:pt x="76" y="1280"/>
                    <a:pt x="113" y="1242"/>
                    <a:pt x="113" y="1242"/>
                  </a:cubicBezTo>
                  <a:cubicBezTo>
                    <a:pt x="113" y="1205"/>
                    <a:pt x="197" y="505"/>
                    <a:pt x="113" y="38"/>
                  </a:cubicBezTo>
                  <a:cubicBezTo>
                    <a:pt x="113" y="38"/>
                    <a:pt x="76" y="1"/>
                    <a:pt x="38"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5" name="Google Shape;3535;p58"/>
            <p:cNvSpPr/>
            <p:nvPr/>
          </p:nvSpPr>
          <p:spPr>
            <a:xfrm>
              <a:off x="8263183" y="2248454"/>
              <a:ext cx="109000" cy="185815"/>
            </a:xfrm>
            <a:custGeom>
              <a:avLst/>
              <a:gdLst/>
              <a:ahLst/>
              <a:cxnLst/>
              <a:rect l="l" t="t" r="r" b="b"/>
              <a:pathLst>
                <a:path w="2689" h="4584" extrusionOk="0">
                  <a:moveTo>
                    <a:pt x="2689" y="0"/>
                  </a:moveTo>
                  <a:lnTo>
                    <a:pt x="2689" y="0"/>
                  </a:lnTo>
                  <a:cubicBezTo>
                    <a:pt x="2689" y="0"/>
                    <a:pt x="1597" y="37"/>
                    <a:pt x="1522" y="149"/>
                  </a:cubicBezTo>
                  <a:cubicBezTo>
                    <a:pt x="1522" y="149"/>
                    <a:pt x="542" y="1279"/>
                    <a:pt x="0" y="4583"/>
                  </a:cubicBezTo>
                  <a:lnTo>
                    <a:pt x="2026" y="971"/>
                  </a:lnTo>
                  <a:cubicBezTo>
                    <a:pt x="2026" y="971"/>
                    <a:pt x="2175" y="653"/>
                    <a:pt x="268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6" name="Google Shape;3536;p58"/>
            <p:cNvSpPr/>
            <p:nvPr/>
          </p:nvSpPr>
          <p:spPr>
            <a:xfrm>
              <a:off x="8176518" y="2240509"/>
              <a:ext cx="138915" cy="360969"/>
            </a:xfrm>
            <a:custGeom>
              <a:avLst/>
              <a:gdLst/>
              <a:ahLst/>
              <a:cxnLst/>
              <a:rect l="l" t="t" r="r" b="b"/>
              <a:pathLst>
                <a:path w="3427" h="8905" extrusionOk="0">
                  <a:moveTo>
                    <a:pt x="3343" y="0"/>
                  </a:moveTo>
                  <a:cubicBezTo>
                    <a:pt x="3305" y="0"/>
                    <a:pt x="2176" y="75"/>
                    <a:pt x="1513" y="1708"/>
                  </a:cubicBezTo>
                  <a:cubicBezTo>
                    <a:pt x="972" y="3034"/>
                    <a:pt x="1" y="6263"/>
                    <a:pt x="197" y="8867"/>
                  </a:cubicBezTo>
                  <a:cubicBezTo>
                    <a:pt x="197" y="8905"/>
                    <a:pt x="234" y="8905"/>
                    <a:pt x="272" y="8905"/>
                  </a:cubicBezTo>
                  <a:cubicBezTo>
                    <a:pt x="309" y="8905"/>
                    <a:pt x="346" y="8867"/>
                    <a:pt x="346" y="8830"/>
                  </a:cubicBezTo>
                  <a:cubicBezTo>
                    <a:pt x="160" y="6301"/>
                    <a:pt x="1130" y="3108"/>
                    <a:pt x="1672" y="1746"/>
                  </a:cubicBezTo>
                  <a:cubicBezTo>
                    <a:pt x="2297" y="233"/>
                    <a:pt x="3305" y="196"/>
                    <a:pt x="3343" y="196"/>
                  </a:cubicBezTo>
                  <a:cubicBezTo>
                    <a:pt x="3380" y="149"/>
                    <a:pt x="3427" y="149"/>
                    <a:pt x="3427" y="75"/>
                  </a:cubicBezTo>
                  <a:cubicBezTo>
                    <a:pt x="3427" y="37"/>
                    <a:pt x="3380" y="0"/>
                    <a:pt x="3343" y="0"/>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7" name="Google Shape;3537;p58"/>
            <p:cNvSpPr/>
            <p:nvPr/>
          </p:nvSpPr>
          <p:spPr>
            <a:xfrm>
              <a:off x="8362698" y="2551903"/>
              <a:ext cx="70775" cy="62141"/>
            </a:xfrm>
            <a:custGeom>
              <a:avLst/>
              <a:gdLst/>
              <a:ahLst/>
              <a:cxnLst/>
              <a:rect l="l" t="t" r="r" b="b"/>
              <a:pathLst>
                <a:path w="1746" h="1533" extrusionOk="0">
                  <a:moveTo>
                    <a:pt x="831" y="0"/>
                  </a:moveTo>
                  <a:cubicBezTo>
                    <a:pt x="734" y="0"/>
                    <a:pt x="636" y="18"/>
                    <a:pt x="542" y="56"/>
                  </a:cubicBezTo>
                  <a:cubicBezTo>
                    <a:pt x="150" y="252"/>
                    <a:pt x="0" y="681"/>
                    <a:pt x="150" y="1064"/>
                  </a:cubicBezTo>
                  <a:cubicBezTo>
                    <a:pt x="293" y="1351"/>
                    <a:pt x="562" y="1533"/>
                    <a:pt x="849" y="1533"/>
                  </a:cubicBezTo>
                  <a:cubicBezTo>
                    <a:pt x="954" y="1533"/>
                    <a:pt x="1062" y="1509"/>
                    <a:pt x="1167" y="1456"/>
                  </a:cubicBezTo>
                  <a:cubicBezTo>
                    <a:pt x="1550" y="1297"/>
                    <a:pt x="1746" y="831"/>
                    <a:pt x="1550" y="448"/>
                  </a:cubicBezTo>
                  <a:cubicBezTo>
                    <a:pt x="1436" y="178"/>
                    <a:pt x="1139" y="0"/>
                    <a:pt x="831"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8" name="Google Shape;3538;p58"/>
            <p:cNvSpPr/>
            <p:nvPr/>
          </p:nvSpPr>
          <p:spPr>
            <a:xfrm>
              <a:off x="8268744" y="1828670"/>
              <a:ext cx="148223" cy="121470"/>
            </a:xfrm>
            <a:custGeom>
              <a:avLst/>
              <a:gdLst/>
              <a:ahLst/>
              <a:cxnLst/>
              <a:rect l="l" t="t" r="r" b="b"/>
              <a:pathLst>
                <a:path w="4388" h="3596" extrusionOk="0">
                  <a:moveTo>
                    <a:pt x="2337" y="1"/>
                  </a:moveTo>
                  <a:cubicBezTo>
                    <a:pt x="1986" y="1"/>
                    <a:pt x="1612" y="80"/>
                    <a:pt x="1242" y="243"/>
                  </a:cubicBezTo>
                  <a:cubicBezTo>
                    <a:pt x="75" y="784"/>
                    <a:pt x="0" y="2418"/>
                    <a:pt x="775" y="3277"/>
                  </a:cubicBezTo>
                  <a:cubicBezTo>
                    <a:pt x="979" y="3510"/>
                    <a:pt x="1248" y="3596"/>
                    <a:pt x="1534" y="3596"/>
                  </a:cubicBezTo>
                  <a:cubicBezTo>
                    <a:pt x="2335" y="3596"/>
                    <a:pt x="3267" y="2922"/>
                    <a:pt x="3267" y="2922"/>
                  </a:cubicBezTo>
                  <a:cubicBezTo>
                    <a:pt x="3267" y="2922"/>
                    <a:pt x="4387" y="2110"/>
                    <a:pt x="4005" y="1055"/>
                  </a:cubicBezTo>
                  <a:cubicBezTo>
                    <a:pt x="3737" y="367"/>
                    <a:pt x="3091" y="1"/>
                    <a:pt x="2337"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39" name="Google Shape;3539;p58"/>
            <p:cNvSpPr/>
            <p:nvPr/>
          </p:nvSpPr>
          <p:spPr>
            <a:xfrm>
              <a:off x="8322973" y="1912374"/>
              <a:ext cx="268264" cy="290356"/>
            </a:xfrm>
            <a:custGeom>
              <a:avLst/>
              <a:gdLst/>
              <a:ahLst/>
              <a:cxnLst/>
              <a:rect l="l" t="t" r="r" b="b"/>
              <a:pathLst>
                <a:path w="6618" h="7163" extrusionOk="0">
                  <a:moveTo>
                    <a:pt x="3317" y="0"/>
                  </a:moveTo>
                  <a:cubicBezTo>
                    <a:pt x="3275" y="0"/>
                    <a:pt x="3234" y="1"/>
                    <a:pt x="3192" y="3"/>
                  </a:cubicBezTo>
                  <a:cubicBezTo>
                    <a:pt x="1400" y="40"/>
                    <a:pt x="0" y="1711"/>
                    <a:pt x="84" y="3699"/>
                  </a:cubicBezTo>
                  <a:cubicBezTo>
                    <a:pt x="158" y="5617"/>
                    <a:pt x="1599" y="7162"/>
                    <a:pt x="3363" y="7162"/>
                  </a:cubicBezTo>
                  <a:cubicBezTo>
                    <a:pt x="3384" y="7162"/>
                    <a:pt x="3405" y="7162"/>
                    <a:pt x="3426" y="7162"/>
                  </a:cubicBezTo>
                  <a:cubicBezTo>
                    <a:pt x="5218" y="7078"/>
                    <a:pt x="6618" y="5444"/>
                    <a:pt x="6534" y="3465"/>
                  </a:cubicBezTo>
                  <a:cubicBezTo>
                    <a:pt x="6498" y="1523"/>
                    <a:pt x="5054" y="0"/>
                    <a:pt x="3317" y="0"/>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0" name="Google Shape;3540;p58"/>
            <p:cNvSpPr/>
            <p:nvPr/>
          </p:nvSpPr>
          <p:spPr>
            <a:xfrm>
              <a:off x="8293058" y="2035440"/>
              <a:ext cx="64735" cy="63316"/>
            </a:xfrm>
            <a:custGeom>
              <a:avLst/>
              <a:gdLst/>
              <a:ahLst/>
              <a:cxnLst/>
              <a:rect l="l" t="t" r="r" b="b"/>
              <a:pathLst>
                <a:path w="1597" h="1562" extrusionOk="0">
                  <a:moveTo>
                    <a:pt x="822" y="0"/>
                  </a:moveTo>
                  <a:cubicBezTo>
                    <a:pt x="393" y="0"/>
                    <a:pt x="38" y="355"/>
                    <a:pt x="38" y="775"/>
                  </a:cubicBezTo>
                  <a:cubicBezTo>
                    <a:pt x="1" y="1204"/>
                    <a:pt x="356" y="1559"/>
                    <a:pt x="785" y="1559"/>
                  </a:cubicBezTo>
                  <a:cubicBezTo>
                    <a:pt x="805" y="1561"/>
                    <a:pt x="826" y="1562"/>
                    <a:pt x="846" y="1562"/>
                  </a:cubicBezTo>
                  <a:cubicBezTo>
                    <a:pt x="1239" y="1562"/>
                    <a:pt x="1561" y="1221"/>
                    <a:pt x="1597" y="822"/>
                  </a:cubicBezTo>
                  <a:cubicBezTo>
                    <a:pt x="1597" y="392"/>
                    <a:pt x="1252" y="37"/>
                    <a:pt x="822" y="0"/>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1" name="Google Shape;3541;p58"/>
            <p:cNvSpPr/>
            <p:nvPr/>
          </p:nvSpPr>
          <p:spPr>
            <a:xfrm>
              <a:off x="8307448" y="2060775"/>
              <a:ext cx="14025" cy="20470"/>
            </a:xfrm>
            <a:custGeom>
              <a:avLst/>
              <a:gdLst/>
              <a:ahLst/>
              <a:cxnLst/>
              <a:rect l="l" t="t" r="r" b="b"/>
              <a:pathLst>
                <a:path w="346" h="505" extrusionOk="0">
                  <a:moveTo>
                    <a:pt x="346" y="1"/>
                  </a:moveTo>
                  <a:cubicBezTo>
                    <a:pt x="271" y="1"/>
                    <a:pt x="234" y="1"/>
                    <a:pt x="150" y="38"/>
                  </a:cubicBezTo>
                  <a:cubicBezTo>
                    <a:pt x="113" y="75"/>
                    <a:pt x="38" y="150"/>
                    <a:pt x="38" y="234"/>
                  </a:cubicBezTo>
                  <a:cubicBezTo>
                    <a:pt x="1" y="346"/>
                    <a:pt x="75" y="430"/>
                    <a:pt x="113" y="467"/>
                  </a:cubicBezTo>
                  <a:cubicBezTo>
                    <a:pt x="150" y="467"/>
                    <a:pt x="197" y="505"/>
                    <a:pt x="234" y="505"/>
                  </a:cubicBezTo>
                  <a:lnTo>
                    <a:pt x="346" y="505"/>
                  </a:lnTo>
                  <a:lnTo>
                    <a:pt x="197" y="383"/>
                  </a:lnTo>
                  <a:cubicBezTo>
                    <a:pt x="150" y="346"/>
                    <a:pt x="150" y="309"/>
                    <a:pt x="150" y="271"/>
                  </a:cubicBezTo>
                  <a:cubicBezTo>
                    <a:pt x="150" y="234"/>
                    <a:pt x="197" y="150"/>
                    <a:pt x="234" y="113"/>
                  </a:cubicBezTo>
                  <a:cubicBezTo>
                    <a:pt x="271" y="75"/>
                    <a:pt x="309" y="38"/>
                    <a:pt x="346" y="1"/>
                  </a:cubicBezTo>
                  <a:close/>
                </a:path>
              </a:pathLst>
            </a:custGeom>
            <a:solidFill>
              <a:srgbClr val="F974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2" name="Google Shape;3542;p58"/>
            <p:cNvSpPr/>
            <p:nvPr/>
          </p:nvSpPr>
          <p:spPr>
            <a:xfrm>
              <a:off x="8471293" y="2111079"/>
              <a:ext cx="63195" cy="24281"/>
            </a:xfrm>
            <a:custGeom>
              <a:avLst/>
              <a:gdLst/>
              <a:ahLst/>
              <a:cxnLst/>
              <a:rect l="l" t="t" r="r" b="b"/>
              <a:pathLst>
                <a:path w="1559" h="599" extrusionOk="0">
                  <a:moveTo>
                    <a:pt x="0" y="1"/>
                  </a:moveTo>
                  <a:cubicBezTo>
                    <a:pt x="37" y="76"/>
                    <a:pt x="75" y="122"/>
                    <a:pt x="121" y="197"/>
                  </a:cubicBezTo>
                  <a:cubicBezTo>
                    <a:pt x="159" y="272"/>
                    <a:pt x="233" y="309"/>
                    <a:pt x="271" y="393"/>
                  </a:cubicBezTo>
                  <a:cubicBezTo>
                    <a:pt x="430" y="468"/>
                    <a:pt x="542" y="542"/>
                    <a:pt x="738" y="589"/>
                  </a:cubicBezTo>
                  <a:cubicBezTo>
                    <a:pt x="771" y="595"/>
                    <a:pt x="803" y="598"/>
                    <a:pt x="834" y="598"/>
                  </a:cubicBezTo>
                  <a:cubicBezTo>
                    <a:pt x="987" y="598"/>
                    <a:pt x="1117" y="530"/>
                    <a:pt x="1242" y="468"/>
                  </a:cubicBezTo>
                  <a:cubicBezTo>
                    <a:pt x="1363" y="356"/>
                    <a:pt x="1475" y="234"/>
                    <a:pt x="1559" y="76"/>
                  </a:cubicBezTo>
                  <a:lnTo>
                    <a:pt x="1559" y="76"/>
                  </a:lnTo>
                  <a:cubicBezTo>
                    <a:pt x="1400" y="197"/>
                    <a:pt x="1288" y="272"/>
                    <a:pt x="1167" y="309"/>
                  </a:cubicBezTo>
                  <a:cubicBezTo>
                    <a:pt x="1084" y="371"/>
                    <a:pt x="976" y="407"/>
                    <a:pt x="877" y="407"/>
                  </a:cubicBezTo>
                  <a:cubicBezTo>
                    <a:pt x="841" y="407"/>
                    <a:pt x="807" y="403"/>
                    <a:pt x="775" y="393"/>
                  </a:cubicBezTo>
                  <a:cubicBezTo>
                    <a:pt x="626" y="393"/>
                    <a:pt x="504" y="309"/>
                    <a:pt x="392" y="234"/>
                  </a:cubicBezTo>
                  <a:lnTo>
                    <a:pt x="196" y="122"/>
                  </a:lnTo>
                  <a:cubicBezTo>
                    <a:pt x="121" y="76"/>
                    <a:pt x="75" y="38"/>
                    <a:pt x="0" y="1"/>
                  </a:cubicBezTo>
                  <a:close/>
                </a:path>
              </a:pathLst>
            </a:custGeom>
            <a:solidFill>
              <a:srgbClr val="F974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3" name="Google Shape;3543;p58"/>
            <p:cNvSpPr/>
            <p:nvPr/>
          </p:nvSpPr>
          <p:spPr>
            <a:xfrm>
              <a:off x="8507613" y="2047276"/>
              <a:ext cx="25375" cy="45197"/>
            </a:xfrm>
            <a:custGeom>
              <a:avLst/>
              <a:gdLst/>
              <a:ahLst/>
              <a:cxnLst/>
              <a:rect l="l" t="t" r="r" b="b"/>
              <a:pathLst>
                <a:path w="626" h="1115" extrusionOk="0">
                  <a:moveTo>
                    <a:pt x="90" y="1"/>
                  </a:moveTo>
                  <a:cubicBezTo>
                    <a:pt x="57" y="1"/>
                    <a:pt x="0" y="29"/>
                    <a:pt x="0" y="63"/>
                  </a:cubicBezTo>
                  <a:cubicBezTo>
                    <a:pt x="0" y="371"/>
                    <a:pt x="0" y="912"/>
                    <a:pt x="196" y="1108"/>
                  </a:cubicBezTo>
                  <a:cubicBezTo>
                    <a:pt x="200" y="1112"/>
                    <a:pt x="208" y="1114"/>
                    <a:pt x="219" y="1114"/>
                  </a:cubicBezTo>
                  <a:cubicBezTo>
                    <a:pt x="312" y="1114"/>
                    <a:pt x="626" y="980"/>
                    <a:pt x="626" y="838"/>
                  </a:cubicBezTo>
                  <a:cubicBezTo>
                    <a:pt x="626" y="604"/>
                    <a:pt x="234" y="249"/>
                    <a:pt x="112" y="16"/>
                  </a:cubicBezTo>
                  <a:cubicBezTo>
                    <a:pt x="112" y="5"/>
                    <a:pt x="103" y="1"/>
                    <a:pt x="90" y="1"/>
                  </a:cubicBezTo>
                  <a:close/>
                </a:path>
              </a:pathLst>
            </a:custGeom>
            <a:solidFill>
              <a:srgbClr val="F974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4" name="Google Shape;3544;p58"/>
            <p:cNvSpPr/>
            <p:nvPr/>
          </p:nvSpPr>
          <p:spPr>
            <a:xfrm>
              <a:off x="8425488" y="2035440"/>
              <a:ext cx="42806" cy="31415"/>
            </a:xfrm>
            <a:custGeom>
              <a:avLst/>
              <a:gdLst/>
              <a:ahLst/>
              <a:cxnLst/>
              <a:rect l="l" t="t" r="r" b="b"/>
              <a:pathLst>
                <a:path w="1056" h="775" extrusionOk="0">
                  <a:moveTo>
                    <a:pt x="589" y="0"/>
                  </a:moveTo>
                  <a:cubicBezTo>
                    <a:pt x="159" y="37"/>
                    <a:pt x="1" y="626"/>
                    <a:pt x="1" y="663"/>
                  </a:cubicBezTo>
                  <a:cubicBezTo>
                    <a:pt x="1" y="700"/>
                    <a:pt x="1" y="738"/>
                    <a:pt x="38" y="738"/>
                  </a:cubicBezTo>
                  <a:cubicBezTo>
                    <a:pt x="85" y="738"/>
                    <a:pt x="122" y="738"/>
                    <a:pt x="159" y="700"/>
                  </a:cubicBezTo>
                  <a:cubicBezTo>
                    <a:pt x="159" y="663"/>
                    <a:pt x="271" y="196"/>
                    <a:pt x="626" y="159"/>
                  </a:cubicBezTo>
                  <a:cubicBezTo>
                    <a:pt x="663" y="159"/>
                    <a:pt x="738" y="159"/>
                    <a:pt x="785" y="196"/>
                  </a:cubicBezTo>
                  <a:cubicBezTo>
                    <a:pt x="859" y="308"/>
                    <a:pt x="859" y="588"/>
                    <a:pt x="859" y="700"/>
                  </a:cubicBezTo>
                  <a:cubicBezTo>
                    <a:pt x="859" y="738"/>
                    <a:pt x="897" y="775"/>
                    <a:pt x="934" y="775"/>
                  </a:cubicBezTo>
                  <a:cubicBezTo>
                    <a:pt x="971" y="775"/>
                    <a:pt x="1018" y="738"/>
                    <a:pt x="1018" y="700"/>
                  </a:cubicBezTo>
                  <a:cubicBezTo>
                    <a:pt x="1018" y="700"/>
                    <a:pt x="1055" y="308"/>
                    <a:pt x="859" y="121"/>
                  </a:cubicBezTo>
                  <a:cubicBezTo>
                    <a:pt x="822" y="37"/>
                    <a:pt x="701" y="0"/>
                    <a:pt x="589"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5" name="Google Shape;3545;p58"/>
            <p:cNvSpPr/>
            <p:nvPr/>
          </p:nvSpPr>
          <p:spPr>
            <a:xfrm>
              <a:off x="8535987" y="2031792"/>
              <a:ext cx="42400" cy="30523"/>
            </a:xfrm>
            <a:custGeom>
              <a:avLst/>
              <a:gdLst/>
              <a:ahLst/>
              <a:cxnLst/>
              <a:rect l="l" t="t" r="r" b="b"/>
              <a:pathLst>
                <a:path w="1046" h="753" extrusionOk="0">
                  <a:moveTo>
                    <a:pt x="668" y="1"/>
                  </a:moveTo>
                  <a:cubicBezTo>
                    <a:pt x="641" y="1"/>
                    <a:pt x="611" y="5"/>
                    <a:pt x="579" y="15"/>
                  </a:cubicBezTo>
                  <a:cubicBezTo>
                    <a:pt x="159" y="15"/>
                    <a:pt x="0" y="631"/>
                    <a:pt x="0" y="631"/>
                  </a:cubicBezTo>
                  <a:cubicBezTo>
                    <a:pt x="0" y="678"/>
                    <a:pt x="0" y="716"/>
                    <a:pt x="38" y="753"/>
                  </a:cubicBezTo>
                  <a:cubicBezTo>
                    <a:pt x="75" y="753"/>
                    <a:pt x="112" y="716"/>
                    <a:pt x="159" y="678"/>
                  </a:cubicBezTo>
                  <a:cubicBezTo>
                    <a:pt x="159" y="678"/>
                    <a:pt x="271" y="165"/>
                    <a:pt x="579" y="127"/>
                  </a:cubicBezTo>
                  <a:cubicBezTo>
                    <a:pt x="663" y="127"/>
                    <a:pt x="700" y="165"/>
                    <a:pt x="738" y="211"/>
                  </a:cubicBezTo>
                  <a:cubicBezTo>
                    <a:pt x="859" y="323"/>
                    <a:pt x="859" y="594"/>
                    <a:pt x="859" y="678"/>
                  </a:cubicBezTo>
                  <a:cubicBezTo>
                    <a:pt x="859" y="716"/>
                    <a:pt x="896" y="753"/>
                    <a:pt x="934" y="753"/>
                  </a:cubicBezTo>
                  <a:cubicBezTo>
                    <a:pt x="971" y="753"/>
                    <a:pt x="1008" y="753"/>
                    <a:pt x="1008" y="716"/>
                  </a:cubicBezTo>
                  <a:cubicBezTo>
                    <a:pt x="1008" y="678"/>
                    <a:pt x="1046" y="286"/>
                    <a:pt x="859" y="90"/>
                  </a:cubicBezTo>
                  <a:cubicBezTo>
                    <a:pt x="797" y="35"/>
                    <a:pt x="741" y="1"/>
                    <a:pt x="668"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6" name="Google Shape;3546;p58"/>
            <p:cNvSpPr/>
            <p:nvPr/>
          </p:nvSpPr>
          <p:spPr>
            <a:xfrm>
              <a:off x="8296463" y="1880473"/>
              <a:ext cx="307300" cy="158007"/>
            </a:xfrm>
            <a:custGeom>
              <a:avLst/>
              <a:gdLst/>
              <a:ahLst/>
              <a:cxnLst/>
              <a:rect l="l" t="t" r="r" b="b"/>
              <a:pathLst>
                <a:path w="7581" h="3898" extrusionOk="0">
                  <a:moveTo>
                    <a:pt x="4226" y="1"/>
                  </a:moveTo>
                  <a:cubicBezTo>
                    <a:pt x="4026" y="1"/>
                    <a:pt x="3821" y="40"/>
                    <a:pt x="3613" y="127"/>
                  </a:cubicBezTo>
                  <a:cubicBezTo>
                    <a:pt x="1476" y="1023"/>
                    <a:pt x="1" y="1686"/>
                    <a:pt x="738" y="3823"/>
                  </a:cubicBezTo>
                  <a:cubicBezTo>
                    <a:pt x="738" y="3823"/>
                    <a:pt x="850" y="3897"/>
                    <a:pt x="1063" y="3897"/>
                  </a:cubicBezTo>
                  <a:cubicBezTo>
                    <a:pt x="1539" y="3897"/>
                    <a:pt x="2518" y="3528"/>
                    <a:pt x="3884" y="1144"/>
                  </a:cubicBezTo>
                  <a:cubicBezTo>
                    <a:pt x="3884" y="1144"/>
                    <a:pt x="6150" y="3482"/>
                    <a:pt x="7167" y="3482"/>
                  </a:cubicBezTo>
                  <a:cubicBezTo>
                    <a:pt x="7190" y="3482"/>
                    <a:pt x="7213" y="3480"/>
                    <a:pt x="7235" y="3478"/>
                  </a:cubicBezTo>
                  <a:cubicBezTo>
                    <a:pt x="7580" y="3402"/>
                    <a:pt x="6092" y="1"/>
                    <a:pt x="4226"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7" name="Google Shape;3547;p58"/>
            <p:cNvSpPr/>
            <p:nvPr/>
          </p:nvSpPr>
          <p:spPr>
            <a:xfrm>
              <a:off x="8259952" y="2253931"/>
              <a:ext cx="109000" cy="185815"/>
            </a:xfrm>
            <a:custGeom>
              <a:avLst/>
              <a:gdLst/>
              <a:ahLst/>
              <a:cxnLst/>
              <a:rect l="l" t="t" r="r" b="b"/>
              <a:pathLst>
                <a:path w="2689" h="4584" extrusionOk="0">
                  <a:moveTo>
                    <a:pt x="2689" y="0"/>
                  </a:moveTo>
                  <a:lnTo>
                    <a:pt x="2689" y="0"/>
                  </a:lnTo>
                  <a:cubicBezTo>
                    <a:pt x="2689" y="0"/>
                    <a:pt x="1597" y="37"/>
                    <a:pt x="1522" y="149"/>
                  </a:cubicBezTo>
                  <a:cubicBezTo>
                    <a:pt x="1522" y="149"/>
                    <a:pt x="542" y="1279"/>
                    <a:pt x="0" y="4583"/>
                  </a:cubicBezTo>
                  <a:lnTo>
                    <a:pt x="2026" y="971"/>
                  </a:lnTo>
                  <a:cubicBezTo>
                    <a:pt x="2026" y="971"/>
                    <a:pt x="2175" y="653"/>
                    <a:pt x="2689"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48" name="Google Shape;3548;p58"/>
            <p:cNvSpPr/>
            <p:nvPr/>
          </p:nvSpPr>
          <p:spPr>
            <a:xfrm>
              <a:off x="8266224" y="2232807"/>
              <a:ext cx="261859" cy="457687"/>
            </a:xfrm>
            <a:custGeom>
              <a:avLst/>
              <a:gdLst/>
              <a:ahLst/>
              <a:cxnLst/>
              <a:rect l="l" t="t" r="r" b="b"/>
              <a:pathLst>
                <a:path w="6460" h="11291" extrusionOk="0">
                  <a:moveTo>
                    <a:pt x="2487" y="1"/>
                  </a:moveTo>
                  <a:cubicBezTo>
                    <a:pt x="1971" y="1"/>
                    <a:pt x="1217" y="459"/>
                    <a:pt x="747" y="1786"/>
                  </a:cubicBezTo>
                  <a:cubicBezTo>
                    <a:pt x="747" y="1786"/>
                    <a:pt x="1244" y="760"/>
                    <a:pt x="1980" y="760"/>
                  </a:cubicBezTo>
                  <a:cubicBezTo>
                    <a:pt x="2140" y="760"/>
                    <a:pt x="2312" y="809"/>
                    <a:pt x="2492" y="927"/>
                  </a:cubicBezTo>
                  <a:cubicBezTo>
                    <a:pt x="3659" y="1740"/>
                    <a:pt x="4667" y="4157"/>
                    <a:pt x="5218" y="8087"/>
                  </a:cubicBezTo>
                  <a:cubicBezTo>
                    <a:pt x="5367" y="9095"/>
                    <a:pt x="4788" y="9795"/>
                    <a:pt x="3780" y="10065"/>
                  </a:cubicBezTo>
                  <a:cubicBezTo>
                    <a:pt x="3391" y="10173"/>
                    <a:pt x="2980" y="10215"/>
                    <a:pt x="2577" y="10215"/>
                  </a:cubicBezTo>
                  <a:cubicBezTo>
                    <a:pt x="1241" y="10215"/>
                    <a:pt x="0" y="9757"/>
                    <a:pt x="0" y="9757"/>
                  </a:cubicBezTo>
                  <a:lnTo>
                    <a:pt x="0" y="10765"/>
                  </a:lnTo>
                  <a:cubicBezTo>
                    <a:pt x="0" y="10765"/>
                    <a:pt x="672" y="11290"/>
                    <a:pt x="1899" y="11290"/>
                  </a:cubicBezTo>
                  <a:cubicBezTo>
                    <a:pt x="2471" y="11290"/>
                    <a:pt x="3165" y="11176"/>
                    <a:pt x="3967" y="10840"/>
                  </a:cubicBezTo>
                  <a:cubicBezTo>
                    <a:pt x="6459" y="9757"/>
                    <a:pt x="6189" y="8432"/>
                    <a:pt x="6189" y="8432"/>
                  </a:cubicBezTo>
                  <a:cubicBezTo>
                    <a:pt x="6189" y="8432"/>
                    <a:pt x="6030" y="1702"/>
                    <a:pt x="2800" y="69"/>
                  </a:cubicBezTo>
                  <a:cubicBezTo>
                    <a:pt x="2713" y="25"/>
                    <a:pt x="2606" y="1"/>
                    <a:pt x="2487"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549" name="Google Shape;3549;p58"/>
            <p:cNvGrpSpPr/>
            <p:nvPr/>
          </p:nvGrpSpPr>
          <p:grpSpPr>
            <a:xfrm>
              <a:off x="8384628" y="2460495"/>
              <a:ext cx="149860" cy="150468"/>
              <a:chOff x="8068825" y="3584541"/>
              <a:chExt cx="169295" cy="169982"/>
            </a:xfrm>
          </p:grpSpPr>
          <p:sp>
            <p:nvSpPr>
              <p:cNvPr id="3550" name="Google Shape;3550;p58"/>
              <p:cNvSpPr/>
              <p:nvPr/>
            </p:nvSpPr>
            <p:spPr>
              <a:xfrm>
                <a:off x="8068825" y="3631341"/>
                <a:ext cx="138980" cy="123182"/>
              </a:xfrm>
              <a:custGeom>
                <a:avLst/>
                <a:gdLst/>
                <a:ahLst/>
                <a:cxnLst/>
                <a:rect l="l" t="t" r="r" b="b"/>
                <a:pathLst>
                  <a:path w="3035" h="2690" extrusionOk="0">
                    <a:moveTo>
                      <a:pt x="1746" y="1"/>
                    </a:moveTo>
                    <a:cubicBezTo>
                      <a:pt x="1746" y="48"/>
                      <a:pt x="1709" y="85"/>
                      <a:pt x="1671" y="122"/>
                    </a:cubicBezTo>
                    <a:cubicBezTo>
                      <a:pt x="1242" y="664"/>
                      <a:pt x="663" y="1056"/>
                      <a:pt x="1" y="1289"/>
                    </a:cubicBezTo>
                    <a:lnTo>
                      <a:pt x="626" y="2689"/>
                    </a:lnTo>
                    <a:cubicBezTo>
                      <a:pt x="1363" y="2334"/>
                      <a:pt x="2960" y="1597"/>
                      <a:pt x="3034" y="1289"/>
                    </a:cubicBezTo>
                    <a:cubicBezTo>
                      <a:pt x="2913" y="430"/>
                      <a:pt x="2259" y="122"/>
                      <a:pt x="1746" y="1"/>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1" name="Google Shape;3551;p58"/>
              <p:cNvSpPr/>
              <p:nvPr/>
            </p:nvSpPr>
            <p:spPr>
              <a:xfrm>
                <a:off x="8115762" y="3584541"/>
                <a:ext cx="56554" cy="97401"/>
              </a:xfrm>
              <a:custGeom>
                <a:avLst/>
                <a:gdLst/>
                <a:ahLst/>
                <a:cxnLst/>
                <a:rect l="l" t="t" r="r" b="b"/>
                <a:pathLst>
                  <a:path w="1235" h="2127" extrusionOk="0">
                    <a:moveTo>
                      <a:pt x="778" y="0"/>
                    </a:moveTo>
                    <a:cubicBezTo>
                      <a:pt x="753" y="0"/>
                      <a:pt x="734" y="5"/>
                      <a:pt x="721" y="15"/>
                    </a:cubicBezTo>
                    <a:cubicBezTo>
                      <a:pt x="768" y="248"/>
                      <a:pt x="646" y="640"/>
                      <a:pt x="488" y="1023"/>
                    </a:cubicBezTo>
                    <a:cubicBezTo>
                      <a:pt x="376" y="1256"/>
                      <a:pt x="254" y="1452"/>
                      <a:pt x="142" y="1648"/>
                    </a:cubicBezTo>
                    <a:cubicBezTo>
                      <a:pt x="0" y="1857"/>
                      <a:pt x="143" y="2126"/>
                      <a:pt x="342" y="2126"/>
                    </a:cubicBezTo>
                    <a:cubicBezTo>
                      <a:pt x="365" y="2126"/>
                      <a:pt x="389" y="2123"/>
                      <a:pt x="413" y="2115"/>
                    </a:cubicBezTo>
                    <a:lnTo>
                      <a:pt x="450" y="2115"/>
                    </a:lnTo>
                    <a:cubicBezTo>
                      <a:pt x="805" y="2003"/>
                      <a:pt x="1076" y="1648"/>
                      <a:pt x="1076" y="1256"/>
                    </a:cubicBezTo>
                    <a:cubicBezTo>
                      <a:pt x="1076" y="1107"/>
                      <a:pt x="1113" y="948"/>
                      <a:pt x="1113" y="948"/>
                    </a:cubicBezTo>
                    <a:cubicBezTo>
                      <a:pt x="1113" y="948"/>
                      <a:pt x="1234" y="481"/>
                      <a:pt x="1001" y="89"/>
                    </a:cubicBezTo>
                    <a:cubicBezTo>
                      <a:pt x="940" y="35"/>
                      <a:pt x="843" y="0"/>
                      <a:pt x="778" y="0"/>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2" name="Google Shape;3552;p58"/>
              <p:cNvSpPr/>
              <p:nvPr/>
            </p:nvSpPr>
            <p:spPr>
              <a:xfrm>
                <a:off x="8179093" y="3669627"/>
                <a:ext cx="53486" cy="24087"/>
              </a:xfrm>
              <a:custGeom>
                <a:avLst/>
                <a:gdLst/>
                <a:ahLst/>
                <a:cxnLst/>
                <a:rect l="l" t="t" r="r" b="b"/>
                <a:pathLst>
                  <a:path w="1168" h="526" extrusionOk="0">
                    <a:moveTo>
                      <a:pt x="964" y="1"/>
                    </a:moveTo>
                    <a:cubicBezTo>
                      <a:pt x="940" y="1"/>
                      <a:pt x="917" y="6"/>
                      <a:pt x="897" y="16"/>
                    </a:cubicBezTo>
                    <a:cubicBezTo>
                      <a:pt x="552" y="174"/>
                      <a:pt x="1" y="324"/>
                      <a:pt x="38" y="482"/>
                    </a:cubicBezTo>
                    <a:cubicBezTo>
                      <a:pt x="50" y="513"/>
                      <a:pt x="96" y="526"/>
                      <a:pt x="163" y="526"/>
                    </a:cubicBezTo>
                    <a:cubicBezTo>
                      <a:pt x="363" y="526"/>
                      <a:pt x="753" y="414"/>
                      <a:pt x="1018" y="324"/>
                    </a:cubicBezTo>
                    <a:cubicBezTo>
                      <a:pt x="1130" y="324"/>
                      <a:pt x="1168" y="212"/>
                      <a:pt x="1130" y="90"/>
                    </a:cubicBezTo>
                    <a:cubicBezTo>
                      <a:pt x="1103" y="36"/>
                      <a:pt x="1031" y="1"/>
                      <a:pt x="964" y="1"/>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3" name="Google Shape;3553;p58"/>
              <p:cNvSpPr/>
              <p:nvPr/>
            </p:nvSpPr>
            <p:spPr>
              <a:xfrm>
                <a:off x="8161600" y="3651711"/>
                <a:ext cx="74824" cy="35634"/>
              </a:xfrm>
              <a:custGeom>
                <a:avLst/>
                <a:gdLst/>
                <a:ahLst/>
                <a:cxnLst/>
                <a:rect l="l" t="t" r="r" b="b"/>
                <a:pathLst>
                  <a:path w="1401" h="667" extrusionOk="0">
                    <a:moveTo>
                      <a:pt x="1184" y="0"/>
                    </a:moveTo>
                    <a:cubicBezTo>
                      <a:pt x="1164" y="0"/>
                      <a:pt x="1143" y="5"/>
                      <a:pt x="1121" y="15"/>
                    </a:cubicBezTo>
                    <a:cubicBezTo>
                      <a:pt x="738" y="211"/>
                      <a:pt x="0" y="481"/>
                      <a:pt x="112" y="640"/>
                    </a:cubicBezTo>
                    <a:cubicBezTo>
                      <a:pt x="137" y="659"/>
                      <a:pt x="173" y="667"/>
                      <a:pt x="217" y="667"/>
                    </a:cubicBezTo>
                    <a:cubicBezTo>
                      <a:pt x="457" y="667"/>
                      <a:pt x="948" y="421"/>
                      <a:pt x="1279" y="295"/>
                    </a:cubicBezTo>
                    <a:cubicBezTo>
                      <a:pt x="1354" y="248"/>
                      <a:pt x="1401" y="173"/>
                      <a:pt x="1354" y="99"/>
                    </a:cubicBezTo>
                    <a:lnTo>
                      <a:pt x="1317" y="99"/>
                    </a:lnTo>
                    <a:cubicBezTo>
                      <a:pt x="1289" y="37"/>
                      <a:pt x="1241" y="0"/>
                      <a:pt x="1184" y="0"/>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4" name="Google Shape;3554;p58"/>
              <p:cNvSpPr/>
              <p:nvPr/>
            </p:nvSpPr>
            <p:spPr>
              <a:xfrm>
                <a:off x="8159448" y="3630337"/>
                <a:ext cx="74825" cy="40023"/>
              </a:xfrm>
              <a:custGeom>
                <a:avLst/>
                <a:gdLst/>
                <a:ahLst/>
                <a:cxnLst/>
                <a:rect l="l" t="t" r="r" b="b"/>
                <a:pathLst>
                  <a:path w="1634" h="874" extrusionOk="0">
                    <a:moveTo>
                      <a:pt x="1377" y="1"/>
                    </a:moveTo>
                    <a:cubicBezTo>
                      <a:pt x="1347" y="1"/>
                      <a:pt x="1316" y="6"/>
                      <a:pt x="1289" y="15"/>
                    </a:cubicBezTo>
                    <a:cubicBezTo>
                      <a:pt x="785" y="295"/>
                      <a:pt x="0" y="603"/>
                      <a:pt x="122" y="836"/>
                    </a:cubicBezTo>
                    <a:cubicBezTo>
                      <a:pt x="128" y="862"/>
                      <a:pt x="154" y="873"/>
                      <a:pt x="197" y="873"/>
                    </a:cubicBezTo>
                    <a:cubicBezTo>
                      <a:pt x="417" y="873"/>
                      <a:pt x="1062" y="571"/>
                      <a:pt x="1485" y="407"/>
                    </a:cubicBezTo>
                    <a:cubicBezTo>
                      <a:pt x="1597" y="370"/>
                      <a:pt x="1634" y="248"/>
                      <a:pt x="1597" y="136"/>
                    </a:cubicBezTo>
                    <a:cubicBezTo>
                      <a:pt x="1568" y="45"/>
                      <a:pt x="1471" y="1"/>
                      <a:pt x="1377" y="1"/>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5" name="Google Shape;3555;p58"/>
              <p:cNvSpPr/>
              <p:nvPr/>
            </p:nvSpPr>
            <p:spPr>
              <a:xfrm>
                <a:off x="8156014" y="3626307"/>
                <a:ext cx="82106" cy="47487"/>
              </a:xfrm>
              <a:custGeom>
                <a:avLst/>
                <a:gdLst/>
                <a:ahLst/>
                <a:cxnLst/>
                <a:rect l="l" t="t" r="r" b="b"/>
                <a:pathLst>
                  <a:path w="1793" h="1037" extrusionOk="0">
                    <a:moveTo>
                      <a:pt x="1522" y="187"/>
                    </a:moveTo>
                    <a:cubicBezTo>
                      <a:pt x="1560" y="187"/>
                      <a:pt x="1597" y="224"/>
                      <a:pt x="1597" y="262"/>
                    </a:cubicBezTo>
                    <a:cubicBezTo>
                      <a:pt x="1634" y="336"/>
                      <a:pt x="1597" y="420"/>
                      <a:pt x="1522" y="420"/>
                    </a:cubicBezTo>
                    <a:cubicBezTo>
                      <a:pt x="1401" y="458"/>
                      <a:pt x="1289" y="532"/>
                      <a:pt x="1168" y="570"/>
                    </a:cubicBezTo>
                    <a:cubicBezTo>
                      <a:pt x="882" y="682"/>
                      <a:pt x="428" y="891"/>
                      <a:pt x="266" y="891"/>
                    </a:cubicBezTo>
                    <a:cubicBezTo>
                      <a:pt x="254" y="891"/>
                      <a:pt x="243" y="890"/>
                      <a:pt x="234" y="887"/>
                    </a:cubicBezTo>
                    <a:cubicBezTo>
                      <a:pt x="234" y="766"/>
                      <a:pt x="776" y="495"/>
                      <a:pt x="1009" y="383"/>
                    </a:cubicBezTo>
                    <a:cubicBezTo>
                      <a:pt x="1168" y="299"/>
                      <a:pt x="1289" y="262"/>
                      <a:pt x="1401" y="187"/>
                    </a:cubicBezTo>
                    <a:close/>
                    <a:moveTo>
                      <a:pt x="1462" y="0"/>
                    </a:moveTo>
                    <a:cubicBezTo>
                      <a:pt x="1413" y="0"/>
                      <a:pt x="1364" y="10"/>
                      <a:pt x="1326" y="28"/>
                    </a:cubicBezTo>
                    <a:cubicBezTo>
                      <a:pt x="1205" y="103"/>
                      <a:pt x="1093" y="187"/>
                      <a:pt x="934" y="224"/>
                    </a:cubicBezTo>
                    <a:cubicBezTo>
                      <a:pt x="430" y="495"/>
                      <a:pt x="1" y="728"/>
                      <a:pt x="122" y="924"/>
                    </a:cubicBezTo>
                    <a:cubicBezTo>
                      <a:pt x="122" y="999"/>
                      <a:pt x="197" y="1036"/>
                      <a:pt x="271" y="1036"/>
                    </a:cubicBezTo>
                    <a:cubicBezTo>
                      <a:pt x="467" y="1036"/>
                      <a:pt x="776" y="924"/>
                      <a:pt x="1205" y="728"/>
                    </a:cubicBezTo>
                    <a:cubicBezTo>
                      <a:pt x="1364" y="691"/>
                      <a:pt x="1476" y="616"/>
                      <a:pt x="1597" y="570"/>
                    </a:cubicBezTo>
                    <a:cubicBezTo>
                      <a:pt x="1709" y="532"/>
                      <a:pt x="1793" y="336"/>
                      <a:pt x="1756" y="187"/>
                    </a:cubicBezTo>
                    <a:cubicBezTo>
                      <a:pt x="1709" y="103"/>
                      <a:pt x="1672" y="66"/>
                      <a:pt x="1597" y="28"/>
                    </a:cubicBezTo>
                    <a:cubicBezTo>
                      <a:pt x="1560" y="10"/>
                      <a:pt x="1511" y="0"/>
                      <a:pt x="1462" y="0"/>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6" name="Google Shape;3556;p58"/>
              <p:cNvSpPr/>
              <p:nvPr/>
            </p:nvSpPr>
            <p:spPr>
              <a:xfrm>
                <a:off x="8152625" y="3615821"/>
                <a:ext cx="60309" cy="33016"/>
              </a:xfrm>
              <a:custGeom>
                <a:avLst/>
                <a:gdLst/>
                <a:ahLst/>
                <a:cxnLst/>
                <a:rect l="l" t="t" r="r" b="b"/>
                <a:pathLst>
                  <a:path w="1317" h="721" extrusionOk="0">
                    <a:moveTo>
                      <a:pt x="1076" y="0"/>
                    </a:moveTo>
                    <a:cubicBezTo>
                      <a:pt x="1041" y="0"/>
                      <a:pt x="1005" y="8"/>
                      <a:pt x="971" y="24"/>
                    </a:cubicBezTo>
                    <a:cubicBezTo>
                      <a:pt x="429" y="295"/>
                      <a:pt x="0" y="612"/>
                      <a:pt x="112" y="687"/>
                    </a:cubicBezTo>
                    <a:cubicBezTo>
                      <a:pt x="138" y="710"/>
                      <a:pt x="181" y="721"/>
                      <a:pt x="237" y="721"/>
                    </a:cubicBezTo>
                    <a:cubicBezTo>
                      <a:pt x="444" y="721"/>
                      <a:pt x="829" y="578"/>
                      <a:pt x="1167" y="453"/>
                    </a:cubicBezTo>
                    <a:cubicBezTo>
                      <a:pt x="1242" y="453"/>
                      <a:pt x="1316" y="332"/>
                      <a:pt x="1316" y="220"/>
                    </a:cubicBezTo>
                    <a:cubicBezTo>
                      <a:pt x="1316" y="96"/>
                      <a:pt x="1202" y="0"/>
                      <a:pt x="1076" y="0"/>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7" name="Google Shape;3557;p58"/>
              <p:cNvSpPr/>
              <p:nvPr/>
            </p:nvSpPr>
            <p:spPr>
              <a:xfrm>
                <a:off x="8154320" y="3612203"/>
                <a:ext cx="62461" cy="40206"/>
              </a:xfrm>
              <a:custGeom>
                <a:avLst/>
                <a:gdLst/>
                <a:ahLst/>
                <a:cxnLst/>
                <a:rect l="l" t="t" r="r" b="b"/>
                <a:pathLst>
                  <a:path w="1364" h="878" extrusionOk="0">
                    <a:moveTo>
                      <a:pt x="1033" y="149"/>
                    </a:moveTo>
                    <a:cubicBezTo>
                      <a:pt x="1058" y="149"/>
                      <a:pt x="1088" y="159"/>
                      <a:pt x="1130" y="177"/>
                    </a:cubicBezTo>
                    <a:cubicBezTo>
                      <a:pt x="1167" y="177"/>
                      <a:pt x="1205" y="262"/>
                      <a:pt x="1205" y="299"/>
                    </a:cubicBezTo>
                    <a:lnTo>
                      <a:pt x="1205" y="336"/>
                    </a:lnTo>
                    <a:cubicBezTo>
                      <a:pt x="1205" y="374"/>
                      <a:pt x="1167" y="458"/>
                      <a:pt x="1093" y="495"/>
                    </a:cubicBezTo>
                    <a:cubicBezTo>
                      <a:pt x="542" y="691"/>
                      <a:pt x="234" y="728"/>
                      <a:pt x="159" y="728"/>
                    </a:cubicBezTo>
                    <a:cubicBezTo>
                      <a:pt x="196" y="644"/>
                      <a:pt x="430" y="458"/>
                      <a:pt x="971" y="177"/>
                    </a:cubicBezTo>
                    <a:cubicBezTo>
                      <a:pt x="990" y="159"/>
                      <a:pt x="1009" y="149"/>
                      <a:pt x="1033" y="149"/>
                    </a:cubicBezTo>
                    <a:close/>
                    <a:moveTo>
                      <a:pt x="1037" y="0"/>
                    </a:moveTo>
                    <a:cubicBezTo>
                      <a:pt x="983" y="0"/>
                      <a:pt x="934" y="9"/>
                      <a:pt x="897" y="28"/>
                    </a:cubicBezTo>
                    <a:cubicBezTo>
                      <a:pt x="467" y="224"/>
                      <a:pt x="0" y="532"/>
                      <a:pt x="0" y="728"/>
                    </a:cubicBezTo>
                    <a:cubicBezTo>
                      <a:pt x="0" y="766"/>
                      <a:pt x="0" y="803"/>
                      <a:pt x="38" y="840"/>
                    </a:cubicBezTo>
                    <a:cubicBezTo>
                      <a:pt x="38" y="840"/>
                      <a:pt x="75" y="878"/>
                      <a:pt x="196" y="878"/>
                    </a:cubicBezTo>
                    <a:cubicBezTo>
                      <a:pt x="346" y="878"/>
                      <a:pt x="626" y="840"/>
                      <a:pt x="1167" y="607"/>
                    </a:cubicBezTo>
                    <a:cubicBezTo>
                      <a:pt x="1279" y="570"/>
                      <a:pt x="1363" y="458"/>
                      <a:pt x="1363" y="299"/>
                    </a:cubicBezTo>
                    <a:cubicBezTo>
                      <a:pt x="1363" y="177"/>
                      <a:pt x="1279" y="103"/>
                      <a:pt x="1205" y="28"/>
                    </a:cubicBezTo>
                    <a:cubicBezTo>
                      <a:pt x="1149" y="9"/>
                      <a:pt x="1090" y="0"/>
                      <a:pt x="1037" y="0"/>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558" name="Google Shape;3558;p58"/>
            <p:cNvSpPr/>
            <p:nvPr/>
          </p:nvSpPr>
          <p:spPr>
            <a:xfrm>
              <a:off x="8212879" y="2260169"/>
              <a:ext cx="236484" cy="404626"/>
            </a:xfrm>
            <a:custGeom>
              <a:avLst/>
              <a:gdLst/>
              <a:ahLst/>
              <a:cxnLst/>
              <a:rect l="l" t="t" r="r" b="b"/>
              <a:pathLst>
                <a:path w="5834" h="9982" extrusionOk="0">
                  <a:moveTo>
                    <a:pt x="4026" y="0"/>
                  </a:moveTo>
                  <a:cubicBezTo>
                    <a:pt x="3597" y="0"/>
                    <a:pt x="3171" y="216"/>
                    <a:pt x="2912" y="598"/>
                  </a:cubicBezTo>
                  <a:cubicBezTo>
                    <a:pt x="0" y="5153"/>
                    <a:pt x="663" y="8420"/>
                    <a:pt x="663" y="8420"/>
                  </a:cubicBezTo>
                  <a:cubicBezTo>
                    <a:pt x="775" y="9857"/>
                    <a:pt x="1633" y="9894"/>
                    <a:pt x="1633" y="9894"/>
                  </a:cubicBezTo>
                  <a:cubicBezTo>
                    <a:pt x="1870" y="9954"/>
                    <a:pt x="2109" y="9982"/>
                    <a:pt x="2346" y="9982"/>
                  </a:cubicBezTo>
                  <a:cubicBezTo>
                    <a:pt x="3658" y="9982"/>
                    <a:pt x="4940" y="9147"/>
                    <a:pt x="5834" y="8420"/>
                  </a:cubicBezTo>
                  <a:cubicBezTo>
                    <a:pt x="5796" y="8261"/>
                    <a:pt x="5750" y="8112"/>
                    <a:pt x="5712" y="7953"/>
                  </a:cubicBezTo>
                  <a:cubicBezTo>
                    <a:pt x="5600" y="7412"/>
                    <a:pt x="5442" y="6898"/>
                    <a:pt x="5367" y="6357"/>
                  </a:cubicBezTo>
                  <a:lnTo>
                    <a:pt x="3696" y="6824"/>
                  </a:lnTo>
                  <a:cubicBezTo>
                    <a:pt x="5050" y="4453"/>
                    <a:pt x="5367" y="3249"/>
                    <a:pt x="5516" y="2231"/>
                  </a:cubicBezTo>
                  <a:cubicBezTo>
                    <a:pt x="5516" y="2119"/>
                    <a:pt x="5563" y="1998"/>
                    <a:pt x="5563" y="1886"/>
                  </a:cubicBezTo>
                  <a:cubicBezTo>
                    <a:pt x="5600" y="953"/>
                    <a:pt x="5171" y="449"/>
                    <a:pt x="4667" y="178"/>
                  </a:cubicBezTo>
                  <a:cubicBezTo>
                    <a:pt x="4467" y="57"/>
                    <a:pt x="4246" y="0"/>
                    <a:pt x="4026" y="0"/>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59" name="Google Shape;3559;p58"/>
            <p:cNvSpPr/>
            <p:nvPr/>
          </p:nvSpPr>
          <p:spPr>
            <a:xfrm>
              <a:off x="8381588" y="2421743"/>
              <a:ext cx="51885" cy="104055"/>
            </a:xfrm>
            <a:custGeom>
              <a:avLst/>
              <a:gdLst/>
              <a:ahLst/>
              <a:cxnLst/>
              <a:rect l="l" t="t" r="r" b="b"/>
              <a:pathLst>
                <a:path w="1280" h="2567" extrusionOk="0">
                  <a:moveTo>
                    <a:pt x="850" y="0"/>
                  </a:moveTo>
                  <a:cubicBezTo>
                    <a:pt x="813" y="0"/>
                    <a:pt x="776" y="0"/>
                    <a:pt x="776" y="37"/>
                  </a:cubicBezTo>
                  <a:cubicBezTo>
                    <a:pt x="738" y="112"/>
                    <a:pt x="1" y="1596"/>
                    <a:pt x="38" y="2371"/>
                  </a:cubicBezTo>
                  <a:cubicBezTo>
                    <a:pt x="38" y="2408"/>
                    <a:pt x="38" y="2492"/>
                    <a:pt x="113" y="2530"/>
                  </a:cubicBezTo>
                  <a:cubicBezTo>
                    <a:pt x="150" y="2567"/>
                    <a:pt x="272" y="2567"/>
                    <a:pt x="384" y="2567"/>
                  </a:cubicBezTo>
                  <a:cubicBezTo>
                    <a:pt x="738" y="2567"/>
                    <a:pt x="1168" y="2446"/>
                    <a:pt x="1242" y="2408"/>
                  </a:cubicBezTo>
                  <a:cubicBezTo>
                    <a:pt x="1280" y="2408"/>
                    <a:pt x="1280" y="2371"/>
                    <a:pt x="1280" y="2371"/>
                  </a:cubicBezTo>
                  <a:cubicBezTo>
                    <a:pt x="1280" y="2334"/>
                    <a:pt x="1242" y="2334"/>
                    <a:pt x="1205" y="2334"/>
                  </a:cubicBezTo>
                  <a:cubicBezTo>
                    <a:pt x="1043" y="2385"/>
                    <a:pt x="692" y="2460"/>
                    <a:pt x="427" y="2460"/>
                  </a:cubicBezTo>
                  <a:cubicBezTo>
                    <a:pt x="310" y="2460"/>
                    <a:pt x="210" y="2445"/>
                    <a:pt x="150" y="2408"/>
                  </a:cubicBezTo>
                  <a:cubicBezTo>
                    <a:pt x="150" y="2408"/>
                    <a:pt x="113" y="2371"/>
                    <a:pt x="113" y="2334"/>
                  </a:cubicBezTo>
                  <a:cubicBezTo>
                    <a:pt x="76" y="1633"/>
                    <a:pt x="850" y="112"/>
                    <a:pt x="850" y="75"/>
                  </a:cubicBezTo>
                  <a:lnTo>
                    <a:pt x="850" y="0"/>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560" name="Google Shape;3560;p58"/>
            <p:cNvSpPr/>
            <p:nvPr/>
          </p:nvSpPr>
          <p:spPr>
            <a:xfrm flipH="1">
              <a:off x="8484987" y="1830227"/>
              <a:ext cx="144436" cy="118359"/>
            </a:xfrm>
            <a:custGeom>
              <a:avLst/>
              <a:gdLst/>
              <a:ahLst/>
              <a:cxnLst/>
              <a:rect l="l" t="t" r="r" b="b"/>
              <a:pathLst>
                <a:path w="4388" h="3596" extrusionOk="0">
                  <a:moveTo>
                    <a:pt x="2337" y="1"/>
                  </a:moveTo>
                  <a:cubicBezTo>
                    <a:pt x="1986" y="1"/>
                    <a:pt x="1612" y="80"/>
                    <a:pt x="1242" y="243"/>
                  </a:cubicBezTo>
                  <a:cubicBezTo>
                    <a:pt x="75" y="784"/>
                    <a:pt x="0" y="2418"/>
                    <a:pt x="775" y="3277"/>
                  </a:cubicBezTo>
                  <a:cubicBezTo>
                    <a:pt x="979" y="3510"/>
                    <a:pt x="1248" y="3596"/>
                    <a:pt x="1534" y="3596"/>
                  </a:cubicBezTo>
                  <a:cubicBezTo>
                    <a:pt x="2335" y="3596"/>
                    <a:pt x="3267" y="2922"/>
                    <a:pt x="3267" y="2922"/>
                  </a:cubicBezTo>
                  <a:cubicBezTo>
                    <a:pt x="3267" y="2922"/>
                    <a:pt x="4387" y="2110"/>
                    <a:pt x="4005" y="1055"/>
                  </a:cubicBezTo>
                  <a:cubicBezTo>
                    <a:pt x="3737" y="367"/>
                    <a:pt x="3091" y="1"/>
                    <a:pt x="2337"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314"/>
        <p:cNvGrpSpPr/>
        <p:nvPr/>
      </p:nvGrpSpPr>
      <p:grpSpPr>
        <a:xfrm>
          <a:off x="0" y="0"/>
          <a:ext cx="0" cy="0"/>
          <a:chOff x="0" y="0"/>
          <a:chExt cx="0" cy="0"/>
        </a:xfrm>
      </p:grpSpPr>
      <p:pic>
        <p:nvPicPr>
          <p:cNvPr id="9" name="Imagem 8">
            <a:extLst>
              <a:ext uri="{FF2B5EF4-FFF2-40B4-BE49-F238E27FC236}">
                <a16:creationId xmlns:a16="http://schemas.microsoft.com/office/drawing/2014/main" id="{4F5B7023-38FB-C26C-F8CB-07CD64D4C1A9}"/>
              </a:ext>
            </a:extLst>
          </p:cNvPr>
          <p:cNvPicPr>
            <a:picLocks noChangeAspect="1"/>
          </p:cNvPicPr>
          <p:nvPr/>
        </p:nvPicPr>
        <p:blipFill>
          <a:blip r:embed="rId3"/>
          <a:srcRect/>
          <a:stretch/>
        </p:blipFill>
        <p:spPr>
          <a:xfrm>
            <a:off x="2321193" y="3097693"/>
            <a:ext cx="5505503" cy="1353228"/>
          </a:xfrm>
          <a:prstGeom prst="rect">
            <a:avLst/>
          </a:prstGeom>
        </p:spPr>
      </p:pic>
      <p:sp>
        <p:nvSpPr>
          <p:cNvPr id="3316" name="Google Shape;3316;p57"/>
          <p:cNvSpPr txBox="1">
            <a:spLocks noGrp="1"/>
          </p:cNvSpPr>
          <p:nvPr>
            <p:ph type="subTitle" idx="3"/>
          </p:nvPr>
        </p:nvSpPr>
        <p:spPr>
          <a:xfrm>
            <a:off x="2610538" y="1988457"/>
            <a:ext cx="3485700" cy="869768"/>
          </a:xfrm>
          <a:prstGeom prst="rect">
            <a:avLst/>
          </a:prstGeom>
        </p:spPr>
        <p:txBody>
          <a:bodyPr spcFirstLastPara="1" wrap="square" lIns="14400" tIns="14400" rIns="14400" bIns="14400" anchor="ctr" anchorCtr="0">
            <a:noAutofit/>
          </a:bodyPr>
          <a:lstStyle/>
          <a:p>
            <a:pPr marL="0" lvl="0" indent="0" algn="l" rtl="0">
              <a:spcBef>
                <a:spcPts val="0"/>
              </a:spcBef>
              <a:spcAft>
                <a:spcPts val="0"/>
              </a:spcAft>
              <a:buNone/>
            </a:pPr>
            <a:r>
              <a:rPr lang="pt-BR" dirty="0">
                <a:solidFill>
                  <a:srgbClr val="374151"/>
                </a:solidFill>
                <a:latin typeface="Söhne"/>
              </a:rPr>
              <a:t>A</a:t>
            </a:r>
            <a:r>
              <a:rPr lang="pt-BR" b="0" i="0" dirty="0">
                <a:solidFill>
                  <a:srgbClr val="374151"/>
                </a:solidFill>
                <a:effectLst/>
                <a:latin typeface="Söhne"/>
              </a:rPr>
              <a:t> consulta retorna informações sobre alunos, salas de aula, cursos e datas de início dos cursos, restritas à condição de que a data de início do curso seja posterior a '2023-01-01’;</a:t>
            </a:r>
            <a:endParaRPr lang="pt-BR" dirty="0"/>
          </a:p>
        </p:txBody>
      </p:sp>
      <p:grpSp>
        <p:nvGrpSpPr>
          <p:cNvPr id="3319" name="Google Shape;3319;p57"/>
          <p:cNvGrpSpPr/>
          <p:nvPr/>
        </p:nvGrpSpPr>
        <p:grpSpPr>
          <a:xfrm>
            <a:off x="81515" y="665412"/>
            <a:ext cx="643552" cy="4481406"/>
            <a:chOff x="1666197" y="662050"/>
            <a:chExt cx="643552" cy="4481406"/>
          </a:xfrm>
        </p:grpSpPr>
        <p:sp>
          <p:nvSpPr>
            <p:cNvPr id="3320" name="Google Shape;3320;p57"/>
            <p:cNvSpPr/>
            <p:nvPr/>
          </p:nvSpPr>
          <p:spPr>
            <a:xfrm flipH="1">
              <a:off x="1666197" y="662050"/>
              <a:ext cx="210628" cy="4481406"/>
            </a:xfrm>
            <a:custGeom>
              <a:avLst/>
              <a:gdLst/>
              <a:ahLst/>
              <a:cxnLst/>
              <a:rect l="l" t="t" r="r" b="b"/>
              <a:pathLst>
                <a:path w="3476" h="87081" extrusionOk="0">
                  <a:moveTo>
                    <a:pt x="1412" y="1"/>
                  </a:moveTo>
                  <a:cubicBezTo>
                    <a:pt x="644" y="1"/>
                    <a:pt x="0" y="651"/>
                    <a:pt x="0" y="1450"/>
                  </a:cubicBezTo>
                  <a:lnTo>
                    <a:pt x="0" y="87081"/>
                  </a:lnTo>
                  <a:lnTo>
                    <a:pt x="3475" y="87081"/>
                  </a:lnTo>
                  <a:lnTo>
                    <a:pt x="3475" y="1450"/>
                  </a:lnTo>
                  <a:cubicBezTo>
                    <a:pt x="3475" y="651"/>
                    <a:pt x="2832" y="1"/>
                    <a:pt x="2033"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57"/>
            <p:cNvSpPr/>
            <p:nvPr/>
          </p:nvSpPr>
          <p:spPr>
            <a:xfrm flipH="1">
              <a:off x="1869587" y="892449"/>
              <a:ext cx="87852" cy="593828"/>
            </a:xfrm>
            <a:custGeom>
              <a:avLst/>
              <a:gdLst/>
              <a:ahLst/>
              <a:cxnLst/>
              <a:rect l="l" t="t" r="r" b="b"/>
              <a:pathLst>
                <a:path w="1450" h="4348" extrusionOk="0">
                  <a:moveTo>
                    <a:pt x="1" y="1"/>
                  </a:moveTo>
                  <a:lnTo>
                    <a:pt x="1" y="4348"/>
                  </a:lnTo>
                  <a:lnTo>
                    <a:pt x="1450" y="4348"/>
                  </a:lnTo>
                  <a:lnTo>
                    <a:pt x="1450" y="1"/>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5" name="Google Shape;3325;p57"/>
            <p:cNvSpPr/>
            <p:nvPr/>
          </p:nvSpPr>
          <p:spPr>
            <a:xfrm flipH="1">
              <a:off x="1869587" y="2264311"/>
              <a:ext cx="87852" cy="593828"/>
            </a:xfrm>
            <a:custGeom>
              <a:avLst/>
              <a:gdLst/>
              <a:ahLst/>
              <a:cxnLst/>
              <a:rect l="l" t="t" r="r" b="b"/>
              <a:pathLst>
                <a:path w="1450" h="4348" extrusionOk="0">
                  <a:moveTo>
                    <a:pt x="1" y="1"/>
                  </a:moveTo>
                  <a:lnTo>
                    <a:pt x="1" y="4348"/>
                  </a:lnTo>
                  <a:lnTo>
                    <a:pt x="1450" y="4348"/>
                  </a:lnTo>
                  <a:lnTo>
                    <a:pt x="1450" y="1"/>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26" name="Google Shape;3326;p57"/>
            <p:cNvGrpSpPr/>
            <p:nvPr/>
          </p:nvGrpSpPr>
          <p:grpSpPr>
            <a:xfrm>
              <a:off x="1934524" y="952564"/>
              <a:ext cx="375225" cy="458962"/>
              <a:chOff x="981420" y="322875"/>
              <a:chExt cx="375225" cy="203612"/>
            </a:xfrm>
          </p:grpSpPr>
          <p:sp>
            <p:nvSpPr>
              <p:cNvPr id="3327" name="Google Shape;3327;p57"/>
              <p:cNvSpPr/>
              <p:nvPr/>
            </p:nvSpPr>
            <p:spPr>
              <a:xfrm flipH="1">
                <a:off x="981420" y="322875"/>
                <a:ext cx="363767" cy="13026"/>
              </a:xfrm>
              <a:custGeom>
                <a:avLst/>
                <a:gdLst/>
                <a:ahLst/>
                <a:cxnLst/>
                <a:rect l="l" t="t" r="r" b="b"/>
                <a:pathLst>
                  <a:path w="6004" h="215" extrusionOk="0">
                    <a:moveTo>
                      <a:pt x="1" y="0"/>
                    </a:moveTo>
                    <a:lnTo>
                      <a:pt x="1" y="215"/>
                    </a:lnTo>
                    <a:lnTo>
                      <a:pt x="6004" y="215"/>
                    </a:lnTo>
                    <a:lnTo>
                      <a:pt x="6004" y="0"/>
                    </a:lnTo>
                    <a:close/>
                  </a:path>
                </a:pathLst>
              </a:custGeom>
              <a:solidFill>
                <a:srgbClr val="5A2543"/>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8" name="Google Shape;3328;p57"/>
              <p:cNvSpPr/>
              <p:nvPr/>
            </p:nvSpPr>
            <p:spPr>
              <a:xfrm flipH="1">
                <a:off x="992878" y="511643"/>
                <a:ext cx="363767" cy="14844"/>
              </a:xfrm>
              <a:custGeom>
                <a:avLst/>
                <a:gdLst/>
                <a:ahLst/>
                <a:cxnLst/>
                <a:rect l="l" t="t" r="r" b="b"/>
                <a:pathLst>
                  <a:path w="6004" h="245" extrusionOk="0">
                    <a:moveTo>
                      <a:pt x="1" y="1"/>
                    </a:moveTo>
                    <a:lnTo>
                      <a:pt x="1" y="244"/>
                    </a:lnTo>
                    <a:lnTo>
                      <a:pt x="6004" y="244"/>
                    </a:lnTo>
                    <a:lnTo>
                      <a:pt x="6004" y="1"/>
                    </a:lnTo>
                    <a:close/>
                  </a:path>
                </a:pathLst>
              </a:custGeom>
              <a:solidFill>
                <a:srgbClr val="5A2543"/>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29" name="Google Shape;3329;p57"/>
            <p:cNvSpPr/>
            <p:nvPr/>
          </p:nvSpPr>
          <p:spPr>
            <a:xfrm flipH="1">
              <a:off x="1869587" y="3600286"/>
              <a:ext cx="87852" cy="593828"/>
            </a:xfrm>
            <a:custGeom>
              <a:avLst/>
              <a:gdLst/>
              <a:ahLst/>
              <a:cxnLst/>
              <a:rect l="l" t="t" r="r" b="b"/>
              <a:pathLst>
                <a:path w="1450" h="4348" extrusionOk="0">
                  <a:moveTo>
                    <a:pt x="1" y="1"/>
                  </a:moveTo>
                  <a:lnTo>
                    <a:pt x="1" y="4348"/>
                  </a:lnTo>
                  <a:lnTo>
                    <a:pt x="1450" y="4348"/>
                  </a:lnTo>
                  <a:lnTo>
                    <a:pt x="1450" y="1"/>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33" name="Google Shape;3333;p57"/>
          <p:cNvSpPr/>
          <p:nvPr/>
        </p:nvSpPr>
        <p:spPr>
          <a:xfrm>
            <a:off x="704643" y="752651"/>
            <a:ext cx="1716000" cy="859200"/>
          </a:xfrm>
          <a:prstGeom prst="roundRect">
            <a:avLst>
              <a:gd name="adj" fmla="val 16667"/>
            </a:avLst>
          </a:pr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3336" name="Google Shape;3336;p57"/>
          <p:cNvSpPr txBox="1">
            <a:spLocks noGrp="1"/>
          </p:cNvSpPr>
          <p:nvPr>
            <p:ph type="title" idx="2"/>
          </p:nvPr>
        </p:nvSpPr>
        <p:spPr>
          <a:xfrm>
            <a:off x="804093" y="885401"/>
            <a:ext cx="1517100" cy="5937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dirty="0"/>
              <a:t>5</a:t>
            </a:r>
            <a:endParaRPr dirty="0"/>
          </a:p>
        </p:txBody>
      </p:sp>
      <p:sp>
        <p:nvSpPr>
          <p:cNvPr id="3338" name="Google Shape;3338;p57"/>
          <p:cNvSpPr/>
          <p:nvPr/>
        </p:nvSpPr>
        <p:spPr>
          <a:xfrm>
            <a:off x="7167800" y="0"/>
            <a:ext cx="1789925" cy="2045742"/>
          </a:xfrm>
          <a:custGeom>
            <a:avLst/>
            <a:gdLst/>
            <a:ahLst/>
            <a:cxnLst/>
            <a:rect l="l" t="t" r="r" b="b"/>
            <a:pathLst>
              <a:path w="71597" h="77985" extrusionOk="0">
                <a:moveTo>
                  <a:pt x="0" y="0"/>
                </a:moveTo>
                <a:cubicBezTo>
                  <a:pt x="20974" y="2330"/>
                  <a:pt x="41201" y="25910"/>
                  <a:pt x="42440" y="46976"/>
                </a:cubicBezTo>
                <a:cubicBezTo>
                  <a:pt x="42920" y="55135"/>
                  <a:pt x="41390" y="64516"/>
                  <a:pt x="35960" y="70625"/>
                </a:cubicBezTo>
                <a:cubicBezTo>
                  <a:pt x="31049" y="76150"/>
                  <a:pt x="18352" y="81313"/>
                  <a:pt x="14254" y="75161"/>
                </a:cubicBezTo>
                <a:cubicBezTo>
                  <a:pt x="12075" y="71889"/>
                  <a:pt x="15005" y="66010"/>
                  <a:pt x="18466" y="64146"/>
                </a:cubicBezTo>
                <a:cubicBezTo>
                  <a:pt x="24021" y="61155"/>
                  <a:pt x="31491" y="59316"/>
                  <a:pt x="37256" y="61878"/>
                </a:cubicBezTo>
                <a:cubicBezTo>
                  <a:pt x="41585" y="63802"/>
                  <a:pt x="45583" y="66717"/>
                  <a:pt x="50215" y="67710"/>
                </a:cubicBezTo>
                <a:cubicBezTo>
                  <a:pt x="57386" y="69247"/>
                  <a:pt x="65730" y="66926"/>
                  <a:pt x="71597" y="62526"/>
                </a:cubicBezTo>
              </a:path>
            </a:pathLst>
          </a:custGeom>
          <a:noFill/>
          <a:ln w="19050" cap="flat" cmpd="sng">
            <a:solidFill>
              <a:schemeClr val="dk2"/>
            </a:solidFill>
            <a:prstDash val="dash"/>
            <a:round/>
            <a:headEnd type="none" w="med" len="med"/>
            <a:tailEnd type="none" w="med" len="med"/>
          </a:ln>
        </p:spPr>
        <p:txBody>
          <a:bodyPr/>
          <a:lstStyle/>
          <a:p>
            <a:endParaRPr lang="pt-BR"/>
          </a:p>
        </p:txBody>
      </p:sp>
      <p:sp>
        <p:nvSpPr>
          <p:cNvPr id="3339" name="Google Shape;3339;p57"/>
          <p:cNvSpPr/>
          <p:nvPr/>
        </p:nvSpPr>
        <p:spPr>
          <a:xfrm rot="-393071">
            <a:off x="7810779" y="2733319"/>
            <a:ext cx="870181" cy="345591"/>
          </a:xfrm>
          <a:prstGeom prst="rect">
            <a:avLst/>
          </a:prstGeom>
        </p:spPr>
        <p:txBody>
          <a:bodyPr>
            <a:prstTxWarp prst="textPlain">
              <a:avLst/>
            </a:prstTxWarp>
          </a:bodyPr>
          <a:lstStyle/>
          <a:p>
            <a:pPr lvl="0" algn="ctr"/>
            <a:r>
              <a:rPr b="0" i="0" dirty="0">
                <a:ln>
                  <a:noFill/>
                </a:ln>
                <a:solidFill>
                  <a:schemeClr val="accent2"/>
                </a:solidFill>
                <a:latin typeface="Nanum Pen Script"/>
              </a:rPr>
              <a:t>Enjoy!</a:t>
            </a:r>
          </a:p>
        </p:txBody>
      </p:sp>
      <p:sp>
        <p:nvSpPr>
          <p:cNvPr id="3341" name="Google Shape;3341;p57"/>
          <p:cNvSpPr/>
          <p:nvPr/>
        </p:nvSpPr>
        <p:spPr>
          <a:xfrm>
            <a:off x="778868" y="825832"/>
            <a:ext cx="1567554" cy="712837"/>
          </a:xfrm>
          <a:custGeom>
            <a:avLst/>
            <a:gdLst/>
            <a:ahLst/>
            <a:cxnLst/>
            <a:rect l="l" t="t" r="r" b="b"/>
            <a:pathLst>
              <a:path w="76653" h="34973" fill="none" extrusionOk="0">
                <a:moveTo>
                  <a:pt x="71487" y="34973"/>
                </a:moveTo>
                <a:lnTo>
                  <a:pt x="5166" y="34973"/>
                </a:lnTo>
                <a:cubicBezTo>
                  <a:pt x="2307" y="34973"/>
                  <a:pt x="0" y="32667"/>
                  <a:pt x="0" y="29807"/>
                </a:cubicBezTo>
                <a:lnTo>
                  <a:pt x="0" y="5100"/>
                </a:lnTo>
                <a:cubicBezTo>
                  <a:pt x="0" y="2306"/>
                  <a:pt x="2307" y="0"/>
                  <a:pt x="5166" y="0"/>
                </a:cubicBezTo>
                <a:lnTo>
                  <a:pt x="71487" y="0"/>
                </a:lnTo>
                <a:cubicBezTo>
                  <a:pt x="74347" y="0"/>
                  <a:pt x="76653" y="2306"/>
                  <a:pt x="76653" y="5100"/>
                </a:cubicBezTo>
                <a:lnTo>
                  <a:pt x="76653" y="29807"/>
                </a:lnTo>
                <a:cubicBezTo>
                  <a:pt x="76653" y="32667"/>
                  <a:pt x="74347" y="34973"/>
                  <a:pt x="71487" y="34973"/>
                </a:cubicBezTo>
                <a:close/>
              </a:path>
            </a:pathLst>
          </a:custGeom>
          <a:noFill/>
          <a:ln w="28575" cap="flat" cmpd="sng">
            <a:solidFill>
              <a:srgbClr val="5A2543"/>
            </a:solidFill>
            <a:prstDash val="solid"/>
            <a:miter lim="1317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43" name="Google Shape;3343;p57"/>
          <p:cNvGrpSpPr/>
          <p:nvPr/>
        </p:nvGrpSpPr>
        <p:grpSpPr>
          <a:xfrm>
            <a:off x="642070" y="335684"/>
            <a:ext cx="440240" cy="416966"/>
            <a:chOff x="2418481" y="400462"/>
            <a:chExt cx="440240" cy="416966"/>
          </a:xfrm>
        </p:grpSpPr>
        <p:grpSp>
          <p:nvGrpSpPr>
            <p:cNvPr id="3344" name="Google Shape;3344;p57"/>
            <p:cNvGrpSpPr/>
            <p:nvPr/>
          </p:nvGrpSpPr>
          <p:grpSpPr>
            <a:xfrm>
              <a:off x="2650628" y="619288"/>
              <a:ext cx="208093" cy="175380"/>
              <a:chOff x="2222003" y="304963"/>
              <a:chExt cx="208093" cy="175380"/>
            </a:xfrm>
          </p:grpSpPr>
          <p:sp>
            <p:nvSpPr>
              <p:cNvPr id="3345" name="Google Shape;3345;p57"/>
              <p:cNvSpPr/>
              <p:nvPr/>
            </p:nvSpPr>
            <p:spPr>
              <a:xfrm>
                <a:off x="2223202" y="304963"/>
                <a:ext cx="124875" cy="152925"/>
              </a:xfrm>
              <a:custGeom>
                <a:avLst/>
                <a:gdLst/>
                <a:ahLst/>
                <a:cxnLst/>
                <a:rect l="l" t="t" r="r" b="b"/>
                <a:pathLst>
                  <a:path w="6562" h="8036" extrusionOk="0">
                    <a:moveTo>
                      <a:pt x="5057" y="1"/>
                    </a:moveTo>
                    <a:cubicBezTo>
                      <a:pt x="4719" y="1"/>
                      <a:pt x="4375" y="113"/>
                      <a:pt x="4099" y="359"/>
                    </a:cubicBezTo>
                    <a:cubicBezTo>
                      <a:pt x="2251" y="2237"/>
                      <a:pt x="1416" y="4706"/>
                      <a:pt x="152" y="6924"/>
                    </a:cubicBezTo>
                    <a:cubicBezTo>
                      <a:pt x="1" y="7448"/>
                      <a:pt x="361" y="8036"/>
                      <a:pt x="851" y="8036"/>
                    </a:cubicBezTo>
                    <a:cubicBezTo>
                      <a:pt x="962" y="8036"/>
                      <a:pt x="1081" y="8005"/>
                      <a:pt x="1201" y="7937"/>
                    </a:cubicBezTo>
                    <a:cubicBezTo>
                      <a:pt x="3634" y="6429"/>
                      <a:pt x="6561" y="4240"/>
                      <a:pt x="6435" y="1195"/>
                    </a:cubicBezTo>
                    <a:cubicBezTo>
                      <a:pt x="6396" y="454"/>
                      <a:pt x="5737" y="1"/>
                      <a:pt x="50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57"/>
              <p:cNvSpPr/>
              <p:nvPr/>
            </p:nvSpPr>
            <p:spPr>
              <a:xfrm>
                <a:off x="2222003" y="402492"/>
                <a:ext cx="208093" cy="77852"/>
              </a:xfrm>
              <a:custGeom>
                <a:avLst/>
                <a:gdLst/>
                <a:ahLst/>
                <a:cxnLst/>
                <a:rect l="l" t="t" r="r" b="b"/>
                <a:pathLst>
                  <a:path w="10935" h="4091" extrusionOk="0">
                    <a:moveTo>
                      <a:pt x="8593" y="1"/>
                    </a:moveTo>
                    <a:cubicBezTo>
                      <a:pt x="5866" y="1"/>
                      <a:pt x="3378" y="1091"/>
                      <a:pt x="836" y="1673"/>
                    </a:cubicBezTo>
                    <a:lnTo>
                      <a:pt x="799" y="1673"/>
                    </a:lnTo>
                    <a:cubicBezTo>
                      <a:pt x="126" y="1984"/>
                      <a:pt x="0" y="2997"/>
                      <a:pt x="769" y="3248"/>
                    </a:cubicBezTo>
                    <a:cubicBezTo>
                      <a:pt x="2276" y="3681"/>
                      <a:pt x="4028" y="4091"/>
                      <a:pt x="5702" y="4091"/>
                    </a:cubicBezTo>
                    <a:cubicBezTo>
                      <a:pt x="7346" y="4091"/>
                      <a:pt x="8916" y="3696"/>
                      <a:pt x="10106" y="2538"/>
                    </a:cubicBezTo>
                    <a:cubicBezTo>
                      <a:pt x="10934" y="1673"/>
                      <a:pt x="10224" y="136"/>
                      <a:pt x="9027" y="10"/>
                    </a:cubicBezTo>
                    <a:cubicBezTo>
                      <a:pt x="8882" y="4"/>
                      <a:pt x="8737" y="1"/>
                      <a:pt x="859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47" name="Google Shape;3347;p57"/>
            <p:cNvGrpSpPr/>
            <p:nvPr/>
          </p:nvGrpSpPr>
          <p:grpSpPr>
            <a:xfrm>
              <a:off x="2650628" y="619838"/>
              <a:ext cx="208093" cy="175380"/>
              <a:chOff x="2222003" y="304963"/>
              <a:chExt cx="208093" cy="175380"/>
            </a:xfrm>
          </p:grpSpPr>
          <p:sp>
            <p:nvSpPr>
              <p:cNvPr id="3348" name="Google Shape;3348;p57"/>
              <p:cNvSpPr/>
              <p:nvPr/>
            </p:nvSpPr>
            <p:spPr>
              <a:xfrm>
                <a:off x="2223202" y="304963"/>
                <a:ext cx="124875" cy="152925"/>
              </a:xfrm>
              <a:custGeom>
                <a:avLst/>
                <a:gdLst/>
                <a:ahLst/>
                <a:cxnLst/>
                <a:rect l="l" t="t" r="r" b="b"/>
                <a:pathLst>
                  <a:path w="6562" h="8036" extrusionOk="0">
                    <a:moveTo>
                      <a:pt x="5057" y="1"/>
                    </a:moveTo>
                    <a:cubicBezTo>
                      <a:pt x="4719" y="1"/>
                      <a:pt x="4375" y="113"/>
                      <a:pt x="4099" y="359"/>
                    </a:cubicBezTo>
                    <a:cubicBezTo>
                      <a:pt x="2251" y="2237"/>
                      <a:pt x="1416" y="4706"/>
                      <a:pt x="152" y="6924"/>
                    </a:cubicBezTo>
                    <a:cubicBezTo>
                      <a:pt x="1" y="7448"/>
                      <a:pt x="361" y="8036"/>
                      <a:pt x="851" y="8036"/>
                    </a:cubicBezTo>
                    <a:cubicBezTo>
                      <a:pt x="962" y="8036"/>
                      <a:pt x="1081" y="8005"/>
                      <a:pt x="1201" y="7937"/>
                    </a:cubicBezTo>
                    <a:cubicBezTo>
                      <a:pt x="3634" y="6429"/>
                      <a:pt x="6561" y="4240"/>
                      <a:pt x="6435" y="1195"/>
                    </a:cubicBezTo>
                    <a:cubicBezTo>
                      <a:pt x="6396" y="454"/>
                      <a:pt x="5737" y="1"/>
                      <a:pt x="5057"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57"/>
              <p:cNvSpPr/>
              <p:nvPr/>
            </p:nvSpPr>
            <p:spPr>
              <a:xfrm>
                <a:off x="2222003" y="402492"/>
                <a:ext cx="208093" cy="77852"/>
              </a:xfrm>
              <a:custGeom>
                <a:avLst/>
                <a:gdLst/>
                <a:ahLst/>
                <a:cxnLst/>
                <a:rect l="l" t="t" r="r" b="b"/>
                <a:pathLst>
                  <a:path w="10935" h="4091" extrusionOk="0">
                    <a:moveTo>
                      <a:pt x="8593" y="1"/>
                    </a:moveTo>
                    <a:cubicBezTo>
                      <a:pt x="5866" y="1"/>
                      <a:pt x="3378" y="1091"/>
                      <a:pt x="836" y="1673"/>
                    </a:cubicBezTo>
                    <a:lnTo>
                      <a:pt x="799" y="1673"/>
                    </a:lnTo>
                    <a:cubicBezTo>
                      <a:pt x="126" y="1984"/>
                      <a:pt x="0" y="2997"/>
                      <a:pt x="769" y="3248"/>
                    </a:cubicBezTo>
                    <a:cubicBezTo>
                      <a:pt x="2276" y="3681"/>
                      <a:pt x="4028" y="4091"/>
                      <a:pt x="5702" y="4091"/>
                    </a:cubicBezTo>
                    <a:cubicBezTo>
                      <a:pt x="7346" y="4091"/>
                      <a:pt x="8916" y="3696"/>
                      <a:pt x="10106" y="2538"/>
                    </a:cubicBezTo>
                    <a:cubicBezTo>
                      <a:pt x="10934" y="1673"/>
                      <a:pt x="10224" y="136"/>
                      <a:pt x="9027" y="10"/>
                    </a:cubicBezTo>
                    <a:cubicBezTo>
                      <a:pt x="8882" y="4"/>
                      <a:pt x="8737" y="1"/>
                      <a:pt x="8593"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50" name="Google Shape;3350;p57"/>
            <p:cNvSpPr/>
            <p:nvPr/>
          </p:nvSpPr>
          <p:spPr>
            <a:xfrm>
              <a:off x="2648382" y="630154"/>
              <a:ext cx="200995" cy="148872"/>
            </a:xfrm>
            <a:custGeom>
              <a:avLst/>
              <a:gdLst/>
              <a:ahLst/>
              <a:cxnLst/>
              <a:rect l="l" t="t" r="r" b="b"/>
              <a:pathLst>
                <a:path w="10562" h="7823" extrusionOk="0">
                  <a:moveTo>
                    <a:pt x="8479" y="0"/>
                  </a:moveTo>
                  <a:cubicBezTo>
                    <a:pt x="8261" y="0"/>
                    <a:pt x="8038" y="40"/>
                    <a:pt x="7821" y="128"/>
                  </a:cubicBezTo>
                  <a:cubicBezTo>
                    <a:pt x="4864" y="1548"/>
                    <a:pt x="2861" y="4135"/>
                    <a:pt x="488" y="6198"/>
                  </a:cubicBezTo>
                  <a:lnTo>
                    <a:pt x="458" y="6198"/>
                  </a:lnTo>
                  <a:cubicBezTo>
                    <a:pt x="0" y="6827"/>
                    <a:pt x="307" y="7823"/>
                    <a:pt x="1063" y="7823"/>
                  </a:cubicBezTo>
                  <a:cubicBezTo>
                    <a:pt x="1125" y="7823"/>
                    <a:pt x="1189" y="7816"/>
                    <a:pt x="1257" y="7802"/>
                  </a:cubicBezTo>
                  <a:cubicBezTo>
                    <a:pt x="4739" y="7063"/>
                    <a:pt x="9086" y="5732"/>
                    <a:pt x="10254" y="2073"/>
                  </a:cubicBezTo>
                  <a:cubicBezTo>
                    <a:pt x="10561" y="995"/>
                    <a:pt x="9567" y="0"/>
                    <a:pt x="8479"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57"/>
            <p:cNvSpPr/>
            <p:nvPr/>
          </p:nvSpPr>
          <p:spPr>
            <a:xfrm>
              <a:off x="2418481" y="400462"/>
              <a:ext cx="321207" cy="408917"/>
            </a:xfrm>
            <a:custGeom>
              <a:avLst/>
              <a:gdLst/>
              <a:ahLst/>
              <a:cxnLst/>
              <a:rect l="l" t="t" r="r" b="b"/>
              <a:pathLst>
                <a:path w="16879" h="21488" extrusionOk="0">
                  <a:moveTo>
                    <a:pt x="7889" y="0"/>
                  </a:moveTo>
                  <a:cubicBezTo>
                    <a:pt x="4533" y="185"/>
                    <a:pt x="2248" y="3386"/>
                    <a:pt x="1509" y="6528"/>
                  </a:cubicBezTo>
                  <a:cubicBezTo>
                    <a:pt x="1169" y="7519"/>
                    <a:pt x="866" y="8472"/>
                    <a:pt x="681" y="9485"/>
                  </a:cubicBezTo>
                  <a:cubicBezTo>
                    <a:pt x="1" y="12198"/>
                    <a:pt x="186" y="15185"/>
                    <a:pt x="1450" y="17588"/>
                  </a:cubicBezTo>
                  <a:cubicBezTo>
                    <a:pt x="1760" y="18172"/>
                    <a:pt x="2160" y="18697"/>
                    <a:pt x="2618" y="19192"/>
                  </a:cubicBezTo>
                  <a:cubicBezTo>
                    <a:pt x="3113" y="19687"/>
                    <a:pt x="3668" y="20086"/>
                    <a:pt x="4311" y="20456"/>
                  </a:cubicBezTo>
                  <a:cubicBezTo>
                    <a:pt x="4962" y="20730"/>
                    <a:pt x="5605" y="20944"/>
                    <a:pt x="6285" y="21099"/>
                  </a:cubicBezTo>
                  <a:cubicBezTo>
                    <a:pt x="7041" y="21363"/>
                    <a:pt x="7815" y="21487"/>
                    <a:pt x="8583" y="21487"/>
                  </a:cubicBezTo>
                  <a:cubicBezTo>
                    <a:pt x="12477" y="21487"/>
                    <a:pt x="16200" y="18300"/>
                    <a:pt x="16509" y="14076"/>
                  </a:cubicBezTo>
                  <a:cubicBezTo>
                    <a:pt x="16879" y="9766"/>
                    <a:pt x="15955" y="5049"/>
                    <a:pt x="12754" y="1878"/>
                  </a:cubicBezTo>
                  <a:cubicBezTo>
                    <a:pt x="11460" y="739"/>
                    <a:pt x="9767" y="0"/>
                    <a:pt x="788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57"/>
            <p:cNvSpPr/>
            <p:nvPr/>
          </p:nvSpPr>
          <p:spPr>
            <a:xfrm>
              <a:off x="2447749" y="581476"/>
              <a:ext cx="262119" cy="227903"/>
            </a:xfrm>
            <a:custGeom>
              <a:avLst/>
              <a:gdLst/>
              <a:ahLst/>
              <a:cxnLst/>
              <a:rect l="l" t="t" r="r" b="b"/>
              <a:pathLst>
                <a:path w="13774" h="11976" extrusionOk="0">
                  <a:moveTo>
                    <a:pt x="7204" y="1"/>
                  </a:moveTo>
                  <a:cubicBezTo>
                    <a:pt x="5440" y="1"/>
                    <a:pt x="3850" y="674"/>
                    <a:pt x="2499" y="1947"/>
                  </a:cubicBezTo>
                  <a:cubicBezTo>
                    <a:pt x="836" y="3522"/>
                    <a:pt x="222" y="5643"/>
                    <a:pt x="38" y="7891"/>
                  </a:cubicBezTo>
                  <a:cubicBezTo>
                    <a:pt x="38" y="8017"/>
                    <a:pt x="38" y="8142"/>
                    <a:pt x="1" y="8261"/>
                  </a:cubicBezTo>
                  <a:cubicBezTo>
                    <a:pt x="311" y="8756"/>
                    <a:pt x="681" y="9251"/>
                    <a:pt x="1080" y="9680"/>
                  </a:cubicBezTo>
                  <a:cubicBezTo>
                    <a:pt x="1575" y="10175"/>
                    <a:pt x="2130" y="10574"/>
                    <a:pt x="2773" y="10944"/>
                  </a:cubicBezTo>
                  <a:cubicBezTo>
                    <a:pt x="3424" y="11218"/>
                    <a:pt x="4067" y="11432"/>
                    <a:pt x="4747" y="11587"/>
                  </a:cubicBezTo>
                  <a:cubicBezTo>
                    <a:pt x="5501" y="11851"/>
                    <a:pt x="6274" y="11975"/>
                    <a:pt x="7040" y="11975"/>
                  </a:cubicBezTo>
                  <a:cubicBezTo>
                    <a:pt x="9684" y="11975"/>
                    <a:pt x="12253" y="10501"/>
                    <a:pt x="13714" y="8231"/>
                  </a:cubicBezTo>
                  <a:cubicBezTo>
                    <a:pt x="13774" y="7736"/>
                    <a:pt x="13744" y="7248"/>
                    <a:pt x="13677" y="6723"/>
                  </a:cubicBezTo>
                  <a:cubicBezTo>
                    <a:pt x="13530" y="5614"/>
                    <a:pt x="13249" y="4564"/>
                    <a:pt x="12694" y="3581"/>
                  </a:cubicBezTo>
                  <a:cubicBezTo>
                    <a:pt x="12169" y="2627"/>
                    <a:pt x="11497" y="1733"/>
                    <a:pt x="10632" y="1052"/>
                  </a:cubicBezTo>
                  <a:cubicBezTo>
                    <a:pt x="9833" y="439"/>
                    <a:pt x="8939" y="158"/>
                    <a:pt x="7948" y="40"/>
                  </a:cubicBezTo>
                  <a:cubicBezTo>
                    <a:pt x="7697" y="14"/>
                    <a:pt x="7449" y="1"/>
                    <a:pt x="7204" y="1"/>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53" name="Google Shape;3353;p57"/>
            <p:cNvGrpSpPr/>
            <p:nvPr/>
          </p:nvGrpSpPr>
          <p:grpSpPr>
            <a:xfrm>
              <a:off x="2702069" y="444098"/>
              <a:ext cx="127748" cy="165210"/>
              <a:chOff x="2273444" y="129773"/>
              <a:chExt cx="127748" cy="165210"/>
            </a:xfrm>
          </p:grpSpPr>
          <p:sp>
            <p:nvSpPr>
              <p:cNvPr id="3354" name="Google Shape;3354;p57"/>
              <p:cNvSpPr/>
              <p:nvPr/>
            </p:nvSpPr>
            <p:spPr>
              <a:xfrm>
                <a:off x="2273631" y="129773"/>
                <a:ext cx="85654" cy="160937"/>
              </a:xfrm>
              <a:custGeom>
                <a:avLst/>
                <a:gdLst/>
                <a:ahLst/>
                <a:cxnLst/>
                <a:rect l="l" t="t" r="r" b="b"/>
                <a:pathLst>
                  <a:path w="4501" h="8457" extrusionOk="0">
                    <a:moveTo>
                      <a:pt x="3372" y="1"/>
                    </a:moveTo>
                    <a:cubicBezTo>
                      <a:pt x="3155" y="1"/>
                      <a:pt x="2935" y="93"/>
                      <a:pt x="2743" y="295"/>
                    </a:cubicBezTo>
                    <a:cubicBezTo>
                      <a:pt x="1597" y="1588"/>
                      <a:pt x="828" y="3281"/>
                      <a:pt x="30" y="4945"/>
                    </a:cubicBezTo>
                    <a:cubicBezTo>
                      <a:pt x="156" y="5654"/>
                      <a:pt x="215" y="6335"/>
                      <a:pt x="156" y="7007"/>
                    </a:cubicBezTo>
                    <a:cubicBezTo>
                      <a:pt x="119" y="7503"/>
                      <a:pt x="89" y="7998"/>
                      <a:pt x="0" y="8456"/>
                    </a:cubicBezTo>
                    <a:cubicBezTo>
                      <a:pt x="1967" y="7044"/>
                      <a:pt x="4125" y="4945"/>
                      <a:pt x="4436" y="1588"/>
                    </a:cubicBezTo>
                    <a:cubicBezTo>
                      <a:pt x="4500" y="648"/>
                      <a:pt x="3948" y="1"/>
                      <a:pt x="33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57"/>
              <p:cNvSpPr/>
              <p:nvPr/>
            </p:nvSpPr>
            <p:spPr>
              <a:xfrm>
                <a:off x="2273444" y="195037"/>
                <a:ext cx="127748" cy="99946"/>
              </a:xfrm>
              <a:custGeom>
                <a:avLst/>
                <a:gdLst/>
                <a:ahLst/>
                <a:cxnLst/>
                <a:rect l="l" t="t" r="r" b="b"/>
                <a:pathLst>
                  <a:path w="6713" h="5252" extrusionOk="0">
                    <a:moveTo>
                      <a:pt x="5175" y="0"/>
                    </a:moveTo>
                    <a:cubicBezTo>
                      <a:pt x="3386" y="156"/>
                      <a:pt x="1752" y="1198"/>
                      <a:pt x="119" y="2122"/>
                    </a:cubicBezTo>
                    <a:cubicBezTo>
                      <a:pt x="185" y="2647"/>
                      <a:pt x="185" y="3142"/>
                      <a:pt x="156" y="3630"/>
                    </a:cubicBezTo>
                    <a:cubicBezTo>
                      <a:pt x="119" y="4126"/>
                      <a:pt x="89" y="4591"/>
                      <a:pt x="0" y="5050"/>
                    </a:cubicBezTo>
                    <a:cubicBezTo>
                      <a:pt x="601" y="5169"/>
                      <a:pt x="1220" y="5251"/>
                      <a:pt x="1836" y="5251"/>
                    </a:cubicBezTo>
                    <a:cubicBezTo>
                      <a:pt x="3426" y="5251"/>
                      <a:pt x="4985" y="4706"/>
                      <a:pt x="6099" y="2861"/>
                    </a:cubicBezTo>
                    <a:cubicBezTo>
                      <a:pt x="6713" y="1753"/>
                      <a:pt x="6099" y="30"/>
                      <a:pt x="51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6" name="Google Shape;3356;p57"/>
            <p:cNvGrpSpPr/>
            <p:nvPr/>
          </p:nvGrpSpPr>
          <p:grpSpPr>
            <a:xfrm>
              <a:off x="2443754" y="601436"/>
              <a:ext cx="130730" cy="148882"/>
              <a:chOff x="2015051" y="273164"/>
              <a:chExt cx="130717" cy="162802"/>
            </a:xfrm>
          </p:grpSpPr>
          <p:sp>
            <p:nvSpPr>
              <p:cNvPr id="3357" name="Google Shape;3357;p57"/>
              <p:cNvSpPr/>
              <p:nvPr/>
            </p:nvSpPr>
            <p:spPr>
              <a:xfrm>
                <a:off x="2015051" y="277884"/>
                <a:ext cx="92524" cy="158082"/>
              </a:xfrm>
              <a:custGeom>
                <a:avLst/>
                <a:gdLst/>
                <a:ahLst/>
                <a:cxnLst/>
                <a:rect l="l" t="t" r="r" b="b"/>
                <a:pathLst>
                  <a:path w="4862" h="8307" extrusionOk="0">
                    <a:moveTo>
                      <a:pt x="0" y="1"/>
                    </a:moveTo>
                    <a:lnTo>
                      <a:pt x="0" y="1"/>
                    </a:lnTo>
                    <a:cubicBezTo>
                      <a:pt x="96" y="459"/>
                      <a:pt x="185" y="954"/>
                      <a:pt x="215" y="1479"/>
                    </a:cubicBezTo>
                    <a:cubicBezTo>
                      <a:pt x="311" y="2122"/>
                      <a:pt x="281" y="2832"/>
                      <a:pt x="185" y="3512"/>
                    </a:cubicBezTo>
                    <a:cubicBezTo>
                      <a:pt x="1050" y="5176"/>
                      <a:pt x="1945" y="6802"/>
                      <a:pt x="3113" y="8037"/>
                    </a:cubicBezTo>
                    <a:cubicBezTo>
                      <a:pt x="3314" y="8222"/>
                      <a:pt x="3532" y="8307"/>
                      <a:pt x="3742" y="8307"/>
                    </a:cubicBezTo>
                    <a:cubicBezTo>
                      <a:pt x="4334" y="8307"/>
                      <a:pt x="4861" y="7632"/>
                      <a:pt x="4746" y="6654"/>
                    </a:cubicBezTo>
                    <a:cubicBezTo>
                      <a:pt x="4281" y="3327"/>
                      <a:pt x="2033" y="1324"/>
                      <a:pt x="0"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57"/>
              <p:cNvSpPr/>
              <p:nvPr/>
            </p:nvSpPr>
            <p:spPr>
              <a:xfrm>
                <a:off x="2015051" y="273164"/>
                <a:ext cx="130717" cy="97319"/>
              </a:xfrm>
              <a:custGeom>
                <a:avLst/>
                <a:gdLst/>
                <a:ahLst/>
                <a:cxnLst/>
                <a:rect l="l" t="t" r="r" b="b"/>
                <a:pathLst>
                  <a:path w="6869" h="5114" extrusionOk="0">
                    <a:moveTo>
                      <a:pt x="2144" y="1"/>
                    </a:moveTo>
                    <a:cubicBezTo>
                      <a:pt x="1424" y="1"/>
                      <a:pt x="697" y="126"/>
                      <a:pt x="0" y="308"/>
                    </a:cubicBezTo>
                    <a:cubicBezTo>
                      <a:pt x="96" y="766"/>
                      <a:pt x="185" y="1232"/>
                      <a:pt x="215" y="1727"/>
                    </a:cubicBezTo>
                    <a:cubicBezTo>
                      <a:pt x="281" y="2185"/>
                      <a:pt x="281" y="2710"/>
                      <a:pt x="252" y="3206"/>
                    </a:cubicBezTo>
                    <a:cubicBezTo>
                      <a:pt x="1945" y="4063"/>
                      <a:pt x="3608" y="5054"/>
                      <a:pt x="5390" y="5113"/>
                    </a:cubicBezTo>
                    <a:cubicBezTo>
                      <a:pt x="6351" y="5017"/>
                      <a:pt x="6868" y="3265"/>
                      <a:pt x="6195" y="2185"/>
                    </a:cubicBezTo>
                    <a:cubicBezTo>
                      <a:pt x="5077" y="530"/>
                      <a:pt x="3623" y="1"/>
                      <a:pt x="2144"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59" name="Google Shape;3359;p57"/>
            <p:cNvSpPr/>
            <p:nvPr/>
          </p:nvSpPr>
          <p:spPr>
            <a:xfrm>
              <a:off x="2632473" y="786752"/>
              <a:ext cx="34007" cy="28849"/>
            </a:xfrm>
            <a:custGeom>
              <a:avLst/>
              <a:gdLst/>
              <a:ahLst/>
              <a:cxnLst/>
              <a:rect l="l" t="t" r="r" b="b"/>
              <a:pathLst>
                <a:path w="1787" h="1516" extrusionOk="0">
                  <a:moveTo>
                    <a:pt x="864" y="1"/>
                  </a:moveTo>
                  <a:cubicBezTo>
                    <a:pt x="852" y="1"/>
                    <a:pt x="840" y="1"/>
                    <a:pt x="828" y="2"/>
                  </a:cubicBezTo>
                  <a:cubicBezTo>
                    <a:pt x="769" y="2"/>
                    <a:pt x="740" y="31"/>
                    <a:pt x="710" y="61"/>
                  </a:cubicBezTo>
                  <a:lnTo>
                    <a:pt x="681" y="61"/>
                  </a:lnTo>
                  <a:cubicBezTo>
                    <a:pt x="644" y="61"/>
                    <a:pt x="614" y="61"/>
                    <a:pt x="555" y="91"/>
                  </a:cubicBezTo>
                  <a:cubicBezTo>
                    <a:pt x="370" y="187"/>
                    <a:pt x="274" y="401"/>
                    <a:pt x="215" y="586"/>
                  </a:cubicBezTo>
                  <a:cubicBezTo>
                    <a:pt x="126" y="830"/>
                    <a:pt x="30" y="1081"/>
                    <a:pt x="0" y="1355"/>
                  </a:cubicBezTo>
                  <a:cubicBezTo>
                    <a:pt x="0" y="1462"/>
                    <a:pt x="85" y="1516"/>
                    <a:pt x="174" y="1516"/>
                  </a:cubicBezTo>
                  <a:cubicBezTo>
                    <a:pt x="263" y="1516"/>
                    <a:pt x="355" y="1462"/>
                    <a:pt x="370" y="1355"/>
                  </a:cubicBezTo>
                  <a:cubicBezTo>
                    <a:pt x="370" y="1140"/>
                    <a:pt x="429" y="956"/>
                    <a:pt x="496" y="771"/>
                  </a:cubicBezTo>
                  <a:cubicBezTo>
                    <a:pt x="525" y="682"/>
                    <a:pt x="555" y="586"/>
                    <a:pt x="614" y="497"/>
                  </a:cubicBezTo>
                  <a:cubicBezTo>
                    <a:pt x="644" y="556"/>
                    <a:pt x="681" y="615"/>
                    <a:pt x="710" y="682"/>
                  </a:cubicBezTo>
                  <a:cubicBezTo>
                    <a:pt x="769" y="867"/>
                    <a:pt x="710" y="1052"/>
                    <a:pt x="710" y="1236"/>
                  </a:cubicBezTo>
                  <a:cubicBezTo>
                    <a:pt x="695" y="1344"/>
                    <a:pt x="771" y="1397"/>
                    <a:pt x="855" y="1397"/>
                  </a:cubicBezTo>
                  <a:cubicBezTo>
                    <a:pt x="939" y="1397"/>
                    <a:pt x="1032" y="1344"/>
                    <a:pt x="1050" y="1236"/>
                  </a:cubicBezTo>
                  <a:cubicBezTo>
                    <a:pt x="1050" y="1052"/>
                    <a:pt x="1109" y="896"/>
                    <a:pt x="1080" y="712"/>
                  </a:cubicBezTo>
                  <a:cubicBezTo>
                    <a:pt x="1050" y="586"/>
                    <a:pt x="954" y="460"/>
                    <a:pt x="925" y="342"/>
                  </a:cubicBezTo>
                  <a:lnTo>
                    <a:pt x="925" y="342"/>
                  </a:lnTo>
                  <a:cubicBezTo>
                    <a:pt x="1198" y="401"/>
                    <a:pt x="1420" y="800"/>
                    <a:pt x="1353" y="1052"/>
                  </a:cubicBezTo>
                  <a:cubicBezTo>
                    <a:pt x="1318" y="1180"/>
                    <a:pt x="1426" y="1263"/>
                    <a:pt x="1524" y="1263"/>
                  </a:cubicBezTo>
                  <a:cubicBezTo>
                    <a:pt x="1590" y="1263"/>
                    <a:pt x="1652" y="1226"/>
                    <a:pt x="1664" y="1140"/>
                  </a:cubicBezTo>
                  <a:cubicBezTo>
                    <a:pt x="1787" y="656"/>
                    <a:pt x="1400" y="1"/>
                    <a:pt x="864"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57"/>
            <p:cNvSpPr/>
            <p:nvPr/>
          </p:nvSpPr>
          <p:spPr>
            <a:xfrm>
              <a:off x="2494791" y="788446"/>
              <a:ext cx="33873" cy="28983"/>
            </a:xfrm>
            <a:custGeom>
              <a:avLst/>
              <a:gdLst/>
              <a:ahLst/>
              <a:cxnLst/>
              <a:rect l="l" t="t" r="r" b="b"/>
              <a:pathLst>
                <a:path w="1780" h="1523" extrusionOk="0">
                  <a:moveTo>
                    <a:pt x="917" y="1"/>
                  </a:moveTo>
                  <a:cubicBezTo>
                    <a:pt x="380" y="1"/>
                    <a:pt x="0" y="663"/>
                    <a:pt x="116" y="1147"/>
                  </a:cubicBezTo>
                  <a:cubicBezTo>
                    <a:pt x="131" y="1232"/>
                    <a:pt x="191" y="1268"/>
                    <a:pt x="255" y="1268"/>
                  </a:cubicBezTo>
                  <a:cubicBezTo>
                    <a:pt x="354" y="1268"/>
                    <a:pt x="463" y="1181"/>
                    <a:pt x="427" y="1051"/>
                  </a:cubicBezTo>
                  <a:cubicBezTo>
                    <a:pt x="368" y="807"/>
                    <a:pt x="582" y="408"/>
                    <a:pt x="855" y="342"/>
                  </a:cubicBezTo>
                  <a:lnTo>
                    <a:pt x="855" y="342"/>
                  </a:lnTo>
                  <a:cubicBezTo>
                    <a:pt x="826" y="467"/>
                    <a:pt x="737" y="593"/>
                    <a:pt x="708" y="711"/>
                  </a:cubicBezTo>
                  <a:cubicBezTo>
                    <a:pt x="671" y="896"/>
                    <a:pt x="737" y="1051"/>
                    <a:pt x="737" y="1236"/>
                  </a:cubicBezTo>
                  <a:cubicBezTo>
                    <a:pt x="752" y="1343"/>
                    <a:pt x="844" y="1397"/>
                    <a:pt x="929" y="1397"/>
                  </a:cubicBezTo>
                  <a:cubicBezTo>
                    <a:pt x="1014" y="1397"/>
                    <a:pt x="1092" y="1343"/>
                    <a:pt x="1077" y="1236"/>
                  </a:cubicBezTo>
                  <a:cubicBezTo>
                    <a:pt x="1077" y="1051"/>
                    <a:pt x="1011" y="867"/>
                    <a:pt x="1077" y="682"/>
                  </a:cubicBezTo>
                  <a:cubicBezTo>
                    <a:pt x="1107" y="623"/>
                    <a:pt x="1136" y="556"/>
                    <a:pt x="1166" y="497"/>
                  </a:cubicBezTo>
                  <a:cubicBezTo>
                    <a:pt x="1225" y="593"/>
                    <a:pt x="1262" y="682"/>
                    <a:pt x="1292" y="778"/>
                  </a:cubicBezTo>
                  <a:cubicBezTo>
                    <a:pt x="1351" y="963"/>
                    <a:pt x="1410" y="1147"/>
                    <a:pt x="1410" y="1362"/>
                  </a:cubicBezTo>
                  <a:cubicBezTo>
                    <a:pt x="1428" y="1469"/>
                    <a:pt x="1521" y="1523"/>
                    <a:pt x="1609" y="1523"/>
                  </a:cubicBezTo>
                  <a:cubicBezTo>
                    <a:pt x="1696" y="1523"/>
                    <a:pt x="1780" y="1469"/>
                    <a:pt x="1780" y="1362"/>
                  </a:cubicBezTo>
                  <a:cubicBezTo>
                    <a:pt x="1750" y="1081"/>
                    <a:pt x="1661" y="837"/>
                    <a:pt x="1565" y="593"/>
                  </a:cubicBezTo>
                  <a:cubicBezTo>
                    <a:pt x="1506" y="408"/>
                    <a:pt x="1410" y="186"/>
                    <a:pt x="1225" y="98"/>
                  </a:cubicBezTo>
                  <a:cubicBezTo>
                    <a:pt x="1166" y="68"/>
                    <a:pt x="1136" y="68"/>
                    <a:pt x="1107" y="68"/>
                  </a:cubicBezTo>
                  <a:lnTo>
                    <a:pt x="1077" y="68"/>
                  </a:lnTo>
                  <a:cubicBezTo>
                    <a:pt x="1040" y="39"/>
                    <a:pt x="1011" y="2"/>
                    <a:pt x="952" y="2"/>
                  </a:cubicBezTo>
                  <a:cubicBezTo>
                    <a:pt x="940" y="1"/>
                    <a:pt x="928" y="1"/>
                    <a:pt x="91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57"/>
            <p:cNvSpPr/>
            <p:nvPr/>
          </p:nvSpPr>
          <p:spPr>
            <a:xfrm>
              <a:off x="2515153" y="444650"/>
              <a:ext cx="36404" cy="25557"/>
            </a:xfrm>
            <a:custGeom>
              <a:avLst/>
              <a:gdLst/>
              <a:ahLst/>
              <a:cxnLst/>
              <a:rect l="l" t="t" r="r" b="b"/>
              <a:pathLst>
                <a:path w="1913" h="1343" extrusionOk="0">
                  <a:moveTo>
                    <a:pt x="977" y="1"/>
                  </a:moveTo>
                  <a:cubicBezTo>
                    <a:pt x="335" y="1"/>
                    <a:pt x="1" y="984"/>
                    <a:pt x="710" y="1286"/>
                  </a:cubicBezTo>
                  <a:cubicBezTo>
                    <a:pt x="801" y="1325"/>
                    <a:pt x="888" y="1342"/>
                    <a:pt x="971" y="1342"/>
                  </a:cubicBezTo>
                  <a:cubicBezTo>
                    <a:pt x="1590" y="1342"/>
                    <a:pt x="1913" y="351"/>
                    <a:pt x="1234" y="51"/>
                  </a:cubicBezTo>
                  <a:cubicBezTo>
                    <a:pt x="1145" y="16"/>
                    <a:pt x="1058" y="1"/>
                    <a:pt x="97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57"/>
            <p:cNvSpPr/>
            <p:nvPr/>
          </p:nvSpPr>
          <p:spPr>
            <a:xfrm>
              <a:off x="2430165" y="440654"/>
              <a:ext cx="62761" cy="41276"/>
            </a:xfrm>
            <a:custGeom>
              <a:avLst/>
              <a:gdLst/>
              <a:ahLst/>
              <a:cxnLst/>
              <a:rect l="l" t="t" r="r" b="b"/>
              <a:pathLst>
                <a:path w="3298" h="2169" extrusionOk="0">
                  <a:moveTo>
                    <a:pt x="1656" y="1"/>
                  </a:moveTo>
                  <a:cubicBezTo>
                    <a:pt x="1524" y="1"/>
                    <a:pt x="1388" y="17"/>
                    <a:pt x="1265" y="17"/>
                  </a:cubicBezTo>
                  <a:cubicBezTo>
                    <a:pt x="1021" y="47"/>
                    <a:pt x="777" y="17"/>
                    <a:pt x="555" y="76"/>
                  </a:cubicBezTo>
                  <a:cubicBezTo>
                    <a:pt x="370" y="136"/>
                    <a:pt x="1" y="261"/>
                    <a:pt x="67" y="601"/>
                  </a:cubicBezTo>
                  <a:cubicBezTo>
                    <a:pt x="97" y="786"/>
                    <a:pt x="252" y="845"/>
                    <a:pt x="341" y="904"/>
                  </a:cubicBezTo>
                  <a:cubicBezTo>
                    <a:pt x="592" y="1089"/>
                    <a:pt x="1080" y="1429"/>
                    <a:pt x="1080" y="1429"/>
                  </a:cubicBezTo>
                  <a:cubicBezTo>
                    <a:pt x="1176" y="1525"/>
                    <a:pt x="1265" y="1585"/>
                    <a:pt x="1390" y="1644"/>
                  </a:cubicBezTo>
                  <a:cubicBezTo>
                    <a:pt x="1664" y="1865"/>
                    <a:pt x="2034" y="2169"/>
                    <a:pt x="2374" y="2169"/>
                  </a:cubicBezTo>
                  <a:cubicBezTo>
                    <a:pt x="2958" y="2139"/>
                    <a:pt x="3298" y="941"/>
                    <a:pt x="2839" y="476"/>
                  </a:cubicBezTo>
                  <a:cubicBezTo>
                    <a:pt x="2588" y="232"/>
                    <a:pt x="2189" y="76"/>
                    <a:pt x="1849" y="17"/>
                  </a:cubicBezTo>
                  <a:cubicBezTo>
                    <a:pt x="1787" y="5"/>
                    <a:pt x="1722" y="1"/>
                    <a:pt x="1656"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57"/>
            <p:cNvSpPr/>
            <p:nvPr/>
          </p:nvSpPr>
          <p:spPr>
            <a:xfrm>
              <a:off x="2541034" y="487829"/>
              <a:ext cx="14634" cy="38612"/>
            </a:xfrm>
            <a:custGeom>
              <a:avLst/>
              <a:gdLst/>
              <a:ahLst/>
              <a:cxnLst/>
              <a:rect l="l" t="t" r="r" b="b"/>
              <a:pathLst>
                <a:path w="769" h="2029" extrusionOk="0">
                  <a:moveTo>
                    <a:pt x="370" y="0"/>
                  </a:moveTo>
                  <a:cubicBezTo>
                    <a:pt x="0" y="30"/>
                    <a:pt x="30" y="680"/>
                    <a:pt x="30" y="1013"/>
                  </a:cubicBezTo>
                  <a:cubicBezTo>
                    <a:pt x="59" y="1294"/>
                    <a:pt x="126" y="1819"/>
                    <a:pt x="399" y="2004"/>
                  </a:cubicBezTo>
                  <a:cubicBezTo>
                    <a:pt x="430" y="2020"/>
                    <a:pt x="458" y="2028"/>
                    <a:pt x="485" y="2028"/>
                  </a:cubicBezTo>
                  <a:cubicBezTo>
                    <a:pt x="699" y="2028"/>
                    <a:pt x="769" y="1514"/>
                    <a:pt x="769" y="1323"/>
                  </a:cubicBezTo>
                  <a:cubicBezTo>
                    <a:pt x="769" y="954"/>
                    <a:pt x="710" y="399"/>
                    <a:pt x="429" y="59"/>
                  </a:cubicBezTo>
                  <a:cubicBezTo>
                    <a:pt x="429" y="30"/>
                    <a:pt x="399" y="30"/>
                    <a:pt x="399" y="30"/>
                  </a:cubicBezTo>
                  <a:cubicBezTo>
                    <a:pt x="399" y="0"/>
                    <a:pt x="370" y="0"/>
                    <a:pt x="370"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57"/>
            <p:cNvSpPr/>
            <p:nvPr/>
          </p:nvSpPr>
          <p:spPr>
            <a:xfrm>
              <a:off x="2559740" y="498372"/>
              <a:ext cx="9439" cy="30829"/>
            </a:xfrm>
            <a:custGeom>
              <a:avLst/>
              <a:gdLst/>
              <a:ahLst/>
              <a:cxnLst/>
              <a:rect l="l" t="t" r="r" b="b"/>
              <a:pathLst>
                <a:path w="496" h="1620" extrusionOk="0">
                  <a:moveTo>
                    <a:pt x="185" y="1"/>
                  </a:moveTo>
                  <a:cubicBezTo>
                    <a:pt x="0" y="126"/>
                    <a:pt x="0" y="644"/>
                    <a:pt x="30" y="925"/>
                  </a:cubicBezTo>
                  <a:cubicBezTo>
                    <a:pt x="30" y="1080"/>
                    <a:pt x="96" y="1538"/>
                    <a:pt x="252" y="1605"/>
                  </a:cubicBezTo>
                  <a:cubicBezTo>
                    <a:pt x="268" y="1615"/>
                    <a:pt x="284" y="1619"/>
                    <a:pt x="298" y="1619"/>
                  </a:cubicBezTo>
                  <a:cubicBezTo>
                    <a:pt x="408" y="1619"/>
                    <a:pt x="440" y="1340"/>
                    <a:pt x="466" y="1235"/>
                  </a:cubicBezTo>
                  <a:cubicBezTo>
                    <a:pt x="496" y="865"/>
                    <a:pt x="466" y="459"/>
                    <a:pt x="281" y="60"/>
                  </a:cubicBezTo>
                  <a:cubicBezTo>
                    <a:pt x="281" y="60"/>
                    <a:pt x="281" y="30"/>
                    <a:pt x="252" y="30"/>
                  </a:cubicBezTo>
                  <a:cubicBezTo>
                    <a:pt x="252" y="1"/>
                    <a:pt x="215" y="1"/>
                    <a:pt x="185"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57"/>
            <p:cNvSpPr/>
            <p:nvPr/>
          </p:nvSpPr>
          <p:spPr>
            <a:xfrm>
              <a:off x="2529388" y="487182"/>
              <a:ext cx="10524" cy="29154"/>
            </a:xfrm>
            <a:custGeom>
              <a:avLst/>
              <a:gdLst/>
              <a:ahLst/>
              <a:cxnLst/>
              <a:rect l="l" t="t" r="r" b="b"/>
              <a:pathLst>
                <a:path w="553" h="1532" extrusionOk="0">
                  <a:moveTo>
                    <a:pt x="213" y="0"/>
                  </a:moveTo>
                  <a:cubicBezTo>
                    <a:pt x="1" y="0"/>
                    <a:pt x="28" y="687"/>
                    <a:pt x="28" y="899"/>
                  </a:cubicBezTo>
                  <a:cubicBezTo>
                    <a:pt x="53" y="1105"/>
                    <a:pt x="146" y="1531"/>
                    <a:pt x="286" y="1531"/>
                  </a:cubicBezTo>
                  <a:cubicBezTo>
                    <a:pt x="312" y="1531"/>
                    <a:pt x="339" y="1517"/>
                    <a:pt x="368" y="1483"/>
                  </a:cubicBezTo>
                  <a:cubicBezTo>
                    <a:pt x="553" y="1298"/>
                    <a:pt x="516" y="862"/>
                    <a:pt x="427" y="463"/>
                  </a:cubicBezTo>
                  <a:cubicBezTo>
                    <a:pt x="427" y="278"/>
                    <a:pt x="398" y="5"/>
                    <a:pt x="242" y="5"/>
                  </a:cubicBezTo>
                  <a:cubicBezTo>
                    <a:pt x="232" y="2"/>
                    <a:pt x="222" y="0"/>
                    <a:pt x="213"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66" name="Google Shape;3366;p57"/>
            <p:cNvGrpSpPr/>
            <p:nvPr/>
          </p:nvGrpSpPr>
          <p:grpSpPr>
            <a:xfrm>
              <a:off x="2702069" y="444648"/>
              <a:ext cx="127748" cy="165210"/>
              <a:chOff x="2273444" y="129773"/>
              <a:chExt cx="127748" cy="165210"/>
            </a:xfrm>
          </p:grpSpPr>
          <p:sp>
            <p:nvSpPr>
              <p:cNvPr id="3367" name="Google Shape;3367;p57"/>
              <p:cNvSpPr/>
              <p:nvPr/>
            </p:nvSpPr>
            <p:spPr>
              <a:xfrm>
                <a:off x="2273631" y="129773"/>
                <a:ext cx="85654" cy="160937"/>
              </a:xfrm>
              <a:custGeom>
                <a:avLst/>
                <a:gdLst/>
                <a:ahLst/>
                <a:cxnLst/>
                <a:rect l="l" t="t" r="r" b="b"/>
                <a:pathLst>
                  <a:path w="4501" h="8457" extrusionOk="0">
                    <a:moveTo>
                      <a:pt x="3372" y="1"/>
                    </a:moveTo>
                    <a:cubicBezTo>
                      <a:pt x="3155" y="1"/>
                      <a:pt x="2935" y="93"/>
                      <a:pt x="2743" y="295"/>
                    </a:cubicBezTo>
                    <a:cubicBezTo>
                      <a:pt x="1597" y="1588"/>
                      <a:pt x="828" y="3281"/>
                      <a:pt x="30" y="4945"/>
                    </a:cubicBezTo>
                    <a:cubicBezTo>
                      <a:pt x="156" y="5654"/>
                      <a:pt x="215" y="6335"/>
                      <a:pt x="156" y="7007"/>
                    </a:cubicBezTo>
                    <a:cubicBezTo>
                      <a:pt x="119" y="7503"/>
                      <a:pt x="89" y="7998"/>
                      <a:pt x="0" y="8456"/>
                    </a:cubicBezTo>
                    <a:cubicBezTo>
                      <a:pt x="1967" y="7044"/>
                      <a:pt x="4125" y="4945"/>
                      <a:pt x="4436" y="1588"/>
                    </a:cubicBezTo>
                    <a:cubicBezTo>
                      <a:pt x="4500" y="648"/>
                      <a:pt x="3948" y="1"/>
                      <a:pt x="3372"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57"/>
              <p:cNvSpPr/>
              <p:nvPr/>
            </p:nvSpPr>
            <p:spPr>
              <a:xfrm>
                <a:off x="2273444" y="195037"/>
                <a:ext cx="127748" cy="99946"/>
              </a:xfrm>
              <a:custGeom>
                <a:avLst/>
                <a:gdLst/>
                <a:ahLst/>
                <a:cxnLst/>
                <a:rect l="l" t="t" r="r" b="b"/>
                <a:pathLst>
                  <a:path w="6713" h="5252" extrusionOk="0">
                    <a:moveTo>
                      <a:pt x="5175" y="0"/>
                    </a:moveTo>
                    <a:cubicBezTo>
                      <a:pt x="3386" y="156"/>
                      <a:pt x="1752" y="1198"/>
                      <a:pt x="119" y="2122"/>
                    </a:cubicBezTo>
                    <a:cubicBezTo>
                      <a:pt x="185" y="2647"/>
                      <a:pt x="185" y="3142"/>
                      <a:pt x="156" y="3630"/>
                    </a:cubicBezTo>
                    <a:cubicBezTo>
                      <a:pt x="119" y="4126"/>
                      <a:pt x="89" y="4591"/>
                      <a:pt x="0" y="5050"/>
                    </a:cubicBezTo>
                    <a:cubicBezTo>
                      <a:pt x="601" y="5169"/>
                      <a:pt x="1220" y="5251"/>
                      <a:pt x="1836" y="5251"/>
                    </a:cubicBezTo>
                    <a:cubicBezTo>
                      <a:pt x="3426" y="5251"/>
                      <a:pt x="4985" y="4706"/>
                      <a:pt x="6099" y="2861"/>
                    </a:cubicBezTo>
                    <a:cubicBezTo>
                      <a:pt x="6713" y="1753"/>
                      <a:pt x="6099" y="30"/>
                      <a:pt x="5175" y="0"/>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69" name="Google Shape;3369;p57"/>
            <p:cNvSpPr/>
            <p:nvPr/>
          </p:nvSpPr>
          <p:spPr>
            <a:xfrm>
              <a:off x="2696745" y="457212"/>
              <a:ext cx="126264" cy="147806"/>
            </a:xfrm>
            <a:custGeom>
              <a:avLst/>
              <a:gdLst/>
              <a:ahLst/>
              <a:cxnLst/>
              <a:rect l="l" t="t" r="r" b="b"/>
              <a:pathLst>
                <a:path w="6635" h="7767" extrusionOk="0">
                  <a:moveTo>
                    <a:pt x="4925" y="1"/>
                  </a:moveTo>
                  <a:cubicBezTo>
                    <a:pt x="4815" y="1"/>
                    <a:pt x="4703" y="21"/>
                    <a:pt x="4592" y="64"/>
                  </a:cubicBezTo>
                  <a:cubicBezTo>
                    <a:pt x="2588" y="1113"/>
                    <a:pt x="1664" y="2806"/>
                    <a:pt x="30" y="4625"/>
                  </a:cubicBezTo>
                  <a:cubicBezTo>
                    <a:pt x="127" y="5276"/>
                    <a:pt x="186" y="5919"/>
                    <a:pt x="127" y="6532"/>
                  </a:cubicBezTo>
                  <a:cubicBezTo>
                    <a:pt x="90" y="6968"/>
                    <a:pt x="60" y="7368"/>
                    <a:pt x="1" y="7767"/>
                  </a:cubicBezTo>
                  <a:cubicBezTo>
                    <a:pt x="2559" y="7338"/>
                    <a:pt x="4961" y="6503"/>
                    <a:pt x="6226" y="2747"/>
                  </a:cubicBezTo>
                  <a:cubicBezTo>
                    <a:pt x="6635" y="1400"/>
                    <a:pt x="5842" y="1"/>
                    <a:pt x="49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70" name="Google Shape;3370;p57"/>
            <p:cNvGrpSpPr/>
            <p:nvPr/>
          </p:nvGrpSpPr>
          <p:grpSpPr>
            <a:xfrm>
              <a:off x="2443754" y="601436"/>
              <a:ext cx="130730" cy="148882"/>
              <a:chOff x="2015051" y="273164"/>
              <a:chExt cx="130717" cy="162802"/>
            </a:xfrm>
          </p:grpSpPr>
          <p:sp>
            <p:nvSpPr>
              <p:cNvPr id="3371" name="Google Shape;3371;p57"/>
              <p:cNvSpPr/>
              <p:nvPr/>
            </p:nvSpPr>
            <p:spPr>
              <a:xfrm>
                <a:off x="2015051" y="277884"/>
                <a:ext cx="92524" cy="158082"/>
              </a:xfrm>
              <a:custGeom>
                <a:avLst/>
                <a:gdLst/>
                <a:ahLst/>
                <a:cxnLst/>
                <a:rect l="l" t="t" r="r" b="b"/>
                <a:pathLst>
                  <a:path w="4862" h="8307" extrusionOk="0">
                    <a:moveTo>
                      <a:pt x="0" y="1"/>
                    </a:moveTo>
                    <a:lnTo>
                      <a:pt x="0" y="1"/>
                    </a:lnTo>
                    <a:cubicBezTo>
                      <a:pt x="96" y="459"/>
                      <a:pt x="185" y="954"/>
                      <a:pt x="215" y="1479"/>
                    </a:cubicBezTo>
                    <a:cubicBezTo>
                      <a:pt x="311" y="2122"/>
                      <a:pt x="281" y="2832"/>
                      <a:pt x="185" y="3512"/>
                    </a:cubicBezTo>
                    <a:cubicBezTo>
                      <a:pt x="1050" y="5176"/>
                      <a:pt x="1945" y="6802"/>
                      <a:pt x="3113" y="8037"/>
                    </a:cubicBezTo>
                    <a:cubicBezTo>
                      <a:pt x="3314" y="8222"/>
                      <a:pt x="3532" y="8307"/>
                      <a:pt x="3742" y="8307"/>
                    </a:cubicBezTo>
                    <a:cubicBezTo>
                      <a:pt x="4334" y="8307"/>
                      <a:pt x="4861" y="7632"/>
                      <a:pt x="4746" y="6654"/>
                    </a:cubicBezTo>
                    <a:cubicBezTo>
                      <a:pt x="4281" y="3327"/>
                      <a:pt x="2033" y="1324"/>
                      <a:pt x="0"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57"/>
              <p:cNvSpPr/>
              <p:nvPr/>
            </p:nvSpPr>
            <p:spPr>
              <a:xfrm>
                <a:off x="2015051" y="273164"/>
                <a:ext cx="130717" cy="97319"/>
              </a:xfrm>
              <a:custGeom>
                <a:avLst/>
                <a:gdLst/>
                <a:ahLst/>
                <a:cxnLst/>
                <a:rect l="l" t="t" r="r" b="b"/>
                <a:pathLst>
                  <a:path w="6869" h="5114" extrusionOk="0">
                    <a:moveTo>
                      <a:pt x="2144" y="1"/>
                    </a:moveTo>
                    <a:cubicBezTo>
                      <a:pt x="1424" y="1"/>
                      <a:pt x="697" y="126"/>
                      <a:pt x="0" y="308"/>
                    </a:cubicBezTo>
                    <a:cubicBezTo>
                      <a:pt x="96" y="766"/>
                      <a:pt x="185" y="1232"/>
                      <a:pt x="215" y="1727"/>
                    </a:cubicBezTo>
                    <a:cubicBezTo>
                      <a:pt x="281" y="2185"/>
                      <a:pt x="281" y="2710"/>
                      <a:pt x="252" y="3206"/>
                    </a:cubicBezTo>
                    <a:cubicBezTo>
                      <a:pt x="1945" y="4063"/>
                      <a:pt x="3608" y="5054"/>
                      <a:pt x="5390" y="5113"/>
                    </a:cubicBezTo>
                    <a:cubicBezTo>
                      <a:pt x="6351" y="5017"/>
                      <a:pt x="6868" y="3265"/>
                      <a:pt x="6195" y="2185"/>
                    </a:cubicBezTo>
                    <a:cubicBezTo>
                      <a:pt x="5077" y="530"/>
                      <a:pt x="3623" y="1"/>
                      <a:pt x="2144"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73" name="Google Shape;3373;p57"/>
            <p:cNvSpPr/>
            <p:nvPr/>
          </p:nvSpPr>
          <p:spPr>
            <a:xfrm>
              <a:off x="2435328" y="597781"/>
              <a:ext cx="131554" cy="143429"/>
            </a:xfrm>
            <a:custGeom>
              <a:avLst/>
              <a:gdLst/>
              <a:ahLst/>
              <a:cxnLst/>
              <a:rect l="l" t="t" r="r" b="b"/>
              <a:pathLst>
                <a:path w="6913" h="7537" extrusionOk="0">
                  <a:moveTo>
                    <a:pt x="1" y="1"/>
                  </a:moveTo>
                  <a:lnTo>
                    <a:pt x="1" y="1"/>
                  </a:lnTo>
                  <a:cubicBezTo>
                    <a:pt x="97" y="400"/>
                    <a:pt x="156" y="829"/>
                    <a:pt x="186" y="1265"/>
                  </a:cubicBezTo>
                  <a:cubicBezTo>
                    <a:pt x="282" y="1879"/>
                    <a:pt x="252" y="2522"/>
                    <a:pt x="186" y="3143"/>
                  </a:cubicBezTo>
                  <a:cubicBezTo>
                    <a:pt x="1916" y="4895"/>
                    <a:pt x="2899" y="6529"/>
                    <a:pt x="4961" y="7483"/>
                  </a:cubicBezTo>
                  <a:cubicBezTo>
                    <a:pt x="5066" y="7519"/>
                    <a:pt x="5169" y="7536"/>
                    <a:pt x="5270" y="7536"/>
                  </a:cubicBezTo>
                  <a:cubicBezTo>
                    <a:pt x="6186" y="7536"/>
                    <a:pt x="6913" y="6109"/>
                    <a:pt x="6440" y="4777"/>
                  </a:cubicBezTo>
                  <a:cubicBezTo>
                    <a:pt x="5028" y="1043"/>
                    <a:pt x="2588" y="304"/>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20829733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14"/>
        <p:cNvGrpSpPr/>
        <p:nvPr/>
      </p:nvGrpSpPr>
      <p:grpSpPr>
        <a:xfrm>
          <a:off x="0" y="0"/>
          <a:ext cx="0" cy="0"/>
          <a:chOff x="0" y="0"/>
          <a:chExt cx="0" cy="0"/>
        </a:xfrm>
      </p:grpSpPr>
      <p:pic>
        <p:nvPicPr>
          <p:cNvPr id="5" name="Imagem 4">
            <a:extLst>
              <a:ext uri="{FF2B5EF4-FFF2-40B4-BE49-F238E27FC236}">
                <a16:creationId xmlns:a16="http://schemas.microsoft.com/office/drawing/2014/main" id="{C02D34BA-7A33-93D3-5856-1993143B08A7}"/>
              </a:ext>
            </a:extLst>
          </p:cNvPr>
          <p:cNvPicPr>
            <a:picLocks noChangeAspect="1"/>
          </p:cNvPicPr>
          <p:nvPr/>
        </p:nvPicPr>
        <p:blipFill>
          <a:blip r:embed="rId3"/>
          <a:srcRect/>
          <a:stretch/>
        </p:blipFill>
        <p:spPr>
          <a:xfrm>
            <a:off x="2204885" y="1930885"/>
            <a:ext cx="4807974" cy="1683643"/>
          </a:xfrm>
          <a:prstGeom prst="rect">
            <a:avLst/>
          </a:prstGeom>
        </p:spPr>
      </p:pic>
      <p:sp>
        <p:nvSpPr>
          <p:cNvPr id="3315" name="Google Shape;3315;p57"/>
          <p:cNvSpPr txBox="1">
            <a:spLocks noGrp="1"/>
          </p:cNvSpPr>
          <p:nvPr>
            <p:ph type="subTitle" idx="1"/>
          </p:nvPr>
        </p:nvSpPr>
        <p:spPr>
          <a:xfrm>
            <a:off x="2546473" y="934973"/>
            <a:ext cx="3485700" cy="594000"/>
          </a:xfrm>
          <a:prstGeom prst="rect">
            <a:avLst/>
          </a:prstGeom>
        </p:spPr>
        <p:txBody>
          <a:bodyPr spcFirstLastPara="1" wrap="square" lIns="14400" tIns="14400" rIns="14400" bIns="14400" anchor="ctr" anchorCtr="0">
            <a:noAutofit/>
          </a:bodyPr>
          <a:lstStyle/>
          <a:p>
            <a:pPr marL="0" lvl="0" indent="0" algn="l" rtl="0">
              <a:spcBef>
                <a:spcPts val="0"/>
              </a:spcBef>
              <a:spcAft>
                <a:spcPts val="0"/>
              </a:spcAft>
              <a:buNone/>
            </a:pPr>
            <a:r>
              <a:rPr lang="pt-BR" dirty="0"/>
              <a:t>Seleciona todas as informações de cada módulo juntamente com o número de disciplinas associadas a cada módulo.</a:t>
            </a:r>
            <a:endParaRPr dirty="0"/>
          </a:p>
        </p:txBody>
      </p:sp>
      <p:sp>
        <p:nvSpPr>
          <p:cNvPr id="3318" name="Google Shape;3318;p57"/>
          <p:cNvSpPr/>
          <p:nvPr/>
        </p:nvSpPr>
        <p:spPr>
          <a:xfrm>
            <a:off x="704643" y="3400431"/>
            <a:ext cx="1716000" cy="859200"/>
          </a:xfrm>
          <a:prstGeom prst="roundRect">
            <a:avLst>
              <a:gd name="adj" fmla="val 16667"/>
            </a:avLst>
          </a:pr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grpSp>
        <p:nvGrpSpPr>
          <p:cNvPr id="3319" name="Google Shape;3319;p57"/>
          <p:cNvGrpSpPr/>
          <p:nvPr/>
        </p:nvGrpSpPr>
        <p:grpSpPr>
          <a:xfrm>
            <a:off x="81515" y="665412"/>
            <a:ext cx="639076" cy="4481406"/>
            <a:chOff x="1666197" y="662050"/>
            <a:chExt cx="639076" cy="4481406"/>
          </a:xfrm>
        </p:grpSpPr>
        <p:sp>
          <p:nvSpPr>
            <p:cNvPr id="3320" name="Google Shape;3320;p57"/>
            <p:cNvSpPr/>
            <p:nvPr/>
          </p:nvSpPr>
          <p:spPr>
            <a:xfrm flipH="1">
              <a:off x="1666197" y="662050"/>
              <a:ext cx="210628" cy="4481406"/>
            </a:xfrm>
            <a:custGeom>
              <a:avLst/>
              <a:gdLst/>
              <a:ahLst/>
              <a:cxnLst/>
              <a:rect l="l" t="t" r="r" b="b"/>
              <a:pathLst>
                <a:path w="3476" h="87081" extrusionOk="0">
                  <a:moveTo>
                    <a:pt x="1412" y="1"/>
                  </a:moveTo>
                  <a:cubicBezTo>
                    <a:pt x="644" y="1"/>
                    <a:pt x="0" y="651"/>
                    <a:pt x="0" y="1450"/>
                  </a:cubicBezTo>
                  <a:lnTo>
                    <a:pt x="0" y="87081"/>
                  </a:lnTo>
                  <a:lnTo>
                    <a:pt x="3475" y="87081"/>
                  </a:lnTo>
                  <a:lnTo>
                    <a:pt x="3475" y="1450"/>
                  </a:lnTo>
                  <a:cubicBezTo>
                    <a:pt x="3475" y="651"/>
                    <a:pt x="2832" y="1"/>
                    <a:pt x="2033"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1" name="Google Shape;3321;p57"/>
            <p:cNvSpPr/>
            <p:nvPr/>
          </p:nvSpPr>
          <p:spPr>
            <a:xfrm flipH="1">
              <a:off x="1869587" y="892449"/>
              <a:ext cx="87852" cy="593828"/>
            </a:xfrm>
            <a:custGeom>
              <a:avLst/>
              <a:gdLst/>
              <a:ahLst/>
              <a:cxnLst/>
              <a:rect l="l" t="t" r="r" b="b"/>
              <a:pathLst>
                <a:path w="1450" h="4348" extrusionOk="0">
                  <a:moveTo>
                    <a:pt x="1" y="1"/>
                  </a:moveTo>
                  <a:lnTo>
                    <a:pt x="1" y="4348"/>
                  </a:lnTo>
                  <a:lnTo>
                    <a:pt x="1450" y="4348"/>
                  </a:lnTo>
                  <a:lnTo>
                    <a:pt x="1450" y="1"/>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22" name="Google Shape;3322;p57"/>
            <p:cNvGrpSpPr/>
            <p:nvPr/>
          </p:nvGrpSpPr>
          <p:grpSpPr>
            <a:xfrm>
              <a:off x="1925572" y="3650502"/>
              <a:ext cx="379701" cy="424231"/>
              <a:chOff x="972468" y="2128384"/>
              <a:chExt cx="379701" cy="188204"/>
            </a:xfrm>
          </p:grpSpPr>
          <p:sp>
            <p:nvSpPr>
              <p:cNvPr id="3323" name="Google Shape;3323;p57"/>
              <p:cNvSpPr/>
              <p:nvPr/>
            </p:nvSpPr>
            <p:spPr>
              <a:xfrm flipH="1">
                <a:off x="988402" y="2128384"/>
                <a:ext cx="363767" cy="13026"/>
              </a:xfrm>
              <a:custGeom>
                <a:avLst/>
                <a:gdLst/>
                <a:ahLst/>
                <a:cxnLst/>
                <a:rect l="l" t="t" r="r" b="b"/>
                <a:pathLst>
                  <a:path w="6004" h="215" extrusionOk="0">
                    <a:moveTo>
                      <a:pt x="1" y="0"/>
                    </a:moveTo>
                    <a:lnTo>
                      <a:pt x="1" y="215"/>
                    </a:lnTo>
                    <a:lnTo>
                      <a:pt x="6004" y="215"/>
                    </a:lnTo>
                    <a:lnTo>
                      <a:pt x="6004" y="0"/>
                    </a:lnTo>
                    <a:close/>
                  </a:path>
                </a:pathLst>
              </a:custGeom>
              <a:solidFill>
                <a:srgbClr val="5A2543"/>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4" name="Google Shape;3324;p57"/>
              <p:cNvSpPr/>
              <p:nvPr/>
            </p:nvSpPr>
            <p:spPr>
              <a:xfrm flipH="1">
                <a:off x="972468" y="2301744"/>
                <a:ext cx="363767" cy="14844"/>
              </a:xfrm>
              <a:custGeom>
                <a:avLst/>
                <a:gdLst/>
                <a:ahLst/>
                <a:cxnLst/>
                <a:rect l="l" t="t" r="r" b="b"/>
                <a:pathLst>
                  <a:path w="6004" h="245" extrusionOk="0">
                    <a:moveTo>
                      <a:pt x="1" y="1"/>
                    </a:moveTo>
                    <a:lnTo>
                      <a:pt x="1" y="244"/>
                    </a:lnTo>
                    <a:lnTo>
                      <a:pt x="6004" y="244"/>
                    </a:lnTo>
                    <a:lnTo>
                      <a:pt x="6004" y="1"/>
                    </a:lnTo>
                    <a:close/>
                  </a:path>
                </a:pathLst>
              </a:custGeom>
              <a:solidFill>
                <a:srgbClr val="5A2543"/>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25" name="Google Shape;3325;p57"/>
            <p:cNvSpPr/>
            <p:nvPr/>
          </p:nvSpPr>
          <p:spPr>
            <a:xfrm flipH="1">
              <a:off x="1869587" y="2264311"/>
              <a:ext cx="87852" cy="593828"/>
            </a:xfrm>
            <a:custGeom>
              <a:avLst/>
              <a:gdLst/>
              <a:ahLst/>
              <a:cxnLst/>
              <a:rect l="l" t="t" r="r" b="b"/>
              <a:pathLst>
                <a:path w="1450" h="4348" extrusionOk="0">
                  <a:moveTo>
                    <a:pt x="1" y="1"/>
                  </a:moveTo>
                  <a:lnTo>
                    <a:pt x="1" y="4348"/>
                  </a:lnTo>
                  <a:lnTo>
                    <a:pt x="1450" y="4348"/>
                  </a:lnTo>
                  <a:lnTo>
                    <a:pt x="1450" y="1"/>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29" name="Google Shape;3329;p57"/>
            <p:cNvSpPr/>
            <p:nvPr/>
          </p:nvSpPr>
          <p:spPr>
            <a:xfrm flipH="1">
              <a:off x="1869587" y="3600286"/>
              <a:ext cx="87852" cy="593828"/>
            </a:xfrm>
            <a:custGeom>
              <a:avLst/>
              <a:gdLst/>
              <a:ahLst/>
              <a:cxnLst/>
              <a:rect l="l" t="t" r="r" b="b"/>
              <a:pathLst>
                <a:path w="1450" h="4348" extrusionOk="0">
                  <a:moveTo>
                    <a:pt x="1" y="1"/>
                  </a:moveTo>
                  <a:lnTo>
                    <a:pt x="1" y="4348"/>
                  </a:lnTo>
                  <a:lnTo>
                    <a:pt x="1450" y="4348"/>
                  </a:lnTo>
                  <a:lnTo>
                    <a:pt x="1450" y="1"/>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35" name="Google Shape;3335;p57"/>
          <p:cNvSpPr txBox="1">
            <a:spLocks noGrp="1"/>
          </p:cNvSpPr>
          <p:nvPr>
            <p:ph type="title"/>
          </p:nvPr>
        </p:nvSpPr>
        <p:spPr>
          <a:xfrm>
            <a:off x="804093" y="3533181"/>
            <a:ext cx="1517100" cy="593700"/>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dirty="0"/>
              <a:t>6</a:t>
            </a:r>
            <a:endParaRPr dirty="0"/>
          </a:p>
        </p:txBody>
      </p:sp>
      <p:sp>
        <p:nvSpPr>
          <p:cNvPr id="3339" name="Google Shape;3339;p57"/>
          <p:cNvSpPr/>
          <p:nvPr/>
        </p:nvSpPr>
        <p:spPr>
          <a:xfrm rot="-393071">
            <a:off x="7502949" y="2935479"/>
            <a:ext cx="870181" cy="345591"/>
          </a:xfrm>
          <a:prstGeom prst="rect">
            <a:avLst/>
          </a:prstGeom>
        </p:spPr>
        <p:txBody>
          <a:bodyPr>
            <a:prstTxWarp prst="textPlain">
              <a:avLst/>
            </a:prstTxWarp>
          </a:bodyPr>
          <a:lstStyle/>
          <a:p>
            <a:pPr lvl="0" algn="ctr"/>
            <a:r>
              <a:rPr b="0" i="0">
                <a:ln>
                  <a:noFill/>
                </a:ln>
                <a:solidFill>
                  <a:schemeClr val="accent2"/>
                </a:solidFill>
                <a:latin typeface="Nanum Pen Script"/>
              </a:rPr>
              <a:t>Enjoy!</a:t>
            </a:r>
          </a:p>
        </p:txBody>
      </p:sp>
      <p:sp>
        <p:nvSpPr>
          <p:cNvPr id="3340" name="Google Shape;3340;p57"/>
          <p:cNvSpPr/>
          <p:nvPr/>
        </p:nvSpPr>
        <p:spPr>
          <a:xfrm>
            <a:off x="778868" y="3473612"/>
            <a:ext cx="1567554" cy="712837"/>
          </a:xfrm>
          <a:custGeom>
            <a:avLst/>
            <a:gdLst/>
            <a:ahLst/>
            <a:cxnLst/>
            <a:rect l="l" t="t" r="r" b="b"/>
            <a:pathLst>
              <a:path w="76653" h="34973" fill="none" extrusionOk="0">
                <a:moveTo>
                  <a:pt x="71487" y="34973"/>
                </a:moveTo>
                <a:lnTo>
                  <a:pt x="5166" y="34973"/>
                </a:lnTo>
                <a:cubicBezTo>
                  <a:pt x="2307" y="34973"/>
                  <a:pt x="0" y="32667"/>
                  <a:pt x="0" y="29807"/>
                </a:cubicBezTo>
                <a:lnTo>
                  <a:pt x="0" y="5100"/>
                </a:lnTo>
                <a:cubicBezTo>
                  <a:pt x="0" y="2306"/>
                  <a:pt x="2307" y="0"/>
                  <a:pt x="5166" y="0"/>
                </a:cubicBezTo>
                <a:lnTo>
                  <a:pt x="71487" y="0"/>
                </a:lnTo>
                <a:cubicBezTo>
                  <a:pt x="74347" y="0"/>
                  <a:pt x="76653" y="2306"/>
                  <a:pt x="76653" y="5100"/>
                </a:cubicBezTo>
                <a:lnTo>
                  <a:pt x="76653" y="29807"/>
                </a:lnTo>
                <a:cubicBezTo>
                  <a:pt x="76653" y="32667"/>
                  <a:pt x="74347" y="34973"/>
                  <a:pt x="71487" y="34973"/>
                </a:cubicBezTo>
                <a:close/>
              </a:path>
            </a:pathLst>
          </a:custGeom>
          <a:noFill/>
          <a:ln w="28575" cap="flat" cmpd="sng">
            <a:solidFill>
              <a:srgbClr val="5A2543"/>
            </a:solidFill>
            <a:prstDash val="solid"/>
            <a:miter lim="13177"/>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43" name="Google Shape;3343;p57"/>
          <p:cNvGrpSpPr/>
          <p:nvPr/>
        </p:nvGrpSpPr>
        <p:grpSpPr>
          <a:xfrm>
            <a:off x="833799" y="2998519"/>
            <a:ext cx="440240" cy="416966"/>
            <a:chOff x="2418481" y="400462"/>
            <a:chExt cx="440240" cy="416966"/>
          </a:xfrm>
        </p:grpSpPr>
        <p:grpSp>
          <p:nvGrpSpPr>
            <p:cNvPr id="3344" name="Google Shape;3344;p57"/>
            <p:cNvGrpSpPr/>
            <p:nvPr/>
          </p:nvGrpSpPr>
          <p:grpSpPr>
            <a:xfrm>
              <a:off x="2650628" y="619288"/>
              <a:ext cx="208093" cy="175380"/>
              <a:chOff x="2222003" y="304963"/>
              <a:chExt cx="208093" cy="175380"/>
            </a:xfrm>
          </p:grpSpPr>
          <p:sp>
            <p:nvSpPr>
              <p:cNvPr id="3345" name="Google Shape;3345;p57"/>
              <p:cNvSpPr/>
              <p:nvPr/>
            </p:nvSpPr>
            <p:spPr>
              <a:xfrm>
                <a:off x="2223202" y="304963"/>
                <a:ext cx="124875" cy="152925"/>
              </a:xfrm>
              <a:custGeom>
                <a:avLst/>
                <a:gdLst/>
                <a:ahLst/>
                <a:cxnLst/>
                <a:rect l="l" t="t" r="r" b="b"/>
                <a:pathLst>
                  <a:path w="6562" h="8036" extrusionOk="0">
                    <a:moveTo>
                      <a:pt x="5057" y="1"/>
                    </a:moveTo>
                    <a:cubicBezTo>
                      <a:pt x="4719" y="1"/>
                      <a:pt x="4375" y="113"/>
                      <a:pt x="4099" y="359"/>
                    </a:cubicBezTo>
                    <a:cubicBezTo>
                      <a:pt x="2251" y="2237"/>
                      <a:pt x="1416" y="4706"/>
                      <a:pt x="152" y="6924"/>
                    </a:cubicBezTo>
                    <a:cubicBezTo>
                      <a:pt x="1" y="7448"/>
                      <a:pt x="361" y="8036"/>
                      <a:pt x="851" y="8036"/>
                    </a:cubicBezTo>
                    <a:cubicBezTo>
                      <a:pt x="962" y="8036"/>
                      <a:pt x="1081" y="8005"/>
                      <a:pt x="1201" y="7937"/>
                    </a:cubicBezTo>
                    <a:cubicBezTo>
                      <a:pt x="3634" y="6429"/>
                      <a:pt x="6561" y="4240"/>
                      <a:pt x="6435" y="1195"/>
                    </a:cubicBezTo>
                    <a:cubicBezTo>
                      <a:pt x="6396" y="454"/>
                      <a:pt x="5737" y="1"/>
                      <a:pt x="5057"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6" name="Google Shape;3346;p57"/>
              <p:cNvSpPr/>
              <p:nvPr/>
            </p:nvSpPr>
            <p:spPr>
              <a:xfrm>
                <a:off x="2222003" y="402492"/>
                <a:ext cx="208093" cy="77852"/>
              </a:xfrm>
              <a:custGeom>
                <a:avLst/>
                <a:gdLst/>
                <a:ahLst/>
                <a:cxnLst/>
                <a:rect l="l" t="t" r="r" b="b"/>
                <a:pathLst>
                  <a:path w="10935" h="4091" extrusionOk="0">
                    <a:moveTo>
                      <a:pt x="8593" y="1"/>
                    </a:moveTo>
                    <a:cubicBezTo>
                      <a:pt x="5866" y="1"/>
                      <a:pt x="3378" y="1091"/>
                      <a:pt x="836" y="1673"/>
                    </a:cubicBezTo>
                    <a:lnTo>
                      <a:pt x="799" y="1673"/>
                    </a:lnTo>
                    <a:cubicBezTo>
                      <a:pt x="126" y="1984"/>
                      <a:pt x="0" y="2997"/>
                      <a:pt x="769" y="3248"/>
                    </a:cubicBezTo>
                    <a:cubicBezTo>
                      <a:pt x="2276" y="3681"/>
                      <a:pt x="4028" y="4091"/>
                      <a:pt x="5702" y="4091"/>
                    </a:cubicBezTo>
                    <a:cubicBezTo>
                      <a:pt x="7346" y="4091"/>
                      <a:pt x="8916" y="3696"/>
                      <a:pt x="10106" y="2538"/>
                    </a:cubicBezTo>
                    <a:cubicBezTo>
                      <a:pt x="10934" y="1673"/>
                      <a:pt x="10224" y="136"/>
                      <a:pt x="9027" y="10"/>
                    </a:cubicBezTo>
                    <a:cubicBezTo>
                      <a:pt x="8882" y="4"/>
                      <a:pt x="8737" y="1"/>
                      <a:pt x="8593"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47" name="Google Shape;3347;p57"/>
            <p:cNvGrpSpPr/>
            <p:nvPr/>
          </p:nvGrpSpPr>
          <p:grpSpPr>
            <a:xfrm>
              <a:off x="2650628" y="619838"/>
              <a:ext cx="208093" cy="175380"/>
              <a:chOff x="2222003" y="304963"/>
              <a:chExt cx="208093" cy="175380"/>
            </a:xfrm>
          </p:grpSpPr>
          <p:sp>
            <p:nvSpPr>
              <p:cNvPr id="3348" name="Google Shape;3348;p57"/>
              <p:cNvSpPr/>
              <p:nvPr/>
            </p:nvSpPr>
            <p:spPr>
              <a:xfrm>
                <a:off x="2223202" y="304963"/>
                <a:ext cx="124875" cy="152925"/>
              </a:xfrm>
              <a:custGeom>
                <a:avLst/>
                <a:gdLst/>
                <a:ahLst/>
                <a:cxnLst/>
                <a:rect l="l" t="t" r="r" b="b"/>
                <a:pathLst>
                  <a:path w="6562" h="8036" extrusionOk="0">
                    <a:moveTo>
                      <a:pt x="5057" y="1"/>
                    </a:moveTo>
                    <a:cubicBezTo>
                      <a:pt x="4719" y="1"/>
                      <a:pt x="4375" y="113"/>
                      <a:pt x="4099" y="359"/>
                    </a:cubicBezTo>
                    <a:cubicBezTo>
                      <a:pt x="2251" y="2237"/>
                      <a:pt x="1416" y="4706"/>
                      <a:pt x="152" y="6924"/>
                    </a:cubicBezTo>
                    <a:cubicBezTo>
                      <a:pt x="1" y="7448"/>
                      <a:pt x="361" y="8036"/>
                      <a:pt x="851" y="8036"/>
                    </a:cubicBezTo>
                    <a:cubicBezTo>
                      <a:pt x="962" y="8036"/>
                      <a:pt x="1081" y="8005"/>
                      <a:pt x="1201" y="7937"/>
                    </a:cubicBezTo>
                    <a:cubicBezTo>
                      <a:pt x="3634" y="6429"/>
                      <a:pt x="6561" y="4240"/>
                      <a:pt x="6435" y="1195"/>
                    </a:cubicBezTo>
                    <a:cubicBezTo>
                      <a:pt x="6396" y="454"/>
                      <a:pt x="5737" y="1"/>
                      <a:pt x="5057"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49" name="Google Shape;3349;p57"/>
              <p:cNvSpPr/>
              <p:nvPr/>
            </p:nvSpPr>
            <p:spPr>
              <a:xfrm>
                <a:off x="2222003" y="402492"/>
                <a:ext cx="208093" cy="77852"/>
              </a:xfrm>
              <a:custGeom>
                <a:avLst/>
                <a:gdLst/>
                <a:ahLst/>
                <a:cxnLst/>
                <a:rect l="l" t="t" r="r" b="b"/>
                <a:pathLst>
                  <a:path w="10935" h="4091" extrusionOk="0">
                    <a:moveTo>
                      <a:pt x="8593" y="1"/>
                    </a:moveTo>
                    <a:cubicBezTo>
                      <a:pt x="5866" y="1"/>
                      <a:pt x="3378" y="1091"/>
                      <a:pt x="836" y="1673"/>
                    </a:cubicBezTo>
                    <a:lnTo>
                      <a:pt x="799" y="1673"/>
                    </a:lnTo>
                    <a:cubicBezTo>
                      <a:pt x="126" y="1984"/>
                      <a:pt x="0" y="2997"/>
                      <a:pt x="769" y="3248"/>
                    </a:cubicBezTo>
                    <a:cubicBezTo>
                      <a:pt x="2276" y="3681"/>
                      <a:pt x="4028" y="4091"/>
                      <a:pt x="5702" y="4091"/>
                    </a:cubicBezTo>
                    <a:cubicBezTo>
                      <a:pt x="7346" y="4091"/>
                      <a:pt x="8916" y="3696"/>
                      <a:pt x="10106" y="2538"/>
                    </a:cubicBezTo>
                    <a:cubicBezTo>
                      <a:pt x="10934" y="1673"/>
                      <a:pt x="10224" y="136"/>
                      <a:pt x="9027" y="10"/>
                    </a:cubicBezTo>
                    <a:cubicBezTo>
                      <a:pt x="8882" y="4"/>
                      <a:pt x="8737" y="1"/>
                      <a:pt x="8593"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50" name="Google Shape;3350;p57"/>
            <p:cNvSpPr/>
            <p:nvPr/>
          </p:nvSpPr>
          <p:spPr>
            <a:xfrm>
              <a:off x="2648382" y="630154"/>
              <a:ext cx="200995" cy="148872"/>
            </a:xfrm>
            <a:custGeom>
              <a:avLst/>
              <a:gdLst/>
              <a:ahLst/>
              <a:cxnLst/>
              <a:rect l="l" t="t" r="r" b="b"/>
              <a:pathLst>
                <a:path w="10562" h="7823" extrusionOk="0">
                  <a:moveTo>
                    <a:pt x="8479" y="0"/>
                  </a:moveTo>
                  <a:cubicBezTo>
                    <a:pt x="8261" y="0"/>
                    <a:pt x="8038" y="40"/>
                    <a:pt x="7821" y="128"/>
                  </a:cubicBezTo>
                  <a:cubicBezTo>
                    <a:pt x="4864" y="1548"/>
                    <a:pt x="2861" y="4135"/>
                    <a:pt x="488" y="6198"/>
                  </a:cubicBezTo>
                  <a:lnTo>
                    <a:pt x="458" y="6198"/>
                  </a:lnTo>
                  <a:cubicBezTo>
                    <a:pt x="0" y="6827"/>
                    <a:pt x="307" y="7823"/>
                    <a:pt x="1063" y="7823"/>
                  </a:cubicBezTo>
                  <a:cubicBezTo>
                    <a:pt x="1125" y="7823"/>
                    <a:pt x="1189" y="7816"/>
                    <a:pt x="1257" y="7802"/>
                  </a:cubicBezTo>
                  <a:cubicBezTo>
                    <a:pt x="4739" y="7063"/>
                    <a:pt x="9086" y="5732"/>
                    <a:pt x="10254" y="2073"/>
                  </a:cubicBezTo>
                  <a:cubicBezTo>
                    <a:pt x="10561" y="995"/>
                    <a:pt x="9567" y="0"/>
                    <a:pt x="8479"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1" name="Google Shape;3351;p57"/>
            <p:cNvSpPr/>
            <p:nvPr/>
          </p:nvSpPr>
          <p:spPr>
            <a:xfrm>
              <a:off x="2418481" y="400462"/>
              <a:ext cx="321207" cy="408917"/>
            </a:xfrm>
            <a:custGeom>
              <a:avLst/>
              <a:gdLst/>
              <a:ahLst/>
              <a:cxnLst/>
              <a:rect l="l" t="t" r="r" b="b"/>
              <a:pathLst>
                <a:path w="16879" h="21488" extrusionOk="0">
                  <a:moveTo>
                    <a:pt x="7889" y="0"/>
                  </a:moveTo>
                  <a:cubicBezTo>
                    <a:pt x="4533" y="185"/>
                    <a:pt x="2248" y="3386"/>
                    <a:pt x="1509" y="6528"/>
                  </a:cubicBezTo>
                  <a:cubicBezTo>
                    <a:pt x="1169" y="7519"/>
                    <a:pt x="866" y="8472"/>
                    <a:pt x="681" y="9485"/>
                  </a:cubicBezTo>
                  <a:cubicBezTo>
                    <a:pt x="1" y="12198"/>
                    <a:pt x="186" y="15185"/>
                    <a:pt x="1450" y="17588"/>
                  </a:cubicBezTo>
                  <a:cubicBezTo>
                    <a:pt x="1760" y="18172"/>
                    <a:pt x="2160" y="18697"/>
                    <a:pt x="2618" y="19192"/>
                  </a:cubicBezTo>
                  <a:cubicBezTo>
                    <a:pt x="3113" y="19687"/>
                    <a:pt x="3668" y="20086"/>
                    <a:pt x="4311" y="20456"/>
                  </a:cubicBezTo>
                  <a:cubicBezTo>
                    <a:pt x="4962" y="20730"/>
                    <a:pt x="5605" y="20944"/>
                    <a:pt x="6285" y="21099"/>
                  </a:cubicBezTo>
                  <a:cubicBezTo>
                    <a:pt x="7041" y="21363"/>
                    <a:pt x="7815" y="21487"/>
                    <a:pt x="8583" y="21487"/>
                  </a:cubicBezTo>
                  <a:cubicBezTo>
                    <a:pt x="12477" y="21487"/>
                    <a:pt x="16200" y="18300"/>
                    <a:pt x="16509" y="14076"/>
                  </a:cubicBezTo>
                  <a:cubicBezTo>
                    <a:pt x="16879" y="9766"/>
                    <a:pt x="15955" y="5049"/>
                    <a:pt x="12754" y="1878"/>
                  </a:cubicBezTo>
                  <a:cubicBezTo>
                    <a:pt x="11460" y="739"/>
                    <a:pt x="9767" y="0"/>
                    <a:pt x="7889"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2" name="Google Shape;3352;p57"/>
            <p:cNvSpPr/>
            <p:nvPr/>
          </p:nvSpPr>
          <p:spPr>
            <a:xfrm>
              <a:off x="2447749" y="581476"/>
              <a:ext cx="262119" cy="227903"/>
            </a:xfrm>
            <a:custGeom>
              <a:avLst/>
              <a:gdLst/>
              <a:ahLst/>
              <a:cxnLst/>
              <a:rect l="l" t="t" r="r" b="b"/>
              <a:pathLst>
                <a:path w="13774" h="11976" extrusionOk="0">
                  <a:moveTo>
                    <a:pt x="7204" y="1"/>
                  </a:moveTo>
                  <a:cubicBezTo>
                    <a:pt x="5440" y="1"/>
                    <a:pt x="3850" y="674"/>
                    <a:pt x="2499" y="1947"/>
                  </a:cubicBezTo>
                  <a:cubicBezTo>
                    <a:pt x="836" y="3522"/>
                    <a:pt x="222" y="5643"/>
                    <a:pt x="38" y="7891"/>
                  </a:cubicBezTo>
                  <a:cubicBezTo>
                    <a:pt x="38" y="8017"/>
                    <a:pt x="38" y="8142"/>
                    <a:pt x="1" y="8261"/>
                  </a:cubicBezTo>
                  <a:cubicBezTo>
                    <a:pt x="311" y="8756"/>
                    <a:pt x="681" y="9251"/>
                    <a:pt x="1080" y="9680"/>
                  </a:cubicBezTo>
                  <a:cubicBezTo>
                    <a:pt x="1575" y="10175"/>
                    <a:pt x="2130" y="10574"/>
                    <a:pt x="2773" y="10944"/>
                  </a:cubicBezTo>
                  <a:cubicBezTo>
                    <a:pt x="3424" y="11218"/>
                    <a:pt x="4067" y="11432"/>
                    <a:pt x="4747" y="11587"/>
                  </a:cubicBezTo>
                  <a:cubicBezTo>
                    <a:pt x="5501" y="11851"/>
                    <a:pt x="6274" y="11975"/>
                    <a:pt x="7040" y="11975"/>
                  </a:cubicBezTo>
                  <a:cubicBezTo>
                    <a:pt x="9684" y="11975"/>
                    <a:pt x="12253" y="10501"/>
                    <a:pt x="13714" y="8231"/>
                  </a:cubicBezTo>
                  <a:cubicBezTo>
                    <a:pt x="13774" y="7736"/>
                    <a:pt x="13744" y="7248"/>
                    <a:pt x="13677" y="6723"/>
                  </a:cubicBezTo>
                  <a:cubicBezTo>
                    <a:pt x="13530" y="5614"/>
                    <a:pt x="13249" y="4564"/>
                    <a:pt x="12694" y="3581"/>
                  </a:cubicBezTo>
                  <a:cubicBezTo>
                    <a:pt x="12169" y="2627"/>
                    <a:pt x="11497" y="1733"/>
                    <a:pt x="10632" y="1052"/>
                  </a:cubicBezTo>
                  <a:cubicBezTo>
                    <a:pt x="9833" y="439"/>
                    <a:pt x="8939" y="158"/>
                    <a:pt x="7948" y="40"/>
                  </a:cubicBezTo>
                  <a:cubicBezTo>
                    <a:pt x="7697" y="14"/>
                    <a:pt x="7449" y="1"/>
                    <a:pt x="7204" y="1"/>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53" name="Google Shape;3353;p57"/>
            <p:cNvGrpSpPr/>
            <p:nvPr/>
          </p:nvGrpSpPr>
          <p:grpSpPr>
            <a:xfrm>
              <a:off x="2702069" y="444098"/>
              <a:ext cx="127748" cy="165210"/>
              <a:chOff x="2273444" y="129773"/>
              <a:chExt cx="127748" cy="165210"/>
            </a:xfrm>
          </p:grpSpPr>
          <p:sp>
            <p:nvSpPr>
              <p:cNvPr id="3354" name="Google Shape;3354;p57"/>
              <p:cNvSpPr/>
              <p:nvPr/>
            </p:nvSpPr>
            <p:spPr>
              <a:xfrm>
                <a:off x="2273631" y="129773"/>
                <a:ext cx="85654" cy="160937"/>
              </a:xfrm>
              <a:custGeom>
                <a:avLst/>
                <a:gdLst/>
                <a:ahLst/>
                <a:cxnLst/>
                <a:rect l="l" t="t" r="r" b="b"/>
                <a:pathLst>
                  <a:path w="4501" h="8457" extrusionOk="0">
                    <a:moveTo>
                      <a:pt x="3372" y="1"/>
                    </a:moveTo>
                    <a:cubicBezTo>
                      <a:pt x="3155" y="1"/>
                      <a:pt x="2935" y="93"/>
                      <a:pt x="2743" y="295"/>
                    </a:cubicBezTo>
                    <a:cubicBezTo>
                      <a:pt x="1597" y="1588"/>
                      <a:pt x="828" y="3281"/>
                      <a:pt x="30" y="4945"/>
                    </a:cubicBezTo>
                    <a:cubicBezTo>
                      <a:pt x="156" y="5654"/>
                      <a:pt x="215" y="6335"/>
                      <a:pt x="156" y="7007"/>
                    </a:cubicBezTo>
                    <a:cubicBezTo>
                      <a:pt x="119" y="7503"/>
                      <a:pt x="89" y="7998"/>
                      <a:pt x="0" y="8456"/>
                    </a:cubicBezTo>
                    <a:cubicBezTo>
                      <a:pt x="1967" y="7044"/>
                      <a:pt x="4125" y="4945"/>
                      <a:pt x="4436" y="1588"/>
                    </a:cubicBezTo>
                    <a:cubicBezTo>
                      <a:pt x="4500" y="648"/>
                      <a:pt x="3948" y="1"/>
                      <a:pt x="3372"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5" name="Google Shape;3355;p57"/>
              <p:cNvSpPr/>
              <p:nvPr/>
            </p:nvSpPr>
            <p:spPr>
              <a:xfrm>
                <a:off x="2273444" y="195037"/>
                <a:ext cx="127748" cy="99946"/>
              </a:xfrm>
              <a:custGeom>
                <a:avLst/>
                <a:gdLst/>
                <a:ahLst/>
                <a:cxnLst/>
                <a:rect l="l" t="t" r="r" b="b"/>
                <a:pathLst>
                  <a:path w="6713" h="5252" extrusionOk="0">
                    <a:moveTo>
                      <a:pt x="5175" y="0"/>
                    </a:moveTo>
                    <a:cubicBezTo>
                      <a:pt x="3386" y="156"/>
                      <a:pt x="1752" y="1198"/>
                      <a:pt x="119" y="2122"/>
                    </a:cubicBezTo>
                    <a:cubicBezTo>
                      <a:pt x="185" y="2647"/>
                      <a:pt x="185" y="3142"/>
                      <a:pt x="156" y="3630"/>
                    </a:cubicBezTo>
                    <a:cubicBezTo>
                      <a:pt x="119" y="4126"/>
                      <a:pt x="89" y="4591"/>
                      <a:pt x="0" y="5050"/>
                    </a:cubicBezTo>
                    <a:cubicBezTo>
                      <a:pt x="601" y="5169"/>
                      <a:pt x="1220" y="5251"/>
                      <a:pt x="1836" y="5251"/>
                    </a:cubicBezTo>
                    <a:cubicBezTo>
                      <a:pt x="3426" y="5251"/>
                      <a:pt x="4985" y="4706"/>
                      <a:pt x="6099" y="2861"/>
                    </a:cubicBezTo>
                    <a:cubicBezTo>
                      <a:pt x="6713" y="1753"/>
                      <a:pt x="6099" y="30"/>
                      <a:pt x="5175" y="0"/>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3356" name="Google Shape;3356;p57"/>
            <p:cNvGrpSpPr/>
            <p:nvPr/>
          </p:nvGrpSpPr>
          <p:grpSpPr>
            <a:xfrm>
              <a:off x="2443754" y="601436"/>
              <a:ext cx="130730" cy="148882"/>
              <a:chOff x="2015051" y="273164"/>
              <a:chExt cx="130717" cy="162802"/>
            </a:xfrm>
          </p:grpSpPr>
          <p:sp>
            <p:nvSpPr>
              <p:cNvPr id="3357" name="Google Shape;3357;p57"/>
              <p:cNvSpPr/>
              <p:nvPr/>
            </p:nvSpPr>
            <p:spPr>
              <a:xfrm>
                <a:off x="2015051" y="277884"/>
                <a:ext cx="92524" cy="158082"/>
              </a:xfrm>
              <a:custGeom>
                <a:avLst/>
                <a:gdLst/>
                <a:ahLst/>
                <a:cxnLst/>
                <a:rect l="l" t="t" r="r" b="b"/>
                <a:pathLst>
                  <a:path w="4862" h="8307" extrusionOk="0">
                    <a:moveTo>
                      <a:pt x="0" y="1"/>
                    </a:moveTo>
                    <a:lnTo>
                      <a:pt x="0" y="1"/>
                    </a:lnTo>
                    <a:cubicBezTo>
                      <a:pt x="96" y="459"/>
                      <a:pt x="185" y="954"/>
                      <a:pt x="215" y="1479"/>
                    </a:cubicBezTo>
                    <a:cubicBezTo>
                      <a:pt x="311" y="2122"/>
                      <a:pt x="281" y="2832"/>
                      <a:pt x="185" y="3512"/>
                    </a:cubicBezTo>
                    <a:cubicBezTo>
                      <a:pt x="1050" y="5176"/>
                      <a:pt x="1945" y="6802"/>
                      <a:pt x="3113" y="8037"/>
                    </a:cubicBezTo>
                    <a:cubicBezTo>
                      <a:pt x="3314" y="8222"/>
                      <a:pt x="3532" y="8307"/>
                      <a:pt x="3742" y="8307"/>
                    </a:cubicBezTo>
                    <a:cubicBezTo>
                      <a:pt x="4334" y="8307"/>
                      <a:pt x="4861" y="7632"/>
                      <a:pt x="4746" y="6654"/>
                    </a:cubicBezTo>
                    <a:cubicBezTo>
                      <a:pt x="4281" y="3327"/>
                      <a:pt x="2033" y="1324"/>
                      <a:pt x="0"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58" name="Google Shape;3358;p57"/>
              <p:cNvSpPr/>
              <p:nvPr/>
            </p:nvSpPr>
            <p:spPr>
              <a:xfrm>
                <a:off x="2015051" y="273164"/>
                <a:ext cx="130717" cy="97319"/>
              </a:xfrm>
              <a:custGeom>
                <a:avLst/>
                <a:gdLst/>
                <a:ahLst/>
                <a:cxnLst/>
                <a:rect l="l" t="t" r="r" b="b"/>
                <a:pathLst>
                  <a:path w="6869" h="5114" extrusionOk="0">
                    <a:moveTo>
                      <a:pt x="2144" y="1"/>
                    </a:moveTo>
                    <a:cubicBezTo>
                      <a:pt x="1424" y="1"/>
                      <a:pt x="697" y="126"/>
                      <a:pt x="0" y="308"/>
                    </a:cubicBezTo>
                    <a:cubicBezTo>
                      <a:pt x="96" y="766"/>
                      <a:pt x="185" y="1232"/>
                      <a:pt x="215" y="1727"/>
                    </a:cubicBezTo>
                    <a:cubicBezTo>
                      <a:pt x="281" y="2185"/>
                      <a:pt x="281" y="2710"/>
                      <a:pt x="252" y="3206"/>
                    </a:cubicBezTo>
                    <a:cubicBezTo>
                      <a:pt x="1945" y="4063"/>
                      <a:pt x="3608" y="5054"/>
                      <a:pt x="5390" y="5113"/>
                    </a:cubicBezTo>
                    <a:cubicBezTo>
                      <a:pt x="6351" y="5017"/>
                      <a:pt x="6868" y="3265"/>
                      <a:pt x="6195" y="2185"/>
                    </a:cubicBezTo>
                    <a:cubicBezTo>
                      <a:pt x="5077" y="530"/>
                      <a:pt x="3623" y="1"/>
                      <a:pt x="2144"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59" name="Google Shape;3359;p57"/>
            <p:cNvSpPr/>
            <p:nvPr/>
          </p:nvSpPr>
          <p:spPr>
            <a:xfrm>
              <a:off x="2632473" y="786752"/>
              <a:ext cx="34007" cy="28849"/>
            </a:xfrm>
            <a:custGeom>
              <a:avLst/>
              <a:gdLst/>
              <a:ahLst/>
              <a:cxnLst/>
              <a:rect l="l" t="t" r="r" b="b"/>
              <a:pathLst>
                <a:path w="1787" h="1516" extrusionOk="0">
                  <a:moveTo>
                    <a:pt x="864" y="1"/>
                  </a:moveTo>
                  <a:cubicBezTo>
                    <a:pt x="852" y="1"/>
                    <a:pt x="840" y="1"/>
                    <a:pt x="828" y="2"/>
                  </a:cubicBezTo>
                  <a:cubicBezTo>
                    <a:pt x="769" y="2"/>
                    <a:pt x="740" y="31"/>
                    <a:pt x="710" y="61"/>
                  </a:cubicBezTo>
                  <a:lnTo>
                    <a:pt x="681" y="61"/>
                  </a:lnTo>
                  <a:cubicBezTo>
                    <a:pt x="644" y="61"/>
                    <a:pt x="614" y="61"/>
                    <a:pt x="555" y="91"/>
                  </a:cubicBezTo>
                  <a:cubicBezTo>
                    <a:pt x="370" y="187"/>
                    <a:pt x="274" y="401"/>
                    <a:pt x="215" y="586"/>
                  </a:cubicBezTo>
                  <a:cubicBezTo>
                    <a:pt x="126" y="830"/>
                    <a:pt x="30" y="1081"/>
                    <a:pt x="0" y="1355"/>
                  </a:cubicBezTo>
                  <a:cubicBezTo>
                    <a:pt x="0" y="1462"/>
                    <a:pt x="85" y="1516"/>
                    <a:pt x="174" y="1516"/>
                  </a:cubicBezTo>
                  <a:cubicBezTo>
                    <a:pt x="263" y="1516"/>
                    <a:pt x="355" y="1462"/>
                    <a:pt x="370" y="1355"/>
                  </a:cubicBezTo>
                  <a:cubicBezTo>
                    <a:pt x="370" y="1140"/>
                    <a:pt x="429" y="956"/>
                    <a:pt x="496" y="771"/>
                  </a:cubicBezTo>
                  <a:cubicBezTo>
                    <a:pt x="525" y="682"/>
                    <a:pt x="555" y="586"/>
                    <a:pt x="614" y="497"/>
                  </a:cubicBezTo>
                  <a:cubicBezTo>
                    <a:pt x="644" y="556"/>
                    <a:pt x="681" y="615"/>
                    <a:pt x="710" y="682"/>
                  </a:cubicBezTo>
                  <a:cubicBezTo>
                    <a:pt x="769" y="867"/>
                    <a:pt x="710" y="1052"/>
                    <a:pt x="710" y="1236"/>
                  </a:cubicBezTo>
                  <a:cubicBezTo>
                    <a:pt x="695" y="1344"/>
                    <a:pt x="771" y="1397"/>
                    <a:pt x="855" y="1397"/>
                  </a:cubicBezTo>
                  <a:cubicBezTo>
                    <a:pt x="939" y="1397"/>
                    <a:pt x="1032" y="1344"/>
                    <a:pt x="1050" y="1236"/>
                  </a:cubicBezTo>
                  <a:cubicBezTo>
                    <a:pt x="1050" y="1052"/>
                    <a:pt x="1109" y="896"/>
                    <a:pt x="1080" y="712"/>
                  </a:cubicBezTo>
                  <a:cubicBezTo>
                    <a:pt x="1050" y="586"/>
                    <a:pt x="954" y="460"/>
                    <a:pt x="925" y="342"/>
                  </a:cubicBezTo>
                  <a:lnTo>
                    <a:pt x="925" y="342"/>
                  </a:lnTo>
                  <a:cubicBezTo>
                    <a:pt x="1198" y="401"/>
                    <a:pt x="1420" y="800"/>
                    <a:pt x="1353" y="1052"/>
                  </a:cubicBezTo>
                  <a:cubicBezTo>
                    <a:pt x="1318" y="1180"/>
                    <a:pt x="1426" y="1263"/>
                    <a:pt x="1524" y="1263"/>
                  </a:cubicBezTo>
                  <a:cubicBezTo>
                    <a:pt x="1590" y="1263"/>
                    <a:pt x="1652" y="1226"/>
                    <a:pt x="1664" y="1140"/>
                  </a:cubicBezTo>
                  <a:cubicBezTo>
                    <a:pt x="1787" y="656"/>
                    <a:pt x="1400" y="1"/>
                    <a:pt x="864"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0" name="Google Shape;3360;p57"/>
            <p:cNvSpPr/>
            <p:nvPr/>
          </p:nvSpPr>
          <p:spPr>
            <a:xfrm>
              <a:off x="2494791" y="788446"/>
              <a:ext cx="33873" cy="28983"/>
            </a:xfrm>
            <a:custGeom>
              <a:avLst/>
              <a:gdLst/>
              <a:ahLst/>
              <a:cxnLst/>
              <a:rect l="l" t="t" r="r" b="b"/>
              <a:pathLst>
                <a:path w="1780" h="1523" extrusionOk="0">
                  <a:moveTo>
                    <a:pt x="917" y="1"/>
                  </a:moveTo>
                  <a:cubicBezTo>
                    <a:pt x="380" y="1"/>
                    <a:pt x="0" y="663"/>
                    <a:pt x="116" y="1147"/>
                  </a:cubicBezTo>
                  <a:cubicBezTo>
                    <a:pt x="131" y="1232"/>
                    <a:pt x="191" y="1268"/>
                    <a:pt x="255" y="1268"/>
                  </a:cubicBezTo>
                  <a:cubicBezTo>
                    <a:pt x="354" y="1268"/>
                    <a:pt x="463" y="1181"/>
                    <a:pt x="427" y="1051"/>
                  </a:cubicBezTo>
                  <a:cubicBezTo>
                    <a:pt x="368" y="807"/>
                    <a:pt x="582" y="408"/>
                    <a:pt x="855" y="342"/>
                  </a:cubicBezTo>
                  <a:lnTo>
                    <a:pt x="855" y="342"/>
                  </a:lnTo>
                  <a:cubicBezTo>
                    <a:pt x="826" y="467"/>
                    <a:pt x="737" y="593"/>
                    <a:pt x="708" y="711"/>
                  </a:cubicBezTo>
                  <a:cubicBezTo>
                    <a:pt x="671" y="896"/>
                    <a:pt x="737" y="1051"/>
                    <a:pt x="737" y="1236"/>
                  </a:cubicBezTo>
                  <a:cubicBezTo>
                    <a:pt x="752" y="1343"/>
                    <a:pt x="844" y="1397"/>
                    <a:pt x="929" y="1397"/>
                  </a:cubicBezTo>
                  <a:cubicBezTo>
                    <a:pt x="1014" y="1397"/>
                    <a:pt x="1092" y="1343"/>
                    <a:pt x="1077" y="1236"/>
                  </a:cubicBezTo>
                  <a:cubicBezTo>
                    <a:pt x="1077" y="1051"/>
                    <a:pt x="1011" y="867"/>
                    <a:pt x="1077" y="682"/>
                  </a:cubicBezTo>
                  <a:cubicBezTo>
                    <a:pt x="1107" y="623"/>
                    <a:pt x="1136" y="556"/>
                    <a:pt x="1166" y="497"/>
                  </a:cubicBezTo>
                  <a:cubicBezTo>
                    <a:pt x="1225" y="593"/>
                    <a:pt x="1262" y="682"/>
                    <a:pt x="1292" y="778"/>
                  </a:cubicBezTo>
                  <a:cubicBezTo>
                    <a:pt x="1351" y="963"/>
                    <a:pt x="1410" y="1147"/>
                    <a:pt x="1410" y="1362"/>
                  </a:cubicBezTo>
                  <a:cubicBezTo>
                    <a:pt x="1428" y="1469"/>
                    <a:pt x="1521" y="1523"/>
                    <a:pt x="1609" y="1523"/>
                  </a:cubicBezTo>
                  <a:cubicBezTo>
                    <a:pt x="1696" y="1523"/>
                    <a:pt x="1780" y="1469"/>
                    <a:pt x="1780" y="1362"/>
                  </a:cubicBezTo>
                  <a:cubicBezTo>
                    <a:pt x="1750" y="1081"/>
                    <a:pt x="1661" y="837"/>
                    <a:pt x="1565" y="593"/>
                  </a:cubicBezTo>
                  <a:cubicBezTo>
                    <a:pt x="1506" y="408"/>
                    <a:pt x="1410" y="186"/>
                    <a:pt x="1225" y="98"/>
                  </a:cubicBezTo>
                  <a:cubicBezTo>
                    <a:pt x="1166" y="68"/>
                    <a:pt x="1136" y="68"/>
                    <a:pt x="1107" y="68"/>
                  </a:cubicBezTo>
                  <a:lnTo>
                    <a:pt x="1077" y="68"/>
                  </a:lnTo>
                  <a:cubicBezTo>
                    <a:pt x="1040" y="39"/>
                    <a:pt x="1011" y="2"/>
                    <a:pt x="952" y="2"/>
                  </a:cubicBezTo>
                  <a:cubicBezTo>
                    <a:pt x="940" y="1"/>
                    <a:pt x="928" y="1"/>
                    <a:pt x="91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1" name="Google Shape;3361;p57"/>
            <p:cNvSpPr/>
            <p:nvPr/>
          </p:nvSpPr>
          <p:spPr>
            <a:xfrm>
              <a:off x="2515153" y="444650"/>
              <a:ext cx="36404" cy="25557"/>
            </a:xfrm>
            <a:custGeom>
              <a:avLst/>
              <a:gdLst/>
              <a:ahLst/>
              <a:cxnLst/>
              <a:rect l="l" t="t" r="r" b="b"/>
              <a:pathLst>
                <a:path w="1913" h="1343" extrusionOk="0">
                  <a:moveTo>
                    <a:pt x="977" y="1"/>
                  </a:moveTo>
                  <a:cubicBezTo>
                    <a:pt x="335" y="1"/>
                    <a:pt x="1" y="984"/>
                    <a:pt x="710" y="1286"/>
                  </a:cubicBezTo>
                  <a:cubicBezTo>
                    <a:pt x="801" y="1325"/>
                    <a:pt x="888" y="1342"/>
                    <a:pt x="971" y="1342"/>
                  </a:cubicBezTo>
                  <a:cubicBezTo>
                    <a:pt x="1590" y="1342"/>
                    <a:pt x="1913" y="351"/>
                    <a:pt x="1234" y="51"/>
                  </a:cubicBezTo>
                  <a:cubicBezTo>
                    <a:pt x="1145" y="16"/>
                    <a:pt x="1058" y="1"/>
                    <a:pt x="97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2" name="Google Shape;3362;p57"/>
            <p:cNvSpPr/>
            <p:nvPr/>
          </p:nvSpPr>
          <p:spPr>
            <a:xfrm>
              <a:off x="2430165" y="440654"/>
              <a:ext cx="62761" cy="41276"/>
            </a:xfrm>
            <a:custGeom>
              <a:avLst/>
              <a:gdLst/>
              <a:ahLst/>
              <a:cxnLst/>
              <a:rect l="l" t="t" r="r" b="b"/>
              <a:pathLst>
                <a:path w="3298" h="2169" extrusionOk="0">
                  <a:moveTo>
                    <a:pt x="1656" y="1"/>
                  </a:moveTo>
                  <a:cubicBezTo>
                    <a:pt x="1524" y="1"/>
                    <a:pt x="1388" y="17"/>
                    <a:pt x="1265" y="17"/>
                  </a:cubicBezTo>
                  <a:cubicBezTo>
                    <a:pt x="1021" y="47"/>
                    <a:pt x="777" y="17"/>
                    <a:pt x="555" y="76"/>
                  </a:cubicBezTo>
                  <a:cubicBezTo>
                    <a:pt x="370" y="136"/>
                    <a:pt x="1" y="261"/>
                    <a:pt x="67" y="601"/>
                  </a:cubicBezTo>
                  <a:cubicBezTo>
                    <a:pt x="97" y="786"/>
                    <a:pt x="252" y="845"/>
                    <a:pt x="341" y="904"/>
                  </a:cubicBezTo>
                  <a:cubicBezTo>
                    <a:pt x="592" y="1089"/>
                    <a:pt x="1080" y="1429"/>
                    <a:pt x="1080" y="1429"/>
                  </a:cubicBezTo>
                  <a:cubicBezTo>
                    <a:pt x="1176" y="1525"/>
                    <a:pt x="1265" y="1585"/>
                    <a:pt x="1390" y="1644"/>
                  </a:cubicBezTo>
                  <a:cubicBezTo>
                    <a:pt x="1664" y="1865"/>
                    <a:pt x="2034" y="2169"/>
                    <a:pt x="2374" y="2169"/>
                  </a:cubicBezTo>
                  <a:cubicBezTo>
                    <a:pt x="2958" y="2139"/>
                    <a:pt x="3298" y="941"/>
                    <a:pt x="2839" y="476"/>
                  </a:cubicBezTo>
                  <a:cubicBezTo>
                    <a:pt x="2588" y="232"/>
                    <a:pt x="2189" y="76"/>
                    <a:pt x="1849" y="17"/>
                  </a:cubicBezTo>
                  <a:cubicBezTo>
                    <a:pt x="1787" y="5"/>
                    <a:pt x="1722" y="1"/>
                    <a:pt x="1656"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3" name="Google Shape;3363;p57"/>
            <p:cNvSpPr/>
            <p:nvPr/>
          </p:nvSpPr>
          <p:spPr>
            <a:xfrm>
              <a:off x="2541034" y="487829"/>
              <a:ext cx="14634" cy="38612"/>
            </a:xfrm>
            <a:custGeom>
              <a:avLst/>
              <a:gdLst/>
              <a:ahLst/>
              <a:cxnLst/>
              <a:rect l="l" t="t" r="r" b="b"/>
              <a:pathLst>
                <a:path w="769" h="2029" extrusionOk="0">
                  <a:moveTo>
                    <a:pt x="370" y="0"/>
                  </a:moveTo>
                  <a:cubicBezTo>
                    <a:pt x="0" y="30"/>
                    <a:pt x="30" y="680"/>
                    <a:pt x="30" y="1013"/>
                  </a:cubicBezTo>
                  <a:cubicBezTo>
                    <a:pt x="59" y="1294"/>
                    <a:pt x="126" y="1819"/>
                    <a:pt x="399" y="2004"/>
                  </a:cubicBezTo>
                  <a:cubicBezTo>
                    <a:pt x="430" y="2020"/>
                    <a:pt x="458" y="2028"/>
                    <a:pt x="485" y="2028"/>
                  </a:cubicBezTo>
                  <a:cubicBezTo>
                    <a:pt x="699" y="2028"/>
                    <a:pt x="769" y="1514"/>
                    <a:pt x="769" y="1323"/>
                  </a:cubicBezTo>
                  <a:cubicBezTo>
                    <a:pt x="769" y="954"/>
                    <a:pt x="710" y="399"/>
                    <a:pt x="429" y="59"/>
                  </a:cubicBezTo>
                  <a:cubicBezTo>
                    <a:pt x="429" y="30"/>
                    <a:pt x="399" y="30"/>
                    <a:pt x="399" y="30"/>
                  </a:cubicBezTo>
                  <a:cubicBezTo>
                    <a:pt x="399" y="0"/>
                    <a:pt x="370" y="0"/>
                    <a:pt x="370"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4" name="Google Shape;3364;p57"/>
            <p:cNvSpPr/>
            <p:nvPr/>
          </p:nvSpPr>
          <p:spPr>
            <a:xfrm>
              <a:off x="2559740" y="498372"/>
              <a:ext cx="9439" cy="30829"/>
            </a:xfrm>
            <a:custGeom>
              <a:avLst/>
              <a:gdLst/>
              <a:ahLst/>
              <a:cxnLst/>
              <a:rect l="l" t="t" r="r" b="b"/>
              <a:pathLst>
                <a:path w="496" h="1620" extrusionOk="0">
                  <a:moveTo>
                    <a:pt x="185" y="1"/>
                  </a:moveTo>
                  <a:cubicBezTo>
                    <a:pt x="0" y="126"/>
                    <a:pt x="0" y="644"/>
                    <a:pt x="30" y="925"/>
                  </a:cubicBezTo>
                  <a:cubicBezTo>
                    <a:pt x="30" y="1080"/>
                    <a:pt x="96" y="1538"/>
                    <a:pt x="252" y="1605"/>
                  </a:cubicBezTo>
                  <a:cubicBezTo>
                    <a:pt x="268" y="1615"/>
                    <a:pt x="284" y="1619"/>
                    <a:pt x="298" y="1619"/>
                  </a:cubicBezTo>
                  <a:cubicBezTo>
                    <a:pt x="408" y="1619"/>
                    <a:pt x="440" y="1340"/>
                    <a:pt x="466" y="1235"/>
                  </a:cubicBezTo>
                  <a:cubicBezTo>
                    <a:pt x="496" y="865"/>
                    <a:pt x="466" y="459"/>
                    <a:pt x="281" y="60"/>
                  </a:cubicBezTo>
                  <a:cubicBezTo>
                    <a:pt x="281" y="60"/>
                    <a:pt x="281" y="30"/>
                    <a:pt x="252" y="30"/>
                  </a:cubicBezTo>
                  <a:cubicBezTo>
                    <a:pt x="252" y="1"/>
                    <a:pt x="215" y="1"/>
                    <a:pt x="185"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5" name="Google Shape;3365;p57"/>
            <p:cNvSpPr/>
            <p:nvPr/>
          </p:nvSpPr>
          <p:spPr>
            <a:xfrm>
              <a:off x="2529388" y="487182"/>
              <a:ext cx="10524" cy="29154"/>
            </a:xfrm>
            <a:custGeom>
              <a:avLst/>
              <a:gdLst/>
              <a:ahLst/>
              <a:cxnLst/>
              <a:rect l="l" t="t" r="r" b="b"/>
              <a:pathLst>
                <a:path w="553" h="1532" extrusionOk="0">
                  <a:moveTo>
                    <a:pt x="213" y="0"/>
                  </a:moveTo>
                  <a:cubicBezTo>
                    <a:pt x="1" y="0"/>
                    <a:pt x="28" y="687"/>
                    <a:pt x="28" y="899"/>
                  </a:cubicBezTo>
                  <a:cubicBezTo>
                    <a:pt x="53" y="1105"/>
                    <a:pt x="146" y="1531"/>
                    <a:pt x="286" y="1531"/>
                  </a:cubicBezTo>
                  <a:cubicBezTo>
                    <a:pt x="312" y="1531"/>
                    <a:pt x="339" y="1517"/>
                    <a:pt x="368" y="1483"/>
                  </a:cubicBezTo>
                  <a:cubicBezTo>
                    <a:pt x="553" y="1298"/>
                    <a:pt x="516" y="862"/>
                    <a:pt x="427" y="463"/>
                  </a:cubicBezTo>
                  <a:cubicBezTo>
                    <a:pt x="427" y="278"/>
                    <a:pt x="398" y="5"/>
                    <a:pt x="242" y="5"/>
                  </a:cubicBezTo>
                  <a:cubicBezTo>
                    <a:pt x="232" y="2"/>
                    <a:pt x="222" y="0"/>
                    <a:pt x="213" y="0"/>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66" name="Google Shape;3366;p57"/>
            <p:cNvGrpSpPr/>
            <p:nvPr/>
          </p:nvGrpSpPr>
          <p:grpSpPr>
            <a:xfrm>
              <a:off x="2702069" y="444648"/>
              <a:ext cx="127748" cy="165210"/>
              <a:chOff x="2273444" y="129773"/>
              <a:chExt cx="127748" cy="165210"/>
            </a:xfrm>
          </p:grpSpPr>
          <p:sp>
            <p:nvSpPr>
              <p:cNvPr id="3367" name="Google Shape;3367;p57"/>
              <p:cNvSpPr/>
              <p:nvPr/>
            </p:nvSpPr>
            <p:spPr>
              <a:xfrm>
                <a:off x="2273631" y="129773"/>
                <a:ext cx="85654" cy="160937"/>
              </a:xfrm>
              <a:custGeom>
                <a:avLst/>
                <a:gdLst/>
                <a:ahLst/>
                <a:cxnLst/>
                <a:rect l="l" t="t" r="r" b="b"/>
                <a:pathLst>
                  <a:path w="4501" h="8457" extrusionOk="0">
                    <a:moveTo>
                      <a:pt x="3372" y="1"/>
                    </a:moveTo>
                    <a:cubicBezTo>
                      <a:pt x="3155" y="1"/>
                      <a:pt x="2935" y="93"/>
                      <a:pt x="2743" y="295"/>
                    </a:cubicBezTo>
                    <a:cubicBezTo>
                      <a:pt x="1597" y="1588"/>
                      <a:pt x="828" y="3281"/>
                      <a:pt x="30" y="4945"/>
                    </a:cubicBezTo>
                    <a:cubicBezTo>
                      <a:pt x="156" y="5654"/>
                      <a:pt x="215" y="6335"/>
                      <a:pt x="156" y="7007"/>
                    </a:cubicBezTo>
                    <a:cubicBezTo>
                      <a:pt x="119" y="7503"/>
                      <a:pt x="89" y="7998"/>
                      <a:pt x="0" y="8456"/>
                    </a:cubicBezTo>
                    <a:cubicBezTo>
                      <a:pt x="1967" y="7044"/>
                      <a:pt x="4125" y="4945"/>
                      <a:pt x="4436" y="1588"/>
                    </a:cubicBezTo>
                    <a:cubicBezTo>
                      <a:pt x="4500" y="648"/>
                      <a:pt x="3948" y="1"/>
                      <a:pt x="3372"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68" name="Google Shape;3368;p57"/>
              <p:cNvSpPr/>
              <p:nvPr/>
            </p:nvSpPr>
            <p:spPr>
              <a:xfrm>
                <a:off x="2273444" y="195037"/>
                <a:ext cx="127748" cy="99946"/>
              </a:xfrm>
              <a:custGeom>
                <a:avLst/>
                <a:gdLst/>
                <a:ahLst/>
                <a:cxnLst/>
                <a:rect l="l" t="t" r="r" b="b"/>
                <a:pathLst>
                  <a:path w="6713" h="5252" extrusionOk="0">
                    <a:moveTo>
                      <a:pt x="5175" y="0"/>
                    </a:moveTo>
                    <a:cubicBezTo>
                      <a:pt x="3386" y="156"/>
                      <a:pt x="1752" y="1198"/>
                      <a:pt x="119" y="2122"/>
                    </a:cubicBezTo>
                    <a:cubicBezTo>
                      <a:pt x="185" y="2647"/>
                      <a:pt x="185" y="3142"/>
                      <a:pt x="156" y="3630"/>
                    </a:cubicBezTo>
                    <a:cubicBezTo>
                      <a:pt x="119" y="4126"/>
                      <a:pt x="89" y="4591"/>
                      <a:pt x="0" y="5050"/>
                    </a:cubicBezTo>
                    <a:cubicBezTo>
                      <a:pt x="601" y="5169"/>
                      <a:pt x="1220" y="5251"/>
                      <a:pt x="1836" y="5251"/>
                    </a:cubicBezTo>
                    <a:cubicBezTo>
                      <a:pt x="3426" y="5251"/>
                      <a:pt x="4985" y="4706"/>
                      <a:pt x="6099" y="2861"/>
                    </a:cubicBezTo>
                    <a:cubicBezTo>
                      <a:pt x="6713" y="1753"/>
                      <a:pt x="6099" y="30"/>
                      <a:pt x="5175" y="0"/>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69" name="Google Shape;3369;p57"/>
            <p:cNvSpPr/>
            <p:nvPr/>
          </p:nvSpPr>
          <p:spPr>
            <a:xfrm>
              <a:off x="2696745" y="457212"/>
              <a:ext cx="126264" cy="147806"/>
            </a:xfrm>
            <a:custGeom>
              <a:avLst/>
              <a:gdLst/>
              <a:ahLst/>
              <a:cxnLst/>
              <a:rect l="l" t="t" r="r" b="b"/>
              <a:pathLst>
                <a:path w="6635" h="7767" extrusionOk="0">
                  <a:moveTo>
                    <a:pt x="4925" y="1"/>
                  </a:moveTo>
                  <a:cubicBezTo>
                    <a:pt x="4815" y="1"/>
                    <a:pt x="4703" y="21"/>
                    <a:pt x="4592" y="64"/>
                  </a:cubicBezTo>
                  <a:cubicBezTo>
                    <a:pt x="2588" y="1113"/>
                    <a:pt x="1664" y="2806"/>
                    <a:pt x="30" y="4625"/>
                  </a:cubicBezTo>
                  <a:cubicBezTo>
                    <a:pt x="127" y="5276"/>
                    <a:pt x="186" y="5919"/>
                    <a:pt x="127" y="6532"/>
                  </a:cubicBezTo>
                  <a:cubicBezTo>
                    <a:pt x="90" y="6968"/>
                    <a:pt x="60" y="7368"/>
                    <a:pt x="1" y="7767"/>
                  </a:cubicBezTo>
                  <a:cubicBezTo>
                    <a:pt x="2559" y="7338"/>
                    <a:pt x="4961" y="6503"/>
                    <a:pt x="6226" y="2747"/>
                  </a:cubicBezTo>
                  <a:cubicBezTo>
                    <a:pt x="6635" y="1400"/>
                    <a:pt x="5842" y="1"/>
                    <a:pt x="4925"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370" name="Google Shape;3370;p57"/>
            <p:cNvGrpSpPr/>
            <p:nvPr/>
          </p:nvGrpSpPr>
          <p:grpSpPr>
            <a:xfrm>
              <a:off x="2443754" y="601436"/>
              <a:ext cx="130730" cy="148882"/>
              <a:chOff x="2015051" y="273164"/>
              <a:chExt cx="130717" cy="162802"/>
            </a:xfrm>
          </p:grpSpPr>
          <p:sp>
            <p:nvSpPr>
              <p:cNvPr id="3371" name="Google Shape;3371;p57"/>
              <p:cNvSpPr/>
              <p:nvPr/>
            </p:nvSpPr>
            <p:spPr>
              <a:xfrm>
                <a:off x="2015051" y="277884"/>
                <a:ext cx="92524" cy="158082"/>
              </a:xfrm>
              <a:custGeom>
                <a:avLst/>
                <a:gdLst/>
                <a:ahLst/>
                <a:cxnLst/>
                <a:rect l="l" t="t" r="r" b="b"/>
                <a:pathLst>
                  <a:path w="4862" h="8307" extrusionOk="0">
                    <a:moveTo>
                      <a:pt x="0" y="1"/>
                    </a:moveTo>
                    <a:lnTo>
                      <a:pt x="0" y="1"/>
                    </a:lnTo>
                    <a:cubicBezTo>
                      <a:pt x="96" y="459"/>
                      <a:pt x="185" y="954"/>
                      <a:pt x="215" y="1479"/>
                    </a:cubicBezTo>
                    <a:cubicBezTo>
                      <a:pt x="311" y="2122"/>
                      <a:pt x="281" y="2832"/>
                      <a:pt x="185" y="3512"/>
                    </a:cubicBezTo>
                    <a:cubicBezTo>
                      <a:pt x="1050" y="5176"/>
                      <a:pt x="1945" y="6802"/>
                      <a:pt x="3113" y="8037"/>
                    </a:cubicBezTo>
                    <a:cubicBezTo>
                      <a:pt x="3314" y="8222"/>
                      <a:pt x="3532" y="8307"/>
                      <a:pt x="3742" y="8307"/>
                    </a:cubicBezTo>
                    <a:cubicBezTo>
                      <a:pt x="4334" y="8307"/>
                      <a:pt x="4861" y="7632"/>
                      <a:pt x="4746" y="6654"/>
                    </a:cubicBezTo>
                    <a:cubicBezTo>
                      <a:pt x="4281" y="3327"/>
                      <a:pt x="2033" y="1324"/>
                      <a:pt x="0"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372" name="Google Shape;3372;p57"/>
              <p:cNvSpPr/>
              <p:nvPr/>
            </p:nvSpPr>
            <p:spPr>
              <a:xfrm>
                <a:off x="2015051" y="273164"/>
                <a:ext cx="130717" cy="97319"/>
              </a:xfrm>
              <a:custGeom>
                <a:avLst/>
                <a:gdLst/>
                <a:ahLst/>
                <a:cxnLst/>
                <a:rect l="l" t="t" r="r" b="b"/>
                <a:pathLst>
                  <a:path w="6869" h="5114" extrusionOk="0">
                    <a:moveTo>
                      <a:pt x="2144" y="1"/>
                    </a:moveTo>
                    <a:cubicBezTo>
                      <a:pt x="1424" y="1"/>
                      <a:pt x="697" y="126"/>
                      <a:pt x="0" y="308"/>
                    </a:cubicBezTo>
                    <a:cubicBezTo>
                      <a:pt x="96" y="766"/>
                      <a:pt x="185" y="1232"/>
                      <a:pt x="215" y="1727"/>
                    </a:cubicBezTo>
                    <a:cubicBezTo>
                      <a:pt x="281" y="2185"/>
                      <a:pt x="281" y="2710"/>
                      <a:pt x="252" y="3206"/>
                    </a:cubicBezTo>
                    <a:cubicBezTo>
                      <a:pt x="1945" y="4063"/>
                      <a:pt x="3608" y="5054"/>
                      <a:pt x="5390" y="5113"/>
                    </a:cubicBezTo>
                    <a:cubicBezTo>
                      <a:pt x="6351" y="5017"/>
                      <a:pt x="6868" y="3265"/>
                      <a:pt x="6195" y="2185"/>
                    </a:cubicBezTo>
                    <a:cubicBezTo>
                      <a:pt x="5077" y="530"/>
                      <a:pt x="3623" y="1"/>
                      <a:pt x="2144"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3373" name="Google Shape;3373;p57"/>
            <p:cNvSpPr/>
            <p:nvPr/>
          </p:nvSpPr>
          <p:spPr>
            <a:xfrm>
              <a:off x="2435328" y="597781"/>
              <a:ext cx="131554" cy="143429"/>
            </a:xfrm>
            <a:custGeom>
              <a:avLst/>
              <a:gdLst/>
              <a:ahLst/>
              <a:cxnLst/>
              <a:rect l="l" t="t" r="r" b="b"/>
              <a:pathLst>
                <a:path w="6913" h="7537" extrusionOk="0">
                  <a:moveTo>
                    <a:pt x="1" y="1"/>
                  </a:moveTo>
                  <a:lnTo>
                    <a:pt x="1" y="1"/>
                  </a:lnTo>
                  <a:cubicBezTo>
                    <a:pt x="97" y="400"/>
                    <a:pt x="156" y="829"/>
                    <a:pt x="186" y="1265"/>
                  </a:cubicBezTo>
                  <a:cubicBezTo>
                    <a:pt x="282" y="1879"/>
                    <a:pt x="252" y="2522"/>
                    <a:pt x="186" y="3143"/>
                  </a:cubicBezTo>
                  <a:cubicBezTo>
                    <a:pt x="1916" y="4895"/>
                    <a:pt x="2899" y="6529"/>
                    <a:pt x="4961" y="7483"/>
                  </a:cubicBezTo>
                  <a:cubicBezTo>
                    <a:pt x="5066" y="7519"/>
                    <a:pt x="5169" y="7536"/>
                    <a:pt x="5270" y="7536"/>
                  </a:cubicBezTo>
                  <a:cubicBezTo>
                    <a:pt x="6186" y="7536"/>
                    <a:pt x="6913" y="6109"/>
                    <a:pt x="6440" y="4777"/>
                  </a:cubicBezTo>
                  <a:cubicBezTo>
                    <a:pt x="5028" y="1043"/>
                    <a:pt x="2588" y="304"/>
                    <a:pt x="1" y="1"/>
                  </a:cubicBez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extLst>
      <p:ext uri="{BB962C8B-B14F-4D97-AF65-F5344CB8AC3E}">
        <p14:creationId xmlns:p14="http://schemas.microsoft.com/office/powerpoint/2010/main" val="366823017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647"/>
        <p:cNvGrpSpPr/>
        <p:nvPr/>
      </p:nvGrpSpPr>
      <p:grpSpPr>
        <a:xfrm>
          <a:off x="0" y="0"/>
          <a:ext cx="0" cy="0"/>
          <a:chOff x="0" y="0"/>
          <a:chExt cx="0" cy="0"/>
        </a:xfrm>
      </p:grpSpPr>
      <p:grpSp>
        <p:nvGrpSpPr>
          <p:cNvPr id="3648" name="Google Shape;3648;p60"/>
          <p:cNvGrpSpPr/>
          <p:nvPr/>
        </p:nvGrpSpPr>
        <p:grpSpPr>
          <a:xfrm>
            <a:off x="84748" y="3774918"/>
            <a:ext cx="615591" cy="1434853"/>
            <a:chOff x="7797029" y="2174230"/>
            <a:chExt cx="1161931" cy="2708293"/>
          </a:xfrm>
        </p:grpSpPr>
        <p:sp>
          <p:nvSpPr>
            <p:cNvPr id="3649" name="Google Shape;3649;p60"/>
            <p:cNvSpPr/>
            <p:nvPr/>
          </p:nvSpPr>
          <p:spPr>
            <a:xfrm>
              <a:off x="7797029" y="2174230"/>
              <a:ext cx="1161931" cy="1382760"/>
            </a:xfrm>
            <a:custGeom>
              <a:avLst/>
              <a:gdLst/>
              <a:ahLst/>
              <a:cxnLst/>
              <a:rect l="l" t="t" r="r" b="b"/>
              <a:pathLst>
                <a:path w="21273" h="25316" extrusionOk="0">
                  <a:moveTo>
                    <a:pt x="11920" y="0"/>
                  </a:moveTo>
                  <a:cubicBezTo>
                    <a:pt x="9767" y="0"/>
                    <a:pt x="7648" y="927"/>
                    <a:pt x="6217" y="2390"/>
                  </a:cubicBezTo>
                  <a:cubicBezTo>
                    <a:pt x="4630" y="4024"/>
                    <a:pt x="3883" y="6245"/>
                    <a:pt x="3883" y="8383"/>
                  </a:cubicBezTo>
                  <a:cubicBezTo>
                    <a:pt x="3846" y="9045"/>
                    <a:pt x="3930" y="9745"/>
                    <a:pt x="3650" y="10361"/>
                  </a:cubicBezTo>
                  <a:cubicBezTo>
                    <a:pt x="3417" y="10828"/>
                    <a:pt x="3034" y="11220"/>
                    <a:pt x="2679" y="11650"/>
                  </a:cubicBezTo>
                  <a:cubicBezTo>
                    <a:pt x="1046" y="13516"/>
                    <a:pt x="0" y="15850"/>
                    <a:pt x="75" y="18183"/>
                  </a:cubicBezTo>
                  <a:cubicBezTo>
                    <a:pt x="150" y="20554"/>
                    <a:pt x="1438" y="22888"/>
                    <a:pt x="3613" y="24213"/>
                  </a:cubicBezTo>
                  <a:cubicBezTo>
                    <a:pt x="4824" y="24931"/>
                    <a:pt x="6299" y="25315"/>
                    <a:pt x="7769" y="25315"/>
                  </a:cubicBezTo>
                  <a:cubicBezTo>
                    <a:pt x="8994" y="25315"/>
                    <a:pt x="10215" y="25048"/>
                    <a:pt x="11276" y="24484"/>
                  </a:cubicBezTo>
                  <a:cubicBezTo>
                    <a:pt x="12090" y="24825"/>
                    <a:pt x="13002" y="24989"/>
                    <a:pt x="13926" y="24989"/>
                  </a:cubicBezTo>
                  <a:cubicBezTo>
                    <a:pt x="15830" y="24989"/>
                    <a:pt x="17782" y="24291"/>
                    <a:pt x="19014" y="23009"/>
                  </a:cubicBezTo>
                  <a:cubicBezTo>
                    <a:pt x="20843" y="21142"/>
                    <a:pt x="21273" y="18417"/>
                    <a:pt x="20498" y="16083"/>
                  </a:cubicBezTo>
                  <a:cubicBezTo>
                    <a:pt x="20143" y="14954"/>
                    <a:pt x="19518" y="13908"/>
                    <a:pt x="18864" y="12891"/>
                  </a:cubicBezTo>
                  <a:cubicBezTo>
                    <a:pt x="18743" y="12742"/>
                    <a:pt x="18668" y="12546"/>
                    <a:pt x="18631" y="12350"/>
                  </a:cubicBezTo>
                  <a:cubicBezTo>
                    <a:pt x="18631" y="12191"/>
                    <a:pt x="18743" y="11995"/>
                    <a:pt x="18780" y="11808"/>
                  </a:cubicBezTo>
                  <a:cubicBezTo>
                    <a:pt x="20843" y="3090"/>
                    <a:pt x="16718" y="561"/>
                    <a:pt x="12835" y="57"/>
                  </a:cubicBezTo>
                  <a:cubicBezTo>
                    <a:pt x="12530" y="19"/>
                    <a:pt x="12225" y="0"/>
                    <a:pt x="11920"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3650" name="Google Shape;3650;p60"/>
            <p:cNvGrpSpPr/>
            <p:nvPr/>
          </p:nvGrpSpPr>
          <p:grpSpPr>
            <a:xfrm>
              <a:off x="8149431" y="2521491"/>
              <a:ext cx="429313" cy="2361031"/>
              <a:chOff x="6097050" y="1346450"/>
              <a:chExt cx="196500" cy="1080662"/>
            </a:xfrm>
          </p:grpSpPr>
          <p:sp>
            <p:nvSpPr>
              <p:cNvPr id="3651" name="Google Shape;3651;p60"/>
              <p:cNvSpPr/>
              <p:nvPr/>
            </p:nvSpPr>
            <p:spPr>
              <a:xfrm>
                <a:off x="6203226" y="1432068"/>
                <a:ext cx="20323" cy="995044"/>
              </a:xfrm>
              <a:custGeom>
                <a:avLst/>
                <a:gdLst/>
                <a:ahLst/>
                <a:cxnLst/>
                <a:rect l="l" t="t" r="r" b="b"/>
                <a:pathLst>
                  <a:path w="813" h="29599" extrusionOk="0">
                    <a:moveTo>
                      <a:pt x="420" y="1"/>
                    </a:moveTo>
                    <a:cubicBezTo>
                      <a:pt x="187" y="1"/>
                      <a:pt x="0" y="197"/>
                      <a:pt x="0" y="430"/>
                    </a:cubicBezTo>
                    <a:lnTo>
                      <a:pt x="0" y="29207"/>
                    </a:lnTo>
                    <a:cubicBezTo>
                      <a:pt x="0" y="29440"/>
                      <a:pt x="187" y="29599"/>
                      <a:pt x="420" y="29599"/>
                    </a:cubicBezTo>
                    <a:cubicBezTo>
                      <a:pt x="616" y="29599"/>
                      <a:pt x="812" y="29440"/>
                      <a:pt x="812" y="29207"/>
                    </a:cubicBezTo>
                    <a:lnTo>
                      <a:pt x="812" y="430"/>
                    </a:lnTo>
                    <a:cubicBezTo>
                      <a:pt x="812" y="197"/>
                      <a:pt x="616" y="1"/>
                      <a:pt x="42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2" name="Google Shape;3652;p60"/>
              <p:cNvSpPr/>
              <p:nvPr/>
            </p:nvSpPr>
            <p:spPr>
              <a:xfrm>
                <a:off x="6097050" y="1389375"/>
                <a:ext cx="124625" cy="276800"/>
              </a:xfrm>
              <a:custGeom>
                <a:avLst/>
                <a:gdLst/>
                <a:ahLst/>
                <a:cxnLst/>
                <a:rect l="l" t="t" r="r" b="b"/>
                <a:pathLst>
                  <a:path w="4985" h="11072" extrusionOk="0">
                    <a:moveTo>
                      <a:pt x="430" y="1"/>
                    </a:moveTo>
                    <a:cubicBezTo>
                      <a:pt x="234" y="1"/>
                      <a:pt x="84" y="113"/>
                      <a:pt x="84" y="309"/>
                    </a:cubicBezTo>
                    <a:cubicBezTo>
                      <a:pt x="47" y="971"/>
                      <a:pt x="0" y="1587"/>
                      <a:pt x="0" y="2250"/>
                    </a:cubicBezTo>
                    <a:cubicBezTo>
                      <a:pt x="0" y="3809"/>
                      <a:pt x="159" y="5405"/>
                      <a:pt x="747" y="6917"/>
                    </a:cubicBezTo>
                    <a:cubicBezTo>
                      <a:pt x="1447" y="8672"/>
                      <a:pt x="2763" y="10147"/>
                      <a:pt x="4396" y="11043"/>
                    </a:cubicBezTo>
                    <a:cubicBezTo>
                      <a:pt x="4449" y="11063"/>
                      <a:pt x="4501" y="11072"/>
                      <a:pt x="4550" y="11072"/>
                    </a:cubicBezTo>
                    <a:cubicBezTo>
                      <a:pt x="4688" y="11072"/>
                      <a:pt x="4808" y="11001"/>
                      <a:pt x="4863" y="10884"/>
                    </a:cubicBezTo>
                    <a:cubicBezTo>
                      <a:pt x="4985" y="10735"/>
                      <a:pt x="4901" y="10539"/>
                      <a:pt x="4751" y="10417"/>
                    </a:cubicBezTo>
                    <a:cubicBezTo>
                      <a:pt x="3230" y="9605"/>
                      <a:pt x="2026" y="8243"/>
                      <a:pt x="1363" y="6646"/>
                    </a:cubicBezTo>
                    <a:cubicBezTo>
                      <a:pt x="822" y="5284"/>
                      <a:pt x="700" y="3772"/>
                      <a:pt x="700" y="2250"/>
                    </a:cubicBezTo>
                    <a:cubicBezTo>
                      <a:pt x="700" y="1634"/>
                      <a:pt x="700" y="971"/>
                      <a:pt x="747" y="346"/>
                    </a:cubicBezTo>
                    <a:cubicBezTo>
                      <a:pt x="747" y="150"/>
                      <a:pt x="588" y="1"/>
                      <a:pt x="43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53" name="Google Shape;3653;p60"/>
              <p:cNvSpPr/>
              <p:nvPr/>
            </p:nvSpPr>
            <p:spPr>
              <a:xfrm>
                <a:off x="6207875" y="1346450"/>
                <a:ext cx="85675" cy="205950"/>
              </a:xfrm>
              <a:custGeom>
                <a:avLst/>
                <a:gdLst/>
                <a:ahLst/>
                <a:cxnLst/>
                <a:rect l="l" t="t" r="r" b="b"/>
                <a:pathLst>
                  <a:path w="3427" h="8238" extrusionOk="0">
                    <a:moveTo>
                      <a:pt x="2997" y="0"/>
                    </a:moveTo>
                    <a:cubicBezTo>
                      <a:pt x="2801" y="0"/>
                      <a:pt x="2652" y="159"/>
                      <a:pt x="2689" y="355"/>
                    </a:cubicBezTo>
                    <a:cubicBezTo>
                      <a:pt x="2726" y="1055"/>
                      <a:pt x="2764" y="1718"/>
                      <a:pt x="2764" y="2371"/>
                    </a:cubicBezTo>
                    <a:cubicBezTo>
                      <a:pt x="2764" y="3118"/>
                      <a:pt x="2726" y="3818"/>
                      <a:pt x="2530" y="4518"/>
                    </a:cubicBezTo>
                    <a:cubicBezTo>
                      <a:pt x="2381" y="5171"/>
                      <a:pt x="2101" y="5797"/>
                      <a:pt x="1718" y="6338"/>
                    </a:cubicBezTo>
                    <a:cubicBezTo>
                      <a:pt x="1326" y="6889"/>
                      <a:pt x="822" y="7318"/>
                      <a:pt x="234" y="7589"/>
                    </a:cubicBezTo>
                    <a:cubicBezTo>
                      <a:pt x="85" y="7663"/>
                      <a:pt x="1" y="7859"/>
                      <a:pt x="85" y="8018"/>
                    </a:cubicBezTo>
                    <a:cubicBezTo>
                      <a:pt x="112" y="8156"/>
                      <a:pt x="246" y="8237"/>
                      <a:pt x="378" y="8237"/>
                    </a:cubicBezTo>
                    <a:cubicBezTo>
                      <a:pt x="425" y="8237"/>
                      <a:pt x="472" y="8227"/>
                      <a:pt x="514" y="8205"/>
                    </a:cubicBezTo>
                    <a:cubicBezTo>
                      <a:pt x="1214" y="7897"/>
                      <a:pt x="1830" y="7355"/>
                      <a:pt x="2260" y="6730"/>
                    </a:cubicBezTo>
                    <a:cubicBezTo>
                      <a:pt x="2726" y="6151"/>
                      <a:pt x="3034" y="5405"/>
                      <a:pt x="3193" y="4667"/>
                    </a:cubicBezTo>
                    <a:cubicBezTo>
                      <a:pt x="3389" y="3930"/>
                      <a:pt x="3426" y="3155"/>
                      <a:pt x="3426" y="2371"/>
                    </a:cubicBezTo>
                    <a:cubicBezTo>
                      <a:pt x="3426" y="1671"/>
                      <a:pt x="3389" y="971"/>
                      <a:pt x="3352" y="318"/>
                    </a:cubicBezTo>
                    <a:cubicBezTo>
                      <a:pt x="3352" y="122"/>
                      <a:pt x="3156" y="0"/>
                      <a:pt x="2997"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3661" name="Google Shape;3661;p60"/>
          <p:cNvGrpSpPr/>
          <p:nvPr/>
        </p:nvGrpSpPr>
        <p:grpSpPr>
          <a:xfrm>
            <a:off x="2611593" y="1674836"/>
            <a:ext cx="3920815" cy="2395742"/>
            <a:chOff x="719992" y="1487827"/>
            <a:chExt cx="4167090" cy="2546224"/>
          </a:xfrm>
        </p:grpSpPr>
        <p:sp>
          <p:nvSpPr>
            <p:cNvPr id="3662" name="Google Shape;3662;p60"/>
            <p:cNvSpPr/>
            <p:nvPr/>
          </p:nvSpPr>
          <p:spPr>
            <a:xfrm>
              <a:off x="832143" y="1487827"/>
              <a:ext cx="611978" cy="375442"/>
            </a:xfrm>
            <a:custGeom>
              <a:avLst/>
              <a:gdLst/>
              <a:ahLst/>
              <a:cxnLst/>
              <a:rect l="l" t="t" r="r" b="b"/>
              <a:pathLst>
                <a:path w="42017" h="25777" extrusionOk="0">
                  <a:moveTo>
                    <a:pt x="17022" y="0"/>
                  </a:moveTo>
                  <a:lnTo>
                    <a:pt x="17022" y="0"/>
                  </a:lnTo>
                  <a:cubicBezTo>
                    <a:pt x="17100" y="283"/>
                    <a:pt x="17227" y="528"/>
                    <a:pt x="17305" y="772"/>
                  </a:cubicBezTo>
                  <a:cubicBezTo>
                    <a:pt x="17471" y="1104"/>
                    <a:pt x="17628" y="1466"/>
                    <a:pt x="17716" y="1954"/>
                  </a:cubicBezTo>
                  <a:cubicBezTo>
                    <a:pt x="18077" y="3703"/>
                    <a:pt x="17550" y="5413"/>
                    <a:pt x="17061" y="6967"/>
                  </a:cubicBezTo>
                  <a:lnTo>
                    <a:pt x="16934" y="7289"/>
                  </a:lnTo>
                  <a:cubicBezTo>
                    <a:pt x="16494" y="8677"/>
                    <a:pt x="16445" y="8716"/>
                    <a:pt x="15673" y="9605"/>
                  </a:cubicBezTo>
                  <a:cubicBezTo>
                    <a:pt x="15556" y="9771"/>
                    <a:pt x="15390" y="9937"/>
                    <a:pt x="15185" y="10143"/>
                  </a:cubicBezTo>
                  <a:cubicBezTo>
                    <a:pt x="14540" y="10875"/>
                    <a:pt x="14540" y="11120"/>
                    <a:pt x="14579" y="11481"/>
                  </a:cubicBezTo>
                  <a:cubicBezTo>
                    <a:pt x="14579" y="11765"/>
                    <a:pt x="14618" y="12136"/>
                    <a:pt x="14413" y="12781"/>
                  </a:cubicBezTo>
                  <a:cubicBezTo>
                    <a:pt x="14091" y="13924"/>
                    <a:pt x="13641" y="14540"/>
                    <a:pt x="13074" y="14657"/>
                  </a:cubicBezTo>
                  <a:cubicBezTo>
                    <a:pt x="12998" y="14672"/>
                    <a:pt x="12920" y="14679"/>
                    <a:pt x="12842" y="14679"/>
                  </a:cubicBezTo>
                  <a:cubicBezTo>
                    <a:pt x="12255" y="14679"/>
                    <a:pt x="11631" y="14254"/>
                    <a:pt x="10915" y="13357"/>
                  </a:cubicBezTo>
                  <a:cubicBezTo>
                    <a:pt x="9849" y="12023"/>
                    <a:pt x="8931" y="11669"/>
                    <a:pt x="7929" y="11669"/>
                  </a:cubicBezTo>
                  <a:cubicBezTo>
                    <a:pt x="7433" y="11669"/>
                    <a:pt x="6917" y="11756"/>
                    <a:pt x="6352" y="11852"/>
                  </a:cubicBezTo>
                  <a:cubicBezTo>
                    <a:pt x="5700" y="11947"/>
                    <a:pt x="5016" y="12073"/>
                    <a:pt x="4225" y="12073"/>
                  </a:cubicBezTo>
                  <a:cubicBezTo>
                    <a:pt x="4032" y="12073"/>
                    <a:pt x="3832" y="12065"/>
                    <a:pt x="3626" y="12048"/>
                  </a:cubicBezTo>
                  <a:cubicBezTo>
                    <a:pt x="3427" y="12040"/>
                    <a:pt x="3236" y="12036"/>
                    <a:pt x="3050" y="12036"/>
                  </a:cubicBezTo>
                  <a:cubicBezTo>
                    <a:pt x="1293" y="12036"/>
                    <a:pt x="151" y="12412"/>
                    <a:pt x="0" y="13924"/>
                  </a:cubicBezTo>
                  <a:cubicBezTo>
                    <a:pt x="1300" y="14373"/>
                    <a:pt x="1916" y="15712"/>
                    <a:pt x="2326" y="16894"/>
                  </a:cubicBezTo>
                  <a:lnTo>
                    <a:pt x="3215" y="16894"/>
                  </a:lnTo>
                  <a:cubicBezTo>
                    <a:pt x="3215" y="16934"/>
                    <a:pt x="3254" y="16934"/>
                    <a:pt x="3303" y="16934"/>
                  </a:cubicBezTo>
                  <a:cubicBezTo>
                    <a:pt x="3420" y="16934"/>
                    <a:pt x="3547" y="16934"/>
                    <a:pt x="3626" y="16982"/>
                  </a:cubicBezTo>
                  <a:cubicBezTo>
                    <a:pt x="3743" y="16982"/>
                    <a:pt x="3831" y="17021"/>
                    <a:pt x="3948" y="17021"/>
                  </a:cubicBezTo>
                  <a:cubicBezTo>
                    <a:pt x="4153" y="17061"/>
                    <a:pt x="4358" y="17100"/>
                    <a:pt x="4603" y="17139"/>
                  </a:cubicBezTo>
                  <a:cubicBezTo>
                    <a:pt x="5785" y="17305"/>
                    <a:pt x="7212" y="17510"/>
                    <a:pt x="8189" y="17832"/>
                  </a:cubicBezTo>
                  <a:cubicBezTo>
                    <a:pt x="8306" y="17872"/>
                    <a:pt x="8472" y="17911"/>
                    <a:pt x="8589" y="17999"/>
                  </a:cubicBezTo>
                  <a:cubicBezTo>
                    <a:pt x="9850" y="18487"/>
                    <a:pt x="10338" y="19826"/>
                    <a:pt x="10788" y="20969"/>
                  </a:cubicBezTo>
                  <a:cubicBezTo>
                    <a:pt x="11351" y="22461"/>
                    <a:pt x="11775" y="23438"/>
                    <a:pt x="13023" y="23438"/>
                  </a:cubicBezTo>
                  <a:cubicBezTo>
                    <a:pt x="13140" y="23438"/>
                    <a:pt x="13264" y="23429"/>
                    <a:pt x="13397" y="23412"/>
                  </a:cubicBezTo>
                  <a:cubicBezTo>
                    <a:pt x="13924" y="23334"/>
                    <a:pt x="14374" y="23207"/>
                    <a:pt x="14784" y="23089"/>
                  </a:cubicBezTo>
                  <a:cubicBezTo>
                    <a:pt x="15444" y="22905"/>
                    <a:pt x="16033" y="22751"/>
                    <a:pt x="16886" y="22751"/>
                  </a:cubicBezTo>
                  <a:cubicBezTo>
                    <a:pt x="16980" y="22751"/>
                    <a:pt x="17077" y="22753"/>
                    <a:pt x="17178" y="22757"/>
                  </a:cubicBezTo>
                  <a:cubicBezTo>
                    <a:pt x="17667" y="22757"/>
                    <a:pt x="18155" y="22757"/>
                    <a:pt x="18605" y="22796"/>
                  </a:cubicBezTo>
                  <a:cubicBezTo>
                    <a:pt x="19787" y="22845"/>
                    <a:pt x="20969" y="22884"/>
                    <a:pt x="22152" y="22884"/>
                  </a:cubicBezTo>
                  <a:lnTo>
                    <a:pt x="22230" y="22884"/>
                  </a:lnTo>
                  <a:cubicBezTo>
                    <a:pt x="23285" y="22884"/>
                    <a:pt x="24067" y="22884"/>
                    <a:pt x="25122" y="23207"/>
                  </a:cubicBezTo>
                  <a:cubicBezTo>
                    <a:pt x="25816" y="23373"/>
                    <a:pt x="26383" y="23734"/>
                    <a:pt x="26949" y="24067"/>
                  </a:cubicBezTo>
                  <a:cubicBezTo>
                    <a:pt x="27526" y="24389"/>
                    <a:pt x="28054" y="24672"/>
                    <a:pt x="28620" y="24838"/>
                  </a:cubicBezTo>
                  <a:cubicBezTo>
                    <a:pt x="29392" y="25044"/>
                    <a:pt x="30213" y="25083"/>
                    <a:pt x="31024" y="25083"/>
                  </a:cubicBezTo>
                  <a:cubicBezTo>
                    <a:pt x="31395" y="25044"/>
                    <a:pt x="31796" y="25044"/>
                    <a:pt x="32206" y="24995"/>
                  </a:cubicBezTo>
                  <a:cubicBezTo>
                    <a:pt x="32695" y="24995"/>
                    <a:pt x="33184" y="24956"/>
                    <a:pt x="33711" y="24956"/>
                  </a:cubicBezTo>
                  <a:cubicBezTo>
                    <a:pt x="34766" y="24956"/>
                    <a:pt x="35792" y="25083"/>
                    <a:pt x="36848" y="25571"/>
                  </a:cubicBezTo>
                  <a:lnTo>
                    <a:pt x="36809" y="25483"/>
                  </a:lnTo>
                  <a:lnTo>
                    <a:pt x="36809" y="25483"/>
                  </a:lnTo>
                  <a:lnTo>
                    <a:pt x="37258" y="25776"/>
                  </a:lnTo>
                  <a:cubicBezTo>
                    <a:pt x="37336" y="25444"/>
                    <a:pt x="37375" y="25122"/>
                    <a:pt x="37414" y="24799"/>
                  </a:cubicBezTo>
                  <a:cubicBezTo>
                    <a:pt x="37502" y="24262"/>
                    <a:pt x="37620" y="23773"/>
                    <a:pt x="37698" y="23246"/>
                  </a:cubicBezTo>
                  <a:cubicBezTo>
                    <a:pt x="38235" y="19953"/>
                    <a:pt x="38802" y="16533"/>
                    <a:pt x="39857" y="13357"/>
                  </a:cubicBezTo>
                  <a:cubicBezTo>
                    <a:pt x="40229" y="12175"/>
                    <a:pt x="40629" y="10993"/>
                    <a:pt x="41040" y="9810"/>
                  </a:cubicBezTo>
                  <a:cubicBezTo>
                    <a:pt x="41206" y="9322"/>
                    <a:pt x="41362" y="8872"/>
                    <a:pt x="41528" y="8384"/>
                  </a:cubicBezTo>
                  <a:cubicBezTo>
                    <a:pt x="41606" y="8188"/>
                    <a:pt x="41694" y="7944"/>
                    <a:pt x="41733" y="7739"/>
                  </a:cubicBezTo>
                  <a:cubicBezTo>
                    <a:pt x="41812" y="7495"/>
                    <a:pt x="41939" y="7211"/>
                    <a:pt x="42017" y="6967"/>
                  </a:cubicBezTo>
                  <a:cubicBezTo>
                    <a:pt x="40629" y="6556"/>
                    <a:pt x="39369" y="6185"/>
                    <a:pt x="38186" y="5785"/>
                  </a:cubicBezTo>
                  <a:cubicBezTo>
                    <a:pt x="32734" y="3869"/>
                    <a:pt x="24634" y="1300"/>
                    <a:pt x="170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3" name="Google Shape;3663;p60"/>
            <p:cNvSpPr/>
            <p:nvPr/>
          </p:nvSpPr>
          <p:spPr>
            <a:xfrm>
              <a:off x="1479120" y="1601667"/>
              <a:ext cx="798701" cy="483340"/>
            </a:xfrm>
            <a:custGeom>
              <a:avLst/>
              <a:gdLst/>
              <a:ahLst/>
              <a:cxnLst/>
              <a:rect l="l" t="t" r="r" b="b"/>
              <a:pathLst>
                <a:path w="54837" h="33185" extrusionOk="0">
                  <a:moveTo>
                    <a:pt x="1056" y="1"/>
                  </a:moveTo>
                  <a:cubicBezTo>
                    <a:pt x="978" y="167"/>
                    <a:pt x="939" y="323"/>
                    <a:pt x="899" y="490"/>
                  </a:cubicBezTo>
                  <a:cubicBezTo>
                    <a:pt x="899" y="568"/>
                    <a:pt x="851" y="617"/>
                    <a:pt x="851" y="695"/>
                  </a:cubicBezTo>
                  <a:lnTo>
                    <a:pt x="851" y="734"/>
                  </a:lnTo>
                  <a:cubicBezTo>
                    <a:pt x="811" y="773"/>
                    <a:pt x="811" y="861"/>
                    <a:pt x="772" y="900"/>
                  </a:cubicBezTo>
                  <a:lnTo>
                    <a:pt x="772" y="939"/>
                  </a:lnTo>
                  <a:cubicBezTo>
                    <a:pt x="772" y="1017"/>
                    <a:pt x="733" y="1056"/>
                    <a:pt x="733" y="1144"/>
                  </a:cubicBezTo>
                  <a:cubicBezTo>
                    <a:pt x="694" y="1222"/>
                    <a:pt x="694" y="1261"/>
                    <a:pt x="694" y="1349"/>
                  </a:cubicBezTo>
                  <a:cubicBezTo>
                    <a:pt x="655" y="1428"/>
                    <a:pt x="655" y="1467"/>
                    <a:pt x="655" y="1545"/>
                  </a:cubicBezTo>
                  <a:cubicBezTo>
                    <a:pt x="606" y="1633"/>
                    <a:pt x="606" y="1672"/>
                    <a:pt x="606" y="1711"/>
                  </a:cubicBezTo>
                  <a:lnTo>
                    <a:pt x="606" y="1750"/>
                  </a:lnTo>
                  <a:cubicBezTo>
                    <a:pt x="567" y="1789"/>
                    <a:pt x="567" y="1838"/>
                    <a:pt x="567" y="1916"/>
                  </a:cubicBezTo>
                  <a:cubicBezTo>
                    <a:pt x="528" y="1955"/>
                    <a:pt x="528" y="2033"/>
                    <a:pt x="528" y="2082"/>
                  </a:cubicBezTo>
                  <a:cubicBezTo>
                    <a:pt x="489" y="2366"/>
                    <a:pt x="450" y="2571"/>
                    <a:pt x="450" y="2688"/>
                  </a:cubicBezTo>
                  <a:cubicBezTo>
                    <a:pt x="362" y="3059"/>
                    <a:pt x="450" y="3587"/>
                    <a:pt x="528" y="4115"/>
                  </a:cubicBezTo>
                  <a:cubicBezTo>
                    <a:pt x="655" y="5170"/>
                    <a:pt x="811" y="6352"/>
                    <a:pt x="0" y="6968"/>
                  </a:cubicBezTo>
                  <a:cubicBezTo>
                    <a:pt x="2316" y="11805"/>
                    <a:pt x="4808" y="15029"/>
                    <a:pt x="7817" y="17062"/>
                  </a:cubicBezTo>
                  <a:lnTo>
                    <a:pt x="7935" y="17140"/>
                  </a:lnTo>
                  <a:lnTo>
                    <a:pt x="7935" y="17306"/>
                  </a:lnTo>
                  <a:cubicBezTo>
                    <a:pt x="7817" y="18449"/>
                    <a:pt x="7163" y="19299"/>
                    <a:pt x="6518" y="20110"/>
                  </a:cubicBezTo>
                  <a:cubicBezTo>
                    <a:pt x="5785" y="21048"/>
                    <a:pt x="5052" y="21947"/>
                    <a:pt x="5169" y="23374"/>
                  </a:cubicBezTo>
                  <a:cubicBezTo>
                    <a:pt x="7690" y="23823"/>
                    <a:pt x="8062" y="25777"/>
                    <a:pt x="8384" y="27605"/>
                  </a:cubicBezTo>
                  <a:cubicBezTo>
                    <a:pt x="8628" y="28953"/>
                    <a:pt x="8912" y="30370"/>
                    <a:pt x="9977" y="31269"/>
                  </a:cubicBezTo>
                  <a:cubicBezTo>
                    <a:pt x="10465" y="31718"/>
                    <a:pt x="11032" y="31757"/>
                    <a:pt x="11599" y="31836"/>
                  </a:cubicBezTo>
                  <a:cubicBezTo>
                    <a:pt x="12009" y="31884"/>
                    <a:pt x="12459" y="31924"/>
                    <a:pt x="12869" y="32080"/>
                  </a:cubicBezTo>
                  <a:cubicBezTo>
                    <a:pt x="13192" y="32207"/>
                    <a:pt x="13436" y="32451"/>
                    <a:pt x="13680" y="32656"/>
                  </a:cubicBezTo>
                  <a:cubicBezTo>
                    <a:pt x="13924" y="32862"/>
                    <a:pt x="14130" y="33057"/>
                    <a:pt x="14374" y="33106"/>
                  </a:cubicBezTo>
                  <a:cubicBezTo>
                    <a:pt x="14579" y="33184"/>
                    <a:pt x="14775" y="33184"/>
                    <a:pt x="14980" y="33184"/>
                  </a:cubicBezTo>
                  <a:cubicBezTo>
                    <a:pt x="15556" y="33184"/>
                    <a:pt x="16162" y="32979"/>
                    <a:pt x="16778" y="32774"/>
                  </a:cubicBezTo>
                  <a:cubicBezTo>
                    <a:pt x="17344" y="32568"/>
                    <a:pt x="17911" y="32412"/>
                    <a:pt x="18527" y="32324"/>
                  </a:cubicBezTo>
                  <a:lnTo>
                    <a:pt x="18810" y="32324"/>
                  </a:lnTo>
                  <a:cubicBezTo>
                    <a:pt x="18810" y="31924"/>
                    <a:pt x="18849" y="31513"/>
                    <a:pt x="18888" y="31103"/>
                  </a:cubicBezTo>
                  <a:cubicBezTo>
                    <a:pt x="18927" y="30614"/>
                    <a:pt x="18976" y="30087"/>
                    <a:pt x="18976" y="29637"/>
                  </a:cubicBezTo>
                  <a:lnTo>
                    <a:pt x="18976" y="29354"/>
                  </a:lnTo>
                  <a:lnTo>
                    <a:pt x="19260" y="29393"/>
                  </a:lnTo>
                  <a:lnTo>
                    <a:pt x="53664" y="33106"/>
                  </a:lnTo>
                  <a:lnTo>
                    <a:pt x="53820" y="33106"/>
                  </a:lnTo>
                  <a:lnTo>
                    <a:pt x="54104" y="26383"/>
                  </a:lnTo>
                  <a:lnTo>
                    <a:pt x="54553" y="15068"/>
                  </a:lnTo>
                  <a:lnTo>
                    <a:pt x="54837" y="8873"/>
                  </a:lnTo>
                  <a:cubicBezTo>
                    <a:pt x="43355" y="8101"/>
                    <a:pt x="31552" y="5903"/>
                    <a:pt x="20442" y="3665"/>
                  </a:cubicBezTo>
                  <a:cubicBezTo>
                    <a:pt x="17706" y="3098"/>
                    <a:pt x="14902" y="2610"/>
                    <a:pt x="12175" y="2160"/>
                  </a:cubicBezTo>
                  <a:cubicBezTo>
                    <a:pt x="8511" y="1506"/>
                    <a:pt x="4720" y="861"/>
                    <a:pt x="10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4" name="Google Shape;3664;p60"/>
            <p:cNvSpPr/>
            <p:nvPr/>
          </p:nvSpPr>
          <p:spPr>
            <a:xfrm>
              <a:off x="2751722" y="1700155"/>
              <a:ext cx="508814" cy="550222"/>
            </a:xfrm>
            <a:custGeom>
              <a:avLst/>
              <a:gdLst/>
              <a:ahLst/>
              <a:cxnLst/>
              <a:rect l="l" t="t" r="r" b="b"/>
              <a:pathLst>
                <a:path w="34934" h="37777" extrusionOk="0">
                  <a:moveTo>
                    <a:pt x="10339" y="1"/>
                  </a:moveTo>
                  <a:cubicBezTo>
                    <a:pt x="10339" y="323"/>
                    <a:pt x="10339" y="646"/>
                    <a:pt x="10378" y="978"/>
                  </a:cubicBezTo>
                  <a:cubicBezTo>
                    <a:pt x="10378" y="1378"/>
                    <a:pt x="10417" y="1789"/>
                    <a:pt x="10417" y="2111"/>
                  </a:cubicBezTo>
                  <a:lnTo>
                    <a:pt x="10417" y="2356"/>
                  </a:lnTo>
                  <a:lnTo>
                    <a:pt x="10212" y="2356"/>
                  </a:lnTo>
                  <a:cubicBezTo>
                    <a:pt x="7241" y="2727"/>
                    <a:pt x="4066" y="2932"/>
                    <a:pt x="489" y="3010"/>
                  </a:cubicBezTo>
                  <a:lnTo>
                    <a:pt x="1" y="4026"/>
                  </a:lnTo>
                  <a:lnTo>
                    <a:pt x="1750" y="7896"/>
                  </a:lnTo>
                  <a:lnTo>
                    <a:pt x="2395" y="11931"/>
                  </a:lnTo>
                  <a:cubicBezTo>
                    <a:pt x="2805" y="14325"/>
                    <a:pt x="2727" y="14570"/>
                    <a:pt x="2639" y="14980"/>
                  </a:cubicBezTo>
                  <a:cubicBezTo>
                    <a:pt x="2561" y="15263"/>
                    <a:pt x="2522" y="15596"/>
                    <a:pt x="2561" y="16856"/>
                  </a:cubicBezTo>
                  <a:cubicBezTo>
                    <a:pt x="2727" y="19748"/>
                    <a:pt x="3616" y="20559"/>
                    <a:pt x="3616" y="20598"/>
                  </a:cubicBezTo>
                  <a:lnTo>
                    <a:pt x="4154" y="21048"/>
                  </a:lnTo>
                  <a:lnTo>
                    <a:pt x="2932" y="21009"/>
                  </a:lnTo>
                  <a:lnTo>
                    <a:pt x="2932" y="21087"/>
                  </a:lnTo>
                  <a:cubicBezTo>
                    <a:pt x="2971" y="21859"/>
                    <a:pt x="2844" y="22064"/>
                    <a:pt x="2600" y="22435"/>
                  </a:cubicBezTo>
                  <a:cubicBezTo>
                    <a:pt x="2522" y="22592"/>
                    <a:pt x="2395" y="22758"/>
                    <a:pt x="2278" y="23041"/>
                  </a:cubicBezTo>
                  <a:cubicBezTo>
                    <a:pt x="1711" y="24263"/>
                    <a:pt x="1867" y="24390"/>
                    <a:pt x="2395" y="24790"/>
                  </a:cubicBezTo>
                  <a:cubicBezTo>
                    <a:pt x="2639" y="24995"/>
                    <a:pt x="3010" y="25279"/>
                    <a:pt x="3372" y="25806"/>
                  </a:cubicBezTo>
                  <a:cubicBezTo>
                    <a:pt x="4193" y="26911"/>
                    <a:pt x="4105" y="28826"/>
                    <a:pt x="4027" y="30497"/>
                  </a:cubicBezTo>
                  <a:cubicBezTo>
                    <a:pt x="4027" y="31230"/>
                    <a:pt x="3988" y="31962"/>
                    <a:pt x="4027" y="32490"/>
                  </a:cubicBezTo>
                  <a:cubicBezTo>
                    <a:pt x="4193" y="34034"/>
                    <a:pt x="4193" y="36027"/>
                    <a:pt x="4193" y="37493"/>
                  </a:cubicBezTo>
                  <a:lnTo>
                    <a:pt x="4193" y="37581"/>
                  </a:lnTo>
                  <a:lnTo>
                    <a:pt x="28416" y="37776"/>
                  </a:lnTo>
                  <a:lnTo>
                    <a:pt x="28904" y="37776"/>
                  </a:lnTo>
                  <a:cubicBezTo>
                    <a:pt x="28865" y="36926"/>
                    <a:pt x="28826" y="35822"/>
                    <a:pt x="28533" y="35089"/>
                  </a:cubicBezTo>
                  <a:cubicBezTo>
                    <a:pt x="28171" y="34239"/>
                    <a:pt x="27478" y="33623"/>
                    <a:pt x="26745" y="33467"/>
                  </a:cubicBezTo>
                  <a:cubicBezTo>
                    <a:pt x="26667" y="33428"/>
                    <a:pt x="26540" y="33428"/>
                    <a:pt x="26422" y="33428"/>
                  </a:cubicBezTo>
                  <a:cubicBezTo>
                    <a:pt x="26139" y="33379"/>
                    <a:pt x="25895" y="33340"/>
                    <a:pt x="25601" y="33223"/>
                  </a:cubicBezTo>
                  <a:cubicBezTo>
                    <a:pt x="25240" y="33057"/>
                    <a:pt x="24996" y="32734"/>
                    <a:pt x="24790" y="32451"/>
                  </a:cubicBezTo>
                  <a:cubicBezTo>
                    <a:pt x="24185" y="31591"/>
                    <a:pt x="23696" y="30653"/>
                    <a:pt x="23403" y="29676"/>
                  </a:cubicBezTo>
                  <a:cubicBezTo>
                    <a:pt x="23328" y="29691"/>
                    <a:pt x="23253" y="29698"/>
                    <a:pt x="23177" y="29698"/>
                  </a:cubicBezTo>
                  <a:cubicBezTo>
                    <a:pt x="22602" y="29698"/>
                    <a:pt x="22027" y="29292"/>
                    <a:pt x="21742" y="28826"/>
                  </a:cubicBezTo>
                  <a:cubicBezTo>
                    <a:pt x="21371" y="28210"/>
                    <a:pt x="21331" y="27477"/>
                    <a:pt x="21292" y="26832"/>
                  </a:cubicBezTo>
                  <a:cubicBezTo>
                    <a:pt x="21204" y="25484"/>
                    <a:pt x="21087" y="23813"/>
                    <a:pt x="21898" y="22435"/>
                  </a:cubicBezTo>
                  <a:cubicBezTo>
                    <a:pt x="22064" y="22142"/>
                    <a:pt x="22269" y="21859"/>
                    <a:pt x="22475" y="21576"/>
                  </a:cubicBezTo>
                  <a:cubicBezTo>
                    <a:pt x="22963" y="20882"/>
                    <a:pt x="23452" y="20237"/>
                    <a:pt x="23247" y="19504"/>
                  </a:cubicBezTo>
                  <a:cubicBezTo>
                    <a:pt x="23247" y="19416"/>
                    <a:pt x="23208" y="19338"/>
                    <a:pt x="23208" y="19260"/>
                  </a:cubicBezTo>
                  <a:cubicBezTo>
                    <a:pt x="23041" y="18810"/>
                    <a:pt x="22875" y="18156"/>
                    <a:pt x="23403" y="17872"/>
                  </a:cubicBezTo>
                  <a:cubicBezTo>
                    <a:pt x="23517" y="17823"/>
                    <a:pt x="23629" y="17806"/>
                    <a:pt x="23736" y="17806"/>
                  </a:cubicBezTo>
                  <a:cubicBezTo>
                    <a:pt x="23904" y="17806"/>
                    <a:pt x="24059" y="17848"/>
                    <a:pt x="24185" y="17872"/>
                  </a:cubicBezTo>
                  <a:lnTo>
                    <a:pt x="24302" y="17911"/>
                  </a:lnTo>
                  <a:cubicBezTo>
                    <a:pt x="24341" y="17911"/>
                    <a:pt x="24380" y="17911"/>
                    <a:pt x="24429" y="17950"/>
                  </a:cubicBezTo>
                  <a:lnTo>
                    <a:pt x="24869" y="17950"/>
                  </a:lnTo>
                  <a:cubicBezTo>
                    <a:pt x="24918" y="17911"/>
                    <a:pt x="24918" y="17911"/>
                    <a:pt x="24957" y="17911"/>
                  </a:cubicBezTo>
                  <a:lnTo>
                    <a:pt x="25035" y="17911"/>
                  </a:lnTo>
                  <a:lnTo>
                    <a:pt x="25074" y="17872"/>
                  </a:lnTo>
                  <a:lnTo>
                    <a:pt x="25162" y="17872"/>
                  </a:lnTo>
                  <a:lnTo>
                    <a:pt x="25201" y="17833"/>
                  </a:lnTo>
                  <a:lnTo>
                    <a:pt x="25240" y="17833"/>
                  </a:lnTo>
                  <a:cubicBezTo>
                    <a:pt x="25279" y="17833"/>
                    <a:pt x="25318" y="17794"/>
                    <a:pt x="25318" y="17794"/>
                  </a:cubicBezTo>
                  <a:lnTo>
                    <a:pt x="25357" y="17794"/>
                  </a:lnTo>
                  <a:cubicBezTo>
                    <a:pt x="26051" y="17462"/>
                    <a:pt x="26579" y="16690"/>
                    <a:pt x="26872" y="16240"/>
                  </a:cubicBezTo>
                  <a:lnTo>
                    <a:pt x="26872" y="16240"/>
                  </a:lnTo>
                  <a:cubicBezTo>
                    <a:pt x="26111" y="16603"/>
                    <a:pt x="25335" y="16965"/>
                    <a:pt x="24753" y="16965"/>
                  </a:cubicBezTo>
                  <a:cubicBezTo>
                    <a:pt x="24550" y="16965"/>
                    <a:pt x="24370" y="16921"/>
                    <a:pt x="24224" y="16817"/>
                  </a:cubicBezTo>
                  <a:cubicBezTo>
                    <a:pt x="23940" y="16524"/>
                    <a:pt x="23852" y="16084"/>
                    <a:pt x="23979" y="15390"/>
                  </a:cubicBezTo>
                  <a:cubicBezTo>
                    <a:pt x="24263" y="14247"/>
                    <a:pt x="26178" y="12742"/>
                    <a:pt x="28337" y="11198"/>
                  </a:cubicBezTo>
                  <a:cubicBezTo>
                    <a:pt x="28777" y="10866"/>
                    <a:pt x="29188" y="10583"/>
                    <a:pt x="29432" y="10378"/>
                  </a:cubicBezTo>
                  <a:cubicBezTo>
                    <a:pt x="29881" y="10016"/>
                    <a:pt x="30614" y="9645"/>
                    <a:pt x="31347" y="9244"/>
                  </a:cubicBezTo>
                  <a:cubicBezTo>
                    <a:pt x="32979" y="8423"/>
                    <a:pt x="34933" y="7407"/>
                    <a:pt x="34767" y="6186"/>
                  </a:cubicBezTo>
                  <a:cubicBezTo>
                    <a:pt x="34518" y="6169"/>
                    <a:pt x="34269" y="6161"/>
                    <a:pt x="34021" y="6161"/>
                  </a:cubicBezTo>
                  <a:cubicBezTo>
                    <a:pt x="33128" y="6161"/>
                    <a:pt x="32233" y="6261"/>
                    <a:pt x="31308" y="6391"/>
                  </a:cubicBezTo>
                  <a:cubicBezTo>
                    <a:pt x="30366" y="6510"/>
                    <a:pt x="29424" y="6628"/>
                    <a:pt x="28476" y="6628"/>
                  </a:cubicBezTo>
                  <a:cubicBezTo>
                    <a:pt x="27782" y="6628"/>
                    <a:pt x="27085" y="6565"/>
                    <a:pt x="26383" y="6391"/>
                  </a:cubicBezTo>
                  <a:cubicBezTo>
                    <a:pt x="25279" y="6147"/>
                    <a:pt x="24712" y="5619"/>
                    <a:pt x="24136" y="5043"/>
                  </a:cubicBezTo>
                  <a:cubicBezTo>
                    <a:pt x="23852" y="4759"/>
                    <a:pt x="23569" y="4515"/>
                    <a:pt x="23208" y="4271"/>
                  </a:cubicBezTo>
                  <a:cubicBezTo>
                    <a:pt x="22604" y="3825"/>
                    <a:pt x="22402" y="3707"/>
                    <a:pt x="22127" y="3707"/>
                  </a:cubicBezTo>
                  <a:cubicBezTo>
                    <a:pt x="22028" y="3707"/>
                    <a:pt x="21920" y="3722"/>
                    <a:pt x="21781" y="3743"/>
                  </a:cubicBezTo>
                  <a:cubicBezTo>
                    <a:pt x="21498" y="3782"/>
                    <a:pt x="21126" y="3870"/>
                    <a:pt x="20520" y="3870"/>
                  </a:cubicBezTo>
                  <a:cubicBezTo>
                    <a:pt x="19661" y="3870"/>
                    <a:pt x="19094" y="3665"/>
                    <a:pt x="18517" y="3460"/>
                  </a:cubicBezTo>
                  <a:cubicBezTo>
                    <a:pt x="18195" y="3333"/>
                    <a:pt x="17912" y="3254"/>
                    <a:pt x="17540" y="3137"/>
                  </a:cubicBezTo>
                  <a:cubicBezTo>
                    <a:pt x="17276" y="3084"/>
                    <a:pt x="16935" y="3063"/>
                    <a:pt x="16582" y="3063"/>
                  </a:cubicBezTo>
                  <a:cubicBezTo>
                    <a:pt x="16347" y="3063"/>
                    <a:pt x="16106" y="3073"/>
                    <a:pt x="15879" y="3088"/>
                  </a:cubicBezTo>
                  <a:cubicBezTo>
                    <a:pt x="15623" y="3104"/>
                    <a:pt x="15363" y="3115"/>
                    <a:pt x="15110" y="3115"/>
                  </a:cubicBezTo>
                  <a:cubicBezTo>
                    <a:pt x="14592" y="3115"/>
                    <a:pt x="14101" y="3070"/>
                    <a:pt x="13720" y="2932"/>
                  </a:cubicBezTo>
                  <a:cubicBezTo>
                    <a:pt x="12743" y="2522"/>
                    <a:pt x="11677" y="1427"/>
                    <a:pt x="10700" y="401"/>
                  </a:cubicBezTo>
                  <a:cubicBezTo>
                    <a:pt x="10583" y="284"/>
                    <a:pt x="10456" y="118"/>
                    <a:pt x="103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5" name="Google Shape;3665;p60"/>
            <p:cNvSpPr/>
            <p:nvPr/>
          </p:nvSpPr>
          <p:spPr>
            <a:xfrm>
              <a:off x="3259808" y="1837066"/>
              <a:ext cx="419283" cy="218329"/>
            </a:xfrm>
            <a:custGeom>
              <a:avLst/>
              <a:gdLst/>
              <a:ahLst/>
              <a:cxnLst/>
              <a:rect l="l" t="t" r="r" b="b"/>
              <a:pathLst>
                <a:path w="28787" h="14990" extrusionOk="0">
                  <a:moveTo>
                    <a:pt x="8188" y="1"/>
                  </a:moveTo>
                  <a:cubicBezTo>
                    <a:pt x="6645" y="450"/>
                    <a:pt x="5130" y="1955"/>
                    <a:pt x="3713" y="3421"/>
                  </a:cubicBezTo>
                  <a:cubicBezTo>
                    <a:pt x="2443" y="4730"/>
                    <a:pt x="1270" y="5951"/>
                    <a:pt x="0" y="6479"/>
                  </a:cubicBezTo>
                  <a:cubicBezTo>
                    <a:pt x="49" y="6479"/>
                    <a:pt x="88" y="6479"/>
                    <a:pt x="127" y="6518"/>
                  </a:cubicBezTo>
                  <a:cubicBezTo>
                    <a:pt x="166" y="6518"/>
                    <a:pt x="166" y="6518"/>
                    <a:pt x="205" y="6557"/>
                  </a:cubicBezTo>
                  <a:lnTo>
                    <a:pt x="244" y="6557"/>
                  </a:lnTo>
                  <a:cubicBezTo>
                    <a:pt x="244" y="6557"/>
                    <a:pt x="293" y="6596"/>
                    <a:pt x="332" y="6596"/>
                  </a:cubicBezTo>
                  <a:lnTo>
                    <a:pt x="332" y="6635"/>
                  </a:lnTo>
                  <a:cubicBezTo>
                    <a:pt x="371" y="6635"/>
                    <a:pt x="411" y="6684"/>
                    <a:pt x="450" y="6684"/>
                  </a:cubicBezTo>
                  <a:cubicBezTo>
                    <a:pt x="655" y="6928"/>
                    <a:pt x="694" y="7212"/>
                    <a:pt x="733" y="7456"/>
                  </a:cubicBezTo>
                  <a:lnTo>
                    <a:pt x="733" y="7573"/>
                  </a:lnTo>
                  <a:cubicBezTo>
                    <a:pt x="733" y="7661"/>
                    <a:pt x="733" y="7739"/>
                    <a:pt x="782" y="7818"/>
                  </a:cubicBezTo>
                  <a:cubicBezTo>
                    <a:pt x="899" y="8638"/>
                    <a:pt x="1759" y="9127"/>
                    <a:pt x="2687" y="9322"/>
                  </a:cubicBezTo>
                  <a:cubicBezTo>
                    <a:pt x="2892" y="9371"/>
                    <a:pt x="3098" y="9410"/>
                    <a:pt x="3342" y="9410"/>
                  </a:cubicBezTo>
                  <a:cubicBezTo>
                    <a:pt x="3625" y="9449"/>
                    <a:pt x="3909" y="9449"/>
                    <a:pt x="4202" y="9449"/>
                  </a:cubicBezTo>
                  <a:cubicBezTo>
                    <a:pt x="5179" y="9449"/>
                    <a:pt x="6156" y="9449"/>
                    <a:pt x="7006" y="9938"/>
                  </a:cubicBezTo>
                  <a:cubicBezTo>
                    <a:pt x="7329" y="10143"/>
                    <a:pt x="7661" y="10426"/>
                    <a:pt x="7944" y="10710"/>
                  </a:cubicBezTo>
                  <a:cubicBezTo>
                    <a:pt x="8188" y="10915"/>
                    <a:pt x="8394" y="11120"/>
                    <a:pt x="8677" y="11277"/>
                  </a:cubicBezTo>
                  <a:cubicBezTo>
                    <a:pt x="8794" y="11365"/>
                    <a:pt x="8921" y="11443"/>
                    <a:pt x="9087" y="11521"/>
                  </a:cubicBezTo>
                  <a:cubicBezTo>
                    <a:pt x="9410" y="11726"/>
                    <a:pt x="9771" y="11892"/>
                    <a:pt x="10016" y="12215"/>
                  </a:cubicBezTo>
                  <a:cubicBezTo>
                    <a:pt x="10309" y="12547"/>
                    <a:pt x="10426" y="12947"/>
                    <a:pt x="10553" y="13319"/>
                  </a:cubicBezTo>
                  <a:cubicBezTo>
                    <a:pt x="10592" y="13524"/>
                    <a:pt x="10631" y="13680"/>
                    <a:pt x="10709" y="13885"/>
                  </a:cubicBezTo>
                  <a:cubicBezTo>
                    <a:pt x="10749" y="13925"/>
                    <a:pt x="10797" y="14013"/>
                    <a:pt x="10797" y="14052"/>
                  </a:cubicBezTo>
                  <a:lnTo>
                    <a:pt x="10836" y="14091"/>
                  </a:lnTo>
                  <a:cubicBezTo>
                    <a:pt x="10876" y="14130"/>
                    <a:pt x="10876" y="14169"/>
                    <a:pt x="10915" y="14208"/>
                  </a:cubicBezTo>
                  <a:cubicBezTo>
                    <a:pt x="10915" y="14257"/>
                    <a:pt x="10954" y="14257"/>
                    <a:pt x="10954" y="14296"/>
                  </a:cubicBezTo>
                  <a:cubicBezTo>
                    <a:pt x="10993" y="14335"/>
                    <a:pt x="10993" y="14374"/>
                    <a:pt x="11042" y="14413"/>
                  </a:cubicBezTo>
                  <a:cubicBezTo>
                    <a:pt x="11081" y="14413"/>
                    <a:pt x="11081" y="14413"/>
                    <a:pt x="11081" y="14452"/>
                  </a:cubicBezTo>
                  <a:cubicBezTo>
                    <a:pt x="11120" y="14501"/>
                    <a:pt x="11159" y="14540"/>
                    <a:pt x="11198" y="14540"/>
                  </a:cubicBezTo>
                  <a:cubicBezTo>
                    <a:pt x="11198" y="14579"/>
                    <a:pt x="11237" y="14579"/>
                    <a:pt x="11237" y="14618"/>
                  </a:cubicBezTo>
                  <a:cubicBezTo>
                    <a:pt x="11286" y="14618"/>
                    <a:pt x="11325" y="14657"/>
                    <a:pt x="11364" y="14697"/>
                  </a:cubicBezTo>
                  <a:lnTo>
                    <a:pt x="11403" y="14745"/>
                  </a:lnTo>
                  <a:cubicBezTo>
                    <a:pt x="11442" y="14784"/>
                    <a:pt x="11481" y="14824"/>
                    <a:pt x="11530" y="14863"/>
                  </a:cubicBezTo>
                  <a:lnTo>
                    <a:pt x="11569" y="14863"/>
                  </a:lnTo>
                  <a:cubicBezTo>
                    <a:pt x="11647" y="14902"/>
                    <a:pt x="11687" y="14941"/>
                    <a:pt x="11775" y="14990"/>
                  </a:cubicBezTo>
                  <a:cubicBezTo>
                    <a:pt x="11814" y="14824"/>
                    <a:pt x="11892" y="14697"/>
                    <a:pt x="11931" y="14540"/>
                  </a:cubicBezTo>
                  <a:cubicBezTo>
                    <a:pt x="12214" y="13925"/>
                    <a:pt x="12458" y="13319"/>
                    <a:pt x="12664" y="12703"/>
                  </a:cubicBezTo>
                  <a:cubicBezTo>
                    <a:pt x="13436" y="10426"/>
                    <a:pt x="14217" y="10182"/>
                    <a:pt x="16172" y="9977"/>
                  </a:cubicBezTo>
                  <a:cubicBezTo>
                    <a:pt x="17637" y="9860"/>
                    <a:pt x="18614" y="9283"/>
                    <a:pt x="20080" y="8472"/>
                  </a:cubicBezTo>
                  <a:lnTo>
                    <a:pt x="20197" y="8394"/>
                  </a:lnTo>
                  <a:cubicBezTo>
                    <a:pt x="21530" y="7650"/>
                    <a:pt x="22411" y="7234"/>
                    <a:pt x="23521" y="7234"/>
                  </a:cubicBezTo>
                  <a:cubicBezTo>
                    <a:pt x="23941" y="7234"/>
                    <a:pt x="24394" y="7294"/>
                    <a:pt x="24917" y="7417"/>
                  </a:cubicBezTo>
                  <a:cubicBezTo>
                    <a:pt x="25122" y="7456"/>
                    <a:pt x="25327" y="7495"/>
                    <a:pt x="25493" y="7534"/>
                  </a:cubicBezTo>
                  <a:cubicBezTo>
                    <a:pt x="26185" y="7700"/>
                    <a:pt x="26790" y="7852"/>
                    <a:pt x="27410" y="7852"/>
                  </a:cubicBezTo>
                  <a:cubicBezTo>
                    <a:pt x="27849" y="7852"/>
                    <a:pt x="28296" y="7776"/>
                    <a:pt x="28786" y="7573"/>
                  </a:cubicBezTo>
                  <a:cubicBezTo>
                    <a:pt x="28337" y="7124"/>
                    <a:pt x="28141" y="6635"/>
                    <a:pt x="27975" y="6196"/>
                  </a:cubicBezTo>
                  <a:cubicBezTo>
                    <a:pt x="27809" y="5785"/>
                    <a:pt x="27692" y="5414"/>
                    <a:pt x="27360" y="5052"/>
                  </a:cubicBezTo>
                  <a:cubicBezTo>
                    <a:pt x="26676" y="4241"/>
                    <a:pt x="25777" y="4153"/>
                    <a:pt x="24839" y="4036"/>
                  </a:cubicBezTo>
                  <a:cubicBezTo>
                    <a:pt x="24516" y="4036"/>
                    <a:pt x="24184" y="3997"/>
                    <a:pt x="23862" y="3909"/>
                  </a:cubicBezTo>
                  <a:cubicBezTo>
                    <a:pt x="23500" y="3831"/>
                    <a:pt x="23090" y="3704"/>
                    <a:pt x="22718" y="3587"/>
                  </a:cubicBezTo>
                  <a:cubicBezTo>
                    <a:pt x="22124" y="3369"/>
                    <a:pt x="21531" y="3151"/>
                    <a:pt x="20972" y="3151"/>
                  </a:cubicBezTo>
                  <a:cubicBezTo>
                    <a:pt x="20805" y="3151"/>
                    <a:pt x="20641" y="3170"/>
                    <a:pt x="20481" y="3215"/>
                  </a:cubicBezTo>
                  <a:cubicBezTo>
                    <a:pt x="19992" y="3381"/>
                    <a:pt x="19543" y="3704"/>
                    <a:pt x="19142" y="4036"/>
                  </a:cubicBezTo>
                  <a:cubicBezTo>
                    <a:pt x="18732" y="4398"/>
                    <a:pt x="18282" y="4730"/>
                    <a:pt x="17794" y="4925"/>
                  </a:cubicBezTo>
                  <a:lnTo>
                    <a:pt x="17393" y="5091"/>
                  </a:lnTo>
                  <a:cubicBezTo>
                    <a:pt x="15935" y="5649"/>
                    <a:pt x="13824" y="6470"/>
                    <a:pt x="12174" y="6470"/>
                  </a:cubicBezTo>
                  <a:cubicBezTo>
                    <a:pt x="11888" y="6470"/>
                    <a:pt x="11616" y="6446"/>
                    <a:pt x="11364" y="6391"/>
                  </a:cubicBezTo>
                  <a:cubicBezTo>
                    <a:pt x="10876" y="6274"/>
                    <a:pt x="10553" y="6108"/>
                    <a:pt x="10221" y="5951"/>
                  </a:cubicBezTo>
                  <a:cubicBezTo>
                    <a:pt x="9820" y="5707"/>
                    <a:pt x="9449" y="5502"/>
                    <a:pt x="8638" y="5502"/>
                  </a:cubicBezTo>
                  <a:cubicBezTo>
                    <a:pt x="8355" y="5502"/>
                    <a:pt x="8110" y="5580"/>
                    <a:pt x="7866" y="5658"/>
                  </a:cubicBezTo>
                  <a:cubicBezTo>
                    <a:pt x="7646" y="5733"/>
                    <a:pt x="7417" y="5808"/>
                    <a:pt x="7186" y="5808"/>
                  </a:cubicBezTo>
                  <a:cubicBezTo>
                    <a:pt x="6904" y="5808"/>
                    <a:pt x="6620" y="5696"/>
                    <a:pt x="6351" y="5336"/>
                  </a:cubicBezTo>
                  <a:cubicBezTo>
                    <a:pt x="5707" y="4398"/>
                    <a:pt x="6684" y="2688"/>
                    <a:pt x="7534" y="1183"/>
                  </a:cubicBezTo>
                  <a:cubicBezTo>
                    <a:pt x="7778" y="733"/>
                    <a:pt x="8022" y="333"/>
                    <a:pt x="81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6" name="Google Shape;3666;p60"/>
            <p:cNvSpPr/>
            <p:nvPr/>
          </p:nvSpPr>
          <p:spPr>
            <a:xfrm>
              <a:off x="3066530" y="1928243"/>
              <a:ext cx="381865" cy="395702"/>
            </a:xfrm>
            <a:custGeom>
              <a:avLst/>
              <a:gdLst/>
              <a:ahLst/>
              <a:cxnLst/>
              <a:rect l="l" t="t" r="r" b="b"/>
              <a:pathLst>
                <a:path w="26218" h="27168" extrusionOk="0">
                  <a:moveTo>
                    <a:pt x="6556" y="0"/>
                  </a:moveTo>
                  <a:cubicBezTo>
                    <a:pt x="6489" y="0"/>
                    <a:pt x="6350" y="59"/>
                    <a:pt x="6069" y="219"/>
                  </a:cubicBezTo>
                  <a:lnTo>
                    <a:pt x="5785" y="668"/>
                  </a:lnTo>
                  <a:cubicBezTo>
                    <a:pt x="5009" y="2035"/>
                    <a:pt x="4021" y="2798"/>
                    <a:pt x="3062" y="2798"/>
                  </a:cubicBezTo>
                  <a:cubicBezTo>
                    <a:pt x="2910" y="2798"/>
                    <a:pt x="2759" y="2779"/>
                    <a:pt x="2610" y="2740"/>
                  </a:cubicBezTo>
                  <a:lnTo>
                    <a:pt x="2444" y="2701"/>
                  </a:lnTo>
                  <a:cubicBezTo>
                    <a:pt x="2326" y="2673"/>
                    <a:pt x="2214" y="2646"/>
                    <a:pt x="2127" y="2646"/>
                  </a:cubicBezTo>
                  <a:cubicBezTo>
                    <a:pt x="2091" y="2646"/>
                    <a:pt x="2059" y="2650"/>
                    <a:pt x="2033" y="2662"/>
                  </a:cubicBezTo>
                  <a:cubicBezTo>
                    <a:pt x="1877" y="2740"/>
                    <a:pt x="1916" y="2984"/>
                    <a:pt x="2082" y="3473"/>
                  </a:cubicBezTo>
                  <a:cubicBezTo>
                    <a:pt x="2082" y="3551"/>
                    <a:pt x="2121" y="3639"/>
                    <a:pt x="2160" y="3717"/>
                  </a:cubicBezTo>
                  <a:cubicBezTo>
                    <a:pt x="2365" y="4694"/>
                    <a:pt x="1789" y="5466"/>
                    <a:pt x="1261" y="6238"/>
                  </a:cubicBezTo>
                  <a:cubicBezTo>
                    <a:pt x="1056" y="6482"/>
                    <a:pt x="861" y="6775"/>
                    <a:pt x="695" y="7020"/>
                  </a:cubicBezTo>
                  <a:cubicBezTo>
                    <a:pt x="1" y="8280"/>
                    <a:pt x="79" y="9863"/>
                    <a:pt x="167" y="11172"/>
                  </a:cubicBezTo>
                  <a:cubicBezTo>
                    <a:pt x="206" y="11739"/>
                    <a:pt x="245" y="12394"/>
                    <a:pt x="568" y="12882"/>
                  </a:cubicBezTo>
                  <a:cubicBezTo>
                    <a:pt x="768" y="13243"/>
                    <a:pt x="1192" y="13532"/>
                    <a:pt x="1608" y="13532"/>
                  </a:cubicBezTo>
                  <a:cubicBezTo>
                    <a:pt x="1699" y="13532"/>
                    <a:pt x="1789" y="13518"/>
                    <a:pt x="1877" y="13488"/>
                  </a:cubicBezTo>
                  <a:lnTo>
                    <a:pt x="2121" y="13371"/>
                  </a:lnTo>
                  <a:lnTo>
                    <a:pt x="2199" y="13654"/>
                  </a:lnTo>
                  <a:cubicBezTo>
                    <a:pt x="2483" y="14671"/>
                    <a:pt x="2971" y="15609"/>
                    <a:pt x="3587" y="16498"/>
                  </a:cubicBezTo>
                  <a:cubicBezTo>
                    <a:pt x="3743" y="16742"/>
                    <a:pt x="3948" y="16986"/>
                    <a:pt x="4232" y="17113"/>
                  </a:cubicBezTo>
                  <a:cubicBezTo>
                    <a:pt x="4398" y="17192"/>
                    <a:pt x="4603" y="17231"/>
                    <a:pt x="4847" y="17231"/>
                  </a:cubicBezTo>
                  <a:cubicBezTo>
                    <a:pt x="4965" y="17279"/>
                    <a:pt x="5131" y="17279"/>
                    <a:pt x="5258" y="17319"/>
                  </a:cubicBezTo>
                  <a:cubicBezTo>
                    <a:pt x="6147" y="17475"/>
                    <a:pt x="6968" y="18208"/>
                    <a:pt x="7368" y="19234"/>
                  </a:cubicBezTo>
                  <a:cubicBezTo>
                    <a:pt x="7740" y="20084"/>
                    <a:pt x="7779" y="21344"/>
                    <a:pt x="7818" y="22243"/>
                  </a:cubicBezTo>
                  <a:lnTo>
                    <a:pt x="7818" y="22605"/>
                  </a:lnTo>
                  <a:lnTo>
                    <a:pt x="7329" y="22605"/>
                  </a:lnTo>
                  <a:cubicBezTo>
                    <a:pt x="7407" y="22693"/>
                    <a:pt x="7456" y="22771"/>
                    <a:pt x="7534" y="22810"/>
                  </a:cubicBezTo>
                  <a:cubicBezTo>
                    <a:pt x="7740" y="23054"/>
                    <a:pt x="7896" y="23299"/>
                    <a:pt x="8023" y="23582"/>
                  </a:cubicBezTo>
                  <a:cubicBezTo>
                    <a:pt x="8062" y="23787"/>
                    <a:pt x="8101" y="23953"/>
                    <a:pt x="8101" y="24158"/>
                  </a:cubicBezTo>
                  <a:cubicBezTo>
                    <a:pt x="8101" y="24237"/>
                    <a:pt x="8140" y="24315"/>
                    <a:pt x="8140" y="24403"/>
                  </a:cubicBezTo>
                  <a:cubicBezTo>
                    <a:pt x="8345" y="25624"/>
                    <a:pt x="9977" y="26640"/>
                    <a:pt x="11404" y="27168"/>
                  </a:cubicBezTo>
                  <a:lnTo>
                    <a:pt x="25533" y="27168"/>
                  </a:lnTo>
                  <a:cubicBezTo>
                    <a:pt x="25240" y="24852"/>
                    <a:pt x="25484" y="22282"/>
                    <a:pt x="25728" y="20406"/>
                  </a:cubicBezTo>
                  <a:lnTo>
                    <a:pt x="25728" y="20084"/>
                  </a:lnTo>
                  <a:cubicBezTo>
                    <a:pt x="26022" y="17602"/>
                    <a:pt x="26217" y="15814"/>
                    <a:pt x="25045" y="13615"/>
                  </a:cubicBezTo>
                  <a:cubicBezTo>
                    <a:pt x="24839" y="13244"/>
                    <a:pt x="24673" y="13039"/>
                    <a:pt x="24507" y="12882"/>
                  </a:cubicBezTo>
                  <a:cubicBezTo>
                    <a:pt x="24106" y="12345"/>
                    <a:pt x="23940" y="12101"/>
                    <a:pt x="24312" y="10723"/>
                  </a:cubicBezTo>
                  <a:cubicBezTo>
                    <a:pt x="24429" y="10195"/>
                    <a:pt x="24634" y="9658"/>
                    <a:pt x="24839" y="9169"/>
                  </a:cubicBezTo>
                  <a:lnTo>
                    <a:pt x="24800" y="9169"/>
                  </a:lnTo>
                  <a:cubicBezTo>
                    <a:pt x="24800" y="9169"/>
                    <a:pt x="24751" y="9169"/>
                    <a:pt x="24751" y="9130"/>
                  </a:cubicBezTo>
                  <a:cubicBezTo>
                    <a:pt x="24712" y="9091"/>
                    <a:pt x="24634" y="9091"/>
                    <a:pt x="24595" y="9052"/>
                  </a:cubicBezTo>
                  <a:cubicBezTo>
                    <a:pt x="24556" y="9013"/>
                    <a:pt x="24556" y="9013"/>
                    <a:pt x="24507" y="9013"/>
                  </a:cubicBezTo>
                  <a:cubicBezTo>
                    <a:pt x="24468" y="8974"/>
                    <a:pt x="24429" y="8925"/>
                    <a:pt x="24351" y="8886"/>
                  </a:cubicBezTo>
                  <a:cubicBezTo>
                    <a:pt x="24351" y="8847"/>
                    <a:pt x="24312" y="8847"/>
                    <a:pt x="24312" y="8808"/>
                  </a:cubicBezTo>
                  <a:cubicBezTo>
                    <a:pt x="24263" y="8808"/>
                    <a:pt x="24224" y="8769"/>
                    <a:pt x="24185" y="8730"/>
                  </a:cubicBezTo>
                  <a:cubicBezTo>
                    <a:pt x="24146" y="8681"/>
                    <a:pt x="24106" y="8681"/>
                    <a:pt x="24106" y="8642"/>
                  </a:cubicBezTo>
                  <a:cubicBezTo>
                    <a:pt x="24067" y="8603"/>
                    <a:pt x="24019" y="8564"/>
                    <a:pt x="23979" y="8524"/>
                  </a:cubicBezTo>
                  <a:lnTo>
                    <a:pt x="23901" y="8437"/>
                  </a:lnTo>
                  <a:cubicBezTo>
                    <a:pt x="23901" y="8397"/>
                    <a:pt x="23862" y="8358"/>
                    <a:pt x="23823" y="8319"/>
                  </a:cubicBezTo>
                  <a:cubicBezTo>
                    <a:pt x="23823" y="8319"/>
                    <a:pt x="23774" y="8280"/>
                    <a:pt x="23774" y="8241"/>
                  </a:cubicBezTo>
                  <a:cubicBezTo>
                    <a:pt x="23735" y="8192"/>
                    <a:pt x="23696" y="8153"/>
                    <a:pt x="23696" y="8114"/>
                  </a:cubicBezTo>
                  <a:cubicBezTo>
                    <a:pt x="23657" y="8075"/>
                    <a:pt x="23657" y="8075"/>
                    <a:pt x="23618" y="8036"/>
                  </a:cubicBezTo>
                  <a:cubicBezTo>
                    <a:pt x="23618" y="7948"/>
                    <a:pt x="23579" y="7870"/>
                    <a:pt x="23530" y="7831"/>
                  </a:cubicBezTo>
                  <a:cubicBezTo>
                    <a:pt x="23452" y="7625"/>
                    <a:pt x="23374" y="7420"/>
                    <a:pt x="23335" y="7215"/>
                  </a:cubicBezTo>
                  <a:cubicBezTo>
                    <a:pt x="23208" y="6854"/>
                    <a:pt x="23129" y="6531"/>
                    <a:pt x="22924" y="6287"/>
                  </a:cubicBezTo>
                  <a:cubicBezTo>
                    <a:pt x="22719" y="6043"/>
                    <a:pt x="22436" y="5876"/>
                    <a:pt x="22113" y="5710"/>
                  </a:cubicBezTo>
                  <a:cubicBezTo>
                    <a:pt x="21947" y="5632"/>
                    <a:pt x="21781" y="5554"/>
                    <a:pt x="21664" y="5466"/>
                  </a:cubicBezTo>
                  <a:cubicBezTo>
                    <a:pt x="21380" y="5261"/>
                    <a:pt x="21087" y="5017"/>
                    <a:pt x="20843" y="4821"/>
                  </a:cubicBezTo>
                  <a:cubicBezTo>
                    <a:pt x="20560" y="4528"/>
                    <a:pt x="20315" y="4333"/>
                    <a:pt x="19993" y="4127"/>
                  </a:cubicBezTo>
                  <a:cubicBezTo>
                    <a:pt x="19260" y="3717"/>
                    <a:pt x="18400" y="3717"/>
                    <a:pt x="17472" y="3678"/>
                  </a:cubicBezTo>
                  <a:lnTo>
                    <a:pt x="16573" y="3678"/>
                  </a:lnTo>
                  <a:cubicBezTo>
                    <a:pt x="15185" y="3600"/>
                    <a:pt x="13720" y="2906"/>
                    <a:pt x="13514" y="1597"/>
                  </a:cubicBezTo>
                  <a:lnTo>
                    <a:pt x="13514" y="1352"/>
                  </a:lnTo>
                  <a:cubicBezTo>
                    <a:pt x="13475" y="1108"/>
                    <a:pt x="13475" y="913"/>
                    <a:pt x="13358" y="786"/>
                  </a:cubicBezTo>
                  <a:cubicBezTo>
                    <a:pt x="13270" y="707"/>
                    <a:pt x="13075" y="668"/>
                    <a:pt x="12948" y="620"/>
                  </a:cubicBezTo>
                  <a:lnTo>
                    <a:pt x="12215" y="502"/>
                  </a:lnTo>
                  <a:cubicBezTo>
                    <a:pt x="11277" y="668"/>
                    <a:pt x="10095" y="786"/>
                    <a:pt x="9528" y="825"/>
                  </a:cubicBezTo>
                  <a:cubicBezTo>
                    <a:pt x="9323" y="825"/>
                    <a:pt x="9117" y="825"/>
                    <a:pt x="8922" y="864"/>
                  </a:cubicBezTo>
                  <a:cubicBezTo>
                    <a:pt x="8677" y="929"/>
                    <a:pt x="8438" y="967"/>
                    <a:pt x="8199" y="967"/>
                  </a:cubicBezTo>
                  <a:cubicBezTo>
                    <a:pt x="8114" y="967"/>
                    <a:pt x="8030" y="962"/>
                    <a:pt x="7945" y="952"/>
                  </a:cubicBezTo>
                  <a:cubicBezTo>
                    <a:pt x="7613" y="952"/>
                    <a:pt x="7368" y="668"/>
                    <a:pt x="7124" y="424"/>
                  </a:cubicBezTo>
                  <a:cubicBezTo>
                    <a:pt x="6968" y="219"/>
                    <a:pt x="6763" y="14"/>
                    <a:pt x="6596" y="14"/>
                  </a:cubicBezTo>
                  <a:cubicBezTo>
                    <a:pt x="6588" y="5"/>
                    <a:pt x="6575" y="0"/>
                    <a:pt x="65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7" name="Google Shape;3667;p60"/>
            <p:cNvSpPr/>
            <p:nvPr/>
          </p:nvSpPr>
          <p:spPr>
            <a:xfrm>
              <a:off x="3096141" y="1966433"/>
              <a:ext cx="5986" cy="1151"/>
            </a:xfrm>
            <a:custGeom>
              <a:avLst/>
              <a:gdLst/>
              <a:ahLst/>
              <a:cxnLst/>
              <a:rect l="l" t="t" r="r" b="b"/>
              <a:pathLst>
                <a:path w="411" h="79" extrusionOk="0">
                  <a:moveTo>
                    <a:pt x="411" y="79"/>
                  </a:moveTo>
                  <a:cubicBezTo>
                    <a:pt x="245" y="40"/>
                    <a:pt x="88" y="1"/>
                    <a:pt x="0" y="40"/>
                  </a:cubicBezTo>
                  <a:cubicBezTo>
                    <a:pt x="88" y="1"/>
                    <a:pt x="245" y="40"/>
                    <a:pt x="411" y="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8" name="Google Shape;3668;p60"/>
            <p:cNvSpPr/>
            <p:nvPr/>
          </p:nvSpPr>
          <p:spPr>
            <a:xfrm>
              <a:off x="3150789" y="1931418"/>
              <a:ext cx="4136" cy="6569"/>
            </a:xfrm>
            <a:custGeom>
              <a:avLst/>
              <a:gdLst/>
              <a:ahLst/>
              <a:cxnLst/>
              <a:rect l="l" t="t" r="r" b="b"/>
              <a:pathLst>
                <a:path w="284" h="451" extrusionOk="0">
                  <a:moveTo>
                    <a:pt x="284" y="1"/>
                  </a:moveTo>
                  <a:lnTo>
                    <a:pt x="0" y="450"/>
                  </a:lnTo>
                  <a:lnTo>
                    <a:pt x="28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69" name="Google Shape;3669;p60"/>
            <p:cNvSpPr/>
            <p:nvPr/>
          </p:nvSpPr>
          <p:spPr>
            <a:xfrm>
              <a:off x="3420620" y="2056517"/>
              <a:ext cx="583" cy="1151"/>
            </a:xfrm>
            <a:custGeom>
              <a:avLst/>
              <a:gdLst/>
              <a:ahLst/>
              <a:cxnLst/>
              <a:rect l="l" t="t" r="r" b="b"/>
              <a:pathLst>
                <a:path w="40" h="79" extrusionOk="0">
                  <a:moveTo>
                    <a:pt x="1" y="1"/>
                  </a:moveTo>
                  <a:cubicBezTo>
                    <a:pt x="1" y="40"/>
                    <a:pt x="40" y="40"/>
                    <a:pt x="40" y="79"/>
                  </a:cubicBezTo>
                  <a:cubicBezTo>
                    <a:pt x="40" y="40"/>
                    <a:pt x="1" y="40"/>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0" name="Google Shape;3670;p60"/>
            <p:cNvSpPr/>
            <p:nvPr/>
          </p:nvSpPr>
          <p:spPr>
            <a:xfrm>
              <a:off x="3414648" y="2051114"/>
              <a:ext cx="1151" cy="1296"/>
            </a:xfrm>
            <a:custGeom>
              <a:avLst/>
              <a:gdLst/>
              <a:ahLst/>
              <a:cxnLst/>
              <a:rect l="l" t="t" r="r" b="b"/>
              <a:pathLst>
                <a:path w="79" h="89" extrusionOk="0">
                  <a:moveTo>
                    <a:pt x="0" y="1"/>
                  </a:moveTo>
                  <a:lnTo>
                    <a:pt x="78" y="8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1" name="Google Shape;3671;p60"/>
            <p:cNvSpPr/>
            <p:nvPr/>
          </p:nvSpPr>
          <p:spPr>
            <a:xfrm>
              <a:off x="3423475" y="2059518"/>
              <a:ext cx="1296" cy="583"/>
            </a:xfrm>
            <a:custGeom>
              <a:avLst/>
              <a:gdLst/>
              <a:ahLst/>
              <a:cxnLst/>
              <a:rect l="l" t="t" r="r" b="b"/>
              <a:pathLst>
                <a:path w="89" h="40" extrusionOk="0">
                  <a:moveTo>
                    <a:pt x="0" y="0"/>
                  </a:moveTo>
                  <a:cubicBezTo>
                    <a:pt x="49" y="0"/>
                    <a:pt x="49" y="0"/>
                    <a:pt x="88" y="39"/>
                  </a:cubicBezTo>
                  <a:cubicBezTo>
                    <a:pt x="49" y="0"/>
                    <a:pt x="49"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2" name="Google Shape;3672;p60"/>
            <p:cNvSpPr/>
            <p:nvPr/>
          </p:nvSpPr>
          <p:spPr>
            <a:xfrm>
              <a:off x="3427028" y="2061222"/>
              <a:ext cx="728" cy="583"/>
            </a:xfrm>
            <a:custGeom>
              <a:avLst/>
              <a:gdLst/>
              <a:ahLst/>
              <a:cxnLst/>
              <a:rect l="l" t="t" r="r" b="b"/>
              <a:pathLst>
                <a:path w="50" h="40" extrusionOk="0">
                  <a:moveTo>
                    <a:pt x="0" y="0"/>
                  </a:moveTo>
                  <a:cubicBezTo>
                    <a:pt x="0" y="39"/>
                    <a:pt x="49" y="39"/>
                    <a:pt x="49" y="39"/>
                  </a:cubicBezTo>
                  <a:cubicBezTo>
                    <a:pt x="49" y="39"/>
                    <a:pt x="0" y="39"/>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3" name="Google Shape;3673;p60"/>
            <p:cNvSpPr/>
            <p:nvPr/>
          </p:nvSpPr>
          <p:spPr>
            <a:xfrm>
              <a:off x="3412798" y="2048273"/>
              <a:ext cx="728" cy="1151"/>
            </a:xfrm>
            <a:custGeom>
              <a:avLst/>
              <a:gdLst/>
              <a:ahLst/>
              <a:cxnLst/>
              <a:rect l="l" t="t" r="r" b="b"/>
              <a:pathLst>
                <a:path w="50" h="79" extrusionOk="0">
                  <a:moveTo>
                    <a:pt x="0" y="0"/>
                  </a:moveTo>
                  <a:cubicBezTo>
                    <a:pt x="0" y="39"/>
                    <a:pt x="49" y="78"/>
                    <a:pt x="49" y="78"/>
                  </a:cubicBezTo>
                  <a:cubicBezTo>
                    <a:pt x="49" y="78"/>
                    <a:pt x="0" y="39"/>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4" name="Google Shape;3674;p60"/>
            <p:cNvSpPr/>
            <p:nvPr/>
          </p:nvSpPr>
          <p:spPr>
            <a:xfrm>
              <a:off x="3255103" y="1937259"/>
              <a:ext cx="8273" cy="14245"/>
            </a:xfrm>
            <a:custGeom>
              <a:avLst/>
              <a:gdLst/>
              <a:ahLst/>
              <a:cxnLst/>
              <a:rect l="l" t="t" r="r" b="b"/>
              <a:pathLst>
                <a:path w="568" h="978" extrusionOk="0">
                  <a:moveTo>
                    <a:pt x="567" y="733"/>
                  </a:moveTo>
                  <a:lnTo>
                    <a:pt x="567" y="978"/>
                  </a:lnTo>
                  <a:lnTo>
                    <a:pt x="567" y="733"/>
                  </a:lnTo>
                  <a:cubicBezTo>
                    <a:pt x="528" y="489"/>
                    <a:pt x="528" y="294"/>
                    <a:pt x="411" y="167"/>
                  </a:cubicBezTo>
                  <a:cubicBezTo>
                    <a:pt x="323" y="88"/>
                    <a:pt x="128" y="49"/>
                    <a:pt x="1" y="1"/>
                  </a:cubicBezTo>
                  <a:cubicBezTo>
                    <a:pt x="128" y="49"/>
                    <a:pt x="323" y="88"/>
                    <a:pt x="411" y="167"/>
                  </a:cubicBezTo>
                  <a:cubicBezTo>
                    <a:pt x="528" y="294"/>
                    <a:pt x="528" y="489"/>
                    <a:pt x="567" y="73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5" name="Google Shape;3675;p60"/>
            <p:cNvSpPr/>
            <p:nvPr/>
          </p:nvSpPr>
          <p:spPr>
            <a:xfrm>
              <a:off x="3417634" y="2054099"/>
              <a:ext cx="1151" cy="1296"/>
            </a:xfrm>
            <a:custGeom>
              <a:avLst/>
              <a:gdLst/>
              <a:ahLst/>
              <a:cxnLst/>
              <a:rect l="l" t="t" r="r" b="b"/>
              <a:pathLst>
                <a:path w="79" h="89" extrusionOk="0">
                  <a:moveTo>
                    <a:pt x="79" y="89"/>
                  </a:moveTo>
                  <a:cubicBezTo>
                    <a:pt x="40" y="40"/>
                    <a:pt x="0" y="40"/>
                    <a:pt x="0" y="1"/>
                  </a:cubicBezTo>
                  <a:cubicBezTo>
                    <a:pt x="0" y="40"/>
                    <a:pt x="40" y="40"/>
                    <a:pt x="79" y="8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6" name="Google Shape;3676;p60"/>
            <p:cNvSpPr/>
            <p:nvPr/>
          </p:nvSpPr>
          <p:spPr>
            <a:xfrm>
              <a:off x="3410512" y="2045273"/>
              <a:ext cx="1165" cy="1165"/>
            </a:xfrm>
            <a:custGeom>
              <a:avLst/>
              <a:gdLst/>
              <a:ahLst/>
              <a:cxnLst/>
              <a:rect l="l" t="t" r="r" b="b"/>
              <a:pathLst>
                <a:path w="80" h="80" extrusionOk="0">
                  <a:moveTo>
                    <a:pt x="1" y="1"/>
                  </a:moveTo>
                  <a:cubicBezTo>
                    <a:pt x="40" y="40"/>
                    <a:pt x="40" y="40"/>
                    <a:pt x="79" y="79"/>
                  </a:cubicBezTo>
                  <a:cubicBezTo>
                    <a:pt x="40" y="40"/>
                    <a:pt x="40" y="40"/>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7" name="Google Shape;3677;p60"/>
            <p:cNvSpPr/>
            <p:nvPr/>
          </p:nvSpPr>
          <p:spPr>
            <a:xfrm>
              <a:off x="3244427" y="1935555"/>
              <a:ext cx="10691" cy="1719"/>
            </a:xfrm>
            <a:custGeom>
              <a:avLst/>
              <a:gdLst/>
              <a:ahLst/>
              <a:cxnLst/>
              <a:rect l="l" t="t" r="r" b="b"/>
              <a:pathLst>
                <a:path w="734" h="118" extrusionOk="0">
                  <a:moveTo>
                    <a:pt x="1" y="0"/>
                  </a:moveTo>
                  <a:lnTo>
                    <a:pt x="1" y="0"/>
                  </a:lnTo>
                  <a:lnTo>
                    <a:pt x="734" y="11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8" name="Google Shape;3678;p60"/>
            <p:cNvSpPr/>
            <p:nvPr/>
          </p:nvSpPr>
          <p:spPr>
            <a:xfrm>
              <a:off x="786452" y="1741010"/>
              <a:ext cx="603166" cy="505799"/>
            </a:xfrm>
            <a:custGeom>
              <a:avLst/>
              <a:gdLst/>
              <a:ahLst/>
              <a:cxnLst/>
              <a:rect l="l" t="t" r="r" b="b"/>
              <a:pathLst>
                <a:path w="41412" h="34727" extrusionOk="0">
                  <a:moveTo>
                    <a:pt x="5619" y="0"/>
                  </a:moveTo>
                  <a:cubicBezTo>
                    <a:pt x="5707" y="283"/>
                    <a:pt x="5746" y="577"/>
                    <a:pt x="5825" y="821"/>
                  </a:cubicBezTo>
                  <a:cubicBezTo>
                    <a:pt x="5903" y="1143"/>
                    <a:pt x="5991" y="1388"/>
                    <a:pt x="6069" y="1671"/>
                  </a:cubicBezTo>
                  <a:cubicBezTo>
                    <a:pt x="6723" y="3869"/>
                    <a:pt x="6929" y="5706"/>
                    <a:pt x="5903" y="8149"/>
                  </a:cubicBezTo>
                  <a:cubicBezTo>
                    <a:pt x="5658" y="8716"/>
                    <a:pt x="5219" y="9283"/>
                    <a:pt x="4769" y="9859"/>
                  </a:cubicBezTo>
                  <a:cubicBezTo>
                    <a:pt x="4320" y="10465"/>
                    <a:pt x="3870" y="11032"/>
                    <a:pt x="3704" y="11569"/>
                  </a:cubicBezTo>
                  <a:cubicBezTo>
                    <a:pt x="3548" y="12058"/>
                    <a:pt x="3626" y="12380"/>
                    <a:pt x="3792" y="12869"/>
                  </a:cubicBezTo>
                  <a:cubicBezTo>
                    <a:pt x="3870" y="13113"/>
                    <a:pt x="3948" y="13396"/>
                    <a:pt x="4036" y="13719"/>
                  </a:cubicBezTo>
                  <a:cubicBezTo>
                    <a:pt x="4359" y="15272"/>
                    <a:pt x="3997" y="16367"/>
                    <a:pt x="3509" y="17872"/>
                  </a:cubicBezTo>
                  <a:lnTo>
                    <a:pt x="3304" y="18448"/>
                  </a:lnTo>
                  <a:cubicBezTo>
                    <a:pt x="2483" y="20930"/>
                    <a:pt x="1955" y="23168"/>
                    <a:pt x="1349" y="25894"/>
                  </a:cubicBezTo>
                  <a:cubicBezTo>
                    <a:pt x="1105" y="26959"/>
                    <a:pt x="695" y="27887"/>
                    <a:pt x="1" y="28913"/>
                  </a:cubicBezTo>
                  <a:cubicBezTo>
                    <a:pt x="40" y="28913"/>
                    <a:pt x="89" y="28952"/>
                    <a:pt x="128" y="28952"/>
                  </a:cubicBezTo>
                  <a:cubicBezTo>
                    <a:pt x="245" y="28991"/>
                    <a:pt x="333" y="29030"/>
                    <a:pt x="450" y="29030"/>
                  </a:cubicBezTo>
                  <a:cubicBezTo>
                    <a:pt x="577" y="29069"/>
                    <a:pt x="656" y="29108"/>
                    <a:pt x="773" y="29157"/>
                  </a:cubicBezTo>
                  <a:cubicBezTo>
                    <a:pt x="900" y="29196"/>
                    <a:pt x="978" y="29236"/>
                    <a:pt x="1105" y="29236"/>
                  </a:cubicBezTo>
                  <a:cubicBezTo>
                    <a:pt x="1222" y="29275"/>
                    <a:pt x="1310" y="29314"/>
                    <a:pt x="1388" y="29353"/>
                  </a:cubicBezTo>
                  <a:cubicBezTo>
                    <a:pt x="1506" y="29353"/>
                    <a:pt x="1633" y="29402"/>
                    <a:pt x="1750" y="29441"/>
                  </a:cubicBezTo>
                  <a:cubicBezTo>
                    <a:pt x="1877" y="29480"/>
                    <a:pt x="1955" y="29519"/>
                    <a:pt x="2043" y="29519"/>
                  </a:cubicBezTo>
                  <a:cubicBezTo>
                    <a:pt x="2160" y="29558"/>
                    <a:pt x="2287" y="29597"/>
                    <a:pt x="2405" y="29646"/>
                  </a:cubicBezTo>
                  <a:cubicBezTo>
                    <a:pt x="2483" y="29646"/>
                    <a:pt x="2610" y="29685"/>
                    <a:pt x="2688" y="29724"/>
                  </a:cubicBezTo>
                  <a:cubicBezTo>
                    <a:pt x="2815" y="29724"/>
                    <a:pt x="2932" y="29763"/>
                    <a:pt x="3059" y="29802"/>
                  </a:cubicBezTo>
                  <a:cubicBezTo>
                    <a:pt x="3137" y="29841"/>
                    <a:pt x="3216" y="29841"/>
                    <a:pt x="3343" y="29890"/>
                  </a:cubicBezTo>
                  <a:cubicBezTo>
                    <a:pt x="3460" y="29929"/>
                    <a:pt x="3587" y="29929"/>
                    <a:pt x="3704" y="29968"/>
                  </a:cubicBezTo>
                  <a:cubicBezTo>
                    <a:pt x="3792" y="30007"/>
                    <a:pt x="3870" y="30007"/>
                    <a:pt x="3948" y="30047"/>
                  </a:cubicBezTo>
                  <a:cubicBezTo>
                    <a:pt x="4075" y="30086"/>
                    <a:pt x="4193" y="30086"/>
                    <a:pt x="4320" y="30134"/>
                  </a:cubicBezTo>
                  <a:cubicBezTo>
                    <a:pt x="4437" y="30174"/>
                    <a:pt x="4525" y="30174"/>
                    <a:pt x="4603" y="30213"/>
                  </a:cubicBezTo>
                  <a:cubicBezTo>
                    <a:pt x="4730" y="30213"/>
                    <a:pt x="4847" y="30252"/>
                    <a:pt x="4974" y="30291"/>
                  </a:cubicBezTo>
                  <a:cubicBezTo>
                    <a:pt x="5092" y="30291"/>
                    <a:pt x="5170" y="30330"/>
                    <a:pt x="5258" y="30330"/>
                  </a:cubicBezTo>
                  <a:cubicBezTo>
                    <a:pt x="5375" y="30379"/>
                    <a:pt x="5502" y="30418"/>
                    <a:pt x="5619" y="30418"/>
                  </a:cubicBezTo>
                  <a:cubicBezTo>
                    <a:pt x="5707" y="30457"/>
                    <a:pt x="5825" y="30457"/>
                    <a:pt x="5903" y="30457"/>
                  </a:cubicBezTo>
                  <a:cubicBezTo>
                    <a:pt x="6030" y="30496"/>
                    <a:pt x="6147" y="30535"/>
                    <a:pt x="6274" y="30535"/>
                  </a:cubicBezTo>
                  <a:cubicBezTo>
                    <a:pt x="6352" y="30574"/>
                    <a:pt x="6479" y="30574"/>
                    <a:pt x="6557" y="30574"/>
                  </a:cubicBezTo>
                  <a:cubicBezTo>
                    <a:pt x="6684" y="30623"/>
                    <a:pt x="6802" y="30623"/>
                    <a:pt x="6929" y="30662"/>
                  </a:cubicBezTo>
                  <a:cubicBezTo>
                    <a:pt x="7007" y="30662"/>
                    <a:pt x="7124" y="30662"/>
                    <a:pt x="7212" y="30701"/>
                  </a:cubicBezTo>
                  <a:cubicBezTo>
                    <a:pt x="7329" y="30701"/>
                    <a:pt x="7456" y="30740"/>
                    <a:pt x="7574" y="30740"/>
                  </a:cubicBezTo>
                  <a:cubicBezTo>
                    <a:pt x="7662" y="30740"/>
                    <a:pt x="7779" y="30779"/>
                    <a:pt x="7857" y="30779"/>
                  </a:cubicBezTo>
                  <a:cubicBezTo>
                    <a:pt x="7984" y="30779"/>
                    <a:pt x="8101" y="30818"/>
                    <a:pt x="8228" y="30818"/>
                  </a:cubicBezTo>
                  <a:cubicBezTo>
                    <a:pt x="8306" y="30818"/>
                    <a:pt x="8433" y="30818"/>
                    <a:pt x="8551" y="30867"/>
                  </a:cubicBezTo>
                  <a:lnTo>
                    <a:pt x="8883" y="30867"/>
                  </a:lnTo>
                  <a:cubicBezTo>
                    <a:pt x="9000" y="30906"/>
                    <a:pt x="9127" y="30906"/>
                    <a:pt x="9244" y="30906"/>
                  </a:cubicBezTo>
                  <a:lnTo>
                    <a:pt x="9528" y="30906"/>
                  </a:lnTo>
                  <a:cubicBezTo>
                    <a:pt x="9733" y="30945"/>
                    <a:pt x="9977" y="30945"/>
                    <a:pt x="10182" y="30945"/>
                  </a:cubicBezTo>
                  <a:lnTo>
                    <a:pt x="11609" y="30945"/>
                  </a:lnTo>
                  <a:cubicBezTo>
                    <a:pt x="11971" y="30906"/>
                    <a:pt x="12342" y="30906"/>
                    <a:pt x="12703" y="30906"/>
                  </a:cubicBezTo>
                  <a:cubicBezTo>
                    <a:pt x="13075" y="30906"/>
                    <a:pt x="13436" y="30906"/>
                    <a:pt x="13808" y="30945"/>
                  </a:cubicBezTo>
                  <a:cubicBezTo>
                    <a:pt x="14746" y="30985"/>
                    <a:pt x="15723" y="31151"/>
                    <a:pt x="16651" y="31307"/>
                  </a:cubicBezTo>
                  <a:lnTo>
                    <a:pt x="26999" y="33066"/>
                  </a:lnTo>
                  <a:cubicBezTo>
                    <a:pt x="28425" y="33310"/>
                    <a:pt x="29930" y="33554"/>
                    <a:pt x="31357" y="33955"/>
                  </a:cubicBezTo>
                  <a:cubicBezTo>
                    <a:pt x="31396" y="33994"/>
                    <a:pt x="31396" y="33994"/>
                    <a:pt x="31435" y="33994"/>
                  </a:cubicBezTo>
                  <a:cubicBezTo>
                    <a:pt x="31474" y="33994"/>
                    <a:pt x="31474" y="34043"/>
                    <a:pt x="31513" y="34043"/>
                  </a:cubicBezTo>
                  <a:cubicBezTo>
                    <a:pt x="32168" y="34238"/>
                    <a:pt x="32774" y="34444"/>
                    <a:pt x="33389" y="34727"/>
                  </a:cubicBezTo>
                  <a:lnTo>
                    <a:pt x="35666" y="25816"/>
                  </a:lnTo>
                  <a:cubicBezTo>
                    <a:pt x="35754" y="25366"/>
                    <a:pt x="35871" y="24878"/>
                    <a:pt x="36115" y="24428"/>
                  </a:cubicBezTo>
                  <a:cubicBezTo>
                    <a:pt x="36242" y="24223"/>
                    <a:pt x="36360" y="23979"/>
                    <a:pt x="36526" y="23783"/>
                  </a:cubicBezTo>
                  <a:cubicBezTo>
                    <a:pt x="36682" y="23539"/>
                    <a:pt x="36848" y="23295"/>
                    <a:pt x="36975" y="23050"/>
                  </a:cubicBezTo>
                  <a:cubicBezTo>
                    <a:pt x="37298" y="22269"/>
                    <a:pt x="37219" y="21419"/>
                    <a:pt x="37132" y="20520"/>
                  </a:cubicBezTo>
                  <a:cubicBezTo>
                    <a:pt x="37053" y="19875"/>
                    <a:pt x="36975" y="19220"/>
                    <a:pt x="37053" y="18565"/>
                  </a:cubicBezTo>
                  <a:cubicBezTo>
                    <a:pt x="37259" y="16943"/>
                    <a:pt x="38392" y="15634"/>
                    <a:pt x="39574" y="14501"/>
                  </a:cubicBezTo>
                  <a:cubicBezTo>
                    <a:pt x="40395" y="13680"/>
                    <a:pt x="41206" y="12908"/>
                    <a:pt x="41284" y="11892"/>
                  </a:cubicBezTo>
                  <a:cubicBezTo>
                    <a:pt x="41411" y="11081"/>
                    <a:pt x="41001" y="10260"/>
                    <a:pt x="40591" y="9449"/>
                  </a:cubicBezTo>
                  <a:cubicBezTo>
                    <a:pt x="40512" y="9283"/>
                    <a:pt x="40434" y="9126"/>
                    <a:pt x="40346" y="8960"/>
                  </a:cubicBezTo>
                  <a:cubicBezTo>
                    <a:pt x="39246" y="8254"/>
                    <a:pt x="38103" y="8076"/>
                    <a:pt x="36921" y="8076"/>
                  </a:cubicBezTo>
                  <a:cubicBezTo>
                    <a:pt x="36403" y="8076"/>
                    <a:pt x="35877" y="8110"/>
                    <a:pt x="35343" y="8149"/>
                  </a:cubicBezTo>
                  <a:cubicBezTo>
                    <a:pt x="34894" y="8149"/>
                    <a:pt x="34405" y="8188"/>
                    <a:pt x="33917" y="8188"/>
                  </a:cubicBezTo>
                  <a:cubicBezTo>
                    <a:pt x="33184" y="8188"/>
                    <a:pt x="32412" y="8149"/>
                    <a:pt x="31640" y="7944"/>
                  </a:cubicBezTo>
                  <a:cubicBezTo>
                    <a:pt x="30985" y="7778"/>
                    <a:pt x="30419" y="7455"/>
                    <a:pt x="29842" y="7123"/>
                  </a:cubicBezTo>
                  <a:cubicBezTo>
                    <a:pt x="29315" y="6801"/>
                    <a:pt x="28748" y="6478"/>
                    <a:pt x="28132" y="6312"/>
                  </a:cubicBezTo>
                  <a:cubicBezTo>
                    <a:pt x="27116" y="6029"/>
                    <a:pt x="26422" y="6029"/>
                    <a:pt x="25367" y="6029"/>
                  </a:cubicBezTo>
                  <a:lnTo>
                    <a:pt x="25289" y="6029"/>
                  </a:lnTo>
                  <a:cubicBezTo>
                    <a:pt x="24067" y="6029"/>
                    <a:pt x="22885" y="5990"/>
                    <a:pt x="21742" y="5902"/>
                  </a:cubicBezTo>
                  <a:cubicBezTo>
                    <a:pt x="21253" y="5902"/>
                    <a:pt x="20765" y="5863"/>
                    <a:pt x="20276" y="5863"/>
                  </a:cubicBezTo>
                  <a:cubicBezTo>
                    <a:pt x="20188" y="5859"/>
                    <a:pt x="20102" y="5857"/>
                    <a:pt x="20018" y="5857"/>
                  </a:cubicBezTo>
                  <a:cubicBezTo>
                    <a:pt x="19257" y="5857"/>
                    <a:pt x="18663" y="6010"/>
                    <a:pt x="18039" y="6195"/>
                  </a:cubicBezTo>
                  <a:cubicBezTo>
                    <a:pt x="17628" y="6312"/>
                    <a:pt x="17140" y="6439"/>
                    <a:pt x="16612" y="6517"/>
                  </a:cubicBezTo>
                  <a:cubicBezTo>
                    <a:pt x="16447" y="6540"/>
                    <a:pt x="16292" y="6551"/>
                    <a:pt x="16146" y="6551"/>
                  </a:cubicBezTo>
                  <a:cubicBezTo>
                    <a:pt x="14488" y="6551"/>
                    <a:pt x="13966" y="5138"/>
                    <a:pt x="13436" y="3791"/>
                  </a:cubicBezTo>
                  <a:cubicBezTo>
                    <a:pt x="13036" y="2648"/>
                    <a:pt x="12586" y="1505"/>
                    <a:pt x="11521" y="1065"/>
                  </a:cubicBezTo>
                  <a:cubicBezTo>
                    <a:pt x="10593" y="694"/>
                    <a:pt x="8961" y="449"/>
                    <a:pt x="7662" y="244"/>
                  </a:cubicBezTo>
                  <a:cubicBezTo>
                    <a:pt x="7329" y="205"/>
                    <a:pt x="6968" y="127"/>
                    <a:pt x="6684" y="88"/>
                  </a:cubicBezTo>
                  <a:cubicBezTo>
                    <a:pt x="6596" y="88"/>
                    <a:pt x="6479" y="39"/>
                    <a:pt x="6391" y="39"/>
                  </a:cubicBezTo>
                  <a:lnTo>
                    <a:pt x="6274" y="39"/>
                  </a:lnTo>
                  <a:cubicBezTo>
                    <a:pt x="6235" y="39"/>
                    <a:pt x="6147" y="39"/>
                    <a:pt x="606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79" name="Google Shape;3679;p60"/>
            <p:cNvSpPr/>
            <p:nvPr/>
          </p:nvSpPr>
          <p:spPr>
            <a:xfrm>
              <a:off x="2263008" y="1993043"/>
              <a:ext cx="544949" cy="348133"/>
            </a:xfrm>
            <a:custGeom>
              <a:avLst/>
              <a:gdLst/>
              <a:ahLst/>
              <a:cxnLst/>
              <a:rect l="l" t="t" r="r" b="b"/>
              <a:pathLst>
                <a:path w="37415" h="23902" extrusionOk="0">
                  <a:moveTo>
                    <a:pt x="772" y="1"/>
                  </a:moveTo>
                  <a:lnTo>
                    <a:pt x="577" y="4847"/>
                  </a:lnTo>
                  <a:lnTo>
                    <a:pt x="489" y="6802"/>
                  </a:lnTo>
                  <a:lnTo>
                    <a:pt x="411" y="6802"/>
                  </a:lnTo>
                  <a:cubicBezTo>
                    <a:pt x="411" y="6841"/>
                    <a:pt x="450" y="6841"/>
                    <a:pt x="450" y="6880"/>
                  </a:cubicBezTo>
                  <a:lnTo>
                    <a:pt x="450" y="7163"/>
                  </a:lnTo>
                  <a:cubicBezTo>
                    <a:pt x="450" y="7212"/>
                    <a:pt x="489" y="7290"/>
                    <a:pt x="489" y="7329"/>
                  </a:cubicBezTo>
                  <a:lnTo>
                    <a:pt x="489" y="7613"/>
                  </a:lnTo>
                  <a:cubicBezTo>
                    <a:pt x="489" y="7701"/>
                    <a:pt x="528" y="7779"/>
                    <a:pt x="528" y="7818"/>
                  </a:cubicBezTo>
                  <a:lnTo>
                    <a:pt x="528" y="8101"/>
                  </a:lnTo>
                  <a:lnTo>
                    <a:pt x="528" y="8306"/>
                  </a:lnTo>
                  <a:cubicBezTo>
                    <a:pt x="577" y="8385"/>
                    <a:pt x="577" y="8473"/>
                    <a:pt x="577" y="8551"/>
                  </a:cubicBezTo>
                  <a:lnTo>
                    <a:pt x="577" y="8795"/>
                  </a:lnTo>
                  <a:lnTo>
                    <a:pt x="577" y="9039"/>
                  </a:lnTo>
                  <a:lnTo>
                    <a:pt x="577" y="9284"/>
                  </a:lnTo>
                  <a:lnTo>
                    <a:pt x="577" y="9528"/>
                  </a:lnTo>
                  <a:lnTo>
                    <a:pt x="577" y="9772"/>
                  </a:lnTo>
                  <a:lnTo>
                    <a:pt x="577" y="10016"/>
                  </a:lnTo>
                  <a:lnTo>
                    <a:pt x="577" y="10261"/>
                  </a:lnTo>
                  <a:lnTo>
                    <a:pt x="577" y="10466"/>
                  </a:lnTo>
                  <a:lnTo>
                    <a:pt x="577" y="10749"/>
                  </a:lnTo>
                  <a:lnTo>
                    <a:pt x="577" y="10954"/>
                  </a:lnTo>
                  <a:cubicBezTo>
                    <a:pt x="577" y="11033"/>
                    <a:pt x="577" y="11121"/>
                    <a:pt x="528" y="11238"/>
                  </a:cubicBezTo>
                  <a:lnTo>
                    <a:pt x="528" y="11404"/>
                  </a:lnTo>
                  <a:lnTo>
                    <a:pt x="528" y="11687"/>
                  </a:lnTo>
                  <a:lnTo>
                    <a:pt x="528" y="11892"/>
                  </a:lnTo>
                  <a:cubicBezTo>
                    <a:pt x="528" y="11971"/>
                    <a:pt x="528" y="12098"/>
                    <a:pt x="489" y="12176"/>
                  </a:cubicBezTo>
                  <a:lnTo>
                    <a:pt x="489" y="12342"/>
                  </a:lnTo>
                  <a:lnTo>
                    <a:pt x="489" y="12664"/>
                  </a:lnTo>
                  <a:lnTo>
                    <a:pt x="489" y="12830"/>
                  </a:lnTo>
                  <a:cubicBezTo>
                    <a:pt x="450" y="12909"/>
                    <a:pt x="450" y="13026"/>
                    <a:pt x="450" y="13153"/>
                  </a:cubicBezTo>
                  <a:lnTo>
                    <a:pt x="450" y="13270"/>
                  </a:lnTo>
                  <a:cubicBezTo>
                    <a:pt x="450" y="13397"/>
                    <a:pt x="411" y="13514"/>
                    <a:pt x="411" y="13641"/>
                  </a:cubicBezTo>
                  <a:lnTo>
                    <a:pt x="411" y="13720"/>
                  </a:lnTo>
                  <a:cubicBezTo>
                    <a:pt x="411" y="13886"/>
                    <a:pt x="411" y="14003"/>
                    <a:pt x="372" y="14169"/>
                  </a:cubicBezTo>
                  <a:lnTo>
                    <a:pt x="0" y="19827"/>
                  </a:lnTo>
                  <a:cubicBezTo>
                    <a:pt x="4075" y="20481"/>
                    <a:pt x="8267" y="20765"/>
                    <a:pt x="12302" y="20765"/>
                  </a:cubicBezTo>
                  <a:cubicBezTo>
                    <a:pt x="13885" y="20726"/>
                    <a:pt x="15517" y="20687"/>
                    <a:pt x="17100" y="20599"/>
                  </a:cubicBezTo>
                  <a:cubicBezTo>
                    <a:pt x="18872" y="20538"/>
                    <a:pt x="20689" y="20464"/>
                    <a:pt x="22514" y="20464"/>
                  </a:cubicBezTo>
                  <a:cubicBezTo>
                    <a:pt x="24212" y="20464"/>
                    <a:pt x="25919" y="20528"/>
                    <a:pt x="27604" y="20726"/>
                  </a:cubicBezTo>
                  <a:lnTo>
                    <a:pt x="27770" y="20726"/>
                  </a:lnTo>
                  <a:lnTo>
                    <a:pt x="27809" y="20892"/>
                  </a:lnTo>
                  <a:cubicBezTo>
                    <a:pt x="28093" y="21498"/>
                    <a:pt x="28337" y="22064"/>
                    <a:pt x="28865" y="22436"/>
                  </a:cubicBezTo>
                  <a:cubicBezTo>
                    <a:pt x="29083" y="22588"/>
                    <a:pt x="29360" y="22671"/>
                    <a:pt x="29625" y="22671"/>
                  </a:cubicBezTo>
                  <a:cubicBezTo>
                    <a:pt x="29716" y="22671"/>
                    <a:pt x="29806" y="22661"/>
                    <a:pt x="29891" y="22641"/>
                  </a:cubicBezTo>
                  <a:cubicBezTo>
                    <a:pt x="30086" y="22602"/>
                    <a:pt x="30291" y="22514"/>
                    <a:pt x="30418" y="22269"/>
                  </a:cubicBezTo>
                  <a:cubicBezTo>
                    <a:pt x="30457" y="22230"/>
                    <a:pt x="30457" y="22191"/>
                    <a:pt x="30496" y="22152"/>
                  </a:cubicBezTo>
                  <a:cubicBezTo>
                    <a:pt x="30536" y="22064"/>
                    <a:pt x="30575" y="21947"/>
                    <a:pt x="30702" y="21820"/>
                  </a:cubicBezTo>
                  <a:lnTo>
                    <a:pt x="30741" y="21781"/>
                  </a:lnTo>
                  <a:lnTo>
                    <a:pt x="30780" y="21742"/>
                  </a:lnTo>
                  <a:cubicBezTo>
                    <a:pt x="30780" y="21742"/>
                    <a:pt x="30819" y="21742"/>
                    <a:pt x="30819" y="21703"/>
                  </a:cubicBezTo>
                  <a:cubicBezTo>
                    <a:pt x="30868" y="21703"/>
                    <a:pt x="30868" y="21664"/>
                    <a:pt x="30907" y="21664"/>
                  </a:cubicBezTo>
                  <a:cubicBezTo>
                    <a:pt x="30946" y="21664"/>
                    <a:pt x="30985" y="21625"/>
                    <a:pt x="30985" y="21625"/>
                  </a:cubicBezTo>
                  <a:lnTo>
                    <a:pt x="31024" y="21625"/>
                  </a:lnTo>
                  <a:lnTo>
                    <a:pt x="31063" y="21576"/>
                  </a:lnTo>
                  <a:lnTo>
                    <a:pt x="31190" y="21576"/>
                  </a:lnTo>
                  <a:cubicBezTo>
                    <a:pt x="31229" y="21576"/>
                    <a:pt x="31229" y="21576"/>
                    <a:pt x="31268" y="21537"/>
                  </a:cubicBezTo>
                  <a:lnTo>
                    <a:pt x="31356" y="21537"/>
                  </a:lnTo>
                  <a:cubicBezTo>
                    <a:pt x="31434" y="21537"/>
                    <a:pt x="31474" y="21537"/>
                    <a:pt x="31513" y="21576"/>
                  </a:cubicBezTo>
                  <a:lnTo>
                    <a:pt x="31679" y="21576"/>
                  </a:lnTo>
                  <a:cubicBezTo>
                    <a:pt x="31718" y="21576"/>
                    <a:pt x="31718" y="21625"/>
                    <a:pt x="31718" y="21625"/>
                  </a:cubicBezTo>
                  <a:cubicBezTo>
                    <a:pt x="31757" y="21625"/>
                    <a:pt x="31796" y="21625"/>
                    <a:pt x="31845" y="21664"/>
                  </a:cubicBezTo>
                  <a:lnTo>
                    <a:pt x="31884" y="21664"/>
                  </a:lnTo>
                  <a:cubicBezTo>
                    <a:pt x="31923" y="21664"/>
                    <a:pt x="31962" y="21703"/>
                    <a:pt x="32001" y="21742"/>
                  </a:cubicBezTo>
                  <a:cubicBezTo>
                    <a:pt x="32206" y="21869"/>
                    <a:pt x="32412" y="22025"/>
                    <a:pt x="32578" y="22152"/>
                  </a:cubicBezTo>
                  <a:cubicBezTo>
                    <a:pt x="32656" y="22269"/>
                    <a:pt x="32773" y="22357"/>
                    <a:pt x="32900" y="22436"/>
                  </a:cubicBezTo>
                  <a:cubicBezTo>
                    <a:pt x="33262" y="22719"/>
                    <a:pt x="33750" y="22846"/>
                    <a:pt x="34288" y="23002"/>
                  </a:cubicBezTo>
                  <a:cubicBezTo>
                    <a:pt x="34571" y="23041"/>
                    <a:pt x="34815" y="23129"/>
                    <a:pt x="35060" y="23208"/>
                  </a:cubicBezTo>
                  <a:cubicBezTo>
                    <a:pt x="35548" y="23374"/>
                    <a:pt x="35998" y="23618"/>
                    <a:pt x="36398" y="23823"/>
                  </a:cubicBezTo>
                  <a:cubicBezTo>
                    <a:pt x="36437" y="23862"/>
                    <a:pt x="36486" y="23862"/>
                    <a:pt x="36525" y="23901"/>
                  </a:cubicBezTo>
                  <a:lnTo>
                    <a:pt x="36525" y="23735"/>
                  </a:lnTo>
                  <a:lnTo>
                    <a:pt x="36525" y="23696"/>
                  </a:lnTo>
                  <a:cubicBezTo>
                    <a:pt x="36525" y="23657"/>
                    <a:pt x="36564" y="23618"/>
                    <a:pt x="36564" y="23530"/>
                  </a:cubicBezTo>
                  <a:cubicBezTo>
                    <a:pt x="36603" y="23247"/>
                    <a:pt x="36770" y="23002"/>
                    <a:pt x="36926" y="22758"/>
                  </a:cubicBezTo>
                  <a:cubicBezTo>
                    <a:pt x="36926" y="22719"/>
                    <a:pt x="36975" y="22680"/>
                    <a:pt x="36975" y="22680"/>
                  </a:cubicBezTo>
                  <a:cubicBezTo>
                    <a:pt x="37131" y="22436"/>
                    <a:pt x="37297" y="22191"/>
                    <a:pt x="37336" y="21947"/>
                  </a:cubicBezTo>
                  <a:cubicBezTo>
                    <a:pt x="37414" y="21458"/>
                    <a:pt x="37170" y="21009"/>
                    <a:pt x="36926" y="20560"/>
                  </a:cubicBezTo>
                  <a:cubicBezTo>
                    <a:pt x="36809" y="20403"/>
                    <a:pt x="36731" y="20237"/>
                    <a:pt x="36643" y="20071"/>
                  </a:cubicBezTo>
                  <a:cubicBezTo>
                    <a:pt x="36643" y="20032"/>
                    <a:pt x="36643" y="19993"/>
                    <a:pt x="36603" y="19954"/>
                  </a:cubicBezTo>
                  <a:cubicBezTo>
                    <a:pt x="36525" y="19709"/>
                    <a:pt x="36564" y="19299"/>
                    <a:pt x="36643" y="18889"/>
                  </a:cubicBezTo>
                  <a:cubicBezTo>
                    <a:pt x="36682" y="18850"/>
                    <a:pt x="36682" y="18810"/>
                    <a:pt x="36682" y="18771"/>
                  </a:cubicBezTo>
                  <a:cubicBezTo>
                    <a:pt x="36682" y="18771"/>
                    <a:pt x="36682" y="18732"/>
                    <a:pt x="36731" y="18732"/>
                  </a:cubicBezTo>
                  <a:lnTo>
                    <a:pt x="36731" y="18644"/>
                  </a:lnTo>
                  <a:cubicBezTo>
                    <a:pt x="36770" y="18605"/>
                    <a:pt x="36770" y="18566"/>
                    <a:pt x="36770" y="18527"/>
                  </a:cubicBezTo>
                  <a:lnTo>
                    <a:pt x="36770" y="18488"/>
                  </a:lnTo>
                  <a:cubicBezTo>
                    <a:pt x="36809" y="18449"/>
                    <a:pt x="36809" y="18400"/>
                    <a:pt x="36848" y="18361"/>
                  </a:cubicBezTo>
                  <a:cubicBezTo>
                    <a:pt x="36975" y="18078"/>
                    <a:pt x="37092" y="17833"/>
                    <a:pt x="37258" y="17628"/>
                  </a:cubicBezTo>
                  <a:cubicBezTo>
                    <a:pt x="37258" y="16123"/>
                    <a:pt x="37258" y="14003"/>
                    <a:pt x="37092" y="12459"/>
                  </a:cubicBezTo>
                  <a:cubicBezTo>
                    <a:pt x="37053" y="11853"/>
                    <a:pt x="37053" y="11121"/>
                    <a:pt x="37092" y="10339"/>
                  </a:cubicBezTo>
                  <a:cubicBezTo>
                    <a:pt x="37131" y="8756"/>
                    <a:pt x="37219" y="6968"/>
                    <a:pt x="36525" y="5991"/>
                  </a:cubicBezTo>
                  <a:cubicBezTo>
                    <a:pt x="36193" y="5541"/>
                    <a:pt x="35871" y="5258"/>
                    <a:pt x="35626" y="5053"/>
                  </a:cubicBezTo>
                  <a:cubicBezTo>
                    <a:pt x="34933" y="4525"/>
                    <a:pt x="34727" y="4154"/>
                    <a:pt x="35343" y="2727"/>
                  </a:cubicBezTo>
                  <a:cubicBezTo>
                    <a:pt x="35509" y="2405"/>
                    <a:pt x="35626" y="2199"/>
                    <a:pt x="35753" y="2033"/>
                  </a:cubicBezTo>
                  <a:cubicBezTo>
                    <a:pt x="35910" y="1750"/>
                    <a:pt x="35998" y="1633"/>
                    <a:pt x="35998" y="978"/>
                  </a:cubicBezTo>
                  <a:lnTo>
                    <a:pt x="35998" y="900"/>
                  </a:lnTo>
                  <a:lnTo>
                    <a:pt x="7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0" name="Google Shape;3680;p60"/>
            <p:cNvSpPr/>
            <p:nvPr/>
          </p:nvSpPr>
          <p:spPr>
            <a:xfrm>
              <a:off x="2271398" y="1993043"/>
              <a:ext cx="2869" cy="70611"/>
            </a:xfrm>
            <a:custGeom>
              <a:avLst/>
              <a:gdLst/>
              <a:ahLst/>
              <a:cxnLst/>
              <a:rect l="l" t="t" r="r" b="b"/>
              <a:pathLst>
                <a:path w="197" h="4848" extrusionOk="0">
                  <a:moveTo>
                    <a:pt x="196" y="1"/>
                  </a:moveTo>
                  <a:lnTo>
                    <a:pt x="1" y="4847"/>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1" name="Google Shape;3681;p60"/>
            <p:cNvSpPr/>
            <p:nvPr/>
          </p:nvSpPr>
          <p:spPr>
            <a:xfrm>
              <a:off x="2787305" y="2006137"/>
              <a:ext cx="15" cy="1151"/>
            </a:xfrm>
            <a:custGeom>
              <a:avLst/>
              <a:gdLst/>
              <a:ahLst/>
              <a:cxnLst/>
              <a:rect l="l" t="t" r="r" b="b"/>
              <a:pathLst>
                <a:path w="1" h="79" extrusionOk="0">
                  <a:moveTo>
                    <a:pt x="1" y="79"/>
                  </a:move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2" name="Google Shape;3682;p60"/>
            <p:cNvSpPr/>
            <p:nvPr/>
          </p:nvSpPr>
          <p:spPr>
            <a:xfrm>
              <a:off x="2864295" y="2552208"/>
              <a:ext cx="540828" cy="448893"/>
            </a:xfrm>
            <a:custGeom>
              <a:avLst/>
              <a:gdLst/>
              <a:ahLst/>
              <a:cxnLst/>
              <a:rect l="l" t="t" r="r" b="b"/>
              <a:pathLst>
                <a:path w="37132" h="30820" extrusionOk="0">
                  <a:moveTo>
                    <a:pt x="22924" y="1"/>
                  </a:moveTo>
                  <a:cubicBezTo>
                    <a:pt x="22680" y="89"/>
                    <a:pt x="22397" y="128"/>
                    <a:pt x="22113" y="128"/>
                  </a:cubicBezTo>
                  <a:lnTo>
                    <a:pt x="1261" y="128"/>
                  </a:lnTo>
                  <a:cubicBezTo>
                    <a:pt x="1183" y="128"/>
                    <a:pt x="1144" y="89"/>
                    <a:pt x="1066" y="89"/>
                  </a:cubicBezTo>
                  <a:lnTo>
                    <a:pt x="900" y="89"/>
                  </a:lnTo>
                  <a:cubicBezTo>
                    <a:pt x="697" y="54"/>
                    <a:pt x="470" y="24"/>
                    <a:pt x="253" y="24"/>
                  </a:cubicBezTo>
                  <a:cubicBezTo>
                    <a:pt x="167" y="24"/>
                    <a:pt x="82" y="29"/>
                    <a:pt x="1" y="40"/>
                  </a:cubicBezTo>
                  <a:lnTo>
                    <a:pt x="1" y="128"/>
                  </a:lnTo>
                  <a:cubicBezTo>
                    <a:pt x="1" y="333"/>
                    <a:pt x="128" y="577"/>
                    <a:pt x="206" y="822"/>
                  </a:cubicBezTo>
                  <a:lnTo>
                    <a:pt x="577" y="1750"/>
                  </a:lnTo>
                  <a:cubicBezTo>
                    <a:pt x="656" y="1877"/>
                    <a:pt x="695" y="2043"/>
                    <a:pt x="773" y="2121"/>
                  </a:cubicBezTo>
                  <a:cubicBezTo>
                    <a:pt x="822" y="2160"/>
                    <a:pt x="900" y="2160"/>
                    <a:pt x="939" y="2200"/>
                  </a:cubicBezTo>
                  <a:cubicBezTo>
                    <a:pt x="1066" y="2239"/>
                    <a:pt x="1144" y="2287"/>
                    <a:pt x="1183" y="2366"/>
                  </a:cubicBezTo>
                  <a:cubicBezTo>
                    <a:pt x="1349" y="2483"/>
                    <a:pt x="1428" y="2610"/>
                    <a:pt x="1467" y="2776"/>
                  </a:cubicBezTo>
                  <a:lnTo>
                    <a:pt x="2532" y="3265"/>
                  </a:lnTo>
                  <a:cubicBezTo>
                    <a:pt x="2649" y="3304"/>
                    <a:pt x="2854" y="3382"/>
                    <a:pt x="2971" y="3587"/>
                  </a:cubicBezTo>
                  <a:cubicBezTo>
                    <a:pt x="3098" y="3792"/>
                    <a:pt x="3059" y="3997"/>
                    <a:pt x="3020" y="4154"/>
                  </a:cubicBezTo>
                  <a:lnTo>
                    <a:pt x="3020" y="4398"/>
                  </a:lnTo>
                  <a:cubicBezTo>
                    <a:pt x="3059" y="4564"/>
                    <a:pt x="3216" y="4603"/>
                    <a:pt x="3665" y="4681"/>
                  </a:cubicBezTo>
                  <a:cubicBezTo>
                    <a:pt x="3948" y="4730"/>
                    <a:pt x="4242" y="4769"/>
                    <a:pt x="4486" y="4887"/>
                  </a:cubicBezTo>
                  <a:cubicBezTo>
                    <a:pt x="4730" y="5014"/>
                    <a:pt x="4926" y="5219"/>
                    <a:pt x="5014" y="5502"/>
                  </a:cubicBezTo>
                  <a:cubicBezTo>
                    <a:pt x="5092" y="5786"/>
                    <a:pt x="5053" y="6108"/>
                    <a:pt x="4926" y="6352"/>
                  </a:cubicBezTo>
                  <a:cubicBezTo>
                    <a:pt x="4847" y="6518"/>
                    <a:pt x="4681" y="6685"/>
                    <a:pt x="4564" y="6802"/>
                  </a:cubicBezTo>
                  <a:cubicBezTo>
                    <a:pt x="4486" y="6841"/>
                    <a:pt x="4359" y="6929"/>
                    <a:pt x="4320" y="7046"/>
                  </a:cubicBezTo>
                  <a:cubicBezTo>
                    <a:pt x="3948" y="7496"/>
                    <a:pt x="4193" y="8267"/>
                    <a:pt x="4642" y="8756"/>
                  </a:cubicBezTo>
                  <a:cubicBezTo>
                    <a:pt x="4847" y="8961"/>
                    <a:pt x="5053" y="9166"/>
                    <a:pt x="5297" y="9372"/>
                  </a:cubicBezTo>
                  <a:cubicBezTo>
                    <a:pt x="5619" y="9655"/>
                    <a:pt x="5991" y="9977"/>
                    <a:pt x="6235" y="10388"/>
                  </a:cubicBezTo>
                  <a:cubicBezTo>
                    <a:pt x="6684" y="11121"/>
                    <a:pt x="6802" y="11932"/>
                    <a:pt x="6880" y="12664"/>
                  </a:cubicBezTo>
                  <a:cubicBezTo>
                    <a:pt x="7290" y="16700"/>
                    <a:pt x="7779" y="21175"/>
                    <a:pt x="7535" y="25572"/>
                  </a:cubicBezTo>
                  <a:lnTo>
                    <a:pt x="7535" y="25934"/>
                  </a:lnTo>
                  <a:lnTo>
                    <a:pt x="7495" y="26139"/>
                  </a:lnTo>
                  <a:cubicBezTo>
                    <a:pt x="7779" y="25983"/>
                    <a:pt x="8062" y="25856"/>
                    <a:pt x="8394" y="25817"/>
                  </a:cubicBezTo>
                  <a:lnTo>
                    <a:pt x="8433" y="26305"/>
                  </a:lnTo>
                  <a:cubicBezTo>
                    <a:pt x="7984" y="26383"/>
                    <a:pt x="7662" y="26667"/>
                    <a:pt x="7456" y="26911"/>
                  </a:cubicBezTo>
                  <a:lnTo>
                    <a:pt x="7417" y="27116"/>
                  </a:lnTo>
                  <a:lnTo>
                    <a:pt x="7417" y="27360"/>
                  </a:lnTo>
                  <a:cubicBezTo>
                    <a:pt x="8667" y="27466"/>
                    <a:pt x="9933" y="27508"/>
                    <a:pt x="11205" y="27508"/>
                  </a:cubicBezTo>
                  <a:cubicBezTo>
                    <a:pt x="13952" y="27508"/>
                    <a:pt x="16728" y="27310"/>
                    <a:pt x="19426" y="27116"/>
                  </a:cubicBezTo>
                  <a:cubicBezTo>
                    <a:pt x="19709" y="27077"/>
                    <a:pt x="19954" y="27038"/>
                    <a:pt x="20237" y="27038"/>
                  </a:cubicBezTo>
                  <a:lnTo>
                    <a:pt x="20520" y="27038"/>
                  </a:lnTo>
                  <a:cubicBezTo>
                    <a:pt x="20804" y="26999"/>
                    <a:pt x="21097" y="26960"/>
                    <a:pt x="21380" y="26960"/>
                  </a:cubicBezTo>
                  <a:lnTo>
                    <a:pt x="21586" y="26960"/>
                  </a:lnTo>
                  <a:cubicBezTo>
                    <a:pt x="21781" y="26911"/>
                    <a:pt x="22025" y="26911"/>
                    <a:pt x="22270" y="26872"/>
                  </a:cubicBezTo>
                  <a:lnTo>
                    <a:pt x="22563" y="26872"/>
                  </a:lnTo>
                  <a:cubicBezTo>
                    <a:pt x="22846" y="26872"/>
                    <a:pt x="23129" y="26833"/>
                    <a:pt x="23413" y="26833"/>
                  </a:cubicBezTo>
                  <a:cubicBezTo>
                    <a:pt x="23491" y="26833"/>
                    <a:pt x="23579" y="26794"/>
                    <a:pt x="23657" y="26794"/>
                  </a:cubicBezTo>
                  <a:lnTo>
                    <a:pt x="24312" y="26794"/>
                  </a:lnTo>
                  <a:cubicBezTo>
                    <a:pt x="24429" y="26755"/>
                    <a:pt x="24517" y="26755"/>
                    <a:pt x="24595" y="26755"/>
                  </a:cubicBezTo>
                  <a:cubicBezTo>
                    <a:pt x="24878" y="26755"/>
                    <a:pt x="25162" y="26755"/>
                    <a:pt x="25445" y="26716"/>
                  </a:cubicBezTo>
                  <a:lnTo>
                    <a:pt x="26628" y="26716"/>
                  </a:lnTo>
                  <a:cubicBezTo>
                    <a:pt x="26911" y="26716"/>
                    <a:pt x="27204" y="26667"/>
                    <a:pt x="27487" y="26667"/>
                  </a:cubicBezTo>
                  <a:lnTo>
                    <a:pt x="27732" y="26667"/>
                  </a:lnTo>
                  <a:cubicBezTo>
                    <a:pt x="28054" y="26667"/>
                    <a:pt x="28377" y="26716"/>
                    <a:pt x="28748" y="26716"/>
                  </a:cubicBezTo>
                  <a:lnTo>
                    <a:pt x="28914" y="26716"/>
                  </a:lnTo>
                  <a:cubicBezTo>
                    <a:pt x="29236" y="26716"/>
                    <a:pt x="29598" y="26716"/>
                    <a:pt x="29969" y="26755"/>
                  </a:cubicBezTo>
                  <a:cubicBezTo>
                    <a:pt x="30624" y="26794"/>
                    <a:pt x="31308" y="26833"/>
                    <a:pt x="31884" y="27204"/>
                  </a:cubicBezTo>
                  <a:lnTo>
                    <a:pt x="32041" y="27321"/>
                  </a:lnTo>
                  <a:lnTo>
                    <a:pt x="32002" y="27487"/>
                  </a:lnTo>
                  <a:cubicBezTo>
                    <a:pt x="31845" y="27937"/>
                    <a:pt x="31718" y="28425"/>
                    <a:pt x="31640" y="28914"/>
                  </a:cubicBezTo>
                  <a:cubicBezTo>
                    <a:pt x="31513" y="29442"/>
                    <a:pt x="31435" y="29969"/>
                    <a:pt x="31269" y="30419"/>
                  </a:cubicBezTo>
                  <a:cubicBezTo>
                    <a:pt x="31230" y="30536"/>
                    <a:pt x="31191" y="30624"/>
                    <a:pt x="31230" y="30663"/>
                  </a:cubicBezTo>
                  <a:cubicBezTo>
                    <a:pt x="31230" y="30663"/>
                    <a:pt x="31269" y="30702"/>
                    <a:pt x="31474" y="30702"/>
                  </a:cubicBezTo>
                  <a:lnTo>
                    <a:pt x="33184" y="30780"/>
                  </a:lnTo>
                  <a:lnTo>
                    <a:pt x="33673" y="30819"/>
                  </a:lnTo>
                  <a:lnTo>
                    <a:pt x="34200" y="28582"/>
                  </a:lnTo>
                  <a:cubicBezTo>
                    <a:pt x="34327" y="28054"/>
                    <a:pt x="34445" y="27566"/>
                    <a:pt x="34855" y="27243"/>
                  </a:cubicBezTo>
                  <a:cubicBezTo>
                    <a:pt x="35060" y="27077"/>
                    <a:pt x="35304" y="26999"/>
                    <a:pt x="35510" y="26911"/>
                  </a:cubicBezTo>
                  <a:cubicBezTo>
                    <a:pt x="35627" y="26872"/>
                    <a:pt x="35754" y="26833"/>
                    <a:pt x="35871" y="26794"/>
                  </a:cubicBezTo>
                  <a:cubicBezTo>
                    <a:pt x="35910" y="26755"/>
                    <a:pt x="35949" y="26716"/>
                    <a:pt x="35998" y="26716"/>
                  </a:cubicBezTo>
                  <a:cubicBezTo>
                    <a:pt x="36037" y="26667"/>
                    <a:pt x="36037" y="26667"/>
                    <a:pt x="36076" y="26667"/>
                  </a:cubicBezTo>
                  <a:cubicBezTo>
                    <a:pt x="36076" y="26628"/>
                    <a:pt x="36115" y="26628"/>
                    <a:pt x="36115" y="26628"/>
                  </a:cubicBezTo>
                  <a:cubicBezTo>
                    <a:pt x="36154" y="26588"/>
                    <a:pt x="36154" y="26588"/>
                    <a:pt x="36154" y="26549"/>
                  </a:cubicBezTo>
                  <a:cubicBezTo>
                    <a:pt x="36194" y="26549"/>
                    <a:pt x="36194" y="26549"/>
                    <a:pt x="36242" y="26510"/>
                  </a:cubicBezTo>
                  <a:lnTo>
                    <a:pt x="36281" y="26471"/>
                  </a:lnTo>
                  <a:cubicBezTo>
                    <a:pt x="36281" y="26422"/>
                    <a:pt x="36321" y="26422"/>
                    <a:pt x="36321" y="26383"/>
                  </a:cubicBezTo>
                  <a:cubicBezTo>
                    <a:pt x="36360" y="26383"/>
                    <a:pt x="36360" y="26383"/>
                    <a:pt x="36360" y="26344"/>
                  </a:cubicBezTo>
                  <a:cubicBezTo>
                    <a:pt x="36399" y="26344"/>
                    <a:pt x="36399" y="26305"/>
                    <a:pt x="36438" y="26266"/>
                  </a:cubicBezTo>
                  <a:lnTo>
                    <a:pt x="36438" y="26227"/>
                  </a:lnTo>
                  <a:cubicBezTo>
                    <a:pt x="36487" y="26227"/>
                    <a:pt x="36487" y="26178"/>
                    <a:pt x="36526" y="26139"/>
                  </a:cubicBezTo>
                  <a:lnTo>
                    <a:pt x="36526" y="26100"/>
                  </a:lnTo>
                  <a:cubicBezTo>
                    <a:pt x="36565" y="26061"/>
                    <a:pt x="36604" y="25983"/>
                    <a:pt x="36604" y="25934"/>
                  </a:cubicBezTo>
                  <a:cubicBezTo>
                    <a:pt x="36643" y="25895"/>
                    <a:pt x="36643" y="25895"/>
                    <a:pt x="36643" y="25856"/>
                  </a:cubicBezTo>
                  <a:cubicBezTo>
                    <a:pt x="36643" y="25856"/>
                    <a:pt x="36643" y="25817"/>
                    <a:pt x="36682" y="25817"/>
                  </a:cubicBezTo>
                  <a:cubicBezTo>
                    <a:pt x="36731" y="25738"/>
                    <a:pt x="36731" y="25611"/>
                    <a:pt x="36770" y="25533"/>
                  </a:cubicBezTo>
                  <a:cubicBezTo>
                    <a:pt x="36770" y="25494"/>
                    <a:pt x="36770" y="25494"/>
                    <a:pt x="36809" y="25445"/>
                  </a:cubicBezTo>
                  <a:cubicBezTo>
                    <a:pt x="36809" y="25367"/>
                    <a:pt x="36848" y="25289"/>
                    <a:pt x="36848" y="25201"/>
                  </a:cubicBezTo>
                  <a:cubicBezTo>
                    <a:pt x="36887" y="25162"/>
                    <a:pt x="36887" y="25123"/>
                    <a:pt x="36887" y="25123"/>
                  </a:cubicBezTo>
                  <a:cubicBezTo>
                    <a:pt x="36887" y="25006"/>
                    <a:pt x="36926" y="24918"/>
                    <a:pt x="36926" y="24839"/>
                  </a:cubicBezTo>
                  <a:cubicBezTo>
                    <a:pt x="36926" y="24800"/>
                    <a:pt x="36926" y="24800"/>
                    <a:pt x="36975" y="24761"/>
                  </a:cubicBezTo>
                  <a:cubicBezTo>
                    <a:pt x="36975" y="24673"/>
                    <a:pt x="36975" y="24595"/>
                    <a:pt x="37014" y="24468"/>
                  </a:cubicBezTo>
                  <a:cubicBezTo>
                    <a:pt x="37093" y="23980"/>
                    <a:pt x="37132" y="23540"/>
                    <a:pt x="36926" y="23208"/>
                  </a:cubicBezTo>
                  <a:cubicBezTo>
                    <a:pt x="36731" y="22885"/>
                    <a:pt x="36281" y="22758"/>
                    <a:pt x="35871" y="22641"/>
                  </a:cubicBezTo>
                  <a:cubicBezTo>
                    <a:pt x="35627" y="22563"/>
                    <a:pt x="35422" y="22514"/>
                    <a:pt x="35177" y="22397"/>
                  </a:cubicBezTo>
                  <a:lnTo>
                    <a:pt x="35138" y="22397"/>
                  </a:lnTo>
                  <a:cubicBezTo>
                    <a:pt x="35099" y="22358"/>
                    <a:pt x="35021" y="22318"/>
                    <a:pt x="34933" y="22270"/>
                  </a:cubicBezTo>
                  <a:lnTo>
                    <a:pt x="34816" y="22191"/>
                  </a:lnTo>
                  <a:lnTo>
                    <a:pt x="34689" y="22113"/>
                  </a:lnTo>
                  <a:lnTo>
                    <a:pt x="34689" y="22074"/>
                  </a:lnTo>
                  <a:lnTo>
                    <a:pt x="34532" y="21947"/>
                  </a:lnTo>
                  <a:cubicBezTo>
                    <a:pt x="34083" y="21420"/>
                    <a:pt x="33995" y="20648"/>
                    <a:pt x="33917" y="19954"/>
                  </a:cubicBezTo>
                  <a:cubicBezTo>
                    <a:pt x="33839" y="19338"/>
                    <a:pt x="33800" y="18732"/>
                    <a:pt x="33506" y="18283"/>
                  </a:cubicBezTo>
                  <a:cubicBezTo>
                    <a:pt x="33106" y="17677"/>
                    <a:pt x="32373" y="17384"/>
                    <a:pt x="31601" y="17101"/>
                  </a:cubicBezTo>
                  <a:cubicBezTo>
                    <a:pt x="31435" y="17022"/>
                    <a:pt x="31230" y="16944"/>
                    <a:pt x="31064" y="16856"/>
                  </a:cubicBezTo>
                  <a:cubicBezTo>
                    <a:pt x="30008" y="16456"/>
                    <a:pt x="28992" y="15479"/>
                    <a:pt x="29276" y="14374"/>
                  </a:cubicBezTo>
                  <a:cubicBezTo>
                    <a:pt x="29315" y="14169"/>
                    <a:pt x="29403" y="13964"/>
                    <a:pt x="29520" y="13769"/>
                  </a:cubicBezTo>
                  <a:cubicBezTo>
                    <a:pt x="29647" y="13476"/>
                    <a:pt x="29764" y="13192"/>
                    <a:pt x="29725" y="12987"/>
                  </a:cubicBezTo>
                  <a:lnTo>
                    <a:pt x="29647" y="12792"/>
                  </a:lnTo>
                  <a:lnTo>
                    <a:pt x="29842" y="12704"/>
                  </a:lnTo>
                  <a:cubicBezTo>
                    <a:pt x="29842" y="12664"/>
                    <a:pt x="29891" y="12625"/>
                    <a:pt x="29930" y="12547"/>
                  </a:cubicBezTo>
                  <a:cubicBezTo>
                    <a:pt x="29842" y="12459"/>
                    <a:pt x="29803" y="12381"/>
                    <a:pt x="29803" y="12176"/>
                  </a:cubicBezTo>
                  <a:cubicBezTo>
                    <a:pt x="29803" y="11160"/>
                    <a:pt x="29725" y="10104"/>
                    <a:pt x="29031" y="9528"/>
                  </a:cubicBezTo>
                  <a:cubicBezTo>
                    <a:pt x="28914" y="9450"/>
                    <a:pt x="28748" y="9372"/>
                    <a:pt x="28582" y="9284"/>
                  </a:cubicBezTo>
                  <a:cubicBezTo>
                    <a:pt x="28377" y="9166"/>
                    <a:pt x="28181" y="9039"/>
                    <a:pt x="27976" y="8883"/>
                  </a:cubicBezTo>
                  <a:cubicBezTo>
                    <a:pt x="27605" y="8590"/>
                    <a:pt x="27399" y="8189"/>
                    <a:pt x="27243" y="7779"/>
                  </a:cubicBezTo>
                  <a:cubicBezTo>
                    <a:pt x="27116" y="7535"/>
                    <a:pt x="26999" y="7329"/>
                    <a:pt x="26872" y="7124"/>
                  </a:cubicBezTo>
                  <a:cubicBezTo>
                    <a:pt x="26628" y="6802"/>
                    <a:pt x="26266" y="6479"/>
                    <a:pt x="25895" y="6196"/>
                  </a:cubicBezTo>
                  <a:cubicBezTo>
                    <a:pt x="25328" y="5707"/>
                    <a:pt x="24712" y="5170"/>
                    <a:pt x="24556" y="4359"/>
                  </a:cubicBezTo>
                  <a:cubicBezTo>
                    <a:pt x="24517" y="4154"/>
                    <a:pt x="24517" y="3909"/>
                    <a:pt x="24517" y="3665"/>
                  </a:cubicBezTo>
                  <a:cubicBezTo>
                    <a:pt x="24517" y="3382"/>
                    <a:pt x="24556" y="3138"/>
                    <a:pt x="24429" y="2893"/>
                  </a:cubicBezTo>
                  <a:cubicBezTo>
                    <a:pt x="24351" y="2688"/>
                    <a:pt x="24224" y="2532"/>
                    <a:pt x="24067" y="2327"/>
                  </a:cubicBezTo>
                  <a:cubicBezTo>
                    <a:pt x="23901" y="2160"/>
                    <a:pt x="23735" y="1955"/>
                    <a:pt x="23618" y="1750"/>
                  </a:cubicBezTo>
                  <a:cubicBezTo>
                    <a:pt x="23491" y="1506"/>
                    <a:pt x="23452" y="1310"/>
                    <a:pt x="23413" y="1066"/>
                  </a:cubicBezTo>
                  <a:cubicBezTo>
                    <a:pt x="23374" y="939"/>
                    <a:pt x="23335" y="773"/>
                    <a:pt x="23296" y="656"/>
                  </a:cubicBezTo>
                  <a:cubicBezTo>
                    <a:pt x="23247" y="617"/>
                    <a:pt x="23247" y="529"/>
                    <a:pt x="23208" y="490"/>
                  </a:cubicBezTo>
                  <a:cubicBezTo>
                    <a:pt x="23208" y="450"/>
                    <a:pt x="23208" y="450"/>
                    <a:pt x="23168" y="411"/>
                  </a:cubicBezTo>
                  <a:cubicBezTo>
                    <a:pt x="23168" y="372"/>
                    <a:pt x="23129" y="333"/>
                    <a:pt x="23129" y="284"/>
                  </a:cubicBezTo>
                  <a:cubicBezTo>
                    <a:pt x="23090" y="284"/>
                    <a:pt x="23090" y="245"/>
                    <a:pt x="23090" y="206"/>
                  </a:cubicBezTo>
                  <a:cubicBezTo>
                    <a:pt x="23051" y="206"/>
                    <a:pt x="23051" y="167"/>
                    <a:pt x="23002" y="128"/>
                  </a:cubicBezTo>
                  <a:cubicBezTo>
                    <a:pt x="23002" y="89"/>
                    <a:pt x="22963" y="40"/>
                    <a:pt x="22963" y="40"/>
                  </a:cubicBezTo>
                  <a:lnTo>
                    <a:pt x="22924"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3" name="Google Shape;3683;p60"/>
            <p:cNvSpPr/>
            <p:nvPr/>
          </p:nvSpPr>
          <p:spPr>
            <a:xfrm>
              <a:off x="3532057" y="1998126"/>
              <a:ext cx="309550" cy="381050"/>
            </a:xfrm>
            <a:custGeom>
              <a:avLst/>
              <a:gdLst/>
              <a:ahLst/>
              <a:cxnLst/>
              <a:rect l="l" t="t" r="r" b="b"/>
              <a:pathLst>
                <a:path w="21253" h="26162" extrusionOk="0">
                  <a:moveTo>
                    <a:pt x="8398" y="0"/>
                  </a:moveTo>
                  <a:cubicBezTo>
                    <a:pt x="7674" y="0"/>
                    <a:pt x="6995" y="147"/>
                    <a:pt x="6596" y="512"/>
                  </a:cubicBezTo>
                  <a:cubicBezTo>
                    <a:pt x="6068" y="1000"/>
                    <a:pt x="5981" y="1645"/>
                    <a:pt x="5863" y="2339"/>
                  </a:cubicBezTo>
                  <a:cubicBezTo>
                    <a:pt x="5736" y="3277"/>
                    <a:pt x="5580" y="4371"/>
                    <a:pt x="3831" y="4704"/>
                  </a:cubicBezTo>
                  <a:cubicBezTo>
                    <a:pt x="3641" y="4738"/>
                    <a:pt x="3465" y="4752"/>
                    <a:pt x="3301" y="4752"/>
                  </a:cubicBezTo>
                  <a:cubicBezTo>
                    <a:pt x="2902" y="4752"/>
                    <a:pt x="2580" y="4667"/>
                    <a:pt x="2316" y="4577"/>
                  </a:cubicBezTo>
                  <a:cubicBezTo>
                    <a:pt x="2141" y="4528"/>
                    <a:pt x="2015" y="4495"/>
                    <a:pt x="1913" y="4495"/>
                  </a:cubicBezTo>
                  <a:cubicBezTo>
                    <a:pt x="1851" y="4495"/>
                    <a:pt x="1798" y="4508"/>
                    <a:pt x="1750" y="4537"/>
                  </a:cubicBezTo>
                  <a:cubicBezTo>
                    <a:pt x="1583" y="4664"/>
                    <a:pt x="1427" y="5026"/>
                    <a:pt x="1222" y="5720"/>
                  </a:cubicBezTo>
                  <a:cubicBezTo>
                    <a:pt x="1095" y="6247"/>
                    <a:pt x="1056" y="6775"/>
                    <a:pt x="1017" y="7352"/>
                  </a:cubicBezTo>
                  <a:cubicBezTo>
                    <a:pt x="1017" y="7918"/>
                    <a:pt x="978" y="8573"/>
                    <a:pt x="812" y="9179"/>
                  </a:cubicBezTo>
                  <a:cubicBezTo>
                    <a:pt x="694" y="9501"/>
                    <a:pt x="567" y="9794"/>
                    <a:pt x="450" y="10078"/>
                  </a:cubicBezTo>
                  <a:cubicBezTo>
                    <a:pt x="245" y="10527"/>
                    <a:pt x="40" y="10967"/>
                    <a:pt x="40" y="11455"/>
                  </a:cubicBezTo>
                  <a:cubicBezTo>
                    <a:pt x="1" y="12726"/>
                    <a:pt x="606" y="13742"/>
                    <a:pt x="1300" y="14797"/>
                  </a:cubicBezTo>
                  <a:cubicBezTo>
                    <a:pt x="1750" y="15491"/>
                    <a:pt x="2199" y="16185"/>
                    <a:pt x="2482" y="16957"/>
                  </a:cubicBezTo>
                  <a:cubicBezTo>
                    <a:pt x="3254" y="19194"/>
                    <a:pt x="3254" y="23630"/>
                    <a:pt x="1632" y="26073"/>
                  </a:cubicBezTo>
                  <a:cubicBezTo>
                    <a:pt x="1789" y="26073"/>
                    <a:pt x="1955" y="26034"/>
                    <a:pt x="2121" y="26034"/>
                  </a:cubicBezTo>
                  <a:lnTo>
                    <a:pt x="2893" y="26034"/>
                  </a:lnTo>
                  <a:cubicBezTo>
                    <a:pt x="3137" y="25995"/>
                    <a:pt x="3381" y="25995"/>
                    <a:pt x="3665" y="25995"/>
                  </a:cubicBezTo>
                  <a:lnTo>
                    <a:pt x="4319" y="25995"/>
                  </a:lnTo>
                  <a:cubicBezTo>
                    <a:pt x="4642" y="25995"/>
                    <a:pt x="4925" y="25956"/>
                    <a:pt x="5209" y="25956"/>
                  </a:cubicBezTo>
                  <a:lnTo>
                    <a:pt x="5785" y="25956"/>
                  </a:lnTo>
                  <a:cubicBezTo>
                    <a:pt x="6274" y="25956"/>
                    <a:pt x="6713" y="25956"/>
                    <a:pt x="7202" y="25917"/>
                  </a:cubicBezTo>
                  <a:cubicBezTo>
                    <a:pt x="8267" y="25917"/>
                    <a:pt x="9361" y="25917"/>
                    <a:pt x="10466" y="25868"/>
                  </a:cubicBezTo>
                  <a:lnTo>
                    <a:pt x="10671" y="25868"/>
                  </a:lnTo>
                  <a:lnTo>
                    <a:pt x="10710" y="26112"/>
                  </a:lnTo>
                  <a:lnTo>
                    <a:pt x="10710" y="26161"/>
                  </a:lnTo>
                  <a:cubicBezTo>
                    <a:pt x="10866" y="26112"/>
                    <a:pt x="11032" y="26073"/>
                    <a:pt x="11198" y="26073"/>
                  </a:cubicBezTo>
                  <a:cubicBezTo>
                    <a:pt x="11316" y="26034"/>
                    <a:pt x="11482" y="25995"/>
                    <a:pt x="11599" y="25995"/>
                  </a:cubicBezTo>
                  <a:cubicBezTo>
                    <a:pt x="11843" y="25956"/>
                    <a:pt x="12048" y="25917"/>
                    <a:pt x="12254" y="25829"/>
                  </a:cubicBezTo>
                  <a:cubicBezTo>
                    <a:pt x="12381" y="25829"/>
                    <a:pt x="12498" y="25790"/>
                    <a:pt x="12625" y="25790"/>
                  </a:cubicBezTo>
                  <a:cubicBezTo>
                    <a:pt x="12908" y="25712"/>
                    <a:pt x="13192" y="25624"/>
                    <a:pt x="13475" y="25585"/>
                  </a:cubicBezTo>
                  <a:cubicBezTo>
                    <a:pt x="13514" y="25585"/>
                    <a:pt x="13553" y="25546"/>
                    <a:pt x="13602" y="25546"/>
                  </a:cubicBezTo>
                  <a:cubicBezTo>
                    <a:pt x="14286" y="25379"/>
                    <a:pt x="14980" y="25184"/>
                    <a:pt x="15635" y="25018"/>
                  </a:cubicBezTo>
                  <a:cubicBezTo>
                    <a:pt x="15713" y="24979"/>
                    <a:pt x="15752" y="24979"/>
                    <a:pt x="15840" y="24940"/>
                  </a:cubicBezTo>
                  <a:cubicBezTo>
                    <a:pt x="16084" y="24852"/>
                    <a:pt x="16367" y="24774"/>
                    <a:pt x="16612" y="24695"/>
                  </a:cubicBezTo>
                  <a:cubicBezTo>
                    <a:pt x="16729" y="24695"/>
                    <a:pt x="16817" y="24647"/>
                    <a:pt x="16895" y="24608"/>
                  </a:cubicBezTo>
                  <a:cubicBezTo>
                    <a:pt x="17139" y="24529"/>
                    <a:pt x="17384" y="24451"/>
                    <a:pt x="17628" y="24363"/>
                  </a:cubicBezTo>
                  <a:cubicBezTo>
                    <a:pt x="17706" y="24363"/>
                    <a:pt x="17794" y="24324"/>
                    <a:pt x="17911" y="24285"/>
                  </a:cubicBezTo>
                  <a:cubicBezTo>
                    <a:pt x="18077" y="24207"/>
                    <a:pt x="18243" y="24158"/>
                    <a:pt x="18400" y="24119"/>
                  </a:cubicBezTo>
                  <a:cubicBezTo>
                    <a:pt x="18243" y="23670"/>
                    <a:pt x="18195" y="23230"/>
                    <a:pt x="18155" y="22653"/>
                  </a:cubicBezTo>
                  <a:cubicBezTo>
                    <a:pt x="18155" y="22409"/>
                    <a:pt x="18155" y="22165"/>
                    <a:pt x="18116" y="21920"/>
                  </a:cubicBezTo>
                  <a:cubicBezTo>
                    <a:pt x="17950" y="20211"/>
                    <a:pt x="18361" y="19644"/>
                    <a:pt x="18976" y="18745"/>
                  </a:cubicBezTo>
                  <a:cubicBezTo>
                    <a:pt x="19172" y="18461"/>
                    <a:pt x="19416" y="18100"/>
                    <a:pt x="19660" y="17690"/>
                  </a:cubicBezTo>
                  <a:lnTo>
                    <a:pt x="19905" y="17318"/>
                  </a:lnTo>
                  <a:cubicBezTo>
                    <a:pt x="20481" y="16341"/>
                    <a:pt x="21253" y="15042"/>
                    <a:pt x="21048" y="14025"/>
                  </a:cubicBezTo>
                  <a:cubicBezTo>
                    <a:pt x="20725" y="12149"/>
                    <a:pt x="19133" y="10361"/>
                    <a:pt x="17305" y="9794"/>
                  </a:cubicBezTo>
                  <a:cubicBezTo>
                    <a:pt x="17100" y="10078"/>
                    <a:pt x="16895" y="10400"/>
                    <a:pt x="16690" y="10723"/>
                  </a:cubicBezTo>
                  <a:cubicBezTo>
                    <a:pt x="16084" y="11583"/>
                    <a:pt x="15556" y="12433"/>
                    <a:pt x="14823" y="12433"/>
                  </a:cubicBezTo>
                  <a:cubicBezTo>
                    <a:pt x="14794" y="12436"/>
                    <a:pt x="14765" y="12437"/>
                    <a:pt x="14736" y="12437"/>
                  </a:cubicBezTo>
                  <a:cubicBezTo>
                    <a:pt x="14316" y="12437"/>
                    <a:pt x="13898" y="12112"/>
                    <a:pt x="13514" y="11583"/>
                  </a:cubicBezTo>
                  <a:cubicBezTo>
                    <a:pt x="13397" y="11416"/>
                    <a:pt x="12869" y="9013"/>
                    <a:pt x="12869" y="9013"/>
                  </a:cubicBezTo>
                  <a:cubicBezTo>
                    <a:pt x="12820" y="8124"/>
                    <a:pt x="13026" y="7713"/>
                    <a:pt x="13309" y="7225"/>
                  </a:cubicBezTo>
                  <a:cubicBezTo>
                    <a:pt x="13475" y="6980"/>
                    <a:pt x="13680" y="6658"/>
                    <a:pt x="13798" y="6169"/>
                  </a:cubicBezTo>
                  <a:cubicBezTo>
                    <a:pt x="14491" y="3883"/>
                    <a:pt x="12820" y="1606"/>
                    <a:pt x="10866" y="551"/>
                  </a:cubicBezTo>
                  <a:cubicBezTo>
                    <a:pt x="10280" y="230"/>
                    <a:pt x="9303" y="0"/>
                    <a:pt x="839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4" name="Google Shape;3684;p60"/>
            <p:cNvSpPr/>
            <p:nvPr/>
          </p:nvSpPr>
          <p:spPr>
            <a:xfrm>
              <a:off x="3689169" y="2300889"/>
              <a:ext cx="338593" cy="371742"/>
            </a:xfrm>
            <a:custGeom>
              <a:avLst/>
              <a:gdLst/>
              <a:ahLst/>
              <a:cxnLst/>
              <a:rect l="l" t="t" r="r" b="b"/>
              <a:pathLst>
                <a:path w="23247" h="25523" extrusionOk="0">
                  <a:moveTo>
                    <a:pt x="20442" y="0"/>
                  </a:moveTo>
                  <a:cubicBezTo>
                    <a:pt x="20403" y="39"/>
                    <a:pt x="20354" y="78"/>
                    <a:pt x="20315" y="117"/>
                  </a:cubicBezTo>
                  <a:cubicBezTo>
                    <a:pt x="19426" y="684"/>
                    <a:pt x="18283" y="1133"/>
                    <a:pt x="17179" y="1583"/>
                  </a:cubicBezTo>
                  <a:cubicBezTo>
                    <a:pt x="15674" y="2150"/>
                    <a:pt x="14130" y="2765"/>
                    <a:pt x="13153" y="3742"/>
                  </a:cubicBezTo>
                  <a:cubicBezTo>
                    <a:pt x="12547" y="4374"/>
                    <a:pt x="11328" y="4732"/>
                    <a:pt x="10235" y="4732"/>
                  </a:cubicBezTo>
                  <a:cubicBezTo>
                    <a:pt x="9638" y="4732"/>
                    <a:pt x="9079" y="4625"/>
                    <a:pt x="8678" y="4397"/>
                  </a:cubicBezTo>
                  <a:cubicBezTo>
                    <a:pt x="8346" y="4192"/>
                    <a:pt x="8101" y="3987"/>
                    <a:pt x="7896" y="3742"/>
                  </a:cubicBezTo>
                  <a:cubicBezTo>
                    <a:pt x="7740" y="3821"/>
                    <a:pt x="7613" y="3860"/>
                    <a:pt x="7496" y="3908"/>
                  </a:cubicBezTo>
                  <a:cubicBezTo>
                    <a:pt x="7329" y="3948"/>
                    <a:pt x="7163" y="4026"/>
                    <a:pt x="7007" y="4065"/>
                  </a:cubicBezTo>
                  <a:cubicBezTo>
                    <a:pt x="6802" y="4153"/>
                    <a:pt x="6597" y="4192"/>
                    <a:pt x="6391" y="4270"/>
                  </a:cubicBezTo>
                  <a:cubicBezTo>
                    <a:pt x="6274" y="4309"/>
                    <a:pt x="6147" y="4348"/>
                    <a:pt x="6030" y="4397"/>
                  </a:cubicBezTo>
                  <a:cubicBezTo>
                    <a:pt x="5698" y="4475"/>
                    <a:pt x="5414" y="4592"/>
                    <a:pt x="5092" y="4680"/>
                  </a:cubicBezTo>
                  <a:cubicBezTo>
                    <a:pt x="5092" y="4680"/>
                    <a:pt x="5053" y="4680"/>
                    <a:pt x="5014" y="4720"/>
                  </a:cubicBezTo>
                  <a:cubicBezTo>
                    <a:pt x="4320" y="4886"/>
                    <a:pt x="3665" y="5081"/>
                    <a:pt x="2971" y="5247"/>
                  </a:cubicBezTo>
                  <a:cubicBezTo>
                    <a:pt x="2893" y="5247"/>
                    <a:pt x="2815" y="5286"/>
                    <a:pt x="2727" y="5286"/>
                  </a:cubicBezTo>
                  <a:cubicBezTo>
                    <a:pt x="2483" y="5374"/>
                    <a:pt x="2200" y="5413"/>
                    <a:pt x="1916" y="5491"/>
                  </a:cubicBezTo>
                  <a:cubicBezTo>
                    <a:pt x="1838" y="5491"/>
                    <a:pt x="1711" y="5531"/>
                    <a:pt x="1633" y="5531"/>
                  </a:cubicBezTo>
                  <a:cubicBezTo>
                    <a:pt x="1388" y="5618"/>
                    <a:pt x="1144" y="5658"/>
                    <a:pt x="900" y="5697"/>
                  </a:cubicBezTo>
                  <a:cubicBezTo>
                    <a:pt x="773" y="5736"/>
                    <a:pt x="656" y="5736"/>
                    <a:pt x="529" y="5775"/>
                  </a:cubicBezTo>
                  <a:cubicBezTo>
                    <a:pt x="372" y="5814"/>
                    <a:pt x="206" y="5814"/>
                    <a:pt x="1" y="5863"/>
                  </a:cubicBezTo>
                  <a:lnTo>
                    <a:pt x="695" y="10621"/>
                  </a:lnTo>
                  <a:lnTo>
                    <a:pt x="2483" y="22914"/>
                  </a:lnTo>
                  <a:cubicBezTo>
                    <a:pt x="2522" y="22874"/>
                    <a:pt x="2571" y="22874"/>
                    <a:pt x="2610" y="22874"/>
                  </a:cubicBezTo>
                  <a:lnTo>
                    <a:pt x="2688" y="22874"/>
                  </a:lnTo>
                  <a:cubicBezTo>
                    <a:pt x="2854" y="22835"/>
                    <a:pt x="2971" y="22835"/>
                    <a:pt x="3098" y="22796"/>
                  </a:cubicBezTo>
                  <a:lnTo>
                    <a:pt x="3743" y="22796"/>
                  </a:lnTo>
                  <a:cubicBezTo>
                    <a:pt x="3792" y="22835"/>
                    <a:pt x="3831" y="22835"/>
                    <a:pt x="3870" y="22835"/>
                  </a:cubicBezTo>
                  <a:lnTo>
                    <a:pt x="3949" y="22835"/>
                  </a:lnTo>
                  <a:cubicBezTo>
                    <a:pt x="3988" y="22835"/>
                    <a:pt x="4036" y="22835"/>
                    <a:pt x="4076" y="22874"/>
                  </a:cubicBezTo>
                  <a:lnTo>
                    <a:pt x="4115" y="22874"/>
                  </a:lnTo>
                  <a:cubicBezTo>
                    <a:pt x="4154" y="22874"/>
                    <a:pt x="4193" y="22874"/>
                    <a:pt x="4232" y="22914"/>
                  </a:cubicBezTo>
                  <a:lnTo>
                    <a:pt x="4281" y="22914"/>
                  </a:lnTo>
                  <a:cubicBezTo>
                    <a:pt x="4320" y="22914"/>
                    <a:pt x="4359" y="22962"/>
                    <a:pt x="4398" y="22962"/>
                  </a:cubicBezTo>
                  <a:lnTo>
                    <a:pt x="4437" y="22962"/>
                  </a:lnTo>
                  <a:cubicBezTo>
                    <a:pt x="4476" y="23001"/>
                    <a:pt x="4525" y="23001"/>
                    <a:pt x="4525" y="23001"/>
                  </a:cubicBezTo>
                  <a:cubicBezTo>
                    <a:pt x="4564" y="23041"/>
                    <a:pt x="4564" y="23041"/>
                    <a:pt x="4603" y="23041"/>
                  </a:cubicBezTo>
                  <a:cubicBezTo>
                    <a:pt x="4642" y="23041"/>
                    <a:pt x="4642" y="23080"/>
                    <a:pt x="4681" y="23080"/>
                  </a:cubicBezTo>
                  <a:lnTo>
                    <a:pt x="4720" y="23119"/>
                  </a:lnTo>
                  <a:cubicBezTo>
                    <a:pt x="4769" y="23119"/>
                    <a:pt x="4808" y="23158"/>
                    <a:pt x="4808" y="23158"/>
                  </a:cubicBezTo>
                  <a:cubicBezTo>
                    <a:pt x="4848" y="23207"/>
                    <a:pt x="4848" y="23207"/>
                    <a:pt x="4887" y="23207"/>
                  </a:cubicBezTo>
                  <a:cubicBezTo>
                    <a:pt x="4887" y="23246"/>
                    <a:pt x="4926" y="23246"/>
                    <a:pt x="4965" y="23285"/>
                  </a:cubicBezTo>
                  <a:cubicBezTo>
                    <a:pt x="4965" y="23285"/>
                    <a:pt x="5014" y="23285"/>
                    <a:pt x="5014" y="23324"/>
                  </a:cubicBezTo>
                  <a:cubicBezTo>
                    <a:pt x="5053" y="23324"/>
                    <a:pt x="5092" y="23363"/>
                    <a:pt x="5131" y="23402"/>
                  </a:cubicBezTo>
                  <a:cubicBezTo>
                    <a:pt x="5414" y="23695"/>
                    <a:pt x="5580" y="23979"/>
                    <a:pt x="5746" y="24301"/>
                  </a:cubicBezTo>
                  <a:cubicBezTo>
                    <a:pt x="5864" y="24467"/>
                    <a:pt x="5942" y="24623"/>
                    <a:pt x="6069" y="24790"/>
                  </a:cubicBezTo>
                  <a:cubicBezTo>
                    <a:pt x="6300" y="25092"/>
                    <a:pt x="6641" y="25362"/>
                    <a:pt x="6955" y="25362"/>
                  </a:cubicBezTo>
                  <a:cubicBezTo>
                    <a:pt x="7026" y="25362"/>
                    <a:pt x="7096" y="25348"/>
                    <a:pt x="7163" y="25317"/>
                  </a:cubicBezTo>
                  <a:cubicBezTo>
                    <a:pt x="7329" y="25278"/>
                    <a:pt x="7456" y="25161"/>
                    <a:pt x="7574" y="25034"/>
                  </a:cubicBezTo>
                  <a:cubicBezTo>
                    <a:pt x="7779" y="24868"/>
                    <a:pt x="7984" y="24672"/>
                    <a:pt x="8307" y="24584"/>
                  </a:cubicBezTo>
                  <a:cubicBezTo>
                    <a:pt x="8357" y="24576"/>
                    <a:pt x="8407" y="24573"/>
                    <a:pt x="8457" y="24573"/>
                  </a:cubicBezTo>
                  <a:cubicBezTo>
                    <a:pt x="8888" y="24573"/>
                    <a:pt x="9287" y="24858"/>
                    <a:pt x="9655" y="25112"/>
                  </a:cubicBezTo>
                  <a:cubicBezTo>
                    <a:pt x="9997" y="25370"/>
                    <a:pt x="10220" y="25522"/>
                    <a:pt x="10399" y="25522"/>
                  </a:cubicBezTo>
                  <a:cubicBezTo>
                    <a:pt x="10451" y="25522"/>
                    <a:pt x="10498" y="25510"/>
                    <a:pt x="10544" y="25483"/>
                  </a:cubicBezTo>
                  <a:cubicBezTo>
                    <a:pt x="10671" y="25405"/>
                    <a:pt x="10749" y="25239"/>
                    <a:pt x="10828" y="25073"/>
                  </a:cubicBezTo>
                  <a:cubicBezTo>
                    <a:pt x="10955" y="24829"/>
                    <a:pt x="11072" y="24584"/>
                    <a:pt x="11277" y="24467"/>
                  </a:cubicBezTo>
                  <a:cubicBezTo>
                    <a:pt x="11448" y="24359"/>
                    <a:pt x="11624" y="24315"/>
                    <a:pt x="11798" y="24315"/>
                  </a:cubicBezTo>
                  <a:cubicBezTo>
                    <a:pt x="12081" y="24315"/>
                    <a:pt x="12356" y="24433"/>
                    <a:pt x="12586" y="24584"/>
                  </a:cubicBezTo>
                  <a:lnTo>
                    <a:pt x="12537" y="24584"/>
                  </a:lnTo>
                  <a:lnTo>
                    <a:pt x="12948" y="24956"/>
                  </a:lnTo>
                  <a:lnTo>
                    <a:pt x="13026" y="25034"/>
                  </a:lnTo>
                  <a:cubicBezTo>
                    <a:pt x="13075" y="25073"/>
                    <a:pt x="13075" y="25073"/>
                    <a:pt x="13114" y="25112"/>
                  </a:cubicBezTo>
                  <a:lnTo>
                    <a:pt x="13153" y="25161"/>
                  </a:lnTo>
                  <a:cubicBezTo>
                    <a:pt x="13192" y="25161"/>
                    <a:pt x="13192" y="25200"/>
                    <a:pt x="13231" y="25239"/>
                  </a:cubicBezTo>
                  <a:cubicBezTo>
                    <a:pt x="13231" y="25239"/>
                    <a:pt x="13270" y="25239"/>
                    <a:pt x="13270" y="25278"/>
                  </a:cubicBezTo>
                  <a:cubicBezTo>
                    <a:pt x="13319" y="25278"/>
                    <a:pt x="13319" y="25317"/>
                    <a:pt x="13358" y="25317"/>
                  </a:cubicBezTo>
                  <a:cubicBezTo>
                    <a:pt x="13397" y="25356"/>
                    <a:pt x="13436" y="25356"/>
                    <a:pt x="13476" y="25405"/>
                  </a:cubicBezTo>
                  <a:cubicBezTo>
                    <a:pt x="13603" y="25483"/>
                    <a:pt x="13808" y="25483"/>
                    <a:pt x="13964" y="25483"/>
                  </a:cubicBezTo>
                  <a:cubicBezTo>
                    <a:pt x="14247" y="25483"/>
                    <a:pt x="14541" y="25317"/>
                    <a:pt x="14785" y="25112"/>
                  </a:cubicBezTo>
                  <a:cubicBezTo>
                    <a:pt x="15185" y="24711"/>
                    <a:pt x="15352" y="24135"/>
                    <a:pt x="15391" y="23695"/>
                  </a:cubicBezTo>
                  <a:cubicBezTo>
                    <a:pt x="15391" y="23568"/>
                    <a:pt x="15430" y="23451"/>
                    <a:pt x="15430" y="23324"/>
                  </a:cubicBezTo>
                  <a:cubicBezTo>
                    <a:pt x="15469" y="22552"/>
                    <a:pt x="15557" y="21741"/>
                    <a:pt x="16251" y="21331"/>
                  </a:cubicBezTo>
                  <a:cubicBezTo>
                    <a:pt x="16534" y="21164"/>
                    <a:pt x="16817" y="21125"/>
                    <a:pt x="17101" y="21125"/>
                  </a:cubicBezTo>
                  <a:cubicBezTo>
                    <a:pt x="17228" y="21086"/>
                    <a:pt x="17306" y="21086"/>
                    <a:pt x="17384" y="21086"/>
                  </a:cubicBezTo>
                  <a:cubicBezTo>
                    <a:pt x="18205" y="20959"/>
                    <a:pt x="18938" y="20393"/>
                    <a:pt x="19260" y="19621"/>
                  </a:cubicBezTo>
                  <a:cubicBezTo>
                    <a:pt x="19338" y="19455"/>
                    <a:pt x="19377" y="19249"/>
                    <a:pt x="19465" y="19005"/>
                  </a:cubicBezTo>
                  <a:cubicBezTo>
                    <a:pt x="19504" y="18810"/>
                    <a:pt x="19583" y="18565"/>
                    <a:pt x="19670" y="18360"/>
                  </a:cubicBezTo>
                  <a:cubicBezTo>
                    <a:pt x="19915" y="17832"/>
                    <a:pt x="20237" y="17422"/>
                    <a:pt x="20599" y="17012"/>
                  </a:cubicBezTo>
                  <a:lnTo>
                    <a:pt x="20843" y="16728"/>
                  </a:lnTo>
                  <a:cubicBezTo>
                    <a:pt x="20931" y="16611"/>
                    <a:pt x="21009" y="16484"/>
                    <a:pt x="21136" y="16367"/>
                  </a:cubicBezTo>
                  <a:cubicBezTo>
                    <a:pt x="21175" y="16318"/>
                    <a:pt x="21175" y="16279"/>
                    <a:pt x="21214" y="16201"/>
                  </a:cubicBezTo>
                  <a:cubicBezTo>
                    <a:pt x="21293" y="16162"/>
                    <a:pt x="21332" y="16074"/>
                    <a:pt x="21380" y="15996"/>
                  </a:cubicBezTo>
                  <a:cubicBezTo>
                    <a:pt x="21420" y="15917"/>
                    <a:pt x="21498" y="15878"/>
                    <a:pt x="21537" y="15790"/>
                  </a:cubicBezTo>
                  <a:cubicBezTo>
                    <a:pt x="21576" y="15751"/>
                    <a:pt x="21625" y="15673"/>
                    <a:pt x="21664" y="15634"/>
                  </a:cubicBezTo>
                  <a:cubicBezTo>
                    <a:pt x="21703" y="15546"/>
                    <a:pt x="21742" y="15468"/>
                    <a:pt x="21781" y="15390"/>
                  </a:cubicBezTo>
                  <a:cubicBezTo>
                    <a:pt x="21820" y="15341"/>
                    <a:pt x="21869" y="15302"/>
                    <a:pt x="21869" y="15263"/>
                  </a:cubicBezTo>
                  <a:cubicBezTo>
                    <a:pt x="21947" y="15145"/>
                    <a:pt x="21986" y="15057"/>
                    <a:pt x="22064" y="14940"/>
                  </a:cubicBezTo>
                  <a:lnTo>
                    <a:pt x="22113" y="14901"/>
                  </a:lnTo>
                  <a:cubicBezTo>
                    <a:pt x="22309" y="14530"/>
                    <a:pt x="22553" y="14119"/>
                    <a:pt x="22758" y="13758"/>
                  </a:cubicBezTo>
                  <a:lnTo>
                    <a:pt x="22963" y="13435"/>
                  </a:lnTo>
                  <a:cubicBezTo>
                    <a:pt x="23042" y="13230"/>
                    <a:pt x="23169" y="13025"/>
                    <a:pt x="23208" y="12820"/>
                  </a:cubicBezTo>
                  <a:cubicBezTo>
                    <a:pt x="23247" y="12497"/>
                    <a:pt x="23208" y="12214"/>
                    <a:pt x="23129" y="11882"/>
                  </a:cubicBezTo>
                  <a:lnTo>
                    <a:pt x="21869" y="6596"/>
                  </a:lnTo>
                  <a:cubicBezTo>
                    <a:pt x="21820" y="6302"/>
                    <a:pt x="21742" y="6019"/>
                    <a:pt x="21664" y="5736"/>
                  </a:cubicBezTo>
                  <a:cubicBezTo>
                    <a:pt x="21625" y="5531"/>
                    <a:pt x="21576" y="5325"/>
                    <a:pt x="21537" y="5169"/>
                  </a:cubicBezTo>
                  <a:cubicBezTo>
                    <a:pt x="21537" y="5042"/>
                    <a:pt x="21498" y="4964"/>
                    <a:pt x="21498" y="4886"/>
                  </a:cubicBezTo>
                  <a:cubicBezTo>
                    <a:pt x="21459" y="4680"/>
                    <a:pt x="21420" y="4514"/>
                    <a:pt x="21380" y="4348"/>
                  </a:cubicBezTo>
                  <a:cubicBezTo>
                    <a:pt x="21332" y="4231"/>
                    <a:pt x="21293" y="4104"/>
                    <a:pt x="21293" y="4026"/>
                  </a:cubicBezTo>
                  <a:cubicBezTo>
                    <a:pt x="21253" y="3860"/>
                    <a:pt x="21214" y="3703"/>
                    <a:pt x="21175" y="3498"/>
                  </a:cubicBezTo>
                  <a:cubicBezTo>
                    <a:pt x="21136" y="3420"/>
                    <a:pt x="21136" y="3293"/>
                    <a:pt x="21087" y="3176"/>
                  </a:cubicBezTo>
                  <a:cubicBezTo>
                    <a:pt x="21048" y="3010"/>
                    <a:pt x="21048" y="2843"/>
                    <a:pt x="21009" y="2687"/>
                  </a:cubicBezTo>
                  <a:cubicBezTo>
                    <a:pt x="20970" y="2560"/>
                    <a:pt x="20931" y="2443"/>
                    <a:pt x="20931" y="2355"/>
                  </a:cubicBezTo>
                  <a:cubicBezTo>
                    <a:pt x="20892" y="2199"/>
                    <a:pt x="20843" y="2032"/>
                    <a:pt x="20804" y="1866"/>
                  </a:cubicBezTo>
                  <a:cubicBezTo>
                    <a:pt x="20804" y="1749"/>
                    <a:pt x="20765" y="1622"/>
                    <a:pt x="20765" y="1505"/>
                  </a:cubicBezTo>
                  <a:cubicBezTo>
                    <a:pt x="20726" y="1339"/>
                    <a:pt x="20687" y="1221"/>
                    <a:pt x="20648" y="1055"/>
                  </a:cubicBezTo>
                  <a:cubicBezTo>
                    <a:pt x="20648" y="928"/>
                    <a:pt x="20599" y="811"/>
                    <a:pt x="20599" y="684"/>
                  </a:cubicBezTo>
                  <a:cubicBezTo>
                    <a:pt x="20560" y="528"/>
                    <a:pt x="20521" y="362"/>
                    <a:pt x="20481" y="244"/>
                  </a:cubicBezTo>
                  <a:cubicBezTo>
                    <a:pt x="20481" y="156"/>
                    <a:pt x="20481" y="78"/>
                    <a:pt x="2044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5" name="Google Shape;3685;p60"/>
            <p:cNvSpPr/>
            <p:nvPr/>
          </p:nvSpPr>
          <p:spPr>
            <a:xfrm>
              <a:off x="3712939" y="2380865"/>
              <a:ext cx="4151" cy="583"/>
            </a:xfrm>
            <a:custGeom>
              <a:avLst/>
              <a:gdLst/>
              <a:ahLst/>
              <a:cxnLst/>
              <a:rect l="l" t="t" r="r" b="b"/>
              <a:pathLst>
                <a:path w="285" h="40" extrusionOk="0">
                  <a:moveTo>
                    <a:pt x="1" y="40"/>
                  </a:moveTo>
                  <a:cubicBezTo>
                    <a:pt x="79" y="40"/>
                    <a:pt x="206" y="0"/>
                    <a:pt x="284" y="0"/>
                  </a:cubicBezTo>
                  <a:cubicBezTo>
                    <a:pt x="206" y="0"/>
                    <a:pt x="79" y="40"/>
                    <a:pt x="1" y="4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6" name="Google Shape;3686;p60"/>
            <p:cNvSpPr/>
            <p:nvPr/>
          </p:nvSpPr>
          <p:spPr>
            <a:xfrm>
              <a:off x="3696860" y="2383851"/>
              <a:ext cx="5418" cy="1151"/>
            </a:xfrm>
            <a:custGeom>
              <a:avLst/>
              <a:gdLst/>
              <a:ahLst/>
              <a:cxnLst/>
              <a:rect l="l" t="t" r="r" b="b"/>
              <a:pathLst>
                <a:path w="372" h="79" extrusionOk="0">
                  <a:moveTo>
                    <a:pt x="1" y="79"/>
                  </a:moveTo>
                  <a:cubicBezTo>
                    <a:pt x="128" y="40"/>
                    <a:pt x="245" y="40"/>
                    <a:pt x="372" y="1"/>
                  </a:cubicBezTo>
                  <a:cubicBezTo>
                    <a:pt x="245" y="40"/>
                    <a:pt x="128" y="40"/>
                    <a:pt x="1" y="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7" name="Google Shape;3687;p60"/>
            <p:cNvSpPr/>
            <p:nvPr/>
          </p:nvSpPr>
          <p:spPr>
            <a:xfrm>
              <a:off x="3791212" y="2357809"/>
              <a:ext cx="7137" cy="2287"/>
            </a:xfrm>
            <a:custGeom>
              <a:avLst/>
              <a:gdLst/>
              <a:ahLst/>
              <a:cxnLst/>
              <a:rect l="l" t="t" r="r" b="b"/>
              <a:pathLst>
                <a:path w="490" h="157" extrusionOk="0">
                  <a:moveTo>
                    <a:pt x="1" y="157"/>
                  </a:moveTo>
                  <a:cubicBezTo>
                    <a:pt x="157" y="118"/>
                    <a:pt x="323" y="40"/>
                    <a:pt x="490" y="0"/>
                  </a:cubicBezTo>
                  <a:cubicBezTo>
                    <a:pt x="323" y="40"/>
                    <a:pt x="157" y="118"/>
                    <a:pt x="1" y="15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8" name="Google Shape;3688;p60"/>
            <p:cNvSpPr/>
            <p:nvPr/>
          </p:nvSpPr>
          <p:spPr>
            <a:xfrm>
              <a:off x="3728888" y="2377311"/>
              <a:ext cx="3568" cy="583"/>
            </a:xfrm>
            <a:custGeom>
              <a:avLst/>
              <a:gdLst/>
              <a:ahLst/>
              <a:cxnLst/>
              <a:rect l="l" t="t" r="r" b="b"/>
              <a:pathLst>
                <a:path w="245" h="40" extrusionOk="0">
                  <a:moveTo>
                    <a:pt x="0" y="39"/>
                  </a:moveTo>
                  <a:cubicBezTo>
                    <a:pt x="88" y="39"/>
                    <a:pt x="166" y="0"/>
                    <a:pt x="244" y="0"/>
                  </a:cubicBezTo>
                  <a:cubicBezTo>
                    <a:pt x="166" y="0"/>
                    <a:pt x="88" y="39"/>
                    <a:pt x="0" y="3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89" name="Google Shape;3689;p60"/>
            <p:cNvSpPr/>
            <p:nvPr/>
          </p:nvSpPr>
          <p:spPr>
            <a:xfrm>
              <a:off x="3762184" y="2369053"/>
              <a:ext cx="1151" cy="583"/>
            </a:xfrm>
            <a:custGeom>
              <a:avLst/>
              <a:gdLst/>
              <a:ahLst/>
              <a:cxnLst/>
              <a:rect l="l" t="t" r="r" b="b"/>
              <a:pathLst>
                <a:path w="79" h="40" extrusionOk="0">
                  <a:moveTo>
                    <a:pt x="1" y="40"/>
                  </a:moveTo>
                  <a:cubicBezTo>
                    <a:pt x="40" y="0"/>
                    <a:pt x="79" y="0"/>
                    <a:pt x="79" y="0"/>
                  </a:cubicBezTo>
                  <a:cubicBezTo>
                    <a:pt x="79" y="0"/>
                    <a:pt x="40" y="0"/>
                    <a:pt x="1" y="4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0" name="Google Shape;3690;p60"/>
            <p:cNvSpPr/>
            <p:nvPr/>
          </p:nvSpPr>
          <p:spPr>
            <a:xfrm>
              <a:off x="3776982" y="2363081"/>
              <a:ext cx="5287" cy="1864"/>
            </a:xfrm>
            <a:custGeom>
              <a:avLst/>
              <a:gdLst/>
              <a:ahLst/>
              <a:cxnLst/>
              <a:rect l="l" t="t" r="r" b="b"/>
              <a:pathLst>
                <a:path w="363" h="128" extrusionOk="0">
                  <a:moveTo>
                    <a:pt x="1" y="127"/>
                  </a:moveTo>
                  <a:cubicBezTo>
                    <a:pt x="118" y="78"/>
                    <a:pt x="245" y="39"/>
                    <a:pt x="362" y="0"/>
                  </a:cubicBezTo>
                  <a:cubicBezTo>
                    <a:pt x="245" y="39"/>
                    <a:pt x="118" y="78"/>
                    <a:pt x="1" y="12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1" name="Google Shape;3691;p60"/>
            <p:cNvSpPr/>
            <p:nvPr/>
          </p:nvSpPr>
          <p:spPr>
            <a:xfrm>
              <a:off x="4499245" y="2069611"/>
              <a:ext cx="226442" cy="143480"/>
            </a:xfrm>
            <a:custGeom>
              <a:avLst/>
              <a:gdLst/>
              <a:ahLst/>
              <a:cxnLst/>
              <a:rect l="l" t="t" r="r" b="b"/>
              <a:pathLst>
                <a:path w="15547" h="9851" extrusionOk="0">
                  <a:moveTo>
                    <a:pt x="10827" y="1"/>
                  </a:moveTo>
                  <a:cubicBezTo>
                    <a:pt x="10749" y="40"/>
                    <a:pt x="10661" y="79"/>
                    <a:pt x="10583" y="79"/>
                  </a:cubicBezTo>
                  <a:cubicBezTo>
                    <a:pt x="10417" y="118"/>
                    <a:pt x="10300" y="196"/>
                    <a:pt x="10134" y="245"/>
                  </a:cubicBezTo>
                  <a:cubicBezTo>
                    <a:pt x="10016" y="284"/>
                    <a:pt x="9850" y="323"/>
                    <a:pt x="9733" y="362"/>
                  </a:cubicBezTo>
                  <a:cubicBezTo>
                    <a:pt x="9567" y="401"/>
                    <a:pt x="9440" y="440"/>
                    <a:pt x="9284" y="489"/>
                  </a:cubicBezTo>
                  <a:cubicBezTo>
                    <a:pt x="9157" y="528"/>
                    <a:pt x="9000" y="567"/>
                    <a:pt x="8834" y="607"/>
                  </a:cubicBezTo>
                  <a:cubicBezTo>
                    <a:pt x="8668" y="646"/>
                    <a:pt x="8551" y="685"/>
                    <a:pt x="8424" y="734"/>
                  </a:cubicBezTo>
                  <a:cubicBezTo>
                    <a:pt x="8267" y="773"/>
                    <a:pt x="8062" y="812"/>
                    <a:pt x="7896" y="890"/>
                  </a:cubicBezTo>
                  <a:cubicBezTo>
                    <a:pt x="7779" y="890"/>
                    <a:pt x="7652" y="929"/>
                    <a:pt x="7534" y="978"/>
                  </a:cubicBezTo>
                  <a:cubicBezTo>
                    <a:pt x="7329" y="1017"/>
                    <a:pt x="7163" y="1095"/>
                    <a:pt x="6958" y="1134"/>
                  </a:cubicBezTo>
                  <a:cubicBezTo>
                    <a:pt x="6841" y="1173"/>
                    <a:pt x="6714" y="1173"/>
                    <a:pt x="6596" y="1222"/>
                  </a:cubicBezTo>
                  <a:cubicBezTo>
                    <a:pt x="6391" y="1261"/>
                    <a:pt x="6186" y="1339"/>
                    <a:pt x="5981" y="1379"/>
                  </a:cubicBezTo>
                  <a:cubicBezTo>
                    <a:pt x="5864" y="1418"/>
                    <a:pt x="5737" y="1418"/>
                    <a:pt x="5619" y="1466"/>
                  </a:cubicBezTo>
                  <a:cubicBezTo>
                    <a:pt x="5414" y="1506"/>
                    <a:pt x="5170" y="1584"/>
                    <a:pt x="4926" y="1623"/>
                  </a:cubicBezTo>
                  <a:cubicBezTo>
                    <a:pt x="4847" y="1662"/>
                    <a:pt x="4720" y="1662"/>
                    <a:pt x="4642" y="1711"/>
                  </a:cubicBezTo>
                  <a:cubicBezTo>
                    <a:pt x="4310" y="1789"/>
                    <a:pt x="3948" y="1867"/>
                    <a:pt x="3626" y="1955"/>
                  </a:cubicBezTo>
                  <a:lnTo>
                    <a:pt x="3382" y="1994"/>
                  </a:lnTo>
                  <a:lnTo>
                    <a:pt x="3333" y="1867"/>
                  </a:lnTo>
                  <a:cubicBezTo>
                    <a:pt x="3294" y="1867"/>
                    <a:pt x="3216" y="1906"/>
                    <a:pt x="3177" y="1906"/>
                  </a:cubicBezTo>
                  <a:cubicBezTo>
                    <a:pt x="3137" y="1955"/>
                    <a:pt x="3049" y="1955"/>
                    <a:pt x="3010" y="1994"/>
                  </a:cubicBezTo>
                  <a:cubicBezTo>
                    <a:pt x="2893" y="2033"/>
                    <a:pt x="2766" y="2072"/>
                    <a:pt x="2649" y="2111"/>
                  </a:cubicBezTo>
                  <a:cubicBezTo>
                    <a:pt x="2561" y="2111"/>
                    <a:pt x="2483" y="2150"/>
                    <a:pt x="2405" y="2199"/>
                  </a:cubicBezTo>
                  <a:cubicBezTo>
                    <a:pt x="2278" y="2199"/>
                    <a:pt x="2199" y="2238"/>
                    <a:pt x="2072" y="2277"/>
                  </a:cubicBezTo>
                  <a:cubicBezTo>
                    <a:pt x="1994" y="2317"/>
                    <a:pt x="1867" y="2317"/>
                    <a:pt x="1750" y="2356"/>
                  </a:cubicBezTo>
                  <a:cubicBezTo>
                    <a:pt x="1711" y="2356"/>
                    <a:pt x="1672" y="2395"/>
                    <a:pt x="1672" y="2395"/>
                  </a:cubicBezTo>
                  <a:cubicBezTo>
                    <a:pt x="1095" y="2522"/>
                    <a:pt x="568" y="2639"/>
                    <a:pt x="1" y="2727"/>
                  </a:cubicBezTo>
                  <a:cubicBezTo>
                    <a:pt x="40" y="2805"/>
                    <a:pt x="40" y="2932"/>
                    <a:pt x="40" y="3010"/>
                  </a:cubicBezTo>
                  <a:cubicBezTo>
                    <a:pt x="79" y="3088"/>
                    <a:pt x="79" y="3216"/>
                    <a:pt x="79" y="3333"/>
                  </a:cubicBezTo>
                  <a:cubicBezTo>
                    <a:pt x="118" y="3460"/>
                    <a:pt x="118" y="3577"/>
                    <a:pt x="118" y="3743"/>
                  </a:cubicBezTo>
                  <a:cubicBezTo>
                    <a:pt x="157" y="3821"/>
                    <a:pt x="157" y="3948"/>
                    <a:pt x="157" y="4066"/>
                  </a:cubicBezTo>
                  <a:cubicBezTo>
                    <a:pt x="206" y="4193"/>
                    <a:pt x="206" y="4310"/>
                    <a:pt x="206" y="4476"/>
                  </a:cubicBezTo>
                  <a:cubicBezTo>
                    <a:pt x="206" y="4554"/>
                    <a:pt x="245" y="4681"/>
                    <a:pt x="245" y="4798"/>
                  </a:cubicBezTo>
                  <a:lnTo>
                    <a:pt x="245" y="5209"/>
                  </a:lnTo>
                  <a:lnTo>
                    <a:pt x="245" y="5531"/>
                  </a:lnTo>
                  <a:lnTo>
                    <a:pt x="245" y="5942"/>
                  </a:lnTo>
                  <a:lnTo>
                    <a:pt x="245" y="6225"/>
                  </a:lnTo>
                  <a:lnTo>
                    <a:pt x="245" y="6675"/>
                  </a:lnTo>
                  <a:lnTo>
                    <a:pt x="245" y="6958"/>
                  </a:lnTo>
                  <a:cubicBezTo>
                    <a:pt x="206" y="7124"/>
                    <a:pt x="206" y="7280"/>
                    <a:pt x="206" y="7486"/>
                  </a:cubicBezTo>
                  <a:cubicBezTo>
                    <a:pt x="206" y="7525"/>
                    <a:pt x="157" y="7613"/>
                    <a:pt x="157" y="7691"/>
                  </a:cubicBezTo>
                  <a:cubicBezTo>
                    <a:pt x="157" y="7935"/>
                    <a:pt x="118" y="8179"/>
                    <a:pt x="79" y="8384"/>
                  </a:cubicBezTo>
                  <a:lnTo>
                    <a:pt x="79" y="8424"/>
                  </a:lnTo>
                  <a:cubicBezTo>
                    <a:pt x="2649" y="8013"/>
                    <a:pt x="5131" y="7163"/>
                    <a:pt x="7574" y="6352"/>
                  </a:cubicBezTo>
                  <a:cubicBezTo>
                    <a:pt x="7691" y="6303"/>
                    <a:pt x="7857" y="6264"/>
                    <a:pt x="7974" y="6225"/>
                  </a:cubicBezTo>
                  <a:cubicBezTo>
                    <a:pt x="8179" y="6147"/>
                    <a:pt x="8424" y="6059"/>
                    <a:pt x="8629" y="5981"/>
                  </a:cubicBezTo>
                  <a:lnTo>
                    <a:pt x="8707" y="5942"/>
                  </a:lnTo>
                  <a:cubicBezTo>
                    <a:pt x="8756" y="5942"/>
                    <a:pt x="8795" y="5942"/>
                    <a:pt x="8834" y="5903"/>
                  </a:cubicBezTo>
                  <a:lnTo>
                    <a:pt x="9117" y="5815"/>
                  </a:lnTo>
                  <a:cubicBezTo>
                    <a:pt x="9401" y="5736"/>
                    <a:pt x="9733" y="5619"/>
                    <a:pt x="10055" y="5531"/>
                  </a:cubicBezTo>
                  <a:cubicBezTo>
                    <a:pt x="10095" y="5492"/>
                    <a:pt x="10095" y="5492"/>
                    <a:pt x="10134" y="5492"/>
                  </a:cubicBezTo>
                  <a:lnTo>
                    <a:pt x="10173" y="5492"/>
                  </a:lnTo>
                  <a:cubicBezTo>
                    <a:pt x="10173" y="5492"/>
                    <a:pt x="10222" y="5453"/>
                    <a:pt x="10261" y="5453"/>
                  </a:cubicBezTo>
                  <a:lnTo>
                    <a:pt x="10378" y="5453"/>
                  </a:lnTo>
                  <a:cubicBezTo>
                    <a:pt x="10417" y="5414"/>
                    <a:pt x="10466" y="5414"/>
                    <a:pt x="10505" y="5414"/>
                  </a:cubicBezTo>
                  <a:lnTo>
                    <a:pt x="10583" y="5414"/>
                  </a:lnTo>
                  <a:cubicBezTo>
                    <a:pt x="10583" y="5414"/>
                    <a:pt x="10622" y="5414"/>
                    <a:pt x="10622" y="5453"/>
                  </a:cubicBezTo>
                  <a:lnTo>
                    <a:pt x="10788" y="5453"/>
                  </a:lnTo>
                  <a:lnTo>
                    <a:pt x="10866" y="5531"/>
                  </a:lnTo>
                  <a:cubicBezTo>
                    <a:pt x="11111" y="5619"/>
                    <a:pt x="11199" y="5864"/>
                    <a:pt x="11277" y="6020"/>
                  </a:cubicBezTo>
                  <a:lnTo>
                    <a:pt x="13104" y="9850"/>
                  </a:lnTo>
                  <a:cubicBezTo>
                    <a:pt x="14081" y="9645"/>
                    <a:pt x="15430" y="9362"/>
                    <a:pt x="15508" y="8424"/>
                  </a:cubicBezTo>
                  <a:cubicBezTo>
                    <a:pt x="15547" y="8140"/>
                    <a:pt x="14658" y="6753"/>
                    <a:pt x="14286" y="6186"/>
                  </a:cubicBezTo>
                  <a:cubicBezTo>
                    <a:pt x="14081" y="5903"/>
                    <a:pt x="13925" y="5619"/>
                    <a:pt x="13798" y="5453"/>
                  </a:cubicBezTo>
                  <a:cubicBezTo>
                    <a:pt x="13642" y="5170"/>
                    <a:pt x="13436" y="4759"/>
                    <a:pt x="13231" y="4349"/>
                  </a:cubicBezTo>
                  <a:cubicBezTo>
                    <a:pt x="12948" y="3782"/>
                    <a:pt x="12616" y="3128"/>
                    <a:pt x="12371" y="2805"/>
                  </a:cubicBezTo>
                  <a:cubicBezTo>
                    <a:pt x="12010" y="2356"/>
                    <a:pt x="11765" y="2199"/>
                    <a:pt x="11599" y="2033"/>
                  </a:cubicBezTo>
                  <a:cubicBezTo>
                    <a:pt x="11199" y="1711"/>
                    <a:pt x="11033" y="1545"/>
                    <a:pt x="10866" y="567"/>
                  </a:cubicBezTo>
                  <a:cubicBezTo>
                    <a:pt x="10866" y="362"/>
                    <a:pt x="10827" y="196"/>
                    <a:pt x="1082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2" name="Google Shape;3692;p60"/>
            <p:cNvSpPr/>
            <p:nvPr/>
          </p:nvSpPr>
          <p:spPr>
            <a:xfrm>
              <a:off x="4039705" y="1895283"/>
              <a:ext cx="479625" cy="412015"/>
            </a:xfrm>
            <a:custGeom>
              <a:avLst/>
              <a:gdLst/>
              <a:ahLst/>
              <a:cxnLst/>
              <a:rect l="l" t="t" r="r" b="b"/>
              <a:pathLst>
                <a:path w="32930" h="28288" extrusionOk="0">
                  <a:moveTo>
                    <a:pt x="26783" y="0"/>
                  </a:moveTo>
                  <a:cubicBezTo>
                    <a:pt x="25357" y="489"/>
                    <a:pt x="24018" y="1016"/>
                    <a:pt x="22758" y="1661"/>
                  </a:cubicBezTo>
                  <a:cubicBezTo>
                    <a:pt x="22474" y="1827"/>
                    <a:pt x="22025" y="1993"/>
                    <a:pt x="21536" y="2199"/>
                  </a:cubicBezTo>
                  <a:cubicBezTo>
                    <a:pt x="20032" y="2804"/>
                    <a:pt x="17911" y="3703"/>
                    <a:pt x="17423" y="4837"/>
                  </a:cubicBezTo>
                  <a:cubicBezTo>
                    <a:pt x="17217" y="5325"/>
                    <a:pt x="17257" y="5941"/>
                    <a:pt x="17296" y="6547"/>
                  </a:cubicBezTo>
                  <a:cubicBezTo>
                    <a:pt x="17344" y="7201"/>
                    <a:pt x="17384" y="7856"/>
                    <a:pt x="17178" y="8462"/>
                  </a:cubicBezTo>
                  <a:lnTo>
                    <a:pt x="17100" y="8667"/>
                  </a:lnTo>
                  <a:lnTo>
                    <a:pt x="16895" y="8628"/>
                  </a:lnTo>
                  <a:cubicBezTo>
                    <a:pt x="16768" y="8628"/>
                    <a:pt x="16651" y="8667"/>
                    <a:pt x="16563" y="8745"/>
                  </a:cubicBezTo>
                  <a:cubicBezTo>
                    <a:pt x="15996" y="9361"/>
                    <a:pt x="16201" y="11598"/>
                    <a:pt x="16318" y="12947"/>
                  </a:cubicBezTo>
                  <a:cubicBezTo>
                    <a:pt x="16406" y="13475"/>
                    <a:pt x="16446" y="13924"/>
                    <a:pt x="16446" y="14207"/>
                  </a:cubicBezTo>
                  <a:lnTo>
                    <a:pt x="16446" y="14413"/>
                  </a:lnTo>
                  <a:lnTo>
                    <a:pt x="16279" y="14452"/>
                  </a:lnTo>
                  <a:cubicBezTo>
                    <a:pt x="15302" y="14813"/>
                    <a:pt x="14413" y="15341"/>
                    <a:pt x="13514" y="15878"/>
                  </a:cubicBezTo>
                  <a:cubicBezTo>
                    <a:pt x="11938" y="16794"/>
                    <a:pt x="10323" y="17741"/>
                    <a:pt x="8353" y="17741"/>
                  </a:cubicBezTo>
                  <a:cubicBezTo>
                    <a:pt x="8137" y="17741"/>
                    <a:pt x="7916" y="17730"/>
                    <a:pt x="7690" y="17705"/>
                  </a:cubicBezTo>
                  <a:cubicBezTo>
                    <a:pt x="7080" y="17633"/>
                    <a:pt x="6507" y="17579"/>
                    <a:pt x="5952" y="17579"/>
                  </a:cubicBezTo>
                  <a:cubicBezTo>
                    <a:pt x="4625" y="17579"/>
                    <a:pt x="3399" y="17889"/>
                    <a:pt x="1994" y="19005"/>
                  </a:cubicBezTo>
                  <a:cubicBezTo>
                    <a:pt x="1906" y="19093"/>
                    <a:pt x="1750" y="19132"/>
                    <a:pt x="1623" y="19210"/>
                  </a:cubicBezTo>
                  <a:cubicBezTo>
                    <a:pt x="1466" y="19298"/>
                    <a:pt x="1173" y="19455"/>
                    <a:pt x="1134" y="19542"/>
                  </a:cubicBezTo>
                  <a:cubicBezTo>
                    <a:pt x="1056" y="19738"/>
                    <a:pt x="978" y="19865"/>
                    <a:pt x="978" y="19943"/>
                  </a:cubicBezTo>
                  <a:cubicBezTo>
                    <a:pt x="1134" y="20031"/>
                    <a:pt x="1300" y="20187"/>
                    <a:pt x="1339" y="20559"/>
                  </a:cubicBezTo>
                  <a:cubicBezTo>
                    <a:pt x="1378" y="21008"/>
                    <a:pt x="1505" y="21370"/>
                    <a:pt x="1623" y="21692"/>
                  </a:cubicBezTo>
                  <a:cubicBezTo>
                    <a:pt x="1828" y="22474"/>
                    <a:pt x="2072" y="23119"/>
                    <a:pt x="1222" y="24223"/>
                  </a:cubicBezTo>
                  <a:cubicBezTo>
                    <a:pt x="929" y="24584"/>
                    <a:pt x="528" y="24995"/>
                    <a:pt x="1" y="25444"/>
                  </a:cubicBezTo>
                  <a:cubicBezTo>
                    <a:pt x="40" y="25522"/>
                    <a:pt x="79" y="25601"/>
                    <a:pt x="79" y="25689"/>
                  </a:cubicBezTo>
                  <a:cubicBezTo>
                    <a:pt x="118" y="25728"/>
                    <a:pt x="118" y="25767"/>
                    <a:pt x="157" y="25806"/>
                  </a:cubicBezTo>
                  <a:cubicBezTo>
                    <a:pt x="157" y="25933"/>
                    <a:pt x="196" y="26011"/>
                    <a:pt x="245" y="26138"/>
                  </a:cubicBezTo>
                  <a:cubicBezTo>
                    <a:pt x="284" y="26177"/>
                    <a:pt x="284" y="26255"/>
                    <a:pt x="323" y="26294"/>
                  </a:cubicBezTo>
                  <a:cubicBezTo>
                    <a:pt x="362" y="26382"/>
                    <a:pt x="401" y="26500"/>
                    <a:pt x="401" y="26578"/>
                  </a:cubicBezTo>
                  <a:cubicBezTo>
                    <a:pt x="440" y="26627"/>
                    <a:pt x="489" y="26705"/>
                    <a:pt x="489" y="26744"/>
                  </a:cubicBezTo>
                  <a:cubicBezTo>
                    <a:pt x="567" y="26910"/>
                    <a:pt x="606" y="27027"/>
                    <a:pt x="645" y="27154"/>
                  </a:cubicBezTo>
                  <a:cubicBezTo>
                    <a:pt x="7818" y="25649"/>
                    <a:pt x="15146" y="24057"/>
                    <a:pt x="22513" y="23119"/>
                  </a:cubicBezTo>
                  <a:lnTo>
                    <a:pt x="22670" y="23119"/>
                  </a:lnTo>
                  <a:lnTo>
                    <a:pt x="24096" y="25601"/>
                  </a:lnTo>
                  <a:cubicBezTo>
                    <a:pt x="24184" y="25806"/>
                    <a:pt x="24341" y="26050"/>
                    <a:pt x="24507" y="26089"/>
                  </a:cubicBezTo>
                  <a:cubicBezTo>
                    <a:pt x="24540" y="26099"/>
                    <a:pt x="24571" y="26103"/>
                    <a:pt x="24602" y="26103"/>
                  </a:cubicBezTo>
                  <a:cubicBezTo>
                    <a:pt x="24723" y="26103"/>
                    <a:pt x="24831" y="26034"/>
                    <a:pt x="24995" y="25972"/>
                  </a:cubicBezTo>
                  <a:cubicBezTo>
                    <a:pt x="25113" y="25933"/>
                    <a:pt x="25279" y="25894"/>
                    <a:pt x="25445" y="25845"/>
                  </a:cubicBezTo>
                  <a:lnTo>
                    <a:pt x="25806" y="25845"/>
                  </a:lnTo>
                  <a:cubicBezTo>
                    <a:pt x="25845" y="25845"/>
                    <a:pt x="25894" y="25894"/>
                    <a:pt x="25933" y="25894"/>
                  </a:cubicBezTo>
                  <a:lnTo>
                    <a:pt x="25972" y="25894"/>
                  </a:lnTo>
                  <a:cubicBezTo>
                    <a:pt x="26012" y="25933"/>
                    <a:pt x="26012" y="25933"/>
                    <a:pt x="26051" y="25933"/>
                  </a:cubicBezTo>
                  <a:lnTo>
                    <a:pt x="26090" y="25933"/>
                  </a:lnTo>
                  <a:lnTo>
                    <a:pt x="26383" y="26089"/>
                  </a:lnTo>
                  <a:cubicBezTo>
                    <a:pt x="26422" y="26138"/>
                    <a:pt x="26422" y="26138"/>
                    <a:pt x="26461" y="26177"/>
                  </a:cubicBezTo>
                  <a:lnTo>
                    <a:pt x="26539" y="26216"/>
                  </a:lnTo>
                  <a:cubicBezTo>
                    <a:pt x="26627" y="26294"/>
                    <a:pt x="26744" y="26382"/>
                    <a:pt x="26823" y="26421"/>
                  </a:cubicBezTo>
                  <a:cubicBezTo>
                    <a:pt x="27028" y="26627"/>
                    <a:pt x="27233" y="26783"/>
                    <a:pt x="27477" y="26871"/>
                  </a:cubicBezTo>
                  <a:cubicBezTo>
                    <a:pt x="27761" y="26988"/>
                    <a:pt x="28093" y="26988"/>
                    <a:pt x="28415" y="26988"/>
                  </a:cubicBezTo>
                  <a:lnTo>
                    <a:pt x="28943" y="26988"/>
                  </a:lnTo>
                  <a:cubicBezTo>
                    <a:pt x="29021" y="27027"/>
                    <a:pt x="29109" y="27027"/>
                    <a:pt x="29187" y="27027"/>
                  </a:cubicBezTo>
                  <a:cubicBezTo>
                    <a:pt x="29265" y="27027"/>
                    <a:pt x="29353" y="27027"/>
                    <a:pt x="29392" y="27066"/>
                  </a:cubicBezTo>
                  <a:lnTo>
                    <a:pt x="29431" y="27066"/>
                  </a:lnTo>
                  <a:cubicBezTo>
                    <a:pt x="29510" y="27066"/>
                    <a:pt x="29598" y="27066"/>
                    <a:pt x="29637" y="27115"/>
                  </a:cubicBezTo>
                  <a:lnTo>
                    <a:pt x="29676" y="27115"/>
                  </a:lnTo>
                  <a:cubicBezTo>
                    <a:pt x="29754" y="27115"/>
                    <a:pt x="29842" y="27115"/>
                    <a:pt x="29881" y="27154"/>
                  </a:cubicBezTo>
                  <a:lnTo>
                    <a:pt x="29920" y="27154"/>
                  </a:lnTo>
                  <a:cubicBezTo>
                    <a:pt x="29998" y="27154"/>
                    <a:pt x="30047" y="27193"/>
                    <a:pt x="30125" y="27193"/>
                  </a:cubicBezTo>
                  <a:cubicBezTo>
                    <a:pt x="30164" y="27193"/>
                    <a:pt x="30164" y="27193"/>
                    <a:pt x="30203" y="27232"/>
                  </a:cubicBezTo>
                  <a:cubicBezTo>
                    <a:pt x="30243" y="27232"/>
                    <a:pt x="30291" y="27232"/>
                    <a:pt x="30370" y="27272"/>
                  </a:cubicBezTo>
                  <a:lnTo>
                    <a:pt x="30448" y="27272"/>
                  </a:lnTo>
                  <a:cubicBezTo>
                    <a:pt x="30487" y="27311"/>
                    <a:pt x="30575" y="27311"/>
                    <a:pt x="30614" y="27359"/>
                  </a:cubicBezTo>
                  <a:lnTo>
                    <a:pt x="30692" y="27359"/>
                  </a:lnTo>
                  <a:cubicBezTo>
                    <a:pt x="30731" y="27399"/>
                    <a:pt x="30819" y="27399"/>
                    <a:pt x="30858" y="27438"/>
                  </a:cubicBezTo>
                  <a:cubicBezTo>
                    <a:pt x="30897" y="27438"/>
                    <a:pt x="30897" y="27438"/>
                    <a:pt x="30936" y="27477"/>
                  </a:cubicBezTo>
                  <a:cubicBezTo>
                    <a:pt x="30975" y="27477"/>
                    <a:pt x="31063" y="27516"/>
                    <a:pt x="31102" y="27516"/>
                  </a:cubicBezTo>
                  <a:cubicBezTo>
                    <a:pt x="31141" y="27555"/>
                    <a:pt x="31181" y="27555"/>
                    <a:pt x="31181" y="27555"/>
                  </a:cubicBezTo>
                  <a:cubicBezTo>
                    <a:pt x="31268" y="27604"/>
                    <a:pt x="31308" y="27604"/>
                    <a:pt x="31347" y="27643"/>
                  </a:cubicBezTo>
                  <a:cubicBezTo>
                    <a:pt x="31386" y="27643"/>
                    <a:pt x="31425" y="27682"/>
                    <a:pt x="31464" y="27682"/>
                  </a:cubicBezTo>
                  <a:cubicBezTo>
                    <a:pt x="31513" y="27682"/>
                    <a:pt x="31552" y="27721"/>
                    <a:pt x="31591" y="27760"/>
                  </a:cubicBezTo>
                  <a:cubicBezTo>
                    <a:pt x="31630" y="27760"/>
                    <a:pt x="31669" y="27799"/>
                    <a:pt x="31708" y="27799"/>
                  </a:cubicBezTo>
                  <a:cubicBezTo>
                    <a:pt x="31757" y="27848"/>
                    <a:pt x="31835" y="27848"/>
                    <a:pt x="31874" y="27887"/>
                  </a:cubicBezTo>
                  <a:cubicBezTo>
                    <a:pt x="31913" y="27887"/>
                    <a:pt x="31952" y="27926"/>
                    <a:pt x="32001" y="27926"/>
                  </a:cubicBezTo>
                  <a:cubicBezTo>
                    <a:pt x="32040" y="27965"/>
                    <a:pt x="32080" y="27965"/>
                    <a:pt x="32119" y="28004"/>
                  </a:cubicBezTo>
                  <a:cubicBezTo>
                    <a:pt x="32158" y="28043"/>
                    <a:pt x="32197" y="28043"/>
                    <a:pt x="32246" y="28092"/>
                  </a:cubicBezTo>
                  <a:cubicBezTo>
                    <a:pt x="32285" y="28092"/>
                    <a:pt x="32363" y="28131"/>
                    <a:pt x="32402" y="28170"/>
                  </a:cubicBezTo>
                  <a:cubicBezTo>
                    <a:pt x="32441" y="28170"/>
                    <a:pt x="32490" y="28210"/>
                    <a:pt x="32529" y="28210"/>
                  </a:cubicBezTo>
                  <a:cubicBezTo>
                    <a:pt x="32568" y="28249"/>
                    <a:pt x="32568" y="28249"/>
                    <a:pt x="32607" y="28288"/>
                  </a:cubicBezTo>
                  <a:cubicBezTo>
                    <a:pt x="32734" y="28210"/>
                    <a:pt x="32851" y="28170"/>
                    <a:pt x="32930" y="28131"/>
                  </a:cubicBezTo>
                  <a:lnTo>
                    <a:pt x="32363" y="25933"/>
                  </a:lnTo>
                  <a:cubicBezTo>
                    <a:pt x="32246" y="25356"/>
                    <a:pt x="32040" y="24711"/>
                    <a:pt x="32119" y="24096"/>
                  </a:cubicBezTo>
                  <a:cubicBezTo>
                    <a:pt x="32158" y="23979"/>
                    <a:pt x="32158" y="23852"/>
                    <a:pt x="32197" y="23695"/>
                  </a:cubicBezTo>
                  <a:cubicBezTo>
                    <a:pt x="32246" y="23451"/>
                    <a:pt x="32324" y="23246"/>
                    <a:pt x="32246" y="23001"/>
                  </a:cubicBezTo>
                  <a:cubicBezTo>
                    <a:pt x="32197" y="22757"/>
                    <a:pt x="32040" y="22552"/>
                    <a:pt x="31835" y="22308"/>
                  </a:cubicBezTo>
                  <a:cubicBezTo>
                    <a:pt x="31708" y="22103"/>
                    <a:pt x="31552" y="21936"/>
                    <a:pt x="31464" y="21692"/>
                  </a:cubicBezTo>
                  <a:cubicBezTo>
                    <a:pt x="31425" y="21653"/>
                    <a:pt x="31386" y="21614"/>
                    <a:pt x="31386" y="21536"/>
                  </a:cubicBezTo>
                  <a:lnTo>
                    <a:pt x="31386" y="21497"/>
                  </a:lnTo>
                  <a:cubicBezTo>
                    <a:pt x="31347" y="21448"/>
                    <a:pt x="31347" y="21409"/>
                    <a:pt x="31347" y="21370"/>
                  </a:cubicBezTo>
                  <a:cubicBezTo>
                    <a:pt x="31308" y="21370"/>
                    <a:pt x="31308" y="21331"/>
                    <a:pt x="31308" y="21331"/>
                  </a:cubicBezTo>
                  <a:lnTo>
                    <a:pt x="31308" y="21164"/>
                  </a:lnTo>
                  <a:lnTo>
                    <a:pt x="31308" y="21125"/>
                  </a:lnTo>
                  <a:cubicBezTo>
                    <a:pt x="31268" y="21086"/>
                    <a:pt x="31268" y="21047"/>
                    <a:pt x="31268" y="21008"/>
                  </a:cubicBezTo>
                  <a:lnTo>
                    <a:pt x="31268" y="20959"/>
                  </a:lnTo>
                  <a:lnTo>
                    <a:pt x="31024" y="21008"/>
                  </a:lnTo>
                  <a:lnTo>
                    <a:pt x="31024" y="21008"/>
                  </a:lnTo>
                  <a:lnTo>
                    <a:pt x="31102" y="20637"/>
                  </a:lnTo>
                  <a:cubicBezTo>
                    <a:pt x="31141" y="20393"/>
                    <a:pt x="31141" y="20148"/>
                    <a:pt x="31181" y="19904"/>
                  </a:cubicBezTo>
                  <a:cubicBezTo>
                    <a:pt x="31181" y="19826"/>
                    <a:pt x="31220" y="19699"/>
                    <a:pt x="31220" y="19621"/>
                  </a:cubicBezTo>
                  <a:cubicBezTo>
                    <a:pt x="31220" y="19455"/>
                    <a:pt x="31268" y="19337"/>
                    <a:pt x="31268" y="19171"/>
                  </a:cubicBezTo>
                  <a:lnTo>
                    <a:pt x="31268" y="18810"/>
                  </a:lnTo>
                  <a:cubicBezTo>
                    <a:pt x="31268" y="18683"/>
                    <a:pt x="31308" y="18565"/>
                    <a:pt x="31308" y="18399"/>
                  </a:cubicBezTo>
                  <a:lnTo>
                    <a:pt x="31308" y="18077"/>
                  </a:lnTo>
                  <a:lnTo>
                    <a:pt x="31308" y="17666"/>
                  </a:lnTo>
                  <a:lnTo>
                    <a:pt x="31308" y="17295"/>
                  </a:lnTo>
                  <a:cubicBezTo>
                    <a:pt x="31308" y="17178"/>
                    <a:pt x="31308" y="17051"/>
                    <a:pt x="31268" y="16934"/>
                  </a:cubicBezTo>
                  <a:lnTo>
                    <a:pt x="31268" y="16562"/>
                  </a:lnTo>
                  <a:cubicBezTo>
                    <a:pt x="31268" y="16445"/>
                    <a:pt x="31220" y="16279"/>
                    <a:pt x="31220" y="16162"/>
                  </a:cubicBezTo>
                  <a:cubicBezTo>
                    <a:pt x="31220" y="16035"/>
                    <a:pt x="31220" y="15917"/>
                    <a:pt x="31181" y="15790"/>
                  </a:cubicBezTo>
                  <a:cubicBezTo>
                    <a:pt x="31181" y="15673"/>
                    <a:pt x="31181" y="15546"/>
                    <a:pt x="31141" y="15429"/>
                  </a:cubicBezTo>
                  <a:cubicBezTo>
                    <a:pt x="31141" y="15302"/>
                    <a:pt x="31102" y="15185"/>
                    <a:pt x="31102" y="15057"/>
                  </a:cubicBezTo>
                  <a:cubicBezTo>
                    <a:pt x="31102" y="14979"/>
                    <a:pt x="31063" y="14901"/>
                    <a:pt x="31063" y="14813"/>
                  </a:cubicBezTo>
                  <a:cubicBezTo>
                    <a:pt x="30975" y="14813"/>
                    <a:pt x="30897" y="14813"/>
                    <a:pt x="30819" y="14852"/>
                  </a:cubicBezTo>
                  <a:lnTo>
                    <a:pt x="30243" y="14852"/>
                  </a:lnTo>
                  <a:lnTo>
                    <a:pt x="30203" y="14813"/>
                  </a:lnTo>
                  <a:lnTo>
                    <a:pt x="30164" y="14813"/>
                  </a:lnTo>
                  <a:cubicBezTo>
                    <a:pt x="30125" y="14774"/>
                    <a:pt x="30086" y="14774"/>
                    <a:pt x="30047" y="14735"/>
                  </a:cubicBezTo>
                  <a:cubicBezTo>
                    <a:pt x="29803" y="14530"/>
                    <a:pt x="29754" y="14168"/>
                    <a:pt x="29754" y="14002"/>
                  </a:cubicBezTo>
                  <a:lnTo>
                    <a:pt x="29676" y="13308"/>
                  </a:lnTo>
                  <a:cubicBezTo>
                    <a:pt x="29559" y="11188"/>
                    <a:pt x="29431" y="8990"/>
                    <a:pt x="28044" y="7524"/>
                  </a:cubicBezTo>
                  <a:cubicBezTo>
                    <a:pt x="27722" y="7162"/>
                    <a:pt x="27272" y="6713"/>
                    <a:pt x="27477" y="6185"/>
                  </a:cubicBezTo>
                  <a:cubicBezTo>
                    <a:pt x="27516" y="6019"/>
                    <a:pt x="27643" y="5863"/>
                    <a:pt x="27722" y="5775"/>
                  </a:cubicBezTo>
                  <a:lnTo>
                    <a:pt x="27800" y="5658"/>
                  </a:lnTo>
                  <a:cubicBezTo>
                    <a:pt x="28249" y="5081"/>
                    <a:pt x="28132" y="4231"/>
                    <a:pt x="27888" y="3371"/>
                  </a:cubicBezTo>
                  <a:cubicBezTo>
                    <a:pt x="27849" y="3254"/>
                    <a:pt x="27849" y="3127"/>
                    <a:pt x="27800" y="3010"/>
                  </a:cubicBezTo>
                  <a:lnTo>
                    <a:pt x="2678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3" name="Google Shape;3693;p60"/>
            <p:cNvSpPr/>
            <p:nvPr/>
          </p:nvSpPr>
          <p:spPr>
            <a:xfrm>
              <a:off x="4495692" y="2152588"/>
              <a:ext cx="15" cy="5986"/>
            </a:xfrm>
            <a:custGeom>
              <a:avLst/>
              <a:gdLst/>
              <a:ahLst/>
              <a:cxnLst/>
              <a:rect l="l" t="t" r="r" b="b"/>
              <a:pathLst>
                <a:path w="1" h="411" extrusionOk="0">
                  <a:moveTo>
                    <a:pt x="1" y="0"/>
                  </a:moveTo>
                  <a:lnTo>
                    <a:pt x="1" y="41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4" name="Google Shape;3694;p60"/>
            <p:cNvSpPr/>
            <p:nvPr/>
          </p:nvSpPr>
          <p:spPr>
            <a:xfrm>
              <a:off x="4495124" y="2163264"/>
              <a:ext cx="583" cy="5986"/>
            </a:xfrm>
            <a:custGeom>
              <a:avLst/>
              <a:gdLst/>
              <a:ahLst/>
              <a:cxnLst/>
              <a:rect l="l" t="t" r="r" b="b"/>
              <a:pathLst>
                <a:path w="40" h="411" extrusionOk="0">
                  <a:moveTo>
                    <a:pt x="40" y="0"/>
                  </a:moveTo>
                  <a:cubicBezTo>
                    <a:pt x="40" y="166"/>
                    <a:pt x="0" y="284"/>
                    <a:pt x="0" y="411"/>
                  </a:cubicBezTo>
                  <a:cubicBezTo>
                    <a:pt x="0" y="284"/>
                    <a:pt x="40" y="166"/>
                    <a:pt x="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5" name="Google Shape;3695;p60"/>
            <p:cNvSpPr/>
            <p:nvPr/>
          </p:nvSpPr>
          <p:spPr>
            <a:xfrm>
              <a:off x="4494410" y="2174508"/>
              <a:ext cx="728" cy="6554"/>
            </a:xfrm>
            <a:custGeom>
              <a:avLst/>
              <a:gdLst/>
              <a:ahLst/>
              <a:cxnLst/>
              <a:rect l="l" t="t" r="r" b="b"/>
              <a:pathLst>
                <a:path w="50" h="450" extrusionOk="0">
                  <a:moveTo>
                    <a:pt x="49" y="0"/>
                  </a:moveTo>
                  <a:cubicBezTo>
                    <a:pt x="49" y="166"/>
                    <a:pt x="1" y="284"/>
                    <a:pt x="1" y="450"/>
                  </a:cubicBezTo>
                  <a:cubicBezTo>
                    <a:pt x="1" y="284"/>
                    <a:pt x="49" y="166"/>
                    <a:pt x="4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6" name="Google Shape;3696;p60"/>
            <p:cNvSpPr/>
            <p:nvPr/>
          </p:nvSpPr>
          <p:spPr>
            <a:xfrm>
              <a:off x="4492706" y="2185184"/>
              <a:ext cx="1151" cy="10676"/>
            </a:xfrm>
            <a:custGeom>
              <a:avLst/>
              <a:gdLst/>
              <a:ahLst/>
              <a:cxnLst/>
              <a:rect l="l" t="t" r="r" b="b"/>
              <a:pathLst>
                <a:path w="79" h="733" extrusionOk="0">
                  <a:moveTo>
                    <a:pt x="79" y="0"/>
                  </a:moveTo>
                  <a:cubicBezTo>
                    <a:pt x="39" y="244"/>
                    <a:pt x="39" y="489"/>
                    <a:pt x="0" y="733"/>
                  </a:cubicBezTo>
                  <a:cubicBezTo>
                    <a:pt x="39" y="489"/>
                    <a:pt x="39" y="244"/>
                    <a:pt x="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7" name="Google Shape;3697;p60"/>
            <p:cNvSpPr/>
            <p:nvPr/>
          </p:nvSpPr>
          <p:spPr>
            <a:xfrm>
              <a:off x="4495124" y="2141912"/>
              <a:ext cx="583" cy="5287"/>
            </a:xfrm>
            <a:custGeom>
              <a:avLst/>
              <a:gdLst/>
              <a:ahLst/>
              <a:cxnLst/>
              <a:rect l="l" t="t" r="r" b="b"/>
              <a:pathLst>
                <a:path w="40" h="363" extrusionOk="0">
                  <a:moveTo>
                    <a:pt x="0" y="1"/>
                  </a:moveTo>
                  <a:cubicBezTo>
                    <a:pt x="40" y="118"/>
                    <a:pt x="40" y="245"/>
                    <a:pt x="40" y="362"/>
                  </a:cubicBezTo>
                  <a:cubicBezTo>
                    <a:pt x="40" y="245"/>
                    <a:pt x="40" y="118"/>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8" name="Google Shape;3698;p60"/>
            <p:cNvSpPr/>
            <p:nvPr/>
          </p:nvSpPr>
          <p:spPr>
            <a:xfrm>
              <a:off x="4492138" y="2111034"/>
              <a:ext cx="583" cy="3568"/>
            </a:xfrm>
            <a:custGeom>
              <a:avLst/>
              <a:gdLst/>
              <a:ahLst/>
              <a:cxnLst/>
              <a:rect l="l" t="t" r="r" b="b"/>
              <a:pathLst>
                <a:path w="40" h="245" extrusionOk="0">
                  <a:moveTo>
                    <a:pt x="39" y="244"/>
                  </a:moveTo>
                  <a:cubicBezTo>
                    <a:pt x="39" y="166"/>
                    <a:pt x="0" y="88"/>
                    <a:pt x="0" y="0"/>
                  </a:cubicBezTo>
                  <a:lnTo>
                    <a:pt x="0" y="0"/>
                  </a:lnTo>
                  <a:cubicBezTo>
                    <a:pt x="0" y="88"/>
                    <a:pt x="39" y="166"/>
                    <a:pt x="39" y="2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699" name="Google Shape;3699;p60"/>
            <p:cNvSpPr/>
            <p:nvPr/>
          </p:nvSpPr>
          <p:spPr>
            <a:xfrm>
              <a:off x="4493274" y="2119992"/>
              <a:ext cx="583" cy="5287"/>
            </a:xfrm>
            <a:custGeom>
              <a:avLst/>
              <a:gdLst/>
              <a:ahLst/>
              <a:cxnLst/>
              <a:rect l="l" t="t" r="r" b="b"/>
              <a:pathLst>
                <a:path w="40" h="363" extrusionOk="0">
                  <a:moveTo>
                    <a:pt x="0" y="1"/>
                  </a:moveTo>
                  <a:cubicBezTo>
                    <a:pt x="40" y="118"/>
                    <a:pt x="40" y="245"/>
                    <a:pt x="40" y="362"/>
                  </a:cubicBezTo>
                  <a:cubicBezTo>
                    <a:pt x="40" y="245"/>
                    <a:pt x="40" y="118"/>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0" name="Google Shape;3700;p60"/>
            <p:cNvSpPr/>
            <p:nvPr/>
          </p:nvSpPr>
          <p:spPr>
            <a:xfrm>
              <a:off x="4494410" y="2130668"/>
              <a:ext cx="728" cy="5855"/>
            </a:xfrm>
            <a:custGeom>
              <a:avLst/>
              <a:gdLst/>
              <a:ahLst/>
              <a:cxnLst/>
              <a:rect l="l" t="t" r="r" b="b"/>
              <a:pathLst>
                <a:path w="50" h="402" extrusionOk="0">
                  <a:moveTo>
                    <a:pt x="1" y="1"/>
                  </a:moveTo>
                  <a:cubicBezTo>
                    <a:pt x="1" y="118"/>
                    <a:pt x="49" y="284"/>
                    <a:pt x="49" y="401"/>
                  </a:cubicBezTo>
                  <a:cubicBezTo>
                    <a:pt x="49" y="284"/>
                    <a:pt x="1" y="118"/>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1" name="Google Shape;3701;p60"/>
            <p:cNvSpPr/>
            <p:nvPr/>
          </p:nvSpPr>
          <p:spPr>
            <a:xfrm>
              <a:off x="4491570" y="2200551"/>
              <a:ext cx="3568" cy="728"/>
            </a:xfrm>
            <a:custGeom>
              <a:avLst/>
              <a:gdLst/>
              <a:ahLst/>
              <a:cxnLst/>
              <a:rect l="l" t="t" r="r" b="b"/>
              <a:pathLst>
                <a:path w="245" h="50" extrusionOk="0">
                  <a:moveTo>
                    <a:pt x="244" y="0"/>
                  </a:moveTo>
                  <a:lnTo>
                    <a:pt x="0" y="49"/>
                  </a:lnTo>
                  <a:lnTo>
                    <a:pt x="244"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2" name="Google Shape;3702;p60"/>
            <p:cNvSpPr/>
            <p:nvPr/>
          </p:nvSpPr>
          <p:spPr>
            <a:xfrm>
              <a:off x="3994015" y="2239687"/>
              <a:ext cx="448325" cy="291766"/>
            </a:xfrm>
            <a:custGeom>
              <a:avLst/>
              <a:gdLst/>
              <a:ahLst/>
              <a:cxnLst/>
              <a:rect l="l" t="t" r="r" b="b"/>
              <a:pathLst>
                <a:path w="30781" h="20032" extrusionOk="0">
                  <a:moveTo>
                    <a:pt x="25523" y="0"/>
                  </a:moveTo>
                  <a:cubicBezTo>
                    <a:pt x="18195" y="938"/>
                    <a:pt x="10867" y="2531"/>
                    <a:pt x="3743" y="4075"/>
                  </a:cubicBezTo>
                  <a:lnTo>
                    <a:pt x="3538" y="4114"/>
                  </a:lnTo>
                  <a:lnTo>
                    <a:pt x="3421" y="3909"/>
                  </a:lnTo>
                  <a:cubicBezTo>
                    <a:pt x="3382" y="3792"/>
                    <a:pt x="3294" y="3665"/>
                    <a:pt x="3255" y="3547"/>
                  </a:cubicBezTo>
                  <a:cubicBezTo>
                    <a:pt x="3255" y="3508"/>
                    <a:pt x="3255" y="3508"/>
                    <a:pt x="3216" y="3469"/>
                  </a:cubicBezTo>
                  <a:cubicBezTo>
                    <a:pt x="3177" y="3342"/>
                    <a:pt x="3138" y="3225"/>
                    <a:pt x="3089" y="3098"/>
                  </a:cubicBezTo>
                  <a:cubicBezTo>
                    <a:pt x="3050" y="3059"/>
                    <a:pt x="3050" y="3059"/>
                    <a:pt x="3050" y="3020"/>
                  </a:cubicBezTo>
                  <a:cubicBezTo>
                    <a:pt x="3011" y="2893"/>
                    <a:pt x="2932" y="2736"/>
                    <a:pt x="2893" y="2609"/>
                  </a:cubicBezTo>
                  <a:lnTo>
                    <a:pt x="2893" y="2570"/>
                  </a:lnTo>
                  <a:cubicBezTo>
                    <a:pt x="2844" y="2443"/>
                    <a:pt x="2766" y="2287"/>
                    <a:pt x="2727" y="2121"/>
                  </a:cubicBezTo>
                  <a:cubicBezTo>
                    <a:pt x="1994" y="2648"/>
                    <a:pt x="1222" y="3137"/>
                    <a:pt x="529" y="3586"/>
                  </a:cubicBezTo>
                  <a:cubicBezTo>
                    <a:pt x="323" y="3713"/>
                    <a:pt x="157" y="3792"/>
                    <a:pt x="1" y="3909"/>
                  </a:cubicBezTo>
                  <a:cubicBezTo>
                    <a:pt x="1" y="4036"/>
                    <a:pt x="40" y="4202"/>
                    <a:pt x="79" y="4358"/>
                  </a:cubicBezTo>
                  <a:cubicBezTo>
                    <a:pt x="79" y="4446"/>
                    <a:pt x="118" y="4564"/>
                    <a:pt x="118" y="4642"/>
                  </a:cubicBezTo>
                  <a:cubicBezTo>
                    <a:pt x="157" y="4847"/>
                    <a:pt x="206" y="5052"/>
                    <a:pt x="245" y="5257"/>
                  </a:cubicBezTo>
                  <a:cubicBezTo>
                    <a:pt x="245" y="5335"/>
                    <a:pt x="284" y="5423"/>
                    <a:pt x="284" y="5502"/>
                  </a:cubicBezTo>
                  <a:cubicBezTo>
                    <a:pt x="323" y="5707"/>
                    <a:pt x="363" y="5912"/>
                    <a:pt x="402" y="6156"/>
                  </a:cubicBezTo>
                  <a:cubicBezTo>
                    <a:pt x="450" y="6195"/>
                    <a:pt x="450" y="6274"/>
                    <a:pt x="450" y="6313"/>
                  </a:cubicBezTo>
                  <a:cubicBezTo>
                    <a:pt x="529" y="6557"/>
                    <a:pt x="568" y="6801"/>
                    <a:pt x="607" y="7045"/>
                  </a:cubicBezTo>
                  <a:cubicBezTo>
                    <a:pt x="607" y="7085"/>
                    <a:pt x="646" y="7133"/>
                    <a:pt x="646" y="7172"/>
                  </a:cubicBezTo>
                  <a:cubicBezTo>
                    <a:pt x="695" y="7417"/>
                    <a:pt x="773" y="7700"/>
                    <a:pt x="812" y="7944"/>
                  </a:cubicBezTo>
                  <a:lnTo>
                    <a:pt x="812" y="8023"/>
                  </a:lnTo>
                  <a:cubicBezTo>
                    <a:pt x="890" y="8306"/>
                    <a:pt x="978" y="8550"/>
                    <a:pt x="1017" y="8843"/>
                  </a:cubicBezTo>
                  <a:lnTo>
                    <a:pt x="1017" y="8882"/>
                  </a:lnTo>
                  <a:cubicBezTo>
                    <a:pt x="1095" y="9166"/>
                    <a:pt x="1183" y="9449"/>
                    <a:pt x="1222" y="9772"/>
                  </a:cubicBezTo>
                  <a:cubicBezTo>
                    <a:pt x="1301" y="10065"/>
                    <a:pt x="1379" y="10387"/>
                    <a:pt x="1428" y="10671"/>
                  </a:cubicBezTo>
                  <a:lnTo>
                    <a:pt x="2688" y="16006"/>
                  </a:lnTo>
                  <a:cubicBezTo>
                    <a:pt x="2766" y="16328"/>
                    <a:pt x="2844" y="16699"/>
                    <a:pt x="2766" y="17100"/>
                  </a:cubicBezTo>
                  <a:cubicBezTo>
                    <a:pt x="2727" y="17393"/>
                    <a:pt x="2561" y="17677"/>
                    <a:pt x="2444" y="17921"/>
                  </a:cubicBezTo>
                  <a:cubicBezTo>
                    <a:pt x="2405" y="17999"/>
                    <a:pt x="2356" y="18038"/>
                    <a:pt x="2317" y="18077"/>
                  </a:cubicBezTo>
                  <a:lnTo>
                    <a:pt x="3050" y="20031"/>
                  </a:lnTo>
                  <a:cubicBezTo>
                    <a:pt x="4554" y="19709"/>
                    <a:pt x="6069" y="19386"/>
                    <a:pt x="7574" y="19015"/>
                  </a:cubicBezTo>
                  <a:lnTo>
                    <a:pt x="7818" y="18976"/>
                  </a:lnTo>
                  <a:cubicBezTo>
                    <a:pt x="10134" y="18448"/>
                    <a:pt x="12498" y="17921"/>
                    <a:pt x="14814" y="17344"/>
                  </a:cubicBezTo>
                  <a:lnTo>
                    <a:pt x="15019" y="17305"/>
                  </a:lnTo>
                  <a:lnTo>
                    <a:pt x="15918" y="17100"/>
                  </a:lnTo>
                  <a:cubicBezTo>
                    <a:pt x="20149" y="16084"/>
                    <a:pt x="24546" y="15068"/>
                    <a:pt x="28826" y="14130"/>
                  </a:cubicBezTo>
                  <a:lnTo>
                    <a:pt x="30409" y="11814"/>
                  </a:lnTo>
                  <a:cubicBezTo>
                    <a:pt x="30536" y="11609"/>
                    <a:pt x="30653" y="11403"/>
                    <a:pt x="30692" y="11198"/>
                  </a:cubicBezTo>
                  <a:cubicBezTo>
                    <a:pt x="30780" y="10915"/>
                    <a:pt x="30575" y="10553"/>
                    <a:pt x="30448" y="10309"/>
                  </a:cubicBezTo>
                  <a:cubicBezTo>
                    <a:pt x="30008" y="9615"/>
                    <a:pt x="29432" y="8961"/>
                    <a:pt x="28738" y="8511"/>
                  </a:cubicBezTo>
                  <a:lnTo>
                    <a:pt x="28660" y="8433"/>
                  </a:lnTo>
                  <a:cubicBezTo>
                    <a:pt x="28455" y="8306"/>
                    <a:pt x="28211" y="8150"/>
                    <a:pt x="28054" y="7944"/>
                  </a:cubicBezTo>
                  <a:cubicBezTo>
                    <a:pt x="27478" y="7133"/>
                    <a:pt x="27927" y="6068"/>
                    <a:pt x="28298" y="5335"/>
                  </a:cubicBezTo>
                  <a:cubicBezTo>
                    <a:pt x="28377" y="5130"/>
                    <a:pt x="28455" y="4935"/>
                    <a:pt x="28543" y="4769"/>
                  </a:cubicBezTo>
                  <a:lnTo>
                    <a:pt x="28543" y="4730"/>
                  </a:lnTo>
                  <a:cubicBezTo>
                    <a:pt x="28621" y="4524"/>
                    <a:pt x="28699" y="4358"/>
                    <a:pt x="28738" y="4153"/>
                  </a:cubicBezTo>
                  <a:cubicBezTo>
                    <a:pt x="28787" y="4114"/>
                    <a:pt x="28787" y="4114"/>
                    <a:pt x="28787" y="4075"/>
                  </a:cubicBezTo>
                  <a:cubicBezTo>
                    <a:pt x="28826" y="3909"/>
                    <a:pt x="28904" y="3713"/>
                    <a:pt x="28943" y="3508"/>
                  </a:cubicBezTo>
                  <a:cubicBezTo>
                    <a:pt x="28943" y="3508"/>
                    <a:pt x="28982" y="3469"/>
                    <a:pt x="28982" y="3420"/>
                  </a:cubicBezTo>
                  <a:cubicBezTo>
                    <a:pt x="29031" y="3264"/>
                    <a:pt x="29070" y="3059"/>
                    <a:pt x="29109" y="2854"/>
                  </a:cubicBezTo>
                  <a:lnTo>
                    <a:pt x="29109" y="2814"/>
                  </a:lnTo>
                  <a:cubicBezTo>
                    <a:pt x="29070" y="2775"/>
                    <a:pt x="29031" y="2775"/>
                    <a:pt x="28982" y="2775"/>
                  </a:cubicBezTo>
                  <a:cubicBezTo>
                    <a:pt x="28982" y="2736"/>
                    <a:pt x="28943" y="2736"/>
                    <a:pt x="28943" y="2736"/>
                  </a:cubicBezTo>
                  <a:lnTo>
                    <a:pt x="28904" y="2736"/>
                  </a:lnTo>
                  <a:cubicBezTo>
                    <a:pt x="28826" y="2687"/>
                    <a:pt x="28738" y="2687"/>
                    <a:pt x="28660" y="2687"/>
                  </a:cubicBezTo>
                  <a:cubicBezTo>
                    <a:pt x="28543" y="2736"/>
                    <a:pt x="28416" y="2775"/>
                    <a:pt x="28298" y="2814"/>
                  </a:cubicBezTo>
                  <a:cubicBezTo>
                    <a:pt x="28142" y="2874"/>
                    <a:pt x="27964" y="2962"/>
                    <a:pt x="27763" y="2962"/>
                  </a:cubicBezTo>
                  <a:cubicBezTo>
                    <a:pt x="27699" y="2962"/>
                    <a:pt x="27634" y="2953"/>
                    <a:pt x="27566" y="2932"/>
                  </a:cubicBezTo>
                  <a:cubicBezTo>
                    <a:pt x="27155" y="2854"/>
                    <a:pt x="26950" y="2531"/>
                    <a:pt x="26784" y="2199"/>
                  </a:cubicBezTo>
                  <a:lnTo>
                    <a:pt x="2552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3" name="Google Shape;3703;p60"/>
            <p:cNvSpPr/>
            <p:nvPr/>
          </p:nvSpPr>
          <p:spPr>
            <a:xfrm>
              <a:off x="4112574" y="2500123"/>
              <a:ext cx="116287" cy="64698"/>
            </a:xfrm>
            <a:custGeom>
              <a:avLst/>
              <a:gdLst/>
              <a:ahLst/>
              <a:cxnLst/>
              <a:rect l="l" t="t" r="r" b="b"/>
              <a:pathLst>
                <a:path w="7984" h="4442" extrusionOk="0">
                  <a:moveTo>
                    <a:pt x="6596" y="1"/>
                  </a:moveTo>
                  <a:cubicBezTo>
                    <a:pt x="4437" y="528"/>
                    <a:pt x="2238" y="1056"/>
                    <a:pt x="0" y="1545"/>
                  </a:cubicBezTo>
                  <a:lnTo>
                    <a:pt x="323" y="3460"/>
                  </a:lnTo>
                  <a:cubicBezTo>
                    <a:pt x="372" y="3860"/>
                    <a:pt x="489" y="4232"/>
                    <a:pt x="733" y="4398"/>
                  </a:cubicBezTo>
                  <a:cubicBezTo>
                    <a:pt x="796" y="4428"/>
                    <a:pt x="863" y="4442"/>
                    <a:pt x="932" y="4442"/>
                  </a:cubicBezTo>
                  <a:cubicBezTo>
                    <a:pt x="1223" y="4442"/>
                    <a:pt x="1560" y="4201"/>
                    <a:pt x="1789" y="3909"/>
                  </a:cubicBezTo>
                  <a:cubicBezTo>
                    <a:pt x="1876" y="3821"/>
                    <a:pt x="1955" y="3743"/>
                    <a:pt x="1994" y="3616"/>
                  </a:cubicBezTo>
                  <a:cubicBezTo>
                    <a:pt x="2277" y="3255"/>
                    <a:pt x="2570" y="2844"/>
                    <a:pt x="3059" y="2688"/>
                  </a:cubicBezTo>
                  <a:cubicBezTo>
                    <a:pt x="3245" y="2622"/>
                    <a:pt x="3434" y="2601"/>
                    <a:pt x="3622" y="2601"/>
                  </a:cubicBezTo>
                  <a:cubicBezTo>
                    <a:pt x="3800" y="2601"/>
                    <a:pt x="3978" y="2620"/>
                    <a:pt x="4153" y="2639"/>
                  </a:cubicBezTo>
                  <a:lnTo>
                    <a:pt x="4280" y="2688"/>
                  </a:lnTo>
                  <a:lnTo>
                    <a:pt x="4642" y="2688"/>
                  </a:lnTo>
                  <a:cubicBezTo>
                    <a:pt x="4720" y="2688"/>
                    <a:pt x="4769" y="2688"/>
                    <a:pt x="4847" y="2727"/>
                  </a:cubicBezTo>
                  <a:lnTo>
                    <a:pt x="5091" y="2727"/>
                  </a:lnTo>
                  <a:cubicBezTo>
                    <a:pt x="5502" y="2727"/>
                    <a:pt x="5902" y="2688"/>
                    <a:pt x="6274" y="2600"/>
                  </a:cubicBezTo>
                  <a:lnTo>
                    <a:pt x="6313" y="2600"/>
                  </a:lnTo>
                  <a:cubicBezTo>
                    <a:pt x="6479" y="2561"/>
                    <a:pt x="6635" y="2522"/>
                    <a:pt x="6801" y="2483"/>
                  </a:cubicBezTo>
                  <a:cubicBezTo>
                    <a:pt x="7006" y="2444"/>
                    <a:pt x="7212" y="2356"/>
                    <a:pt x="7368" y="2238"/>
                  </a:cubicBezTo>
                  <a:cubicBezTo>
                    <a:pt x="7573" y="2072"/>
                    <a:pt x="7700" y="1828"/>
                    <a:pt x="7817" y="1623"/>
                  </a:cubicBezTo>
                  <a:lnTo>
                    <a:pt x="7984" y="1339"/>
                  </a:lnTo>
                  <a:cubicBezTo>
                    <a:pt x="7896" y="1300"/>
                    <a:pt x="7817" y="1261"/>
                    <a:pt x="7778" y="1222"/>
                  </a:cubicBezTo>
                  <a:lnTo>
                    <a:pt x="7739" y="1222"/>
                  </a:lnTo>
                  <a:cubicBezTo>
                    <a:pt x="7651" y="1173"/>
                    <a:pt x="7612" y="1134"/>
                    <a:pt x="7534" y="1095"/>
                  </a:cubicBezTo>
                  <a:cubicBezTo>
                    <a:pt x="7534" y="1056"/>
                    <a:pt x="7495" y="1056"/>
                    <a:pt x="7495" y="1056"/>
                  </a:cubicBezTo>
                  <a:cubicBezTo>
                    <a:pt x="7456" y="1017"/>
                    <a:pt x="7407" y="978"/>
                    <a:pt x="7368" y="929"/>
                  </a:cubicBezTo>
                  <a:cubicBezTo>
                    <a:pt x="7329" y="929"/>
                    <a:pt x="7329" y="890"/>
                    <a:pt x="7290" y="890"/>
                  </a:cubicBezTo>
                  <a:cubicBezTo>
                    <a:pt x="7251" y="851"/>
                    <a:pt x="7212" y="812"/>
                    <a:pt x="7212" y="812"/>
                  </a:cubicBezTo>
                  <a:cubicBezTo>
                    <a:pt x="7163" y="773"/>
                    <a:pt x="7124" y="773"/>
                    <a:pt x="7124" y="734"/>
                  </a:cubicBezTo>
                  <a:cubicBezTo>
                    <a:pt x="7085" y="685"/>
                    <a:pt x="7045" y="646"/>
                    <a:pt x="7045" y="646"/>
                  </a:cubicBezTo>
                  <a:cubicBezTo>
                    <a:pt x="7006" y="607"/>
                    <a:pt x="7006" y="567"/>
                    <a:pt x="6967" y="567"/>
                  </a:cubicBezTo>
                  <a:cubicBezTo>
                    <a:pt x="6918" y="528"/>
                    <a:pt x="6918" y="489"/>
                    <a:pt x="6879" y="440"/>
                  </a:cubicBezTo>
                  <a:lnTo>
                    <a:pt x="6840" y="401"/>
                  </a:lnTo>
                  <a:cubicBezTo>
                    <a:pt x="6801" y="362"/>
                    <a:pt x="6801" y="323"/>
                    <a:pt x="6762" y="284"/>
                  </a:cubicBezTo>
                  <a:cubicBezTo>
                    <a:pt x="6762" y="245"/>
                    <a:pt x="6723" y="245"/>
                    <a:pt x="6723" y="196"/>
                  </a:cubicBezTo>
                  <a:cubicBezTo>
                    <a:pt x="6674" y="157"/>
                    <a:pt x="6674" y="118"/>
                    <a:pt x="6635" y="79"/>
                  </a:cubicBezTo>
                  <a:cubicBezTo>
                    <a:pt x="6635" y="40"/>
                    <a:pt x="6596" y="40"/>
                    <a:pt x="65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4" name="Google Shape;3704;p60"/>
            <p:cNvSpPr/>
            <p:nvPr/>
          </p:nvSpPr>
          <p:spPr>
            <a:xfrm>
              <a:off x="4112574" y="2500123"/>
              <a:ext cx="96071" cy="22503"/>
            </a:xfrm>
            <a:custGeom>
              <a:avLst/>
              <a:gdLst/>
              <a:ahLst/>
              <a:cxnLst/>
              <a:rect l="l" t="t" r="r" b="b"/>
              <a:pathLst>
                <a:path w="6596" h="1545" extrusionOk="0">
                  <a:moveTo>
                    <a:pt x="6596" y="1"/>
                  </a:moveTo>
                  <a:cubicBezTo>
                    <a:pt x="4397" y="528"/>
                    <a:pt x="2199" y="1056"/>
                    <a:pt x="0" y="1545"/>
                  </a:cubicBezTo>
                  <a:cubicBezTo>
                    <a:pt x="2238" y="1056"/>
                    <a:pt x="4437" y="528"/>
                    <a:pt x="65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5" name="Google Shape;3705;p60"/>
            <p:cNvSpPr/>
            <p:nvPr/>
          </p:nvSpPr>
          <p:spPr>
            <a:xfrm>
              <a:off x="3880160" y="2511368"/>
              <a:ext cx="321377" cy="284090"/>
            </a:xfrm>
            <a:custGeom>
              <a:avLst/>
              <a:gdLst/>
              <a:ahLst/>
              <a:cxnLst/>
              <a:rect l="l" t="t" r="r" b="b"/>
              <a:pathLst>
                <a:path w="22065" h="19505" extrusionOk="0">
                  <a:moveTo>
                    <a:pt x="9811" y="1"/>
                  </a:moveTo>
                  <a:cubicBezTo>
                    <a:pt x="9528" y="528"/>
                    <a:pt x="9196" y="1056"/>
                    <a:pt x="8873" y="1545"/>
                  </a:cubicBezTo>
                  <a:cubicBezTo>
                    <a:pt x="8834" y="1623"/>
                    <a:pt x="8795" y="1672"/>
                    <a:pt x="8795" y="1711"/>
                  </a:cubicBezTo>
                  <a:cubicBezTo>
                    <a:pt x="8707" y="1789"/>
                    <a:pt x="8668" y="1828"/>
                    <a:pt x="8629" y="1916"/>
                  </a:cubicBezTo>
                  <a:cubicBezTo>
                    <a:pt x="8590" y="1955"/>
                    <a:pt x="8551" y="2033"/>
                    <a:pt x="8512" y="2111"/>
                  </a:cubicBezTo>
                  <a:cubicBezTo>
                    <a:pt x="8463" y="2160"/>
                    <a:pt x="8424" y="2199"/>
                    <a:pt x="8385" y="2238"/>
                  </a:cubicBezTo>
                  <a:cubicBezTo>
                    <a:pt x="8307" y="2356"/>
                    <a:pt x="8219" y="2483"/>
                    <a:pt x="8101" y="2600"/>
                  </a:cubicBezTo>
                  <a:lnTo>
                    <a:pt x="7896" y="2893"/>
                  </a:lnTo>
                  <a:cubicBezTo>
                    <a:pt x="7535" y="3294"/>
                    <a:pt x="7202" y="3665"/>
                    <a:pt x="7046" y="4114"/>
                  </a:cubicBezTo>
                  <a:cubicBezTo>
                    <a:pt x="6958" y="4310"/>
                    <a:pt x="6880" y="4515"/>
                    <a:pt x="6841" y="4720"/>
                  </a:cubicBezTo>
                  <a:cubicBezTo>
                    <a:pt x="6753" y="4925"/>
                    <a:pt x="6675" y="5170"/>
                    <a:pt x="6597" y="5375"/>
                  </a:cubicBezTo>
                  <a:cubicBezTo>
                    <a:pt x="6186" y="6264"/>
                    <a:pt x="5336" y="6958"/>
                    <a:pt x="4359" y="7124"/>
                  </a:cubicBezTo>
                  <a:cubicBezTo>
                    <a:pt x="4271" y="7124"/>
                    <a:pt x="4154" y="7163"/>
                    <a:pt x="4066" y="7163"/>
                  </a:cubicBezTo>
                  <a:cubicBezTo>
                    <a:pt x="3822" y="7202"/>
                    <a:pt x="3577" y="7202"/>
                    <a:pt x="3382" y="7329"/>
                  </a:cubicBezTo>
                  <a:cubicBezTo>
                    <a:pt x="2932" y="7573"/>
                    <a:pt x="2893" y="8267"/>
                    <a:pt x="2805" y="8912"/>
                  </a:cubicBezTo>
                  <a:cubicBezTo>
                    <a:pt x="2805" y="9039"/>
                    <a:pt x="2805" y="9156"/>
                    <a:pt x="2766" y="9322"/>
                  </a:cubicBezTo>
                  <a:cubicBezTo>
                    <a:pt x="2727" y="9811"/>
                    <a:pt x="2561" y="10505"/>
                    <a:pt x="2033" y="11032"/>
                  </a:cubicBezTo>
                  <a:cubicBezTo>
                    <a:pt x="1683" y="11357"/>
                    <a:pt x="1225" y="11539"/>
                    <a:pt x="776" y="11539"/>
                  </a:cubicBezTo>
                  <a:cubicBezTo>
                    <a:pt x="550" y="11539"/>
                    <a:pt x="325" y="11492"/>
                    <a:pt x="118" y="11394"/>
                  </a:cubicBezTo>
                  <a:cubicBezTo>
                    <a:pt x="79" y="11355"/>
                    <a:pt x="40" y="11355"/>
                    <a:pt x="1" y="11316"/>
                  </a:cubicBezTo>
                  <a:lnTo>
                    <a:pt x="1" y="11316"/>
                  </a:lnTo>
                  <a:cubicBezTo>
                    <a:pt x="1" y="11394"/>
                    <a:pt x="40" y="11482"/>
                    <a:pt x="40" y="11560"/>
                  </a:cubicBezTo>
                  <a:lnTo>
                    <a:pt x="40" y="11638"/>
                  </a:lnTo>
                  <a:cubicBezTo>
                    <a:pt x="79" y="11931"/>
                    <a:pt x="118" y="12176"/>
                    <a:pt x="157" y="12459"/>
                  </a:cubicBezTo>
                  <a:cubicBezTo>
                    <a:pt x="157" y="12498"/>
                    <a:pt x="206" y="12537"/>
                    <a:pt x="206" y="12537"/>
                  </a:cubicBezTo>
                  <a:cubicBezTo>
                    <a:pt x="206" y="12664"/>
                    <a:pt x="245" y="12742"/>
                    <a:pt x="284" y="12860"/>
                  </a:cubicBezTo>
                  <a:lnTo>
                    <a:pt x="284" y="12987"/>
                  </a:lnTo>
                  <a:cubicBezTo>
                    <a:pt x="323" y="13065"/>
                    <a:pt x="363" y="13153"/>
                    <a:pt x="363" y="13231"/>
                  </a:cubicBezTo>
                  <a:cubicBezTo>
                    <a:pt x="363" y="13270"/>
                    <a:pt x="402" y="13309"/>
                    <a:pt x="402" y="13348"/>
                  </a:cubicBezTo>
                  <a:cubicBezTo>
                    <a:pt x="450" y="13475"/>
                    <a:pt x="490" y="13553"/>
                    <a:pt x="490" y="13641"/>
                  </a:cubicBezTo>
                  <a:cubicBezTo>
                    <a:pt x="529" y="13680"/>
                    <a:pt x="529" y="13719"/>
                    <a:pt x="529" y="13759"/>
                  </a:cubicBezTo>
                  <a:cubicBezTo>
                    <a:pt x="568" y="13886"/>
                    <a:pt x="607" y="14003"/>
                    <a:pt x="695" y="14130"/>
                  </a:cubicBezTo>
                  <a:cubicBezTo>
                    <a:pt x="1095" y="15107"/>
                    <a:pt x="1584" y="15752"/>
                    <a:pt x="2200" y="16162"/>
                  </a:cubicBezTo>
                  <a:cubicBezTo>
                    <a:pt x="2356" y="16280"/>
                    <a:pt x="2561" y="16367"/>
                    <a:pt x="2766" y="16446"/>
                  </a:cubicBezTo>
                  <a:cubicBezTo>
                    <a:pt x="2971" y="16573"/>
                    <a:pt x="3177" y="16651"/>
                    <a:pt x="3333" y="16768"/>
                  </a:cubicBezTo>
                  <a:cubicBezTo>
                    <a:pt x="3460" y="16817"/>
                    <a:pt x="3538" y="16895"/>
                    <a:pt x="3665" y="16973"/>
                  </a:cubicBezTo>
                  <a:cubicBezTo>
                    <a:pt x="3782" y="17061"/>
                    <a:pt x="3870" y="17139"/>
                    <a:pt x="3949" y="17218"/>
                  </a:cubicBezTo>
                  <a:cubicBezTo>
                    <a:pt x="3949" y="17218"/>
                    <a:pt x="3988" y="17218"/>
                    <a:pt x="3988" y="17257"/>
                  </a:cubicBezTo>
                  <a:cubicBezTo>
                    <a:pt x="4066" y="17345"/>
                    <a:pt x="4193" y="17423"/>
                    <a:pt x="4271" y="17501"/>
                  </a:cubicBezTo>
                  <a:lnTo>
                    <a:pt x="4398" y="17628"/>
                  </a:lnTo>
                  <a:cubicBezTo>
                    <a:pt x="4476" y="17706"/>
                    <a:pt x="4554" y="17833"/>
                    <a:pt x="4642" y="17911"/>
                  </a:cubicBezTo>
                  <a:lnTo>
                    <a:pt x="5375" y="18644"/>
                  </a:lnTo>
                  <a:cubicBezTo>
                    <a:pt x="5453" y="18683"/>
                    <a:pt x="5580" y="18771"/>
                    <a:pt x="5659" y="18849"/>
                  </a:cubicBezTo>
                  <a:cubicBezTo>
                    <a:pt x="6186" y="19211"/>
                    <a:pt x="6880" y="19455"/>
                    <a:pt x="7574" y="19504"/>
                  </a:cubicBezTo>
                  <a:cubicBezTo>
                    <a:pt x="8219" y="19504"/>
                    <a:pt x="8912" y="19338"/>
                    <a:pt x="9567" y="19133"/>
                  </a:cubicBezTo>
                  <a:lnTo>
                    <a:pt x="13515" y="18116"/>
                  </a:lnTo>
                  <a:cubicBezTo>
                    <a:pt x="13886" y="18038"/>
                    <a:pt x="14208" y="17911"/>
                    <a:pt x="14374" y="17706"/>
                  </a:cubicBezTo>
                  <a:cubicBezTo>
                    <a:pt x="14570" y="17462"/>
                    <a:pt x="14570" y="17139"/>
                    <a:pt x="14570" y="16729"/>
                  </a:cubicBezTo>
                  <a:lnTo>
                    <a:pt x="14658" y="11726"/>
                  </a:lnTo>
                  <a:cubicBezTo>
                    <a:pt x="14658" y="10622"/>
                    <a:pt x="15019" y="9401"/>
                    <a:pt x="16036" y="9361"/>
                  </a:cubicBezTo>
                  <a:cubicBezTo>
                    <a:pt x="16163" y="9361"/>
                    <a:pt x="16329" y="9361"/>
                    <a:pt x="16446" y="9401"/>
                  </a:cubicBezTo>
                  <a:cubicBezTo>
                    <a:pt x="16557" y="9401"/>
                    <a:pt x="16646" y="9418"/>
                    <a:pt x="16730" y="9418"/>
                  </a:cubicBezTo>
                  <a:cubicBezTo>
                    <a:pt x="16773" y="9418"/>
                    <a:pt x="16814" y="9414"/>
                    <a:pt x="16856" y="9401"/>
                  </a:cubicBezTo>
                  <a:cubicBezTo>
                    <a:pt x="16935" y="9361"/>
                    <a:pt x="17013" y="9322"/>
                    <a:pt x="17062" y="9244"/>
                  </a:cubicBezTo>
                  <a:cubicBezTo>
                    <a:pt x="17179" y="8951"/>
                    <a:pt x="17101" y="8463"/>
                    <a:pt x="16935" y="8101"/>
                  </a:cubicBezTo>
                  <a:lnTo>
                    <a:pt x="16768" y="7612"/>
                  </a:lnTo>
                  <a:lnTo>
                    <a:pt x="17257" y="7779"/>
                  </a:lnTo>
                  <a:cubicBezTo>
                    <a:pt x="17337" y="7800"/>
                    <a:pt x="17418" y="7810"/>
                    <a:pt x="17498" y="7810"/>
                  </a:cubicBezTo>
                  <a:cubicBezTo>
                    <a:pt x="17997" y="7810"/>
                    <a:pt x="18491" y="7424"/>
                    <a:pt x="18811" y="7046"/>
                  </a:cubicBezTo>
                  <a:cubicBezTo>
                    <a:pt x="18928" y="6841"/>
                    <a:pt x="19094" y="6635"/>
                    <a:pt x="19211" y="6430"/>
                  </a:cubicBezTo>
                  <a:cubicBezTo>
                    <a:pt x="19456" y="6020"/>
                    <a:pt x="19749" y="5619"/>
                    <a:pt x="20110" y="5336"/>
                  </a:cubicBezTo>
                  <a:cubicBezTo>
                    <a:pt x="20276" y="5170"/>
                    <a:pt x="20481" y="5043"/>
                    <a:pt x="20677" y="4925"/>
                  </a:cubicBezTo>
                  <a:cubicBezTo>
                    <a:pt x="20882" y="4798"/>
                    <a:pt x="21087" y="4681"/>
                    <a:pt x="21253" y="4515"/>
                  </a:cubicBezTo>
                  <a:cubicBezTo>
                    <a:pt x="21292" y="4476"/>
                    <a:pt x="21332" y="4437"/>
                    <a:pt x="21410" y="4359"/>
                  </a:cubicBezTo>
                  <a:cubicBezTo>
                    <a:pt x="21459" y="4271"/>
                    <a:pt x="21537" y="4232"/>
                    <a:pt x="21576" y="4153"/>
                  </a:cubicBezTo>
                  <a:cubicBezTo>
                    <a:pt x="21615" y="4065"/>
                    <a:pt x="21654" y="3987"/>
                    <a:pt x="21703" y="3948"/>
                  </a:cubicBezTo>
                  <a:cubicBezTo>
                    <a:pt x="21703" y="3909"/>
                    <a:pt x="21703" y="3909"/>
                    <a:pt x="21742" y="3909"/>
                  </a:cubicBezTo>
                  <a:cubicBezTo>
                    <a:pt x="21742" y="3821"/>
                    <a:pt x="21781" y="3743"/>
                    <a:pt x="21820" y="3665"/>
                  </a:cubicBezTo>
                  <a:lnTo>
                    <a:pt x="21820" y="3626"/>
                  </a:lnTo>
                  <a:cubicBezTo>
                    <a:pt x="21859" y="3538"/>
                    <a:pt x="21898" y="3460"/>
                    <a:pt x="21898" y="3381"/>
                  </a:cubicBezTo>
                  <a:cubicBezTo>
                    <a:pt x="21986" y="3176"/>
                    <a:pt x="21986" y="2971"/>
                    <a:pt x="22025" y="2766"/>
                  </a:cubicBezTo>
                  <a:lnTo>
                    <a:pt x="22025" y="2727"/>
                  </a:lnTo>
                  <a:cubicBezTo>
                    <a:pt x="22025" y="2600"/>
                    <a:pt x="22025" y="2522"/>
                    <a:pt x="22064" y="2404"/>
                  </a:cubicBezTo>
                  <a:lnTo>
                    <a:pt x="22064" y="2356"/>
                  </a:lnTo>
                  <a:cubicBezTo>
                    <a:pt x="21576" y="2443"/>
                    <a:pt x="21126" y="2443"/>
                    <a:pt x="20677" y="2443"/>
                  </a:cubicBezTo>
                  <a:lnTo>
                    <a:pt x="20599" y="2443"/>
                  </a:lnTo>
                  <a:cubicBezTo>
                    <a:pt x="20433" y="2443"/>
                    <a:pt x="20315" y="2404"/>
                    <a:pt x="20149" y="2404"/>
                  </a:cubicBezTo>
                  <a:lnTo>
                    <a:pt x="20032" y="2356"/>
                  </a:lnTo>
                  <a:cubicBezTo>
                    <a:pt x="19876" y="2356"/>
                    <a:pt x="19730" y="2347"/>
                    <a:pt x="19594" y="2347"/>
                  </a:cubicBezTo>
                  <a:cubicBezTo>
                    <a:pt x="19442" y="2347"/>
                    <a:pt x="19301" y="2358"/>
                    <a:pt x="19172" y="2404"/>
                  </a:cubicBezTo>
                  <a:cubicBezTo>
                    <a:pt x="18850" y="2522"/>
                    <a:pt x="18605" y="2805"/>
                    <a:pt x="18361" y="3176"/>
                  </a:cubicBezTo>
                  <a:cubicBezTo>
                    <a:pt x="18283" y="3254"/>
                    <a:pt x="18234" y="3333"/>
                    <a:pt x="18156" y="3421"/>
                  </a:cubicBezTo>
                  <a:cubicBezTo>
                    <a:pt x="18117" y="3499"/>
                    <a:pt x="18078" y="3538"/>
                    <a:pt x="18039" y="3577"/>
                  </a:cubicBezTo>
                  <a:cubicBezTo>
                    <a:pt x="17990" y="3626"/>
                    <a:pt x="17951" y="3665"/>
                    <a:pt x="17912" y="3704"/>
                  </a:cubicBezTo>
                  <a:lnTo>
                    <a:pt x="17873" y="3743"/>
                  </a:lnTo>
                  <a:cubicBezTo>
                    <a:pt x="17833" y="3782"/>
                    <a:pt x="17794" y="3782"/>
                    <a:pt x="17746" y="3821"/>
                  </a:cubicBezTo>
                  <a:lnTo>
                    <a:pt x="17746" y="3870"/>
                  </a:lnTo>
                  <a:cubicBezTo>
                    <a:pt x="17667" y="3909"/>
                    <a:pt x="17628" y="3909"/>
                    <a:pt x="17589" y="3948"/>
                  </a:cubicBezTo>
                  <a:cubicBezTo>
                    <a:pt x="17550" y="3987"/>
                    <a:pt x="17501" y="4026"/>
                    <a:pt x="17423" y="4026"/>
                  </a:cubicBezTo>
                  <a:lnTo>
                    <a:pt x="17423" y="4065"/>
                  </a:lnTo>
                  <a:cubicBezTo>
                    <a:pt x="17345" y="4065"/>
                    <a:pt x="17306" y="4114"/>
                    <a:pt x="17257" y="4114"/>
                  </a:cubicBezTo>
                  <a:lnTo>
                    <a:pt x="17218" y="4114"/>
                  </a:lnTo>
                  <a:cubicBezTo>
                    <a:pt x="17179" y="4114"/>
                    <a:pt x="17140" y="4153"/>
                    <a:pt x="17101" y="4153"/>
                  </a:cubicBezTo>
                  <a:lnTo>
                    <a:pt x="16690" y="4153"/>
                  </a:lnTo>
                  <a:cubicBezTo>
                    <a:pt x="16651" y="4153"/>
                    <a:pt x="16612" y="4114"/>
                    <a:pt x="16612" y="4114"/>
                  </a:cubicBezTo>
                  <a:lnTo>
                    <a:pt x="16573" y="4114"/>
                  </a:lnTo>
                  <a:cubicBezTo>
                    <a:pt x="16524" y="4114"/>
                    <a:pt x="16485" y="4065"/>
                    <a:pt x="16446" y="4065"/>
                  </a:cubicBezTo>
                  <a:cubicBezTo>
                    <a:pt x="15996" y="3821"/>
                    <a:pt x="15840" y="3294"/>
                    <a:pt x="15752" y="2766"/>
                  </a:cubicBezTo>
                  <a:lnTo>
                    <a:pt x="15469" y="890"/>
                  </a:lnTo>
                  <a:cubicBezTo>
                    <a:pt x="13886" y="1261"/>
                    <a:pt x="12332" y="1584"/>
                    <a:pt x="10749" y="1955"/>
                  </a:cubicBezTo>
                  <a:lnTo>
                    <a:pt x="10544" y="1994"/>
                  </a:lnTo>
                  <a:lnTo>
                    <a:pt x="981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6" name="Google Shape;3706;p60"/>
            <p:cNvSpPr/>
            <p:nvPr/>
          </p:nvSpPr>
          <p:spPr>
            <a:xfrm>
              <a:off x="4002273" y="2542114"/>
              <a:ext cx="1864" cy="1864"/>
            </a:xfrm>
            <a:custGeom>
              <a:avLst/>
              <a:gdLst/>
              <a:ahLst/>
              <a:cxnLst/>
              <a:rect l="l" t="t" r="r" b="b"/>
              <a:pathLst>
                <a:path w="128" h="128" extrusionOk="0">
                  <a:moveTo>
                    <a:pt x="1" y="127"/>
                  </a:moveTo>
                  <a:cubicBezTo>
                    <a:pt x="40" y="88"/>
                    <a:pt x="79" y="49"/>
                    <a:pt x="128" y="0"/>
                  </a:cubicBezTo>
                  <a:cubicBezTo>
                    <a:pt x="79" y="49"/>
                    <a:pt x="40" y="88"/>
                    <a:pt x="1" y="12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7" name="Google Shape;3707;p60"/>
            <p:cNvSpPr/>
            <p:nvPr/>
          </p:nvSpPr>
          <p:spPr>
            <a:xfrm>
              <a:off x="4005827" y="2536274"/>
              <a:ext cx="2447" cy="3000"/>
            </a:xfrm>
            <a:custGeom>
              <a:avLst/>
              <a:gdLst/>
              <a:ahLst/>
              <a:cxnLst/>
              <a:rect l="l" t="t" r="r" b="b"/>
              <a:pathLst>
                <a:path w="168" h="206" extrusionOk="0">
                  <a:moveTo>
                    <a:pt x="1" y="206"/>
                  </a:moveTo>
                  <a:cubicBezTo>
                    <a:pt x="40" y="118"/>
                    <a:pt x="79" y="79"/>
                    <a:pt x="167" y="1"/>
                  </a:cubicBezTo>
                  <a:cubicBezTo>
                    <a:pt x="79" y="79"/>
                    <a:pt x="40" y="118"/>
                    <a:pt x="1" y="20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8" name="Google Shape;3708;p60"/>
            <p:cNvSpPr/>
            <p:nvPr/>
          </p:nvSpPr>
          <p:spPr>
            <a:xfrm>
              <a:off x="4009395" y="2511368"/>
              <a:ext cx="13677" cy="22503"/>
            </a:xfrm>
            <a:custGeom>
              <a:avLst/>
              <a:gdLst/>
              <a:ahLst/>
              <a:cxnLst/>
              <a:rect l="l" t="t" r="r" b="b"/>
              <a:pathLst>
                <a:path w="939" h="1545" extrusionOk="0">
                  <a:moveTo>
                    <a:pt x="938" y="1"/>
                  </a:moveTo>
                  <a:cubicBezTo>
                    <a:pt x="655" y="528"/>
                    <a:pt x="323" y="1056"/>
                    <a:pt x="0" y="1545"/>
                  </a:cubicBezTo>
                  <a:cubicBezTo>
                    <a:pt x="323" y="1056"/>
                    <a:pt x="655" y="528"/>
                    <a:pt x="93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09" name="Google Shape;3709;p60"/>
            <p:cNvSpPr/>
            <p:nvPr/>
          </p:nvSpPr>
          <p:spPr>
            <a:xfrm>
              <a:off x="4036719" y="2524316"/>
              <a:ext cx="68747" cy="15526"/>
            </a:xfrm>
            <a:custGeom>
              <a:avLst/>
              <a:gdLst/>
              <a:ahLst/>
              <a:cxnLst/>
              <a:rect l="l" t="t" r="r" b="b"/>
              <a:pathLst>
                <a:path w="4720" h="1066" extrusionOk="0">
                  <a:moveTo>
                    <a:pt x="4720" y="1"/>
                  </a:moveTo>
                  <a:lnTo>
                    <a:pt x="4720" y="1"/>
                  </a:lnTo>
                  <a:cubicBezTo>
                    <a:pt x="3137" y="333"/>
                    <a:pt x="1583" y="695"/>
                    <a:pt x="0" y="1066"/>
                  </a:cubicBezTo>
                  <a:cubicBezTo>
                    <a:pt x="1583" y="695"/>
                    <a:pt x="3137" y="372"/>
                    <a:pt x="47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0" name="Google Shape;3710;p60"/>
            <p:cNvSpPr/>
            <p:nvPr/>
          </p:nvSpPr>
          <p:spPr>
            <a:xfrm>
              <a:off x="4105452" y="2524316"/>
              <a:ext cx="4151" cy="27339"/>
            </a:xfrm>
            <a:custGeom>
              <a:avLst/>
              <a:gdLst/>
              <a:ahLst/>
              <a:cxnLst/>
              <a:rect l="l" t="t" r="r" b="b"/>
              <a:pathLst>
                <a:path w="285" h="1877" extrusionOk="0">
                  <a:moveTo>
                    <a:pt x="1" y="1"/>
                  </a:moveTo>
                  <a:lnTo>
                    <a:pt x="284" y="1877"/>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1" name="Google Shape;3711;p60"/>
            <p:cNvSpPr/>
            <p:nvPr/>
          </p:nvSpPr>
          <p:spPr>
            <a:xfrm>
              <a:off x="4181306" y="2545668"/>
              <a:ext cx="20231" cy="1296"/>
            </a:xfrm>
            <a:custGeom>
              <a:avLst/>
              <a:gdLst/>
              <a:ahLst/>
              <a:cxnLst/>
              <a:rect l="l" t="t" r="r" b="b"/>
              <a:pathLst>
                <a:path w="1389" h="89" extrusionOk="0">
                  <a:moveTo>
                    <a:pt x="1" y="88"/>
                  </a:moveTo>
                  <a:cubicBezTo>
                    <a:pt x="450" y="88"/>
                    <a:pt x="900" y="88"/>
                    <a:pt x="1388" y="1"/>
                  </a:cubicBezTo>
                  <a:lnTo>
                    <a:pt x="1388" y="1"/>
                  </a:lnTo>
                  <a:cubicBezTo>
                    <a:pt x="900" y="88"/>
                    <a:pt x="450" y="88"/>
                    <a:pt x="1" y="8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2" name="Google Shape;3712;p60"/>
            <p:cNvSpPr/>
            <p:nvPr/>
          </p:nvSpPr>
          <p:spPr>
            <a:xfrm>
              <a:off x="4138616" y="2567021"/>
              <a:ext cx="15" cy="728"/>
            </a:xfrm>
            <a:custGeom>
              <a:avLst/>
              <a:gdLst/>
              <a:ahLst/>
              <a:cxnLst/>
              <a:rect l="l" t="t" r="r" b="b"/>
              <a:pathLst>
                <a:path w="1" h="50" extrusionOk="0">
                  <a:moveTo>
                    <a:pt x="1" y="0"/>
                  </a:moveTo>
                  <a:lnTo>
                    <a:pt x="1" y="4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3" name="Google Shape;3713;p60"/>
            <p:cNvSpPr/>
            <p:nvPr/>
          </p:nvSpPr>
          <p:spPr>
            <a:xfrm>
              <a:off x="4136344" y="2568870"/>
              <a:ext cx="15" cy="15"/>
            </a:xfrm>
            <a:custGeom>
              <a:avLst/>
              <a:gdLst/>
              <a:ahLst/>
              <a:cxnLst/>
              <a:rect l="l" t="t" r="r" b="b"/>
              <a:pathLst>
                <a:path w="1" h="1" extrusionOk="0">
                  <a:moveTo>
                    <a:pt x="0" y="0"/>
                  </a:move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4" name="Google Shape;3714;p60"/>
            <p:cNvSpPr/>
            <p:nvPr/>
          </p:nvSpPr>
          <p:spPr>
            <a:xfrm>
              <a:off x="4140466" y="2565302"/>
              <a:ext cx="583" cy="597"/>
            </a:xfrm>
            <a:custGeom>
              <a:avLst/>
              <a:gdLst/>
              <a:ahLst/>
              <a:cxnLst/>
              <a:rect l="l" t="t" r="r" b="b"/>
              <a:pathLst>
                <a:path w="40" h="41" extrusionOk="0">
                  <a:moveTo>
                    <a:pt x="40" y="1"/>
                  </a:moveTo>
                  <a:lnTo>
                    <a:pt x="1" y="4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5" name="Google Shape;3715;p60"/>
            <p:cNvSpPr/>
            <p:nvPr/>
          </p:nvSpPr>
          <p:spPr>
            <a:xfrm>
              <a:off x="4142884" y="2563452"/>
              <a:ext cx="15" cy="15"/>
            </a:xfrm>
            <a:custGeom>
              <a:avLst/>
              <a:gdLst/>
              <a:ahLst/>
              <a:cxnLst/>
              <a:rect l="l" t="t" r="r" b="b"/>
              <a:pathLst>
                <a:path w="1" h="1" extrusionOk="0">
                  <a:moveTo>
                    <a:pt x="1" y="1"/>
                  </a:move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6" name="Google Shape;3716;p60"/>
            <p:cNvSpPr/>
            <p:nvPr/>
          </p:nvSpPr>
          <p:spPr>
            <a:xfrm>
              <a:off x="4119682" y="2570574"/>
              <a:ext cx="1864" cy="728"/>
            </a:xfrm>
            <a:custGeom>
              <a:avLst/>
              <a:gdLst/>
              <a:ahLst/>
              <a:cxnLst/>
              <a:rect l="l" t="t" r="r" b="b"/>
              <a:pathLst>
                <a:path w="128" h="50" extrusionOk="0">
                  <a:moveTo>
                    <a:pt x="128" y="49"/>
                  </a:moveTo>
                  <a:cubicBezTo>
                    <a:pt x="79" y="49"/>
                    <a:pt x="40" y="0"/>
                    <a:pt x="1" y="0"/>
                  </a:cubicBezTo>
                  <a:cubicBezTo>
                    <a:pt x="40" y="0"/>
                    <a:pt x="79" y="49"/>
                    <a:pt x="128" y="4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7" name="Google Shape;3717;p60"/>
            <p:cNvSpPr/>
            <p:nvPr/>
          </p:nvSpPr>
          <p:spPr>
            <a:xfrm>
              <a:off x="4128654" y="2571856"/>
              <a:ext cx="583" cy="15"/>
            </a:xfrm>
            <a:custGeom>
              <a:avLst/>
              <a:gdLst/>
              <a:ahLst/>
              <a:cxnLst/>
              <a:rect l="l" t="t" r="r" b="b"/>
              <a:pathLst>
                <a:path w="40" h="1" extrusionOk="0">
                  <a:moveTo>
                    <a:pt x="40" y="0"/>
                  </a:move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8" name="Google Shape;3718;p60"/>
            <p:cNvSpPr/>
            <p:nvPr/>
          </p:nvSpPr>
          <p:spPr>
            <a:xfrm>
              <a:off x="4125668" y="2571856"/>
              <a:ext cx="583" cy="15"/>
            </a:xfrm>
            <a:custGeom>
              <a:avLst/>
              <a:gdLst/>
              <a:ahLst/>
              <a:cxnLst/>
              <a:rect l="l" t="t" r="r" b="b"/>
              <a:pathLst>
                <a:path w="40" h="1" extrusionOk="0">
                  <a:moveTo>
                    <a:pt x="39" y="0"/>
                  </a:moveTo>
                  <a:lnTo>
                    <a:pt x="39"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19" name="Google Shape;3719;p60"/>
            <p:cNvSpPr/>
            <p:nvPr/>
          </p:nvSpPr>
          <p:spPr>
            <a:xfrm>
              <a:off x="4123818" y="2571856"/>
              <a:ext cx="1296" cy="15"/>
            </a:xfrm>
            <a:custGeom>
              <a:avLst/>
              <a:gdLst/>
              <a:ahLst/>
              <a:cxnLst/>
              <a:rect l="l" t="t" r="r" b="b"/>
              <a:pathLst>
                <a:path w="89" h="1" extrusionOk="0">
                  <a:moveTo>
                    <a:pt x="88" y="0"/>
                  </a:move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0" name="Google Shape;3720;p60"/>
            <p:cNvSpPr/>
            <p:nvPr/>
          </p:nvSpPr>
          <p:spPr>
            <a:xfrm>
              <a:off x="4173630" y="2546382"/>
              <a:ext cx="6554" cy="583"/>
            </a:xfrm>
            <a:custGeom>
              <a:avLst/>
              <a:gdLst/>
              <a:ahLst/>
              <a:cxnLst/>
              <a:rect l="l" t="t" r="r" b="b"/>
              <a:pathLst>
                <a:path w="450" h="40" extrusionOk="0">
                  <a:moveTo>
                    <a:pt x="450" y="39"/>
                  </a:moveTo>
                  <a:cubicBezTo>
                    <a:pt x="284" y="39"/>
                    <a:pt x="166" y="0"/>
                    <a:pt x="0" y="0"/>
                  </a:cubicBezTo>
                  <a:cubicBezTo>
                    <a:pt x="166" y="0"/>
                    <a:pt x="284" y="39"/>
                    <a:pt x="450" y="3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1" name="Google Shape;3721;p60"/>
            <p:cNvSpPr/>
            <p:nvPr/>
          </p:nvSpPr>
          <p:spPr>
            <a:xfrm>
              <a:off x="4130926" y="2571288"/>
              <a:ext cx="583" cy="15"/>
            </a:xfrm>
            <a:custGeom>
              <a:avLst/>
              <a:gdLst/>
              <a:ahLst/>
              <a:cxnLst/>
              <a:rect l="l" t="t" r="r" b="b"/>
              <a:pathLst>
                <a:path w="40" h="1" extrusionOk="0">
                  <a:moveTo>
                    <a:pt x="40" y="0"/>
                  </a:move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2" name="Google Shape;3722;p60"/>
            <p:cNvSpPr/>
            <p:nvPr/>
          </p:nvSpPr>
          <p:spPr>
            <a:xfrm>
              <a:off x="4133926" y="2570006"/>
              <a:ext cx="15" cy="583"/>
            </a:xfrm>
            <a:custGeom>
              <a:avLst/>
              <a:gdLst/>
              <a:ahLst/>
              <a:cxnLst/>
              <a:rect l="l" t="t" r="r" b="b"/>
              <a:pathLst>
                <a:path w="1" h="40" extrusionOk="0">
                  <a:moveTo>
                    <a:pt x="0" y="0"/>
                  </a:moveTo>
                  <a:lnTo>
                    <a:pt x="0" y="3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3" name="Google Shape;3723;p60"/>
            <p:cNvSpPr/>
            <p:nvPr/>
          </p:nvSpPr>
          <p:spPr>
            <a:xfrm>
              <a:off x="4122114" y="2571288"/>
              <a:ext cx="1151" cy="583"/>
            </a:xfrm>
            <a:custGeom>
              <a:avLst/>
              <a:gdLst/>
              <a:ahLst/>
              <a:cxnLst/>
              <a:rect l="l" t="t" r="r" b="b"/>
              <a:pathLst>
                <a:path w="79" h="40" extrusionOk="0">
                  <a:moveTo>
                    <a:pt x="78" y="39"/>
                  </a:moveTo>
                  <a:cubicBezTo>
                    <a:pt x="39" y="39"/>
                    <a:pt x="0" y="0"/>
                    <a:pt x="0" y="0"/>
                  </a:cubicBezTo>
                  <a:cubicBezTo>
                    <a:pt x="0" y="0"/>
                    <a:pt x="39" y="39"/>
                    <a:pt x="78" y="3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4" name="Google Shape;3724;p60"/>
            <p:cNvSpPr/>
            <p:nvPr/>
          </p:nvSpPr>
          <p:spPr>
            <a:xfrm>
              <a:off x="4105452" y="2524316"/>
              <a:ext cx="15" cy="15"/>
            </a:xfrm>
            <a:custGeom>
              <a:avLst/>
              <a:gdLst/>
              <a:ahLst/>
              <a:cxnLst/>
              <a:rect l="l" t="t" r="r" b="b"/>
              <a:pathLst>
                <a:path w="1" h="1" extrusionOk="0">
                  <a:moveTo>
                    <a:pt x="1" y="1"/>
                  </a:moveTo>
                  <a:lnTo>
                    <a:pt x="1" y="1"/>
                  </a:ln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5" name="Google Shape;3725;p60"/>
            <p:cNvSpPr/>
            <p:nvPr/>
          </p:nvSpPr>
          <p:spPr>
            <a:xfrm>
              <a:off x="3380770" y="2640588"/>
              <a:ext cx="558043" cy="286508"/>
            </a:xfrm>
            <a:custGeom>
              <a:avLst/>
              <a:gdLst/>
              <a:ahLst/>
              <a:cxnLst/>
              <a:rect l="l" t="t" r="r" b="b"/>
              <a:pathLst>
                <a:path w="38314" h="19671" extrusionOk="0">
                  <a:moveTo>
                    <a:pt x="24185" y="1"/>
                  </a:moveTo>
                  <a:cubicBezTo>
                    <a:pt x="24106" y="1"/>
                    <a:pt x="24067" y="1"/>
                    <a:pt x="24028" y="40"/>
                  </a:cubicBezTo>
                  <a:cubicBezTo>
                    <a:pt x="23940" y="40"/>
                    <a:pt x="23862" y="40"/>
                    <a:pt x="23823" y="79"/>
                  </a:cubicBezTo>
                  <a:lnTo>
                    <a:pt x="23745" y="79"/>
                  </a:lnTo>
                  <a:lnTo>
                    <a:pt x="23862" y="1105"/>
                  </a:lnTo>
                  <a:cubicBezTo>
                    <a:pt x="23940" y="1506"/>
                    <a:pt x="23989" y="1955"/>
                    <a:pt x="23696" y="2278"/>
                  </a:cubicBezTo>
                  <a:cubicBezTo>
                    <a:pt x="23452" y="2522"/>
                    <a:pt x="23129" y="2610"/>
                    <a:pt x="22807" y="2649"/>
                  </a:cubicBezTo>
                  <a:cubicBezTo>
                    <a:pt x="22680" y="2688"/>
                    <a:pt x="22562" y="2727"/>
                    <a:pt x="22435" y="2766"/>
                  </a:cubicBezTo>
                  <a:cubicBezTo>
                    <a:pt x="21947" y="2932"/>
                    <a:pt x="21703" y="3499"/>
                    <a:pt x="21458" y="4076"/>
                  </a:cubicBezTo>
                  <a:cubicBezTo>
                    <a:pt x="21009" y="5170"/>
                    <a:pt x="20237" y="6675"/>
                    <a:pt x="18771" y="7290"/>
                  </a:cubicBezTo>
                  <a:cubicBezTo>
                    <a:pt x="18244" y="7495"/>
                    <a:pt x="17716" y="7613"/>
                    <a:pt x="17188" y="7701"/>
                  </a:cubicBezTo>
                  <a:cubicBezTo>
                    <a:pt x="16368" y="7818"/>
                    <a:pt x="15596" y="7945"/>
                    <a:pt x="15068" y="8473"/>
                  </a:cubicBezTo>
                  <a:cubicBezTo>
                    <a:pt x="14902" y="8629"/>
                    <a:pt x="14785" y="8834"/>
                    <a:pt x="14618" y="9078"/>
                  </a:cubicBezTo>
                  <a:cubicBezTo>
                    <a:pt x="14335" y="9528"/>
                    <a:pt x="13974" y="10056"/>
                    <a:pt x="13358" y="10143"/>
                  </a:cubicBezTo>
                  <a:cubicBezTo>
                    <a:pt x="13236" y="10163"/>
                    <a:pt x="13123" y="10173"/>
                    <a:pt x="13016" y="10173"/>
                  </a:cubicBezTo>
                  <a:cubicBezTo>
                    <a:pt x="12909" y="10173"/>
                    <a:pt x="12806" y="10163"/>
                    <a:pt x="12703" y="10143"/>
                  </a:cubicBezTo>
                  <a:cubicBezTo>
                    <a:pt x="12606" y="10119"/>
                    <a:pt x="12505" y="10107"/>
                    <a:pt x="12409" y="10107"/>
                  </a:cubicBezTo>
                  <a:cubicBezTo>
                    <a:pt x="12312" y="10107"/>
                    <a:pt x="12220" y="10119"/>
                    <a:pt x="12137" y="10143"/>
                  </a:cubicBezTo>
                  <a:cubicBezTo>
                    <a:pt x="12058" y="10183"/>
                    <a:pt x="11931" y="10261"/>
                    <a:pt x="11814" y="10339"/>
                  </a:cubicBezTo>
                  <a:cubicBezTo>
                    <a:pt x="11726" y="10427"/>
                    <a:pt x="11609" y="10466"/>
                    <a:pt x="11531" y="10544"/>
                  </a:cubicBezTo>
                  <a:cubicBezTo>
                    <a:pt x="11482" y="10544"/>
                    <a:pt x="11404" y="10583"/>
                    <a:pt x="11365" y="10632"/>
                  </a:cubicBezTo>
                  <a:lnTo>
                    <a:pt x="11326" y="10632"/>
                  </a:lnTo>
                  <a:cubicBezTo>
                    <a:pt x="11199" y="10671"/>
                    <a:pt x="11081" y="10710"/>
                    <a:pt x="10993" y="10710"/>
                  </a:cubicBezTo>
                  <a:lnTo>
                    <a:pt x="10954" y="10710"/>
                  </a:lnTo>
                  <a:cubicBezTo>
                    <a:pt x="10896" y="10730"/>
                    <a:pt x="10835" y="10739"/>
                    <a:pt x="10773" y="10739"/>
                  </a:cubicBezTo>
                  <a:cubicBezTo>
                    <a:pt x="10712" y="10739"/>
                    <a:pt x="10651" y="10730"/>
                    <a:pt x="10593" y="10710"/>
                  </a:cubicBezTo>
                  <a:lnTo>
                    <a:pt x="10388" y="10710"/>
                  </a:lnTo>
                  <a:lnTo>
                    <a:pt x="10348" y="10671"/>
                  </a:lnTo>
                  <a:cubicBezTo>
                    <a:pt x="10309" y="10671"/>
                    <a:pt x="10221" y="10671"/>
                    <a:pt x="10182" y="10632"/>
                  </a:cubicBezTo>
                  <a:lnTo>
                    <a:pt x="10143" y="10632"/>
                  </a:lnTo>
                  <a:cubicBezTo>
                    <a:pt x="10104" y="10583"/>
                    <a:pt x="10016" y="10583"/>
                    <a:pt x="9977" y="10544"/>
                  </a:cubicBezTo>
                  <a:lnTo>
                    <a:pt x="9938" y="10544"/>
                  </a:lnTo>
                  <a:cubicBezTo>
                    <a:pt x="9860" y="10505"/>
                    <a:pt x="9772" y="10505"/>
                    <a:pt x="9733" y="10466"/>
                  </a:cubicBezTo>
                  <a:cubicBezTo>
                    <a:pt x="9655" y="10427"/>
                    <a:pt x="9616" y="10388"/>
                    <a:pt x="9528" y="10339"/>
                  </a:cubicBezTo>
                  <a:cubicBezTo>
                    <a:pt x="9489" y="10339"/>
                    <a:pt x="9489" y="10300"/>
                    <a:pt x="9489" y="10300"/>
                  </a:cubicBezTo>
                  <a:cubicBezTo>
                    <a:pt x="9410" y="10261"/>
                    <a:pt x="9371" y="10261"/>
                    <a:pt x="9283" y="10222"/>
                  </a:cubicBezTo>
                  <a:cubicBezTo>
                    <a:pt x="9283" y="10183"/>
                    <a:pt x="9283" y="10183"/>
                    <a:pt x="9244" y="10183"/>
                  </a:cubicBezTo>
                  <a:lnTo>
                    <a:pt x="9205" y="10222"/>
                  </a:lnTo>
                  <a:lnTo>
                    <a:pt x="9166" y="10261"/>
                  </a:lnTo>
                  <a:cubicBezTo>
                    <a:pt x="9127" y="10300"/>
                    <a:pt x="9088" y="10339"/>
                    <a:pt x="9039" y="10339"/>
                  </a:cubicBezTo>
                  <a:cubicBezTo>
                    <a:pt x="9000" y="10388"/>
                    <a:pt x="8922" y="10427"/>
                    <a:pt x="8844" y="10466"/>
                  </a:cubicBezTo>
                  <a:cubicBezTo>
                    <a:pt x="8756" y="10544"/>
                    <a:pt x="8717" y="10583"/>
                    <a:pt x="8638" y="10632"/>
                  </a:cubicBezTo>
                  <a:cubicBezTo>
                    <a:pt x="8551" y="10710"/>
                    <a:pt x="8511" y="10827"/>
                    <a:pt x="8472" y="10994"/>
                  </a:cubicBezTo>
                  <a:cubicBezTo>
                    <a:pt x="8433" y="11160"/>
                    <a:pt x="8355" y="11316"/>
                    <a:pt x="8228" y="11482"/>
                  </a:cubicBezTo>
                  <a:cubicBezTo>
                    <a:pt x="7984" y="11853"/>
                    <a:pt x="7534" y="11932"/>
                    <a:pt x="7173" y="12010"/>
                  </a:cubicBezTo>
                  <a:cubicBezTo>
                    <a:pt x="6929" y="12049"/>
                    <a:pt x="6684" y="12098"/>
                    <a:pt x="6518" y="12215"/>
                  </a:cubicBezTo>
                  <a:cubicBezTo>
                    <a:pt x="6157" y="12459"/>
                    <a:pt x="6069" y="12909"/>
                    <a:pt x="5990" y="13397"/>
                  </a:cubicBezTo>
                  <a:cubicBezTo>
                    <a:pt x="5912" y="13808"/>
                    <a:pt x="5824" y="14208"/>
                    <a:pt x="5619" y="14580"/>
                  </a:cubicBezTo>
                  <a:cubicBezTo>
                    <a:pt x="5258" y="15146"/>
                    <a:pt x="4564" y="15518"/>
                    <a:pt x="3665" y="15557"/>
                  </a:cubicBezTo>
                  <a:cubicBezTo>
                    <a:pt x="3544" y="15570"/>
                    <a:pt x="3423" y="15574"/>
                    <a:pt x="3301" y="15574"/>
                  </a:cubicBezTo>
                  <a:cubicBezTo>
                    <a:pt x="3057" y="15574"/>
                    <a:pt x="2812" y="15557"/>
                    <a:pt x="2571" y="15557"/>
                  </a:cubicBezTo>
                  <a:cubicBezTo>
                    <a:pt x="2248" y="15518"/>
                    <a:pt x="1916" y="15518"/>
                    <a:pt x="1633" y="15518"/>
                  </a:cubicBezTo>
                  <a:lnTo>
                    <a:pt x="1388" y="15518"/>
                  </a:lnTo>
                  <a:cubicBezTo>
                    <a:pt x="1349" y="15518"/>
                    <a:pt x="1349" y="15557"/>
                    <a:pt x="1310" y="15557"/>
                  </a:cubicBezTo>
                  <a:lnTo>
                    <a:pt x="1144" y="15557"/>
                  </a:lnTo>
                  <a:cubicBezTo>
                    <a:pt x="1105" y="15557"/>
                    <a:pt x="1105" y="15557"/>
                    <a:pt x="1066" y="15596"/>
                  </a:cubicBezTo>
                  <a:lnTo>
                    <a:pt x="900" y="15596"/>
                  </a:lnTo>
                  <a:cubicBezTo>
                    <a:pt x="861" y="15635"/>
                    <a:pt x="861" y="15635"/>
                    <a:pt x="821" y="15635"/>
                  </a:cubicBezTo>
                  <a:cubicBezTo>
                    <a:pt x="734" y="15635"/>
                    <a:pt x="655" y="15674"/>
                    <a:pt x="616" y="15674"/>
                  </a:cubicBezTo>
                  <a:cubicBezTo>
                    <a:pt x="577" y="15674"/>
                    <a:pt x="577" y="15674"/>
                    <a:pt x="577" y="15713"/>
                  </a:cubicBezTo>
                  <a:cubicBezTo>
                    <a:pt x="489" y="15713"/>
                    <a:pt x="411" y="15762"/>
                    <a:pt x="372" y="15762"/>
                  </a:cubicBezTo>
                  <a:cubicBezTo>
                    <a:pt x="333" y="15762"/>
                    <a:pt x="333" y="15801"/>
                    <a:pt x="294" y="15801"/>
                  </a:cubicBezTo>
                  <a:cubicBezTo>
                    <a:pt x="245" y="15801"/>
                    <a:pt x="206" y="15840"/>
                    <a:pt x="128" y="15840"/>
                  </a:cubicBezTo>
                  <a:cubicBezTo>
                    <a:pt x="128" y="15879"/>
                    <a:pt x="89" y="15879"/>
                    <a:pt x="50" y="15879"/>
                  </a:cubicBezTo>
                  <a:cubicBezTo>
                    <a:pt x="50" y="15879"/>
                    <a:pt x="50" y="15918"/>
                    <a:pt x="1" y="15918"/>
                  </a:cubicBezTo>
                  <a:lnTo>
                    <a:pt x="50" y="15918"/>
                  </a:lnTo>
                  <a:cubicBezTo>
                    <a:pt x="89" y="15918"/>
                    <a:pt x="167" y="15957"/>
                    <a:pt x="206" y="15957"/>
                  </a:cubicBezTo>
                  <a:cubicBezTo>
                    <a:pt x="245" y="16006"/>
                    <a:pt x="245" y="16006"/>
                    <a:pt x="294" y="16006"/>
                  </a:cubicBezTo>
                  <a:cubicBezTo>
                    <a:pt x="372" y="16045"/>
                    <a:pt x="450" y="16045"/>
                    <a:pt x="538" y="16084"/>
                  </a:cubicBezTo>
                  <a:cubicBezTo>
                    <a:pt x="1066" y="16250"/>
                    <a:pt x="1554" y="16368"/>
                    <a:pt x="1877" y="16856"/>
                  </a:cubicBezTo>
                  <a:cubicBezTo>
                    <a:pt x="2199" y="17345"/>
                    <a:pt x="2121" y="17912"/>
                    <a:pt x="2043" y="18488"/>
                  </a:cubicBezTo>
                  <a:cubicBezTo>
                    <a:pt x="2043" y="18566"/>
                    <a:pt x="2004" y="18644"/>
                    <a:pt x="2004" y="18732"/>
                  </a:cubicBezTo>
                  <a:cubicBezTo>
                    <a:pt x="2004" y="18771"/>
                    <a:pt x="2004" y="18811"/>
                    <a:pt x="1955" y="18850"/>
                  </a:cubicBezTo>
                  <a:lnTo>
                    <a:pt x="1955" y="18938"/>
                  </a:lnTo>
                  <a:cubicBezTo>
                    <a:pt x="1916" y="19094"/>
                    <a:pt x="1877" y="19260"/>
                    <a:pt x="1838" y="19426"/>
                  </a:cubicBezTo>
                  <a:cubicBezTo>
                    <a:pt x="1838" y="19465"/>
                    <a:pt x="1838" y="19504"/>
                    <a:pt x="1799" y="19543"/>
                  </a:cubicBezTo>
                  <a:lnTo>
                    <a:pt x="1799" y="19622"/>
                  </a:lnTo>
                  <a:lnTo>
                    <a:pt x="2160" y="19622"/>
                  </a:lnTo>
                  <a:cubicBezTo>
                    <a:pt x="2365" y="19622"/>
                    <a:pt x="2610" y="19670"/>
                    <a:pt x="2815" y="19670"/>
                  </a:cubicBezTo>
                  <a:lnTo>
                    <a:pt x="4359" y="19670"/>
                  </a:lnTo>
                  <a:cubicBezTo>
                    <a:pt x="4603" y="19670"/>
                    <a:pt x="4808" y="19622"/>
                    <a:pt x="5052" y="19622"/>
                  </a:cubicBezTo>
                  <a:lnTo>
                    <a:pt x="5179" y="19622"/>
                  </a:lnTo>
                  <a:cubicBezTo>
                    <a:pt x="5375" y="19622"/>
                    <a:pt x="5580" y="19622"/>
                    <a:pt x="5824" y="19582"/>
                  </a:cubicBezTo>
                  <a:lnTo>
                    <a:pt x="5951" y="19582"/>
                  </a:lnTo>
                  <a:cubicBezTo>
                    <a:pt x="6157" y="19582"/>
                    <a:pt x="6401" y="19543"/>
                    <a:pt x="6596" y="19543"/>
                  </a:cubicBezTo>
                  <a:lnTo>
                    <a:pt x="6723" y="19543"/>
                  </a:lnTo>
                  <a:cubicBezTo>
                    <a:pt x="7007" y="19504"/>
                    <a:pt x="7251" y="19465"/>
                    <a:pt x="7534" y="19465"/>
                  </a:cubicBezTo>
                  <a:cubicBezTo>
                    <a:pt x="8922" y="19299"/>
                    <a:pt x="10309" y="18977"/>
                    <a:pt x="11648" y="18732"/>
                  </a:cubicBezTo>
                  <a:lnTo>
                    <a:pt x="20276" y="16934"/>
                  </a:lnTo>
                  <a:cubicBezTo>
                    <a:pt x="22719" y="16407"/>
                    <a:pt x="25250" y="15918"/>
                    <a:pt x="27810" y="15518"/>
                  </a:cubicBezTo>
                  <a:cubicBezTo>
                    <a:pt x="28142" y="15430"/>
                    <a:pt x="28464" y="15391"/>
                    <a:pt x="28787" y="15352"/>
                  </a:cubicBezTo>
                  <a:cubicBezTo>
                    <a:pt x="28826" y="15352"/>
                    <a:pt x="28826" y="15352"/>
                    <a:pt x="28875" y="15312"/>
                  </a:cubicBezTo>
                  <a:cubicBezTo>
                    <a:pt x="29197" y="15273"/>
                    <a:pt x="29481" y="15224"/>
                    <a:pt x="29764" y="15185"/>
                  </a:cubicBezTo>
                  <a:lnTo>
                    <a:pt x="29930" y="15185"/>
                  </a:lnTo>
                  <a:cubicBezTo>
                    <a:pt x="30213" y="15146"/>
                    <a:pt x="30497" y="15107"/>
                    <a:pt x="30780" y="15068"/>
                  </a:cubicBezTo>
                  <a:cubicBezTo>
                    <a:pt x="30868" y="15068"/>
                    <a:pt x="30907" y="15029"/>
                    <a:pt x="30985" y="15029"/>
                  </a:cubicBezTo>
                  <a:cubicBezTo>
                    <a:pt x="31269" y="14980"/>
                    <a:pt x="31513" y="14941"/>
                    <a:pt x="31757" y="14941"/>
                  </a:cubicBezTo>
                  <a:cubicBezTo>
                    <a:pt x="31845" y="14902"/>
                    <a:pt x="31962" y="14902"/>
                    <a:pt x="32089" y="14902"/>
                  </a:cubicBezTo>
                  <a:cubicBezTo>
                    <a:pt x="32295" y="14863"/>
                    <a:pt x="32490" y="14824"/>
                    <a:pt x="32695" y="14824"/>
                  </a:cubicBezTo>
                  <a:cubicBezTo>
                    <a:pt x="32861" y="14785"/>
                    <a:pt x="33067" y="14785"/>
                    <a:pt x="33223" y="14736"/>
                  </a:cubicBezTo>
                  <a:cubicBezTo>
                    <a:pt x="33350" y="14736"/>
                    <a:pt x="33467" y="14736"/>
                    <a:pt x="33594" y="14697"/>
                  </a:cubicBezTo>
                  <a:cubicBezTo>
                    <a:pt x="34122" y="14658"/>
                    <a:pt x="34689" y="14580"/>
                    <a:pt x="35265" y="14492"/>
                  </a:cubicBezTo>
                  <a:lnTo>
                    <a:pt x="38314" y="9117"/>
                  </a:lnTo>
                  <a:cubicBezTo>
                    <a:pt x="38236" y="9039"/>
                    <a:pt x="38157" y="8961"/>
                    <a:pt x="38109" y="8873"/>
                  </a:cubicBezTo>
                  <a:lnTo>
                    <a:pt x="38069" y="8873"/>
                  </a:lnTo>
                  <a:cubicBezTo>
                    <a:pt x="37952" y="8756"/>
                    <a:pt x="37786" y="8629"/>
                    <a:pt x="37620" y="8512"/>
                  </a:cubicBezTo>
                  <a:cubicBezTo>
                    <a:pt x="37620" y="8512"/>
                    <a:pt x="37620" y="8473"/>
                    <a:pt x="37581" y="8473"/>
                  </a:cubicBezTo>
                  <a:cubicBezTo>
                    <a:pt x="37542" y="8433"/>
                    <a:pt x="37464" y="8346"/>
                    <a:pt x="37376" y="8306"/>
                  </a:cubicBezTo>
                  <a:cubicBezTo>
                    <a:pt x="37180" y="8228"/>
                    <a:pt x="37014" y="8140"/>
                    <a:pt x="36848" y="8062"/>
                  </a:cubicBezTo>
                  <a:cubicBezTo>
                    <a:pt x="36604" y="7945"/>
                    <a:pt x="36399" y="7857"/>
                    <a:pt x="36203" y="7701"/>
                  </a:cubicBezTo>
                  <a:cubicBezTo>
                    <a:pt x="35509" y="7290"/>
                    <a:pt x="34933" y="6518"/>
                    <a:pt x="34493" y="5453"/>
                  </a:cubicBezTo>
                  <a:cubicBezTo>
                    <a:pt x="34444" y="5297"/>
                    <a:pt x="34405" y="5170"/>
                    <a:pt x="34327" y="5014"/>
                  </a:cubicBezTo>
                  <a:cubicBezTo>
                    <a:pt x="34327" y="5014"/>
                    <a:pt x="34327" y="4965"/>
                    <a:pt x="34288" y="4926"/>
                  </a:cubicBezTo>
                  <a:cubicBezTo>
                    <a:pt x="34288" y="4808"/>
                    <a:pt x="34249" y="4720"/>
                    <a:pt x="34200" y="4603"/>
                  </a:cubicBezTo>
                  <a:cubicBezTo>
                    <a:pt x="34161" y="4564"/>
                    <a:pt x="34161" y="4525"/>
                    <a:pt x="34161" y="4437"/>
                  </a:cubicBezTo>
                  <a:cubicBezTo>
                    <a:pt x="34122" y="4359"/>
                    <a:pt x="34083" y="4281"/>
                    <a:pt x="34083" y="4154"/>
                  </a:cubicBezTo>
                  <a:cubicBezTo>
                    <a:pt x="34083" y="4115"/>
                    <a:pt x="34044" y="4076"/>
                    <a:pt x="34044" y="3988"/>
                  </a:cubicBezTo>
                  <a:cubicBezTo>
                    <a:pt x="34005" y="3909"/>
                    <a:pt x="34005" y="3831"/>
                    <a:pt x="33956" y="3743"/>
                  </a:cubicBezTo>
                  <a:cubicBezTo>
                    <a:pt x="33956" y="3665"/>
                    <a:pt x="33956" y="3626"/>
                    <a:pt x="33917" y="3548"/>
                  </a:cubicBezTo>
                  <a:cubicBezTo>
                    <a:pt x="33917" y="3460"/>
                    <a:pt x="33917" y="3382"/>
                    <a:pt x="33878" y="3304"/>
                  </a:cubicBezTo>
                  <a:lnTo>
                    <a:pt x="33878" y="3098"/>
                  </a:lnTo>
                  <a:cubicBezTo>
                    <a:pt x="33839" y="3010"/>
                    <a:pt x="33839" y="2932"/>
                    <a:pt x="33839" y="2854"/>
                  </a:cubicBezTo>
                  <a:cubicBezTo>
                    <a:pt x="33839" y="2766"/>
                    <a:pt x="33799" y="2727"/>
                    <a:pt x="33799" y="2649"/>
                  </a:cubicBezTo>
                  <a:lnTo>
                    <a:pt x="33799" y="2405"/>
                  </a:lnTo>
                  <a:cubicBezTo>
                    <a:pt x="33799" y="2326"/>
                    <a:pt x="33760" y="2278"/>
                    <a:pt x="33760" y="2199"/>
                  </a:cubicBezTo>
                  <a:lnTo>
                    <a:pt x="33760" y="1994"/>
                  </a:lnTo>
                  <a:cubicBezTo>
                    <a:pt x="33711" y="1955"/>
                    <a:pt x="33711" y="1916"/>
                    <a:pt x="33672" y="1916"/>
                  </a:cubicBezTo>
                  <a:cubicBezTo>
                    <a:pt x="33672" y="1877"/>
                    <a:pt x="33633" y="1877"/>
                    <a:pt x="33633" y="1877"/>
                  </a:cubicBezTo>
                  <a:cubicBezTo>
                    <a:pt x="33594" y="1838"/>
                    <a:pt x="33555" y="1789"/>
                    <a:pt x="33516" y="1750"/>
                  </a:cubicBezTo>
                  <a:cubicBezTo>
                    <a:pt x="33339" y="1601"/>
                    <a:pt x="33115" y="1498"/>
                    <a:pt x="32927" y="1498"/>
                  </a:cubicBezTo>
                  <a:cubicBezTo>
                    <a:pt x="32856" y="1498"/>
                    <a:pt x="32790" y="1513"/>
                    <a:pt x="32734" y="1545"/>
                  </a:cubicBezTo>
                  <a:cubicBezTo>
                    <a:pt x="32617" y="1633"/>
                    <a:pt x="32539" y="1789"/>
                    <a:pt x="32451" y="1955"/>
                  </a:cubicBezTo>
                  <a:cubicBezTo>
                    <a:pt x="32373" y="2160"/>
                    <a:pt x="32246" y="2405"/>
                    <a:pt x="32002" y="2571"/>
                  </a:cubicBezTo>
                  <a:cubicBezTo>
                    <a:pt x="31962" y="2610"/>
                    <a:pt x="31923" y="2610"/>
                    <a:pt x="31884" y="2610"/>
                  </a:cubicBezTo>
                  <a:cubicBezTo>
                    <a:pt x="31884" y="2649"/>
                    <a:pt x="31884" y="2649"/>
                    <a:pt x="31845" y="2649"/>
                  </a:cubicBezTo>
                  <a:lnTo>
                    <a:pt x="31806" y="2649"/>
                  </a:lnTo>
                  <a:lnTo>
                    <a:pt x="31757" y="2688"/>
                  </a:lnTo>
                  <a:lnTo>
                    <a:pt x="31435" y="2688"/>
                  </a:lnTo>
                  <a:cubicBezTo>
                    <a:pt x="31357" y="2688"/>
                    <a:pt x="31318" y="2688"/>
                    <a:pt x="31269" y="2649"/>
                  </a:cubicBezTo>
                  <a:cubicBezTo>
                    <a:pt x="31230" y="2649"/>
                    <a:pt x="31190" y="2610"/>
                    <a:pt x="31151" y="2610"/>
                  </a:cubicBezTo>
                  <a:cubicBezTo>
                    <a:pt x="31112" y="2571"/>
                    <a:pt x="31073" y="2571"/>
                    <a:pt x="31024" y="2522"/>
                  </a:cubicBezTo>
                  <a:lnTo>
                    <a:pt x="30985" y="2522"/>
                  </a:lnTo>
                  <a:cubicBezTo>
                    <a:pt x="30985" y="2522"/>
                    <a:pt x="30946" y="2483"/>
                    <a:pt x="30907" y="2483"/>
                  </a:cubicBezTo>
                  <a:cubicBezTo>
                    <a:pt x="30907" y="2444"/>
                    <a:pt x="30868" y="2444"/>
                    <a:pt x="30868" y="2444"/>
                  </a:cubicBezTo>
                  <a:cubicBezTo>
                    <a:pt x="30829" y="2444"/>
                    <a:pt x="30780" y="2405"/>
                    <a:pt x="30741" y="2366"/>
                  </a:cubicBezTo>
                  <a:cubicBezTo>
                    <a:pt x="30702" y="2366"/>
                    <a:pt x="30702" y="2326"/>
                    <a:pt x="30663" y="2326"/>
                  </a:cubicBezTo>
                  <a:cubicBezTo>
                    <a:pt x="30624" y="2278"/>
                    <a:pt x="30585" y="2239"/>
                    <a:pt x="30536" y="2199"/>
                  </a:cubicBezTo>
                  <a:cubicBezTo>
                    <a:pt x="30213" y="1994"/>
                    <a:pt x="29930" y="1789"/>
                    <a:pt x="29686" y="1750"/>
                  </a:cubicBezTo>
                  <a:cubicBezTo>
                    <a:pt x="29647" y="1750"/>
                    <a:pt x="29608" y="1750"/>
                    <a:pt x="29559" y="1789"/>
                  </a:cubicBezTo>
                  <a:cubicBezTo>
                    <a:pt x="29402" y="1789"/>
                    <a:pt x="29275" y="1955"/>
                    <a:pt x="29119" y="2082"/>
                  </a:cubicBezTo>
                  <a:cubicBezTo>
                    <a:pt x="28953" y="2239"/>
                    <a:pt x="28748" y="2405"/>
                    <a:pt x="28542" y="2483"/>
                  </a:cubicBezTo>
                  <a:cubicBezTo>
                    <a:pt x="28410" y="2533"/>
                    <a:pt x="28276" y="2556"/>
                    <a:pt x="28145" y="2556"/>
                  </a:cubicBezTo>
                  <a:cubicBezTo>
                    <a:pt x="27638" y="2556"/>
                    <a:pt x="27158" y="2216"/>
                    <a:pt x="26833" y="1789"/>
                  </a:cubicBezTo>
                  <a:cubicBezTo>
                    <a:pt x="26715" y="1594"/>
                    <a:pt x="26588" y="1428"/>
                    <a:pt x="26510" y="1222"/>
                  </a:cubicBezTo>
                  <a:cubicBezTo>
                    <a:pt x="26305" y="939"/>
                    <a:pt x="26188" y="656"/>
                    <a:pt x="25943" y="450"/>
                  </a:cubicBezTo>
                  <a:cubicBezTo>
                    <a:pt x="25894" y="411"/>
                    <a:pt x="25816" y="323"/>
                    <a:pt x="25738" y="284"/>
                  </a:cubicBezTo>
                  <a:cubicBezTo>
                    <a:pt x="25738" y="284"/>
                    <a:pt x="25699" y="284"/>
                    <a:pt x="25699" y="245"/>
                  </a:cubicBezTo>
                  <a:cubicBezTo>
                    <a:pt x="25611" y="245"/>
                    <a:pt x="25572" y="206"/>
                    <a:pt x="25533" y="167"/>
                  </a:cubicBezTo>
                  <a:cubicBezTo>
                    <a:pt x="25494" y="167"/>
                    <a:pt x="25455" y="128"/>
                    <a:pt x="25406" y="128"/>
                  </a:cubicBezTo>
                  <a:cubicBezTo>
                    <a:pt x="25367" y="128"/>
                    <a:pt x="25328" y="79"/>
                    <a:pt x="25289" y="79"/>
                  </a:cubicBezTo>
                  <a:cubicBezTo>
                    <a:pt x="25250" y="40"/>
                    <a:pt x="25162" y="40"/>
                    <a:pt x="25123" y="40"/>
                  </a:cubicBezTo>
                  <a:cubicBezTo>
                    <a:pt x="25083" y="40"/>
                    <a:pt x="25044" y="1"/>
                    <a:pt x="2500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6" name="Google Shape;3726;p60"/>
            <p:cNvSpPr/>
            <p:nvPr/>
          </p:nvSpPr>
          <p:spPr>
            <a:xfrm>
              <a:off x="3406958" y="2923528"/>
              <a:ext cx="583" cy="1719"/>
            </a:xfrm>
            <a:custGeom>
              <a:avLst/>
              <a:gdLst/>
              <a:ahLst/>
              <a:cxnLst/>
              <a:rect l="l" t="t" r="r" b="b"/>
              <a:pathLst>
                <a:path w="40" h="118" extrusionOk="0">
                  <a:moveTo>
                    <a:pt x="1" y="117"/>
                  </a:moveTo>
                  <a:cubicBezTo>
                    <a:pt x="40" y="78"/>
                    <a:pt x="40" y="39"/>
                    <a:pt x="40" y="0"/>
                  </a:cubicBezTo>
                  <a:cubicBezTo>
                    <a:pt x="40" y="39"/>
                    <a:pt x="40" y="78"/>
                    <a:pt x="1" y="11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7" name="Google Shape;3727;p60"/>
            <p:cNvSpPr/>
            <p:nvPr/>
          </p:nvSpPr>
          <p:spPr>
            <a:xfrm>
              <a:off x="3409944" y="2909866"/>
              <a:ext cx="583" cy="3568"/>
            </a:xfrm>
            <a:custGeom>
              <a:avLst/>
              <a:gdLst/>
              <a:ahLst/>
              <a:cxnLst/>
              <a:rect l="l" t="t" r="r" b="b"/>
              <a:pathLst>
                <a:path w="40" h="245" extrusionOk="0">
                  <a:moveTo>
                    <a:pt x="1" y="244"/>
                  </a:moveTo>
                  <a:cubicBezTo>
                    <a:pt x="1" y="156"/>
                    <a:pt x="40" y="78"/>
                    <a:pt x="40" y="0"/>
                  </a:cubicBezTo>
                  <a:cubicBezTo>
                    <a:pt x="40" y="78"/>
                    <a:pt x="1" y="156"/>
                    <a:pt x="1" y="2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8" name="Google Shape;3728;p60"/>
            <p:cNvSpPr/>
            <p:nvPr/>
          </p:nvSpPr>
          <p:spPr>
            <a:xfrm>
              <a:off x="3383756" y="2873002"/>
              <a:ext cx="1296" cy="728"/>
            </a:xfrm>
            <a:custGeom>
              <a:avLst/>
              <a:gdLst/>
              <a:ahLst/>
              <a:cxnLst/>
              <a:rect l="l" t="t" r="r" b="b"/>
              <a:pathLst>
                <a:path w="89" h="50" extrusionOk="0">
                  <a:moveTo>
                    <a:pt x="89" y="49"/>
                  </a:moveTo>
                  <a:cubicBezTo>
                    <a:pt x="40" y="49"/>
                    <a:pt x="40" y="49"/>
                    <a:pt x="1" y="0"/>
                  </a:cubicBezTo>
                  <a:cubicBezTo>
                    <a:pt x="40" y="49"/>
                    <a:pt x="40" y="49"/>
                    <a:pt x="89" y="4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29" name="Google Shape;3729;p60"/>
            <p:cNvSpPr/>
            <p:nvPr/>
          </p:nvSpPr>
          <p:spPr>
            <a:xfrm>
              <a:off x="3380770" y="2872434"/>
              <a:ext cx="728" cy="15"/>
            </a:xfrm>
            <a:custGeom>
              <a:avLst/>
              <a:gdLst/>
              <a:ahLst/>
              <a:cxnLst/>
              <a:rect l="l" t="t" r="r" b="b"/>
              <a:pathLst>
                <a:path w="50" h="1" extrusionOk="0">
                  <a:moveTo>
                    <a:pt x="1" y="0"/>
                  </a:moveTo>
                  <a:lnTo>
                    <a:pt x="1" y="0"/>
                  </a:lnTo>
                  <a:lnTo>
                    <a:pt x="5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0" name="Google Shape;3730;p60"/>
            <p:cNvSpPr/>
            <p:nvPr/>
          </p:nvSpPr>
          <p:spPr>
            <a:xfrm>
              <a:off x="3409230" y="2915124"/>
              <a:ext cx="15" cy="1296"/>
            </a:xfrm>
            <a:custGeom>
              <a:avLst/>
              <a:gdLst/>
              <a:ahLst/>
              <a:cxnLst/>
              <a:rect l="l" t="t" r="r" b="b"/>
              <a:pathLst>
                <a:path w="1" h="89" extrusionOk="0">
                  <a:moveTo>
                    <a:pt x="1" y="89"/>
                  </a:move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1" name="Google Shape;3731;p60"/>
            <p:cNvSpPr/>
            <p:nvPr/>
          </p:nvSpPr>
          <p:spPr>
            <a:xfrm>
              <a:off x="3871203" y="2668495"/>
              <a:ext cx="1296" cy="1151"/>
            </a:xfrm>
            <a:custGeom>
              <a:avLst/>
              <a:gdLst/>
              <a:ahLst/>
              <a:cxnLst/>
              <a:rect l="l" t="t" r="r" b="b"/>
              <a:pathLst>
                <a:path w="89" h="79" extrusionOk="0">
                  <a:moveTo>
                    <a:pt x="0" y="0"/>
                  </a:moveTo>
                  <a:cubicBezTo>
                    <a:pt x="39" y="0"/>
                    <a:pt x="39" y="39"/>
                    <a:pt x="88" y="78"/>
                  </a:cubicBezTo>
                  <a:lnTo>
                    <a:pt x="88" y="78"/>
                  </a:lnTo>
                  <a:cubicBezTo>
                    <a:pt x="39" y="39"/>
                    <a:pt x="39" y="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2" name="Google Shape;3732;p60"/>
            <p:cNvSpPr/>
            <p:nvPr/>
          </p:nvSpPr>
          <p:spPr>
            <a:xfrm>
              <a:off x="3755644" y="2644725"/>
              <a:ext cx="11259" cy="13677"/>
            </a:xfrm>
            <a:custGeom>
              <a:avLst/>
              <a:gdLst/>
              <a:ahLst/>
              <a:cxnLst/>
              <a:rect l="l" t="t" r="r" b="b"/>
              <a:pathLst>
                <a:path w="773" h="939" extrusionOk="0">
                  <a:moveTo>
                    <a:pt x="0" y="0"/>
                  </a:moveTo>
                  <a:cubicBezTo>
                    <a:pt x="78" y="39"/>
                    <a:pt x="156" y="127"/>
                    <a:pt x="205" y="166"/>
                  </a:cubicBezTo>
                  <a:cubicBezTo>
                    <a:pt x="450" y="372"/>
                    <a:pt x="567" y="655"/>
                    <a:pt x="772" y="938"/>
                  </a:cubicBezTo>
                  <a:cubicBezTo>
                    <a:pt x="567" y="655"/>
                    <a:pt x="450" y="372"/>
                    <a:pt x="205" y="166"/>
                  </a:cubicBezTo>
                  <a:cubicBezTo>
                    <a:pt x="156" y="127"/>
                    <a:pt x="78" y="39"/>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3" name="Google Shape;3733;p60"/>
            <p:cNvSpPr/>
            <p:nvPr/>
          </p:nvSpPr>
          <p:spPr>
            <a:xfrm>
              <a:off x="3813132" y="2666063"/>
              <a:ext cx="14245" cy="8419"/>
            </a:xfrm>
            <a:custGeom>
              <a:avLst/>
              <a:gdLst/>
              <a:ahLst/>
              <a:cxnLst/>
              <a:rect l="l" t="t" r="r" b="b"/>
              <a:pathLst>
                <a:path w="978" h="578" extrusionOk="0">
                  <a:moveTo>
                    <a:pt x="1" y="1"/>
                  </a:moveTo>
                  <a:cubicBezTo>
                    <a:pt x="245" y="40"/>
                    <a:pt x="528" y="245"/>
                    <a:pt x="851" y="450"/>
                  </a:cubicBezTo>
                  <a:cubicBezTo>
                    <a:pt x="900" y="490"/>
                    <a:pt x="939" y="529"/>
                    <a:pt x="978" y="577"/>
                  </a:cubicBezTo>
                  <a:cubicBezTo>
                    <a:pt x="939" y="529"/>
                    <a:pt x="900" y="490"/>
                    <a:pt x="851" y="450"/>
                  </a:cubicBezTo>
                  <a:cubicBezTo>
                    <a:pt x="528" y="245"/>
                    <a:pt x="245" y="40"/>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4" name="Google Shape;3734;p60"/>
            <p:cNvSpPr/>
            <p:nvPr/>
          </p:nvSpPr>
          <p:spPr>
            <a:xfrm>
              <a:off x="3740132" y="2640588"/>
              <a:ext cx="2432" cy="15"/>
            </a:xfrm>
            <a:custGeom>
              <a:avLst/>
              <a:gdLst/>
              <a:ahLst/>
              <a:cxnLst/>
              <a:rect l="l" t="t" r="r" b="b"/>
              <a:pathLst>
                <a:path w="167" h="1" extrusionOk="0">
                  <a:moveTo>
                    <a:pt x="0" y="1"/>
                  </a:moveTo>
                  <a:lnTo>
                    <a:pt x="16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5" name="Google Shape;3735;p60"/>
            <p:cNvSpPr/>
            <p:nvPr/>
          </p:nvSpPr>
          <p:spPr>
            <a:xfrm>
              <a:off x="3726601" y="2641739"/>
              <a:ext cx="1151" cy="15"/>
            </a:xfrm>
            <a:custGeom>
              <a:avLst/>
              <a:gdLst/>
              <a:ahLst/>
              <a:cxnLst/>
              <a:rect l="l" t="t" r="r" b="b"/>
              <a:pathLst>
                <a:path w="79" h="1" extrusionOk="0">
                  <a:moveTo>
                    <a:pt x="1" y="0"/>
                  </a:moveTo>
                  <a:lnTo>
                    <a:pt x="7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6" name="Google Shape;3736;p60"/>
            <p:cNvSpPr/>
            <p:nvPr/>
          </p:nvSpPr>
          <p:spPr>
            <a:xfrm>
              <a:off x="3844592" y="2678588"/>
              <a:ext cx="583" cy="583"/>
            </a:xfrm>
            <a:custGeom>
              <a:avLst/>
              <a:gdLst/>
              <a:ahLst/>
              <a:cxnLst/>
              <a:rect l="l" t="t" r="r" b="b"/>
              <a:pathLst>
                <a:path w="40" h="40" extrusionOk="0">
                  <a:moveTo>
                    <a:pt x="39" y="1"/>
                  </a:moveTo>
                  <a:cubicBezTo>
                    <a:pt x="39" y="40"/>
                    <a:pt x="39" y="40"/>
                    <a:pt x="0" y="40"/>
                  </a:cubicBezTo>
                  <a:cubicBezTo>
                    <a:pt x="39" y="40"/>
                    <a:pt x="39" y="40"/>
                    <a:pt x="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7" name="Google Shape;3737;p60"/>
            <p:cNvSpPr/>
            <p:nvPr/>
          </p:nvSpPr>
          <p:spPr>
            <a:xfrm>
              <a:off x="3834484" y="2678588"/>
              <a:ext cx="15" cy="15"/>
            </a:xfrm>
            <a:custGeom>
              <a:avLst/>
              <a:gdLst/>
              <a:ahLst/>
              <a:cxnLst/>
              <a:rect l="l" t="t" r="r" b="b"/>
              <a:pathLst>
                <a:path w="1" h="1" extrusionOk="0">
                  <a:moveTo>
                    <a:pt x="0" y="1"/>
                  </a:move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8" name="Google Shape;3738;p60"/>
            <p:cNvSpPr/>
            <p:nvPr/>
          </p:nvSpPr>
          <p:spPr>
            <a:xfrm>
              <a:off x="3841592" y="2679739"/>
              <a:ext cx="597" cy="0"/>
            </a:xfrm>
            <a:custGeom>
              <a:avLst/>
              <a:gdLst/>
              <a:ahLst/>
              <a:cxnLst/>
              <a:rect l="l" t="t" r="r" b="b"/>
              <a:pathLst>
                <a:path w="41" extrusionOk="0">
                  <a:moveTo>
                    <a:pt x="40" y="0"/>
                  </a:move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39" name="Google Shape;3739;p60"/>
            <p:cNvSpPr/>
            <p:nvPr/>
          </p:nvSpPr>
          <p:spPr>
            <a:xfrm>
              <a:off x="3868931" y="2666063"/>
              <a:ext cx="1719" cy="1864"/>
            </a:xfrm>
            <a:custGeom>
              <a:avLst/>
              <a:gdLst/>
              <a:ahLst/>
              <a:cxnLst/>
              <a:rect l="l" t="t" r="r" b="b"/>
              <a:pathLst>
                <a:path w="118" h="128" extrusionOk="0">
                  <a:moveTo>
                    <a:pt x="117" y="128"/>
                  </a:moveTo>
                  <a:cubicBezTo>
                    <a:pt x="78" y="89"/>
                    <a:pt x="39" y="40"/>
                    <a:pt x="0" y="1"/>
                  </a:cubicBezTo>
                  <a:cubicBezTo>
                    <a:pt x="39" y="40"/>
                    <a:pt x="78" y="89"/>
                    <a:pt x="117" y="12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0" name="Google Shape;3740;p60"/>
            <p:cNvSpPr/>
            <p:nvPr/>
          </p:nvSpPr>
          <p:spPr>
            <a:xfrm>
              <a:off x="3843311" y="2679156"/>
              <a:ext cx="728" cy="583"/>
            </a:xfrm>
            <a:custGeom>
              <a:avLst/>
              <a:gdLst/>
              <a:ahLst/>
              <a:cxnLst/>
              <a:rect l="l" t="t" r="r" b="b"/>
              <a:pathLst>
                <a:path w="50" h="40" extrusionOk="0">
                  <a:moveTo>
                    <a:pt x="49" y="1"/>
                  </a:moveTo>
                  <a:lnTo>
                    <a:pt x="0" y="4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1" name="Google Shape;3741;p60"/>
            <p:cNvSpPr/>
            <p:nvPr/>
          </p:nvSpPr>
          <p:spPr>
            <a:xfrm>
              <a:off x="3840456" y="2679739"/>
              <a:ext cx="15" cy="0"/>
            </a:xfrm>
            <a:custGeom>
              <a:avLst/>
              <a:gdLst/>
              <a:ahLst/>
              <a:cxnLst/>
              <a:rect l="l" t="t" r="r" b="b"/>
              <a:pathLst>
                <a:path w="1" extrusionOk="0">
                  <a:moveTo>
                    <a:pt x="1" y="0"/>
                  </a:move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2" name="Google Shape;3742;p60"/>
            <p:cNvSpPr/>
            <p:nvPr/>
          </p:nvSpPr>
          <p:spPr>
            <a:xfrm>
              <a:off x="3836188" y="2679156"/>
              <a:ext cx="15" cy="15"/>
            </a:xfrm>
            <a:custGeom>
              <a:avLst/>
              <a:gdLst/>
              <a:ahLst/>
              <a:cxnLst/>
              <a:rect l="l" t="t" r="r" b="b"/>
              <a:pathLst>
                <a:path w="1" h="1" extrusionOk="0">
                  <a:moveTo>
                    <a:pt x="1" y="1"/>
                  </a:move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3" name="Google Shape;3743;p60"/>
            <p:cNvSpPr/>
            <p:nvPr/>
          </p:nvSpPr>
          <p:spPr>
            <a:xfrm>
              <a:off x="3838606" y="2679739"/>
              <a:ext cx="15" cy="0"/>
            </a:xfrm>
            <a:custGeom>
              <a:avLst/>
              <a:gdLst/>
              <a:ahLst/>
              <a:cxnLst/>
              <a:rect l="l" t="t" r="r" b="b"/>
              <a:pathLst>
                <a:path w="1" extrusionOk="0">
                  <a:moveTo>
                    <a:pt x="1" y="0"/>
                  </a:move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4" name="Google Shape;3744;p60"/>
            <p:cNvSpPr/>
            <p:nvPr/>
          </p:nvSpPr>
          <p:spPr>
            <a:xfrm>
              <a:off x="3832067" y="2677307"/>
              <a:ext cx="583" cy="15"/>
            </a:xfrm>
            <a:custGeom>
              <a:avLst/>
              <a:gdLst/>
              <a:ahLst/>
              <a:cxnLst/>
              <a:rect l="l" t="t" r="r" b="b"/>
              <a:pathLst>
                <a:path w="40" h="1" extrusionOk="0">
                  <a:moveTo>
                    <a:pt x="39" y="1"/>
                  </a:move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5" name="Google Shape;3745;p60"/>
            <p:cNvSpPr/>
            <p:nvPr/>
          </p:nvSpPr>
          <p:spPr>
            <a:xfrm>
              <a:off x="3744968" y="2640588"/>
              <a:ext cx="1719" cy="583"/>
            </a:xfrm>
            <a:custGeom>
              <a:avLst/>
              <a:gdLst/>
              <a:ahLst/>
              <a:cxnLst/>
              <a:rect l="l" t="t" r="r" b="b"/>
              <a:pathLst>
                <a:path w="118" h="40" extrusionOk="0">
                  <a:moveTo>
                    <a:pt x="118" y="40"/>
                  </a:moveTo>
                  <a:cubicBezTo>
                    <a:pt x="78" y="40"/>
                    <a:pt x="39" y="1"/>
                    <a:pt x="0" y="1"/>
                  </a:cubicBezTo>
                  <a:cubicBezTo>
                    <a:pt x="39" y="1"/>
                    <a:pt x="78" y="40"/>
                    <a:pt x="118" y="4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6" name="Google Shape;3746;p60"/>
            <p:cNvSpPr/>
            <p:nvPr/>
          </p:nvSpPr>
          <p:spPr>
            <a:xfrm>
              <a:off x="3735428" y="2640588"/>
              <a:ext cx="2432" cy="15"/>
            </a:xfrm>
            <a:custGeom>
              <a:avLst/>
              <a:gdLst/>
              <a:ahLst/>
              <a:cxnLst/>
              <a:rect l="l" t="t" r="r" b="b"/>
              <a:pathLst>
                <a:path w="167" h="1" extrusionOk="0">
                  <a:moveTo>
                    <a:pt x="167" y="1"/>
                  </a:move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7" name="Google Shape;3747;p60"/>
            <p:cNvSpPr/>
            <p:nvPr/>
          </p:nvSpPr>
          <p:spPr>
            <a:xfrm>
              <a:off x="3730738" y="2640588"/>
              <a:ext cx="2287" cy="583"/>
            </a:xfrm>
            <a:custGeom>
              <a:avLst/>
              <a:gdLst/>
              <a:ahLst/>
              <a:cxnLst/>
              <a:rect l="l" t="t" r="r" b="b"/>
              <a:pathLst>
                <a:path w="157" h="40" extrusionOk="0">
                  <a:moveTo>
                    <a:pt x="157" y="1"/>
                  </a:moveTo>
                  <a:cubicBezTo>
                    <a:pt x="78" y="1"/>
                    <a:pt x="39" y="1"/>
                    <a:pt x="0" y="40"/>
                  </a:cubicBezTo>
                  <a:cubicBezTo>
                    <a:pt x="39" y="1"/>
                    <a:pt x="78" y="1"/>
                    <a:pt x="15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8" name="Google Shape;3748;p60"/>
            <p:cNvSpPr/>
            <p:nvPr/>
          </p:nvSpPr>
          <p:spPr>
            <a:xfrm>
              <a:off x="3749090" y="2641739"/>
              <a:ext cx="1719" cy="714"/>
            </a:xfrm>
            <a:custGeom>
              <a:avLst/>
              <a:gdLst/>
              <a:ahLst/>
              <a:cxnLst/>
              <a:rect l="l" t="t" r="r" b="b"/>
              <a:pathLst>
                <a:path w="118" h="49" extrusionOk="0">
                  <a:moveTo>
                    <a:pt x="118" y="49"/>
                  </a:moveTo>
                  <a:cubicBezTo>
                    <a:pt x="79" y="49"/>
                    <a:pt x="40" y="0"/>
                    <a:pt x="1" y="0"/>
                  </a:cubicBezTo>
                  <a:cubicBezTo>
                    <a:pt x="40" y="0"/>
                    <a:pt x="79" y="49"/>
                    <a:pt x="118" y="4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49" name="Google Shape;3749;p60"/>
            <p:cNvSpPr/>
            <p:nvPr/>
          </p:nvSpPr>
          <p:spPr>
            <a:xfrm>
              <a:off x="3830362" y="2676171"/>
              <a:ext cx="583" cy="583"/>
            </a:xfrm>
            <a:custGeom>
              <a:avLst/>
              <a:gdLst/>
              <a:ahLst/>
              <a:cxnLst/>
              <a:rect l="l" t="t" r="r" b="b"/>
              <a:pathLst>
                <a:path w="40" h="40" extrusionOk="0">
                  <a:moveTo>
                    <a:pt x="39" y="40"/>
                  </a:moveTo>
                  <a:cubicBezTo>
                    <a:pt x="39" y="1"/>
                    <a:pt x="0" y="1"/>
                    <a:pt x="0" y="1"/>
                  </a:cubicBezTo>
                  <a:cubicBezTo>
                    <a:pt x="0" y="1"/>
                    <a:pt x="39" y="1"/>
                    <a:pt x="39" y="4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0" name="Google Shape;3750;p60"/>
            <p:cNvSpPr/>
            <p:nvPr/>
          </p:nvSpPr>
          <p:spPr>
            <a:xfrm>
              <a:off x="3828513" y="2675035"/>
              <a:ext cx="15" cy="15"/>
            </a:xfrm>
            <a:custGeom>
              <a:avLst/>
              <a:gdLst/>
              <a:ahLst/>
              <a:cxnLst/>
              <a:rect l="l" t="t" r="r" b="b"/>
              <a:pathLst>
                <a:path w="1" h="1" extrusionOk="0">
                  <a:moveTo>
                    <a:pt x="0" y="1"/>
                  </a:move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1" name="Google Shape;3751;p60"/>
            <p:cNvSpPr/>
            <p:nvPr/>
          </p:nvSpPr>
          <p:spPr>
            <a:xfrm>
              <a:off x="3752644" y="2643021"/>
              <a:ext cx="2447" cy="1151"/>
            </a:xfrm>
            <a:custGeom>
              <a:avLst/>
              <a:gdLst/>
              <a:ahLst/>
              <a:cxnLst/>
              <a:rect l="l" t="t" r="r" b="b"/>
              <a:pathLst>
                <a:path w="168" h="79" extrusionOk="0">
                  <a:moveTo>
                    <a:pt x="167" y="78"/>
                  </a:moveTo>
                  <a:cubicBezTo>
                    <a:pt x="79" y="78"/>
                    <a:pt x="40" y="39"/>
                    <a:pt x="1" y="0"/>
                  </a:cubicBezTo>
                  <a:cubicBezTo>
                    <a:pt x="40" y="39"/>
                    <a:pt x="79" y="78"/>
                    <a:pt x="167" y="7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2" name="Google Shape;3752;p60"/>
            <p:cNvSpPr/>
            <p:nvPr/>
          </p:nvSpPr>
          <p:spPr>
            <a:xfrm>
              <a:off x="3872484" y="2672617"/>
              <a:ext cx="583" cy="3000"/>
            </a:xfrm>
            <a:custGeom>
              <a:avLst/>
              <a:gdLst/>
              <a:ahLst/>
              <a:cxnLst/>
              <a:rect l="l" t="t" r="r" b="b"/>
              <a:pathLst>
                <a:path w="40" h="206" extrusionOk="0">
                  <a:moveTo>
                    <a:pt x="39" y="206"/>
                  </a:moveTo>
                  <a:cubicBezTo>
                    <a:pt x="39" y="127"/>
                    <a:pt x="0" y="79"/>
                    <a:pt x="0" y="0"/>
                  </a:cubicBezTo>
                  <a:cubicBezTo>
                    <a:pt x="0" y="79"/>
                    <a:pt x="39" y="127"/>
                    <a:pt x="39" y="20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3" name="Google Shape;3753;p60"/>
            <p:cNvSpPr/>
            <p:nvPr/>
          </p:nvSpPr>
          <p:spPr>
            <a:xfrm>
              <a:off x="3880160" y="2712321"/>
              <a:ext cx="597" cy="1296"/>
            </a:xfrm>
            <a:custGeom>
              <a:avLst/>
              <a:gdLst/>
              <a:ahLst/>
              <a:cxnLst/>
              <a:rect l="l" t="t" r="r" b="b"/>
              <a:pathLst>
                <a:path w="41" h="89" extrusionOk="0">
                  <a:moveTo>
                    <a:pt x="40" y="89"/>
                  </a:moveTo>
                  <a:cubicBezTo>
                    <a:pt x="40" y="89"/>
                    <a:pt x="40" y="40"/>
                    <a:pt x="1" y="1"/>
                  </a:cubicBezTo>
                  <a:cubicBezTo>
                    <a:pt x="40" y="40"/>
                    <a:pt x="40" y="89"/>
                    <a:pt x="40" y="8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4" name="Google Shape;3754;p60"/>
            <p:cNvSpPr/>
            <p:nvPr/>
          </p:nvSpPr>
          <p:spPr>
            <a:xfrm>
              <a:off x="3878310" y="2705213"/>
              <a:ext cx="597" cy="2432"/>
            </a:xfrm>
            <a:custGeom>
              <a:avLst/>
              <a:gdLst/>
              <a:ahLst/>
              <a:cxnLst/>
              <a:rect l="l" t="t" r="r" b="b"/>
              <a:pathLst>
                <a:path w="41" h="167" extrusionOk="0">
                  <a:moveTo>
                    <a:pt x="40" y="166"/>
                  </a:moveTo>
                  <a:cubicBezTo>
                    <a:pt x="1" y="127"/>
                    <a:pt x="1" y="88"/>
                    <a:pt x="1" y="0"/>
                  </a:cubicBezTo>
                  <a:cubicBezTo>
                    <a:pt x="1" y="88"/>
                    <a:pt x="1" y="127"/>
                    <a:pt x="40" y="16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5" name="Google Shape;3755;p60"/>
            <p:cNvSpPr/>
            <p:nvPr/>
          </p:nvSpPr>
          <p:spPr>
            <a:xfrm>
              <a:off x="3876606" y="2698659"/>
              <a:ext cx="583" cy="2432"/>
            </a:xfrm>
            <a:custGeom>
              <a:avLst/>
              <a:gdLst/>
              <a:ahLst/>
              <a:cxnLst/>
              <a:rect l="l" t="t" r="r" b="b"/>
              <a:pathLst>
                <a:path w="40" h="167" extrusionOk="0">
                  <a:moveTo>
                    <a:pt x="40" y="167"/>
                  </a:moveTo>
                  <a:cubicBezTo>
                    <a:pt x="40" y="128"/>
                    <a:pt x="1" y="89"/>
                    <a:pt x="1" y="1"/>
                  </a:cubicBezTo>
                  <a:cubicBezTo>
                    <a:pt x="1" y="89"/>
                    <a:pt x="40" y="128"/>
                    <a:pt x="40" y="1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6" name="Google Shape;3756;p60"/>
            <p:cNvSpPr/>
            <p:nvPr/>
          </p:nvSpPr>
          <p:spPr>
            <a:xfrm>
              <a:off x="3928123" y="2763983"/>
              <a:ext cx="583" cy="583"/>
            </a:xfrm>
            <a:custGeom>
              <a:avLst/>
              <a:gdLst/>
              <a:ahLst/>
              <a:cxnLst/>
              <a:rect l="l" t="t" r="r" b="b"/>
              <a:pathLst>
                <a:path w="40" h="40" extrusionOk="0">
                  <a:moveTo>
                    <a:pt x="40" y="40"/>
                  </a:moveTo>
                  <a:cubicBezTo>
                    <a:pt x="40" y="40"/>
                    <a:pt x="40" y="1"/>
                    <a:pt x="1" y="1"/>
                  </a:cubicBezTo>
                  <a:cubicBezTo>
                    <a:pt x="40" y="1"/>
                    <a:pt x="40" y="40"/>
                    <a:pt x="40" y="4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7" name="Google Shape;3757;p60"/>
            <p:cNvSpPr/>
            <p:nvPr/>
          </p:nvSpPr>
          <p:spPr>
            <a:xfrm>
              <a:off x="3874757" y="2692250"/>
              <a:ext cx="583" cy="2869"/>
            </a:xfrm>
            <a:custGeom>
              <a:avLst/>
              <a:gdLst/>
              <a:ahLst/>
              <a:cxnLst/>
              <a:rect l="l" t="t" r="r" b="b"/>
              <a:pathLst>
                <a:path w="40" h="197" extrusionOk="0">
                  <a:moveTo>
                    <a:pt x="40" y="196"/>
                  </a:moveTo>
                  <a:cubicBezTo>
                    <a:pt x="40" y="118"/>
                    <a:pt x="40" y="79"/>
                    <a:pt x="1" y="1"/>
                  </a:cubicBezTo>
                  <a:cubicBezTo>
                    <a:pt x="40" y="79"/>
                    <a:pt x="40" y="118"/>
                    <a:pt x="40" y="19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8" name="Google Shape;3758;p60"/>
            <p:cNvSpPr/>
            <p:nvPr/>
          </p:nvSpPr>
          <p:spPr>
            <a:xfrm>
              <a:off x="3935245" y="2769824"/>
              <a:ext cx="583" cy="15"/>
            </a:xfrm>
            <a:custGeom>
              <a:avLst/>
              <a:gdLst/>
              <a:ahLst/>
              <a:cxnLst/>
              <a:rect l="l" t="t" r="r" b="b"/>
              <a:pathLst>
                <a:path w="40" h="1" extrusionOk="0">
                  <a:moveTo>
                    <a:pt x="40" y="0"/>
                  </a:move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59" name="Google Shape;3759;p60"/>
            <p:cNvSpPr/>
            <p:nvPr/>
          </p:nvSpPr>
          <p:spPr>
            <a:xfrm>
              <a:off x="3873052" y="2679156"/>
              <a:ext cx="583" cy="3015"/>
            </a:xfrm>
            <a:custGeom>
              <a:avLst/>
              <a:gdLst/>
              <a:ahLst/>
              <a:cxnLst/>
              <a:rect l="l" t="t" r="r" b="b"/>
              <a:pathLst>
                <a:path w="40" h="207" extrusionOk="0">
                  <a:moveTo>
                    <a:pt x="40" y="206"/>
                  </a:moveTo>
                  <a:cubicBezTo>
                    <a:pt x="40" y="118"/>
                    <a:pt x="0" y="79"/>
                    <a:pt x="0" y="1"/>
                  </a:cubicBezTo>
                  <a:cubicBezTo>
                    <a:pt x="0" y="79"/>
                    <a:pt x="40" y="118"/>
                    <a:pt x="40" y="20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0" name="Google Shape;3760;p60"/>
            <p:cNvSpPr/>
            <p:nvPr/>
          </p:nvSpPr>
          <p:spPr>
            <a:xfrm>
              <a:off x="3874189" y="2685711"/>
              <a:ext cx="15" cy="3000"/>
            </a:xfrm>
            <a:custGeom>
              <a:avLst/>
              <a:gdLst/>
              <a:ahLst/>
              <a:cxnLst/>
              <a:rect l="l" t="t" r="r" b="b"/>
              <a:pathLst>
                <a:path w="1" h="206" extrusionOk="0">
                  <a:moveTo>
                    <a:pt x="1" y="206"/>
                  </a:move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1" name="Google Shape;3761;p60"/>
            <p:cNvSpPr/>
            <p:nvPr/>
          </p:nvSpPr>
          <p:spPr>
            <a:xfrm>
              <a:off x="3903217" y="2778781"/>
              <a:ext cx="144193" cy="72315"/>
            </a:xfrm>
            <a:custGeom>
              <a:avLst/>
              <a:gdLst/>
              <a:ahLst/>
              <a:cxnLst/>
              <a:rect l="l" t="t" r="r" b="b"/>
              <a:pathLst>
                <a:path w="9900" h="4965" extrusionOk="0">
                  <a:moveTo>
                    <a:pt x="2815" y="1"/>
                  </a:moveTo>
                  <a:lnTo>
                    <a:pt x="1" y="4965"/>
                  </a:lnTo>
                  <a:cubicBezTo>
                    <a:pt x="1144" y="4808"/>
                    <a:pt x="2287" y="4681"/>
                    <a:pt x="3421" y="4564"/>
                  </a:cubicBezTo>
                  <a:cubicBezTo>
                    <a:pt x="3460" y="4564"/>
                    <a:pt x="3548" y="4515"/>
                    <a:pt x="3587" y="4515"/>
                  </a:cubicBezTo>
                  <a:cubicBezTo>
                    <a:pt x="4808" y="4398"/>
                    <a:pt x="6030" y="4193"/>
                    <a:pt x="7212" y="4027"/>
                  </a:cubicBezTo>
                  <a:lnTo>
                    <a:pt x="7251" y="4027"/>
                  </a:lnTo>
                  <a:cubicBezTo>
                    <a:pt x="7662" y="3987"/>
                    <a:pt x="8101" y="3909"/>
                    <a:pt x="8551" y="3831"/>
                  </a:cubicBezTo>
                  <a:cubicBezTo>
                    <a:pt x="8717" y="3460"/>
                    <a:pt x="8883" y="3098"/>
                    <a:pt x="9039" y="2688"/>
                  </a:cubicBezTo>
                  <a:cubicBezTo>
                    <a:pt x="9205" y="2365"/>
                    <a:pt x="9372" y="2033"/>
                    <a:pt x="9528" y="1672"/>
                  </a:cubicBezTo>
                  <a:cubicBezTo>
                    <a:pt x="9567" y="1545"/>
                    <a:pt x="9655" y="1427"/>
                    <a:pt x="9694" y="1261"/>
                  </a:cubicBezTo>
                  <a:cubicBezTo>
                    <a:pt x="9772" y="1144"/>
                    <a:pt x="9811" y="978"/>
                    <a:pt x="9899" y="812"/>
                  </a:cubicBezTo>
                  <a:lnTo>
                    <a:pt x="9899" y="812"/>
                  </a:lnTo>
                  <a:lnTo>
                    <a:pt x="8101" y="1300"/>
                  </a:lnTo>
                  <a:cubicBezTo>
                    <a:pt x="7535" y="1427"/>
                    <a:pt x="6929" y="1584"/>
                    <a:pt x="6274" y="1633"/>
                  </a:cubicBezTo>
                  <a:lnTo>
                    <a:pt x="5952" y="1633"/>
                  </a:lnTo>
                  <a:cubicBezTo>
                    <a:pt x="5170" y="1584"/>
                    <a:pt x="4398" y="1339"/>
                    <a:pt x="3792" y="900"/>
                  </a:cubicBezTo>
                  <a:cubicBezTo>
                    <a:pt x="3665" y="812"/>
                    <a:pt x="3587" y="734"/>
                    <a:pt x="3509" y="655"/>
                  </a:cubicBezTo>
                  <a:cubicBezTo>
                    <a:pt x="3460" y="655"/>
                    <a:pt x="3421" y="607"/>
                    <a:pt x="3382" y="568"/>
                  </a:cubicBezTo>
                  <a:cubicBezTo>
                    <a:pt x="3343" y="528"/>
                    <a:pt x="3304" y="489"/>
                    <a:pt x="3216" y="450"/>
                  </a:cubicBezTo>
                  <a:cubicBezTo>
                    <a:pt x="3177" y="411"/>
                    <a:pt x="3177" y="362"/>
                    <a:pt x="3137" y="323"/>
                  </a:cubicBezTo>
                  <a:cubicBezTo>
                    <a:pt x="3059" y="284"/>
                    <a:pt x="3020" y="245"/>
                    <a:pt x="2971" y="167"/>
                  </a:cubicBezTo>
                  <a:cubicBezTo>
                    <a:pt x="2932" y="167"/>
                    <a:pt x="2893" y="118"/>
                    <a:pt x="2893" y="79"/>
                  </a:cubicBezTo>
                  <a:cubicBezTo>
                    <a:pt x="2854" y="79"/>
                    <a:pt x="2815" y="40"/>
                    <a:pt x="281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2" name="Google Shape;3762;p60"/>
            <p:cNvSpPr/>
            <p:nvPr/>
          </p:nvSpPr>
          <p:spPr>
            <a:xfrm>
              <a:off x="3994597" y="2790593"/>
              <a:ext cx="52813" cy="11972"/>
            </a:xfrm>
            <a:custGeom>
              <a:avLst/>
              <a:gdLst/>
              <a:ahLst/>
              <a:cxnLst/>
              <a:rect l="l" t="t" r="r" b="b"/>
              <a:pathLst>
                <a:path w="3626" h="822" extrusionOk="0">
                  <a:moveTo>
                    <a:pt x="3625" y="1"/>
                  </a:moveTo>
                  <a:lnTo>
                    <a:pt x="1827" y="450"/>
                  </a:lnTo>
                  <a:cubicBezTo>
                    <a:pt x="1261" y="616"/>
                    <a:pt x="655" y="773"/>
                    <a:pt x="0" y="822"/>
                  </a:cubicBezTo>
                  <a:cubicBezTo>
                    <a:pt x="655" y="773"/>
                    <a:pt x="1261" y="616"/>
                    <a:pt x="1827" y="489"/>
                  </a:cubicBezTo>
                  <a:lnTo>
                    <a:pt x="362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3" name="Google Shape;3763;p60"/>
            <p:cNvSpPr/>
            <p:nvPr/>
          </p:nvSpPr>
          <p:spPr>
            <a:xfrm>
              <a:off x="3952461" y="2787039"/>
              <a:ext cx="1864" cy="1296"/>
            </a:xfrm>
            <a:custGeom>
              <a:avLst/>
              <a:gdLst/>
              <a:ahLst/>
              <a:cxnLst/>
              <a:rect l="l" t="t" r="r" b="b"/>
              <a:pathLst>
                <a:path w="128" h="89" extrusionOk="0">
                  <a:moveTo>
                    <a:pt x="1" y="1"/>
                  </a:moveTo>
                  <a:cubicBezTo>
                    <a:pt x="40" y="40"/>
                    <a:pt x="79" y="88"/>
                    <a:pt x="128" y="88"/>
                  </a:cubicBezTo>
                  <a:cubicBezTo>
                    <a:pt x="79" y="88"/>
                    <a:pt x="40" y="40"/>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4" name="Google Shape;3764;p60"/>
            <p:cNvSpPr/>
            <p:nvPr/>
          </p:nvSpPr>
          <p:spPr>
            <a:xfrm>
              <a:off x="3989893" y="2802551"/>
              <a:ext cx="4136" cy="15"/>
            </a:xfrm>
            <a:custGeom>
              <a:avLst/>
              <a:gdLst/>
              <a:ahLst/>
              <a:cxnLst/>
              <a:rect l="l" t="t" r="r" b="b"/>
              <a:pathLst>
                <a:path w="284" h="1" extrusionOk="0">
                  <a:moveTo>
                    <a:pt x="284" y="1"/>
                  </a:moveTo>
                  <a:lnTo>
                    <a:pt x="1" y="1"/>
                  </a:lnTo>
                  <a:lnTo>
                    <a:pt x="11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5" name="Google Shape;3765;p60"/>
            <p:cNvSpPr/>
            <p:nvPr/>
          </p:nvSpPr>
          <p:spPr>
            <a:xfrm>
              <a:off x="3948907" y="2783486"/>
              <a:ext cx="1151" cy="1864"/>
            </a:xfrm>
            <a:custGeom>
              <a:avLst/>
              <a:gdLst/>
              <a:ahLst/>
              <a:cxnLst/>
              <a:rect l="l" t="t" r="r" b="b"/>
              <a:pathLst>
                <a:path w="79" h="128" extrusionOk="0">
                  <a:moveTo>
                    <a:pt x="0" y="0"/>
                  </a:moveTo>
                  <a:cubicBezTo>
                    <a:pt x="40" y="39"/>
                    <a:pt x="40" y="88"/>
                    <a:pt x="79" y="127"/>
                  </a:cubicBezTo>
                  <a:cubicBezTo>
                    <a:pt x="40" y="88"/>
                    <a:pt x="40" y="39"/>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6" name="Google Shape;3766;p60"/>
            <p:cNvSpPr/>
            <p:nvPr/>
          </p:nvSpPr>
          <p:spPr>
            <a:xfrm>
              <a:off x="3945353" y="2779917"/>
              <a:ext cx="1151" cy="1296"/>
            </a:xfrm>
            <a:custGeom>
              <a:avLst/>
              <a:gdLst/>
              <a:ahLst/>
              <a:cxnLst/>
              <a:rect l="l" t="t" r="r" b="b"/>
              <a:pathLst>
                <a:path w="79" h="89" extrusionOk="0">
                  <a:moveTo>
                    <a:pt x="78" y="89"/>
                  </a:moveTo>
                  <a:cubicBezTo>
                    <a:pt x="39" y="89"/>
                    <a:pt x="0" y="40"/>
                    <a:pt x="0" y="1"/>
                  </a:cubicBezTo>
                  <a:cubicBezTo>
                    <a:pt x="0" y="40"/>
                    <a:pt x="39" y="89"/>
                    <a:pt x="78" y="8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7" name="Google Shape;3767;p60"/>
            <p:cNvSpPr/>
            <p:nvPr/>
          </p:nvSpPr>
          <p:spPr>
            <a:xfrm>
              <a:off x="4036151" y="2522612"/>
              <a:ext cx="405621" cy="310701"/>
            </a:xfrm>
            <a:custGeom>
              <a:avLst/>
              <a:gdLst/>
              <a:ahLst/>
              <a:cxnLst/>
              <a:rect l="l" t="t" r="r" b="b"/>
              <a:pathLst>
                <a:path w="27849" h="21332" extrusionOk="0">
                  <a:moveTo>
                    <a:pt x="13680" y="1"/>
                  </a:moveTo>
                  <a:lnTo>
                    <a:pt x="13514" y="323"/>
                  </a:lnTo>
                  <a:cubicBezTo>
                    <a:pt x="13387" y="567"/>
                    <a:pt x="13231" y="900"/>
                    <a:pt x="12947" y="1095"/>
                  </a:cubicBezTo>
                  <a:cubicBezTo>
                    <a:pt x="12703" y="1261"/>
                    <a:pt x="12410" y="1339"/>
                    <a:pt x="12165" y="1427"/>
                  </a:cubicBezTo>
                  <a:cubicBezTo>
                    <a:pt x="12087" y="1466"/>
                    <a:pt x="11970" y="1466"/>
                    <a:pt x="11843" y="1505"/>
                  </a:cubicBezTo>
                  <a:lnTo>
                    <a:pt x="11843" y="1632"/>
                  </a:lnTo>
                  <a:lnTo>
                    <a:pt x="11843" y="1877"/>
                  </a:lnTo>
                  <a:cubicBezTo>
                    <a:pt x="11843" y="1916"/>
                    <a:pt x="11804" y="1994"/>
                    <a:pt x="11804" y="2072"/>
                  </a:cubicBezTo>
                  <a:lnTo>
                    <a:pt x="11804" y="2277"/>
                  </a:lnTo>
                  <a:cubicBezTo>
                    <a:pt x="11765" y="2365"/>
                    <a:pt x="11765" y="2404"/>
                    <a:pt x="11765" y="2482"/>
                  </a:cubicBezTo>
                  <a:cubicBezTo>
                    <a:pt x="11726" y="2561"/>
                    <a:pt x="11726" y="2609"/>
                    <a:pt x="11726" y="2649"/>
                  </a:cubicBezTo>
                  <a:cubicBezTo>
                    <a:pt x="11677" y="2727"/>
                    <a:pt x="11677" y="2805"/>
                    <a:pt x="11638" y="2854"/>
                  </a:cubicBezTo>
                  <a:cubicBezTo>
                    <a:pt x="11638" y="2932"/>
                    <a:pt x="11599" y="2971"/>
                    <a:pt x="11599" y="3010"/>
                  </a:cubicBezTo>
                  <a:cubicBezTo>
                    <a:pt x="11560" y="3098"/>
                    <a:pt x="11560" y="3137"/>
                    <a:pt x="11521" y="3215"/>
                  </a:cubicBezTo>
                  <a:cubicBezTo>
                    <a:pt x="11521" y="3254"/>
                    <a:pt x="11481" y="3293"/>
                    <a:pt x="11481" y="3342"/>
                  </a:cubicBezTo>
                  <a:cubicBezTo>
                    <a:pt x="11433" y="3421"/>
                    <a:pt x="11394" y="3460"/>
                    <a:pt x="11354" y="3538"/>
                  </a:cubicBezTo>
                  <a:cubicBezTo>
                    <a:pt x="11354" y="3587"/>
                    <a:pt x="11315" y="3626"/>
                    <a:pt x="11276" y="3665"/>
                  </a:cubicBezTo>
                  <a:cubicBezTo>
                    <a:pt x="11237" y="3704"/>
                    <a:pt x="11188" y="3743"/>
                    <a:pt x="11149" y="3831"/>
                  </a:cubicBezTo>
                  <a:cubicBezTo>
                    <a:pt x="11149" y="3870"/>
                    <a:pt x="11110" y="3870"/>
                    <a:pt x="11110" y="3909"/>
                  </a:cubicBezTo>
                  <a:cubicBezTo>
                    <a:pt x="11032" y="3987"/>
                    <a:pt x="10944" y="4075"/>
                    <a:pt x="10866" y="4153"/>
                  </a:cubicBezTo>
                  <a:cubicBezTo>
                    <a:pt x="10661" y="4319"/>
                    <a:pt x="10455" y="4437"/>
                    <a:pt x="10260" y="4564"/>
                  </a:cubicBezTo>
                  <a:cubicBezTo>
                    <a:pt x="10055" y="4681"/>
                    <a:pt x="9889" y="4808"/>
                    <a:pt x="9723" y="4925"/>
                  </a:cubicBezTo>
                  <a:cubicBezTo>
                    <a:pt x="9400" y="5209"/>
                    <a:pt x="9156" y="5580"/>
                    <a:pt x="8912" y="5941"/>
                  </a:cubicBezTo>
                  <a:cubicBezTo>
                    <a:pt x="8794" y="6147"/>
                    <a:pt x="8628" y="6352"/>
                    <a:pt x="8462" y="6557"/>
                  </a:cubicBezTo>
                  <a:cubicBezTo>
                    <a:pt x="8101" y="7046"/>
                    <a:pt x="7485" y="7534"/>
                    <a:pt x="6840" y="7534"/>
                  </a:cubicBezTo>
                  <a:cubicBezTo>
                    <a:pt x="6918" y="7857"/>
                    <a:pt x="6957" y="8306"/>
                    <a:pt x="6791" y="8668"/>
                  </a:cubicBezTo>
                  <a:cubicBezTo>
                    <a:pt x="6674" y="8873"/>
                    <a:pt x="6508" y="9039"/>
                    <a:pt x="6264" y="9117"/>
                  </a:cubicBezTo>
                  <a:cubicBezTo>
                    <a:pt x="6179" y="9153"/>
                    <a:pt x="6096" y="9166"/>
                    <a:pt x="6013" y="9166"/>
                  </a:cubicBezTo>
                  <a:cubicBezTo>
                    <a:pt x="5895" y="9166"/>
                    <a:pt x="5778" y="9140"/>
                    <a:pt x="5658" y="9117"/>
                  </a:cubicBezTo>
                  <a:lnTo>
                    <a:pt x="5374" y="9117"/>
                  </a:lnTo>
                  <a:cubicBezTo>
                    <a:pt x="4681" y="9117"/>
                    <a:pt x="4436" y="10133"/>
                    <a:pt x="4436" y="10954"/>
                  </a:cubicBezTo>
                  <a:lnTo>
                    <a:pt x="4397" y="15957"/>
                  </a:lnTo>
                  <a:cubicBezTo>
                    <a:pt x="4397" y="16328"/>
                    <a:pt x="4348" y="16856"/>
                    <a:pt x="4065" y="17217"/>
                  </a:cubicBezTo>
                  <a:cubicBezTo>
                    <a:pt x="3782" y="17628"/>
                    <a:pt x="3293" y="17755"/>
                    <a:pt x="2932" y="17833"/>
                  </a:cubicBezTo>
                  <a:lnTo>
                    <a:pt x="1378" y="18243"/>
                  </a:lnTo>
                  <a:cubicBezTo>
                    <a:pt x="1261" y="18527"/>
                    <a:pt x="1134" y="18849"/>
                    <a:pt x="1016" y="19133"/>
                  </a:cubicBezTo>
                  <a:cubicBezTo>
                    <a:pt x="977" y="19221"/>
                    <a:pt x="929" y="19260"/>
                    <a:pt x="929" y="19338"/>
                  </a:cubicBezTo>
                  <a:cubicBezTo>
                    <a:pt x="733" y="19709"/>
                    <a:pt x="567" y="20110"/>
                    <a:pt x="401" y="20481"/>
                  </a:cubicBezTo>
                  <a:cubicBezTo>
                    <a:pt x="284" y="20764"/>
                    <a:pt x="118" y="21048"/>
                    <a:pt x="0" y="21331"/>
                  </a:cubicBezTo>
                  <a:cubicBezTo>
                    <a:pt x="440" y="21292"/>
                    <a:pt x="850" y="21214"/>
                    <a:pt x="1261" y="21126"/>
                  </a:cubicBezTo>
                  <a:cubicBezTo>
                    <a:pt x="1466" y="21126"/>
                    <a:pt x="1661" y="21087"/>
                    <a:pt x="1827" y="21048"/>
                  </a:cubicBezTo>
                  <a:cubicBezTo>
                    <a:pt x="2199" y="21009"/>
                    <a:pt x="2521" y="20931"/>
                    <a:pt x="2883" y="20882"/>
                  </a:cubicBezTo>
                  <a:cubicBezTo>
                    <a:pt x="3176" y="20843"/>
                    <a:pt x="3459" y="20804"/>
                    <a:pt x="3704" y="20764"/>
                  </a:cubicBezTo>
                  <a:cubicBezTo>
                    <a:pt x="4026" y="20686"/>
                    <a:pt x="4348" y="20637"/>
                    <a:pt x="4642" y="20598"/>
                  </a:cubicBezTo>
                  <a:cubicBezTo>
                    <a:pt x="4964" y="20520"/>
                    <a:pt x="5286" y="20481"/>
                    <a:pt x="5619" y="20442"/>
                  </a:cubicBezTo>
                  <a:cubicBezTo>
                    <a:pt x="5902" y="20354"/>
                    <a:pt x="6146" y="20315"/>
                    <a:pt x="6430" y="20276"/>
                  </a:cubicBezTo>
                  <a:cubicBezTo>
                    <a:pt x="6791" y="20198"/>
                    <a:pt x="7163" y="20149"/>
                    <a:pt x="7485" y="20071"/>
                  </a:cubicBezTo>
                  <a:cubicBezTo>
                    <a:pt x="7768" y="20032"/>
                    <a:pt x="8013" y="19993"/>
                    <a:pt x="8257" y="19953"/>
                  </a:cubicBezTo>
                  <a:cubicBezTo>
                    <a:pt x="8628" y="19865"/>
                    <a:pt x="9039" y="19787"/>
                    <a:pt x="9400" y="19709"/>
                  </a:cubicBezTo>
                  <a:cubicBezTo>
                    <a:pt x="9644" y="19660"/>
                    <a:pt x="9850" y="19621"/>
                    <a:pt x="10055" y="19582"/>
                  </a:cubicBezTo>
                  <a:cubicBezTo>
                    <a:pt x="10455" y="19504"/>
                    <a:pt x="10905" y="19416"/>
                    <a:pt x="11315" y="19338"/>
                  </a:cubicBezTo>
                  <a:cubicBezTo>
                    <a:pt x="11521" y="19299"/>
                    <a:pt x="11677" y="19299"/>
                    <a:pt x="11882" y="19260"/>
                  </a:cubicBezTo>
                  <a:cubicBezTo>
                    <a:pt x="12332" y="19133"/>
                    <a:pt x="12781" y="19054"/>
                    <a:pt x="13231" y="18976"/>
                  </a:cubicBezTo>
                  <a:cubicBezTo>
                    <a:pt x="13387" y="18927"/>
                    <a:pt x="13553" y="18888"/>
                    <a:pt x="13719" y="18888"/>
                  </a:cubicBezTo>
                  <a:cubicBezTo>
                    <a:pt x="14208" y="18771"/>
                    <a:pt x="14696" y="18683"/>
                    <a:pt x="15185" y="18566"/>
                  </a:cubicBezTo>
                  <a:cubicBezTo>
                    <a:pt x="15263" y="18566"/>
                    <a:pt x="15390" y="18527"/>
                    <a:pt x="15507" y="18527"/>
                  </a:cubicBezTo>
                  <a:cubicBezTo>
                    <a:pt x="16035" y="18400"/>
                    <a:pt x="16562" y="18283"/>
                    <a:pt x="17100" y="18156"/>
                  </a:cubicBezTo>
                  <a:cubicBezTo>
                    <a:pt x="17178" y="18156"/>
                    <a:pt x="17256" y="18156"/>
                    <a:pt x="17344" y="18116"/>
                  </a:cubicBezTo>
                  <a:cubicBezTo>
                    <a:pt x="17911" y="17999"/>
                    <a:pt x="18478" y="17872"/>
                    <a:pt x="19054" y="17755"/>
                  </a:cubicBezTo>
                  <a:cubicBezTo>
                    <a:pt x="19093" y="17755"/>
                    <a:pt x="19132" y="17755"/>
                    <a:pt x="19171" y="17706"/>
                  </a:cubicBezTo>
                  <a:cubicBezTo>
                    <a:pt x="20393" y="17462"/>
                    <a:pt x="21614" y="17178"/>
                    <a:pt x="22836" y="16934"/>
                  </a:cubicBezTo>
                  <a:cubicBezTo>
                    <a:pt x="24507" y="16573"/>
                    <a:pt x="26177" y="16162"/>
                    <a:pt x="27848" y="15801"/>
                  </a:cubicBezTo>
                  <a:cubicBezTo>
                    <a:pt x="27555" y="15595"/>
                    <a:pt x="27311" y="15508"/>
                    <a:pt x="27155" y="15468"/>
                  </a:cubicBezTo>
                  <a:cubicBezTo>
                    <a:pt x="26822" y="15351"/>
                    <a:pt x="26539" y="15263"/>
                    <a:pt x="26089" y="14736"/>
                  </a:cubicBezTo>
                  <a:cubicBezTo>
                    <a:pt x="25894" y="14491"/>
                    <a:pt x="25200" y="13270"/>
                    <a:pt x="25073" y="12947"/>
                  </a:cubicBezTo>
                  <a:cubicBezTo>
                    <a:pt x="24829" y="12293"/>
                    <a:pt x="24712" y="11765"/>
                    <a:pt x="24585" y="11316"/>
                  </a:cubicBezTo>
                  <a:cubicBezTo>
                    <a:pt x="24340" y="10133"/>
                    <a:pt x="24223" y="9606"/>
                    <a:pt x="22142" y="9117"/>
                  </a:cubicBezTo>
                  <a:cubicBezTo>
                    <a:pt x="21819" y="9039"/>
                    <a:pt x="21331" y="9000"/>
                    <a:pt x="20842" y="8961"/>
                  </a:cubicBezTo>
                  <a:cubicBezTo>
                    <a:pt x="19494" y="8834"/>
                    <a:pt x="17950" y="8668"/>
                    <a:pt x="17422" y="7739"/>
                  </a:cubicBezTo>
                  <a:cubicBezTo>
                    <a:pt x="17100" y="7202"/>
                    <a:pt x="17178" y="6518"/>
                    <a:pt x="17588" y="5697"/>
                  </a:cubicBezTo>
                  <a:lnTo>
                    <a:pt x="17667" y="5541"/>
                  </a:lnTo>
                  <a:lnTo>
                    <a:pt x="17833" y="5541"/>
                  </a:lnTo>
                  <a:cubicBezTo>
                    <a:pt x="17914" y="5554"/>
                    <a:pt x="18013" y="5558"/>
                    <a:pt x="18125" y="5558"/>
                  </a:cubicBezTo>
                  <a:cubicBezTo>
                    <a:pt x="18350" y="5558"/>
                    <a:pt x="18627" y="5541"/>
                    <a:pt x="18927" y="5541"/>
                  </a:cubicBezTo>
                  <a:cubicBezTo>
                    <a:pt x="18927" y="5492"/>
                    <a:pt x="18888" y="5453"/>
                    <a:pt x="18888" y="5453"/>
                  </a:cubicBezTo>
                  <a:lnTo>
                    <a:pt x="18888" y="5375"/>
                  </a:lnTo>
                  <a:cubicBezTo>
                    <a:pt x="18888" y="5336"/>
                    <a:pt x="18849" y="5297"/>
                    <a:pt x="18849" y="5209"/>
                  </a:cubicBezTo>
                  <a:lnTo>
                    <a:pt x="18849" y="5170"/>
                  </a:lnTo>
                  <a:cubicBezTo>
                    <a:pt x="18849" y="5130"/>
                    <a:pt x="18810" y="5052"/>
                    <a:pt x="18810" y="4964"/>
                  </a:cubicBezTo>
                  <a:lnTo>
                    <a:pt x="18810" y="4808"/>
                  </a:lnTo>
                  <a:lnTo>
                    <a:pt x="18810" y="4720"/>
                  </a:lnTo>
                  <a:lnTo>
                    <a:pt x="18810" y="4603"/>
                  </a:lnTo>
                  <a:cubicBezTo>
                    <a:pt x="18810" y="4564"/>
                    <a:pt x="18849" y="4564"/>
                    <a:pt x="18849" y="4515"/>
                  </a:cubicBezTo>
                  <a:lnTo>
                    <a:pt x="18849" y="4398"/>
                  </a:lnTo>
                  <a:cubicBezTo>
                    <a:pt x="18849" y="4398"/>
                    <a:pt x="18849" y="4359"/>
                    <a:pt x="18888" y="4359"/>
                  </a:cubicBezTo>
                  <a:cubicBezTo>
                    <a:pt x="18888" y="4271"/>
                    <a:pt x="18888" y="4232"/>
                    <a:pt x="18927" y="4153"/>
                  </a:cubicBezTo>
                  <a:cubicBezTo>
                    <a:pt x="18966" y="3987"/>
                    <a:pt x="19093" y="3831"/>
                    <a:pt x="19171" y="3665"/>
                  </a:cubicBezTo>
                  <a:cubicBezTo>
                    <a:pt x="19338" y="3381"/>
                    <a:pt x="19455" y="3137"/>
                    <a:pt x="19416" y="2893"/>
                  </a:cubicBezTo>
                  <a:cubicBezTo>
                    <a:pt x="19338" y="2404"/>
                    <a:pt x="18644" y="2238"/>
                    <a:pt x="18077" y="2238"/>
                  </a:cubicBezTo>
                  <a:cubicBezTo>
                    <a:pt x="17461" y="2238"/>
                    <a:pt x="16484" y="2238"/>
                    <a:pt x="16074" y="1505"/>
                  </a:cubicBezTo>
                  <a:cubicBezTo>
                    <a:pt x="15996" y="1300"/>
                    <a:pt x="15918" y="1095"/>
                    <a:pt x="15879" y="939"/>
                  </a:cubicBezTo>
                  <a:cubicBezTo>
                    <a:pt x="15830" y="655"/>
                    <a:pt x="15791" y="450"/>
                    <a:pt x="15634" y="362"/>
                  </a:cubicBezTo>
                  <a:cubicBezTo>
                    <a:pt x="15546" y="323"/>
                    <a:pt x="15468" y="323"/>
                    <a:pt x="15302" y="323"/>
                  </a:cubicBezTo>
                  <a:cubicBezTo>
                    <a:pt x="15185" y="323"/>
                    <a:pt x="15019" y="284"/>
                    <a:pt x="14901" y="284"/>
                  </a:cubicBezTo>
                  <a:lnTo>
                    <a:pt x="14853" y="284"/>
                  </a:lnTo>
                  <a:cubicBezTo>
                    <a:pt x="14413" y="206"/>
                    <a:pt x="14042" y="118"/>
                    <a:pt x="1368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8" name="Google Shape;3768;p60"/>
            <p:cNvSpPr/>
            <p:nvPr/>
          </p:nvSpPr>
          <p:spPr>
            <a:xfrm>
              <a:off x="4208630" y="2543396"/>
              <a:ext cx="4719" cy="1151"/>
            </a:xfrm>
            <a:custGeom>
              <a:avLst/>
              <a:gdLst/>
              <a:ahLst/>
              <a:cxnLst/>
              <a:rect l="l" t="t" r="r" b="b"/>
              <a:pathLst>
                <a:path w="324" h="79" extrusionOk="0">
                  <a:moveTo>
                    <a:pt x="1" y="78"/>
                  </a:moveTo>
                  <a:lnTo>
                    <a:pt x="1" y="78"/>
                  </a:lnTo>
                  <a:cubicBezTo>
                    <a:pt x="128" y="39"/>
                    <a:pt x="245" y="39"/>
                    <a:pt x="323" y="0"/>
                  </a:cubicBezTo>
                  <a:cubicBezTo>
                    <a:pt x="245" y="39"/>
                    <a:pt x="128" y="39"/>
                    <a:pt x="1" y="7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69" name="Google Shape;3769;p60"/>
            <p:cNvSpPr/>
            <p:nvPr/>
          </p:nvSpPr>
          <p:spPr>
            <a:xfrm>
              <a:off x="4208062" y="2552791"/>
              <a:ext cx="15" cy="3000"/>
            </a:xfrm>
            <a:custGeom>
              <a:avLst/>
              <a:gdLst/>
              <a:ahLst/>
              <a:cxnLst/>
              <a:rect l="l" t="t" r="r" b="b"/>
              <a:pathLst>
                <a:path w="1" h="206" extrusionOk="0">
                  <a:moveTo>
                    <a:pt x="1" y="0"/>
                  </a:moveTo>
                  <a:lnTo>
                    <a:pt x="1" y="205"/>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0" name="Google Shape;3770;p60"/>
            <p:cNvSpPr/>
            <p:nvPr/>
          </p:nvSpPr>
          <p:spPr>
            <a:xfrm>
              <a:off x="4208630" y="2546382"/>
              <a:ext cx="15" cy="3568"/>
            </a:xfrm>
            <a:custGeom>
              <a:avLst/>
              <a:gdLst/>
              <a:ahLst/>
              <a:cxnLst/>
              <a:rect l="l" t="t" r="r" b="b"/>
              <a:pathLst>
                <a:path w="1" h="245" extrusionOk="0">
                  <a:moveTo>
                    <a:pt x="1" y="0"/>
                  </a:moveTo>
                  <a:lnTo>
                    <a:pt x="1" y="245"/>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1" name="Google Shape;3771;p60"/>
            <p:cNvSpPr/>
            <p:nvPr/>
          </p:nvSpPr>
          <p:spPr>
            <a:xfrm>
              <a:off x="4200386" y="2574128"/>
              <a:ext cx="1151" cy="1864"/>
            </a:xfrm>
            <a:custGeom>
              <a:avLst/>
              <a:gdLst/>
              <a:ahLst/>
              <a:cxnLst/>
              <a:rect l="l" t="t" r="r" b="b"/>
              <a:pathLst>
                <a:path w="79" h="128" extrusionOk="0">
                  <a:moveTo>
                    <a:pt x="78" y="1"/>
                  </a:moveTo>
                  <a:cubicBezTo>
                    <a:pt x="78" y="50"/>
                    <a:pt x="39" y="89"/>
                    <a:pt x="0" y="128"/>
                  </a:cubicBezTo>
                  <a:cubicBezTo>
                    <a:pt x="39" y="89"/>
                    <a:pt x="78" y="50"/>
                    <a:pt x="7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2" name="Google Shape;3772;p60"/>
            <p:cNvSpPr/>
            <p:nvPr/>
          </p:nvSpPr>
          <p:spPr>
            <a:xfrm>
              <a:off x="4197968" y="2578396"/>
              <a:ext cx="583" cy="1165"/>
            </a:xfrm>
            <a:custGeom>
              <a:avLst/>
              <a:gdLst/>
              <a:ahLst/>
              <a:cxnLst/>
              <a:rect l="l" t="t" r="r" b="b"/>
              <a:pathLst>
                <a:path w="40" h="80" extrusionOk="0">
                  <a:moveTo>
                    <a:pt x="39" y="1"/>
                  </a:moveTo>
                  <a:cubicBezTo>
                    <a:pt x="39" y="40"/>
                    <a:pt x="0" y="40"/>
                    <a:pt x="0" y="79"/>
                  </a:cubicBezTo>
                  <a:cubicBezTo>
                    <a:pt x="0" y="40"/>
                    <a:pt x="39" y="40"/>
                    <a:pt x="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3" name="Google Shape;3773;p60"/>
            <p:cNvSpPr/>
            <p:nvPr/>
          </p:nvSpPr>
          <p:spPr>
            <a:xfrm>
              <a:off x="4206926" y="2558762"/>
              <a:ext cx="583" cy="2432"/>
            </a:xfrm>
            <a:custGeom>
              <a:avLst/>
              <a:gdLst/>
              <a:ahLst/>
              <a:cxnLst/>
              <a:rect l="l" t="t" r="r" b="b"/>
              <a:pathLst>
                <a:path w="40" h="167" extrusionOk="0">
                  <a:moveTo>
                    <a:pt x="40" y="0"/>
                  </a:moveTo>
                  <a:cubicBezTo>
                    <a:pt x="1" y="79"/>
                    <a:pt x="1" y="127"/>
                    <a:pt x="1" y="167"/>
                  </a:cubicBezTo>
                  <a:cubicBezTo>
                    <a:pt x="1" y="127"/>
                    <a:pt x="1" y="79"/>
                    <a:pt x="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4" name="Google Shape;3774;p60"/>
            <p:cNvSpPr/>
            <p:nvPr/>
          </p:nvSpPr>
          <p:spPr>
            <a:xfrm>
              <a:off x="4203372" y="2569438"/>
              <a:ext cx="583" cy="1864"/>
            </a:xfrm>
            <a:custGeom>
              <a:avLst/>
              <a:gdLst/>
              <a:ahLst/>
              <a:cxnLst/>
              <a:rect l="l" t="t" r="r" b="b"/>
              <a:pathLst>
                <a:path w="40" h="128" extrusionOk="0">
                  <a:moveTo>
                    <a:pt x="40" y="0"/>
                  </a:moveTo>
                  <a:cubicBezTo>
                    <a:pt x="40" y="39"/>
                    <a:pt x="0" y="78"/>
                    <a:pt x="0" y="127"/>
                  </a:cubicBezTo>
                  <a:cubicBezTo>
                    <a:pt x="0" y="78"/>
                    <a:pt x="40" y="39"/>
                    <a:pt x="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5" name="Google Shape;3775;p60"/>
            <p:cNvSpPr/>
            <p:nvPr/>
          </p:nvSpPr>
          <p:spPr>
            <a:xfrm>
              <a:off x="4205076" y="2564166"/>
              <a:ext cx="583" cy="2301"/>
            </a:xfrm>
            <a:custGeom>
              <a:avLst/>
              <a:gdLst/>
              <a:ahLst/>
              <a:cxnLst/>
              <a:rect l="l" t="t" r="r" b="b"/>
              <a:pathLst>
                <a:path w="40" h="158" extrusionOk="0">
                  <a:moveTo>
                    <a:pt x="40" y="1"/>
                  </a:moveTo>
                  <a:cubicBezTo>
                    <a:pt x="40" y="79"/>
                    <a:pt x="1" y="118"/>
                    <a:pt x="1" y="157"/>
                  </a:cubicBezTo>
                  <a:cubicBezTo>
                    <a:pt x="1" y="118"/>
                    <a:pt x="40" y="79"/>
                    <a:pt x="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6" name="Google Shape;3776;p60"/>
            <p:cNvSpPr/>
            <p:nvPr/>
          </p:nvSpPr>
          <p:spPr>
            <a:xfrm>
              <a:off x="4049668" y="2801269"/>
              <a:ext cx="1296" cy="3000"/>
            </a:xfrm>
            <a:custGeom>
              <a:avLst/>
              <a:gdLst/>
              <a:ahLst/>
              <a:cxnLst/>
              <a:rect l="l" t="t" r="r" b="b"/>
              <a:pathLst>
                <a:path w="89" h="206" extrusionOk="0">
                  <a:moveTo>
                    <a:pt x="88" y="1"/>
                  </a:moveTo>
                  <a:cubicBezTo>
                    <a:pt x="49" y="89"/>
                    <a:pt x="1" y="128"/>
                    <a:pt x="1" y="206"/>
                  </a:cubicBezTo>
                  <a:cubicBezTo>
                    <a:pt x="1" y="128"/>
                    <a:pt x="49" y="89"/>
                    <a:pt x="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7" name="Google Shape;3777;p60"/>
            <p:cNvSpPr/>
            <p:nvPr/>
          </p:nvSpPr>
          <p:spPr>
            <a:xfrm>
              <a:off x="4036151" y="2820918"/>
              <a:ext cx="5841" cy="12395"/>
            </a:xfrm>
            <a:custGeom>
              <a:avLst/>
              <a:gdLst/>
              <a:ahLst/>
              <a:cxnLst/>
              <a:rect l="l" t="t" r="r" b="b"/>
              <a:pathLst>
                <a:path w="401" h="851" extrusionOk="0">
                  <a:moveTo>
                    <a:pt x="0" y="850"/>
                  </a:moveTo>
                  <a:cubicBezTo>
                    <a:pt x="118" y="567"/>
                    <a:pt x="284" y="283"/>
                    <a:pt x="401" y="0"/>
                  </a:cubicBezTo>
                  <a:cubicBezTo>
                    <a:pt x="284" y="283"/>
                    <a:pt x="118" y="567"/>
                    <a:pt x="0" y="85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8" name="Google Shape;3778;p60"/>
            <p:cNvSpPr/>
            <p:nvPr/>
          </p:nvSpPr>
          <p:spPr>
            <a:xfrm>
              <a:off x="1725764" y="2037597"/>
              <a:ext cx="538541" cy="437096"/>
            </a:xfrm>
            <a:custGeom>
              <a:avLst/>
              <a:gdLst/>
              <a:ahLst/>
              <a:cxnLst/>
              <a:rect l="l" t="t" r="r" b="b"/>
              <a:pathLst>
                <a:path w="36975" h="30010" extrusionOk="0">
                  <a:moveTo>
                    <a:pt x="2531" y="0"/>
                  </a:moveTo>
                  <a:cubicBezTo>
                    <a:pt x="2531" y="401"/>
                    <a:pt x="2482" y="811"/>
                    <a:pt x="2443" y="1222"/>
                  </a:cubicBezTo>
                  <a:cubicBezTo>
                    <a:pt x="2404" y="1710"/>
                    <a:pt x="2365" y="2199"/>
                    <a:pt x="2365" y="2638"/>
                  </a:cubicBezTo>
                  <a:lnTo>
                    <a:pt x="2365" y="2932"/>
                  </a:lnTo>
                  <a:lnTo>
                    <a:pt x="2120" y="2883"/>
                  </a:lnTo>
                  <a:lnTo>
                    <a:pt x="2081" y="2883"/>
                  </a:lnTo>
                  <a:cubicBezTo>
                    <a:pt x="2081" y="3127"/>
                    <a:pt x="2042" y="3332"/>
                    <a:pt x="2042" y="3577"/>
                  </a:cubicBezTo>
                  <a:cubicBezTo>
                    <a:pt x="2042" y="3743"/>
                    <a:pt x="1993" y="3909"/>
                    <a:pt x="1993" y="4065"/>
                  </a:cubicBezTo>
                  <a:cubicBezTo>
                    <a:pt x="1993" y="4309"/>
                    <a:pt x="1954" y="4554"/>
                    <a:pt x="1954" y="4759"/>
                  </a:cubicBezTo>
                  <a:cubicBezTo>
                    <a:pt x="1915" y="5003"/>
                    <a:pt x="1915" y="5208"/>
                    <a:pt x="1915" y="5414"/>
                  </a:cubicBezTo>
                  <a:cubicBezTo>
                    <a:pt x="1876" y="5570"/>
                    <a:pt x="1876" y="5775"/>
                    <a:pt x="1876" y="5941"/>
                  </a:cubicBezTo>
                  <a:cubicBezTo>
                    <a:pt x="1837" y="6185"/>
                    <a:pt x="1798" y="6469"/>
                    <a:pt x="1798" y="6713"/>
                  </a:cubicBezTo>
                  <a:cubicBezTo>
                    <a:pt x="1798" y="6791"/>
                    <a:pt x="1749" y="6918"/>
                    <a:pt x="1749" y="6996"/>
                  </a:cubicBezTo>
                  <a:cubicBezTo>
                    <a:pt x="1593" y="9039"/>
                    <a:pt x="1348" y="11110"/>
                    <a:pt x="1143" y="13143"/>
                  </a:cubicBezTo>
                  <a:cubicBezTo>
                    <a:pt x="938" y="15058"/>
                    <a:pt x="694" y="17100"/>
                    <a:pt x="528" y="19054"/>
                  </a:cubicBezTo>
                  <a:lnTo>
                    <a:pt x="489" y="19337"/>
                  </a:lnTo>
                  <a:cubicBezTo>
                    <a:pt x="410" y="20432"/>
                    <a:pt x="332" y="21448"/>
                    <a:pt x="244" y="22425"/>
                  </a:cubicBezTo>
                  <a:lnTo>
                    <a:pt x="244" y="22669"/>
                  </a:lnTo>
                  <a:cubicBezTo>
                    <a:pt x="205" y="22875"/>
                    <a:pt x="205" y="23080"/>
                    <a:pt x="205" y="23324"/>
                  </a:cubicBezTo>
                  <a:cubicBezTo>
                    <a:pt x="205" y="23451"/>
                    <a:pt x="166" y="23608"/>
                    <a:pt x="166" y="23735"/>
                  </a:cubicBezTo>
                  <a:lnTo>
                    <a:pt x="166" y="24057"/>
                  </a:lnTo>
                  <a:cubicBezTo>
                    <a:pt x="127" y="24301"/>
                    <a:pt x="127" y="24506"/>
                    <a:pt x="127" y="24751"/>
                  </a:cubicBezTo>
                  <a:cubicBezTo>
                    <a:pt x="127" y="24790"/>
                    <a:pt x="127" y="24868"/>
                    <a:pt x="88" y="24956"/>
                  </a:cubicBezTo>
                  <a:lnTo>
                    <a:pt x="88" y="25689"/>
                  </a:lnTo>
                  <a:lnTo>
                    <a:pt x="88" y="25845"/>
                  </a:lnTo>
                  <a:cubicBezTo>
                    <a:pt x="39" y="26089"/>
                    <a:pt x="39" y="26383"/>
                    <a:pt x="39" y="26627"/>
                  </a:cubicBezTo>
                  <a:lnTo>
                    <a:pt x="39" y="26705"/>
                  </a:lnTo>
                  <a:cubicBezTo>
                    <a:pt x="39" y="26988"/>
                    <a:pt x="0" y="27272"/>
                    <a:pt x="0" y="27555"/>
                  </a:cubicBezTo>
                  <a:lnTo>
                    <a:pt x="2081" y="27799"/>
                  </a:lnTo>
                  <a:cubicBezTo>
                    <a:pt x="4524" y="28093"/>
                    <a:pt x="7006" y="28376"/>
                    <a:pt x="9488" y="28659"/>
                  </a:cubicBezTo>
                  <a:cubicBezTo>
                    <a:pt x="10954" y="28776"/>
                    <a:pt x="12458" y="28943"/>
                    <a:pt x="14012" y="29109"/>
                  </a:cubicBezTo>
                  <a:lnTo>
                    <a:pt x="14051" y="29109"/>
                  </a:lnTo>
                  <a:cubicBezTo>
                    <a:pt x="19201" y="29613"/>
                    <a:pt x="24751" y="30009"/>
                    <a:pt x="30316" y="30009"/>
                  </a:cubicBezTo>
                  <a:cubicBezTo>
                    <a:pt x="31435" y="30009"/>
                    <a:pt x="32555" y="29993"/>
                    <a:pt x="33672" y="29959"/>
                  </a:cubicBezTo>
                  <a:lnTo>
                    <a:pt x="33916" y="29959"/>
                  </a:lnTo>
                  <a:cubicBezTo>
                    <a:pt x="34365" y="29959"/>
                    <a:pt x="34815" y="29920"/>
                    <a:pt x="35264" y="29920"/>
                  </a:cubicBezTo>
                  <a:lnTo>
                    <a:pt x="35421" y="26578"/>
                  </a:lnTo>
                  <a:cubicBezTo>
                    <a:pt x="35421" y="25806"/>
                    <a:pt x="35460" y="25034"/>
                    <a:pt x="35509" y="24262"/>
                  </a:cubicBezTo>
                  <a:cubicBezTo>
                    <a:pt x="35587" y="21819"/>
                    <a:pt x="35665" y="19494"/>
                    <a:pt x="35948" y="17051"/>
                  </a:cubicBezTo>
                  <a:lnTo>
                    <a:pt x="35948" y="16973"/>
                  </a:lnTo>
                  <a:lnTo>
                    <a:pt x="36036" y="16934"/>
                  </a:lnTo>
                  <a:cubicBezTo>
                    <a:pt x="36075" y="16856"/>
                    <a:pt x="36154" y="16768"/>
                    <a:pt x="36242" y="16729"/>
                  </a:cubicBezTo>
                  <a:cubicBezTo>
                    <a:pt x="36242" y="16689"/>
                    <a:pt x="36281" y="16689"/>
                    <a:pt x="36281" y="16650"/>
                  </a:cubicBezTo>
                  <a:cubicBezTo>
                    <a:pt x="36320" y="16650"/>
                    <a:pt x="36359" y="16611"/>
                    <a:pt x="36398" y="16562"/>
                  </a:cubicBezTo>
                  <a:lnTo>
                    <a:pt x="36769" y="11071"/>
                  </a:lnTo>
                  <a:cubicBezTo>
                    <a:pt x="36808" y="10377"/>
                    <a:pt x="36847" y="9644"/>
                    <a:pt x="36886" y="8912"/>
                  </a:cubicBezTo>
                  <a:lnTo>
                    <a:pt x="36886" y="8833"/>
                  </a:lnTo>
                  <a:cubicBezTo>
                    <a:pt x="36886" y="8706"/>
                    <a:pt x="36926" y="8628"/>
                    <a:pt x="36926" y="8501"/>
                  </a:cubicBezTo>
                  <a:lnTo>
                    <a:pt x="36926" y="8345"/>
                  </a:lnTo>
                  <a:lnTo>
                    <a:pt x="36926" y="8101"/>
                  </a:lnTo>
                  <a:lnTo>
                    <a:pt x="36926" y="7856"/>
                  </a:lnTo>
                  <a:lnTo>
                    <a:pt x="36926" y="7651"/>
                  </a:lnTo>
                  <a:cubicBezTo>
                    <a:pt x="36926" y="7573"/>
                    <a:pt x="36974" y="7485"/>
                    <a:pt x="36974" y="7407"/>
                  </a:cubicBezTo>
                  <a:lnTo>
                    <a:pt x="36974" y="7202"/>
                  </a:lnTo>
                  <a:lnTo>
                    <a:pt x="36974" y="6918"/>
                  </a:lnTo>
                  <a:lnTo>
                    <a:pt x="36974" y="6713"/>
                  </a:lnTo>
                  <a:lnTo>
                    <a:pt x="36974" y="6430"/>
                  </a:lnTo>
                  <a:lnTo>
                    <a:pt x="36974" y="6264"/>
                  </a:lnTo>
                  <a:lnTo>
                    <a:pt x="36974" y="5941"/>
                  </a:lnTo>
                  <a:cubicBezTo>
                    <a:pt x="36974" y="5902"/>
                    <a:pt x="36926" y="5814"/>
                    <a:pt x="36926" y="5775"/>
                  </a:cubicBezTo>
                  <a:lnTo>
                    <a:pt x="36926" y="5453"/>
                  </a:lnTo>
                  <a:lnTo>
                    <a:pt x="36926" y="5326"/>
                  </a:lnTo>
                  <a:lnTo>
                    <a:pt x="36926" y="4964"/>
                  </a:lnTo>
                  <a:cubicBezTo>
                    <a:pt x="36886" y="4925"/>
                    <a:pt x="36886" y="4886"/>
                    <a:pt x="36886" y="4837"/>
                  </a:cubicBezTo>
                  <a:lnTo>
                    <a:pt x="36886" y="4515"/>
                  </a:lnTo>
                  <a:cubicBezTo>
                    <a:pt x="36886" y="4475"/>
                    <a:pt x="36886" y="4397"/>
                    <a:pt x="36847" y="4348"/>
                  </a:cubicBezTo>
                  <a:lnTo>
                    <a:pt x="36847" y="4026"/>
                  </a:lnTo>
                  <a:cubicBezTo>
                    <a:pt x="36847" y="3987"/>
                    <a:pt x="36808" y="3948"/>
                    <a:pt x="36808" y="3909"/>
                  </a:cubicBezTo>
                  <a:lnTo>
                    <a:pt x="36808" y="3704"/>
                  </a:lnTo>
                  <a:lnTo>
                    <a:pt x="253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79" name="Google Shape;3779;p60"/>
            <p:cNvSpPr/>
            <p:nvPr/>
          </p:nvSpPr>
          <p:spPr>
            <a:xfrm>
              <a:off x="1280439" y="1591005"/>
              <a:ext cx="468527" cy="719278"/>
            </a:xfrm>
            <a:custGeom>
              <a:avLst/>
              <a:gdLst/>
              <a:ahLst/>
              <a:cxnLst/>
              <a:rect l="l" t="t" r="r" b="b"/>
              <a:pathLst>
                <a:path w="32168" h="49384" extrusionOk="0">
                  <a:moveTo>
                    <a:pt x="11726" y="0"/>
                  </a:moveTo>
                  <a:cubicBezTo>
                    <a:pt x="11609" y="323"/>
                    <a:pt x="11521" y="655"/>
                    <a:pt x="11404" y="977"/>
                  </a:cubicBezTo>
                  <a:cubicBezTo>
                    <a:pt x="11365" y="1104"/>
                    <a:pt x="11277" y="1261"/>
                    <a:pt x="11238" y="1427"/>
                  </a:cubicBezTo>
                  <a:cubicBezTo>
                    <a:pt x="11072" y="1915"/>
                    <a:pt x="10915" y="2404"/>
                    <a:pt x="10749" y="2892"/>
                  </a:cubicBezTo>
                  <a:cubicBezTo>
                    <a:pt x="10339" y="4075"/>
                    <a:pt x="9938" y="5257"/>
                    <a:pt x="9528" y="6430"/>
                  </a:cubicBezTo>
                  <a:cubicBezTo>
                    <a:pt x="8551" y="9566"/>
                    <a:pt x="7984" y="12947"/>
                    <a:pt x="7407" y="16250"/>
                  </a:cubicBezTo>
                  <a:cubicBezTo>
                    <a:pt x="7251" y="17178"/>
                    <a:pt x="7085" y="18155"/>
                    <a:pt x="6919" y="19093"/>
                  </a:cubicBezTo>
                  <a:lnTo>
                    <a:pt x="6919" y="19132"/>
                  </a:lnTo>
                  <a:cubicBezTo>
                    <a:pt x="7007" y="19259"/>
                    <a:pt x="7046" y="19376"/>
                    <a:pt x="7124" y="19504"/>
                  </a:cubicBezTo>
                  <a:cubicBezTo>
                    <a:pt x="7574" y="20354"/>
                    <a:pt x="8023" y="21253"/>
                    <a:pt x="7896" y="22269"/>
                  </a:cubicBezTo>
                  <a:cubicBezTo>
                    <a:pt x="7740" y="23451"/>
                    <a:pt x="6841" y="24350"/>
                    <a:pt x="6030" y="25122"/>
                  </a:cubicBezTo>
                  <a:cubicBezTo>
                    <a:pt x="4886" y="26265"/>
                    <a:pt x="3831" y="27487"/>
                    <a:pt x="3626" y="28952"/>
                  </a:cubicBezTo>
                  <a:cubicBezTo>
                    <a:pt x="3587" y="29519"/>
                    <a:pt x="3626" y="30125"/>
                    <a:pt x="3704" y="30740"/>
                  </a:cubicBezTo>
                  <a:cubicBezTo>
                    <a:pt x="3831" y="31718"/>
                    <a:pt x="3909" y="32656"/>
                    <a:pt x="3499" y="33594"/>
                  </a:cubicBezTo>
                  <a:cubicBezTo>
                    <a:pt x="3382" y="33877"/>
                    <a:pt x="3216" y="34121"/>
                    <a:pt x="3010" y="34366"/>
                  </a:cubicBezTo>
                  <a:cubicBezTo>
                    <a:pt x="2893" y="34571"/>
                    <a:pt x="2766" y="34766"/>
                    <a:pt x="2649" y="34971"/>
                  </a:cubicBezTo>
                  <a:cubicBezTo>
                    <a:pt x="2444" y="35382"/>
                    <a:pt x="2326" y="35792"/>
                    <a:pt x="2238" y="36232"/>
                  </a:cubicBezTo>
                  <a:lnTo>
                    <a:pt x="1" y="45114"/>
                  </a:lnTo>
                  <a:cubicBezTo>
                    <a:pt x="1" y="45114"/>
                    <a:pt x="1" y="45153"/>
                    <a:pt x="40" y="45153"/>
                  </a:cubicBezTo>
                  <a:cubicBezTo>
                    <a:pt x="79" y="45153"/>
                    <a:pt x="79" y="45153"/>
                    <a:pt x="128" y="45192"/>
                  </a:cubicBezTo>
                  <a:cubicBezTo>
                    <a:pt x="206" y="45192"/>
                    <a:pt x="245" y="45231"/>
                    <a:pt x="284" y="45231"/>
                  </a:cubicBezTo>
                  <a:cubicBezTo>
                    <a:pt x="323" y="45231"/>
                    <a:pt x="372" y="45270"/>
                    <a:pt x="411" y="45270"/>
                  </a:cubicBezTo>
                  <a:cubicBezTo>
                    <a:pt x="450" y="45270"/>
                    <a:pt x="528" y="45319"/>
                    <a:pt x="568" y="45319"/>
                  </a:cubicBezTo>
                  <a:cubicBezTo>
                    <a:pt x="616" y="45319"/>
                    <a:pt x="655" y="45358"/>
                    <a:pt x="695" y="45358"/>
                  </a:cubicBezTo>
                  <a:cubicBezTo>
                    <a:pt x="734" y="45358"/>
                    <a:pt x="812" y="45358"/>
                    <a:pt x="861" y="45397"/>
                  </a:cubicBezTo>
                  <a:lnTo>
                    <a:pt x="978" y="45397"/>
                  </a:lnTo>
                  <a:cubicBezTo>
                    <a:pt x="1017" y="45436"/>
                    <a:pt x="1105" y="45436"/>
                    <a:pt x="1183" y="45436"/>
                  </a:cubicBezTo>
                  <a:cubicBezTo>
                    <a:pt x="1183" y="45436"/>
                    <a:pt x="1222" y="45475"/>
                    <a:pt x="1261" y="45475"/>
                  </a:cubicBezTo>
                  <a:cubicBezTo>
                    <a:pt x="1349" y="45475"/>
                    <a:pt x="1427" y="45475"/>
                    <a:pt x="1506" y="45515"/>
                  </a:cubicBezTo>
                  <a:lnTo>
                    <a:pt x="1545" y="45515"/>
                  </a:lnTo>
                  <a:cubicBezTo>
                    <a:pt x="1633" y="45515"/>
                    <a:pt x="1750" y="45563"/>
                    <a:pt x="1838" y="45563"/>
                  </a:cubicBezTo>
                  <a:lnTo>
                    <a:pt x="1877" y="45563"/>
                  </a:lnTo>
                  <a:cubicBezTo>
                    <a:pt x="1955" y="45563"/>
                    <a:pt x="2082" y="45602"/>
                    <a:pt x="2199" y="45602"/>
                  </a:cubicBezTo>
                  <a:lnTo>
                    <a:pt x="30614" y="49384"/>
                  </a:lnTo>
                  <a:cubicBezTo>
                    <a:pt x="30819" y="47518"/>
                    <a:pt x="31024" y="45602"/>
                    <a:pt x="31230" y="43726"/>
                  </a:cubicBezTo>
                  <a:cubicBezTo>
                    <a:pt x="31435" y="41606"/>
                    <a:pt x="31679" y="39456"/>
                    <a:pt x="31884" y="37258"/>
                  </a:cubicBezTo>
                  <a:lnTo>
                    <a:pt x="31884" y="37014"/>
                  </a:lnTo>
                  <a:cubicBezTo>
                    <a:pt x="31923" y="36681"/>
                    <a:pt x="31963" y="36320"/>
                    <a:pt x="31963" y="35988"/>
                  </a:cubicBezTo>
                  <a:cubicBezTo>
                    <a:pt x="32002" y="35870"/>
                    <a:pt x="32002" y="35704"/>
                    <a:pt x="32002" y="35548"/>
                  </a:cubicBezTo>
                  <a:cubicBezTo>
                    <a:pt x="32041" y="35304"/>
                    <a:pt x="32041" y="35010"/>
                    <a:pt x="32080" y="34727"/>
                  </a:cubicBezTo>
                  <a:cubicBezTo>
                    <a:pt x="32080" y="34522"/>
                    <a:pt x="32080" y="34366"/>
                    <a:pt x="32129" y="34199"/>
                  </a:cubicBezTo>
                  <a:cubicBezTo>
                    <a:pt x="32129" y="33994"/>
                    <a:pt x="32129" y="33789"/>
                    <a:pt x="32168" y="33594"/>
                  </a:cubicBezTo>
                  <a:lnTo>
                    <a:pt x="32168" y="33594"/>
                  </a:lnTo>
                  <a:cubicBezTo>
                    <a:pt x="31796" y="33633"/>
                    <a:pt x="31474" y="33711"/>
                    <a:pt x="31103" y="33838"/>
                  </a:cubicBezTo>
                  <a:lnTo>
                    <a:pt x="31064" y="33838"/>
                  </a:lnTo>
                  <a:cubicBezTo>
                    <a:pt x="31024" y="33838"/>
                    <a:pt x="30985" y="33877"/>
                    <a:pt x="30946" y="33877"/>
                  </a:cubicBezTo>
                  <a:cubicBezTo>
                    <a:pt x="30819" y="33916"/>
                    <a:pt x="30702" y="33955"/>
                    <a:pt x="30575" y="33994"/>
                  </a:cubicBezTo>
                  <a:cubicBezTo>
                    <a:pt x="30331" y="34082"/>
                    <a:pt x="30086" y="34160"/>
                    <a:pt x="29842" y="34199"/>
                  </a:cubicBezTo>
                  <a:lnTo>
                    <a:pt x="29842" y="34239"/>
                  </a:lnTo>
                  <a:cubicBezTo>
                    <a:pt x="29764" y="34239"/>
                    <a:pt x="29686" y="34278"/>
                    <a:pt x="29598" y="34278"/>
                  </a:cubicBezTo>
                  <a:cubicBezTo>
                    <a:pt x="29520" y="34326"/>
                    <a:pt x="29442" y="34326"/>
                    <a:pt x="29393" y="34326"/>
                  </a:cubicBezTo>
                  <a:cubicBezTo>
                    <a:pt x="29354" y="34326"/>
                    <a:pt x="29315" y="34326"/>
                    <a:pt x="29315" y="34366"/>
                  </a:cubicBezTo>
                  <a:lnTo>
                    <a:pt x="29109" y="34366"/>
                  </a:lnTo>
                  <a:cubicBezTo>
                    <a:pt x="29070" y="34366"/>
                    <a:pt x="29070" y="34405"/>
                    <a:pt x="29031" y="34405"/>
                  </a:cubicBezTo>
                  <a:lnTo>
                    <a:pt x="28582" y="34405"/>
                  </a:lnTo>
                  <a:cubicBezTo>
                    <a:pt x="28337" y="34405"/>
                    <a:pt x="28132" y="34405"/>
                    <a:pt x="27888" y="34326"/>
                  </a:cubicBezTo>
                  <a:cubicBezTo>
                    <a:pt x="27526" y="34239"/>
                    <a:pt x="27243" y="33994"/>
                    <a:pt x="26999" y="33750"/>
                  </a:cubicBezTo>
                  <a:cubicBezTo>
                    <a:pt x="26794" y="33545"/>
                    <a:pt x="26588" y="33388"/>
                    <a:pt x="26344" y="33300"/>
                  </a:cubicBezTo>
                  <a:cubicBezTo>
                    <a:pt x="25973" y="33144"/>
                    <a:pt x="25611" y="33105"/>
                    <a:pt x="25201" y="33056"/>
                  </a:cubicBezTo>
                  <a:cubicBezTo>
                    <a:pt x="24556" y="33017"/>
                    <a:pt x="23901" y="32939"/>
                    <a:pt x="23286" y="32411"/>
                  </a:cubicBezTo>
                  <a:cubicBezTo>
                    <a:pt x="22064" y="31346"/>
                    <a:pt x="21781" y="29881"/>
                    <a:pt x="21537" y="28415"/>
                  </a:cubicBezTo>
                  <a:cubicBezTo>
                    <a:pt x="21214" y="26549"/>
                    <a:pt x="20892" y="24917"/>
                    <a:pt x="18527" y="24594"/>
                  </a:cubicBezTo>
                  <a:lnTo>
                    <a:pt x="18322" y="24555"/>
                  </a:lnTo>
                  <a:lnTo>
                    <a:pt x="18322" y="24389"/>
                  </a:lnTo>
                  <a:cubicBezTo>
                    <a:pt x="18117" y="22601"/>
                    <a:pt x="18937" y="21536"/>
                    <a:pt x="19788" y="20520"/>
                  </a:cubicBezTo>
                  <a:cubicBezTo>
                    <a:pt x="20354" y="19787"/>
                    <a:pt x="20931" y="19054"/>
                    <a:pt x="21048" y="18155"/>
                  </a:cubicBezTo>
                  <a:cubicBezTo>
                    <a:pt x="17960" y="16005"/>
                    <a:pt x="15430" y="12703"/>
                    <a:pt x="13075" y="7700"/>
                  </a:cubicBezTo>
                  <a:lnTo>
                    <a:pt x="12987" y="7495"/>
                  </a:lnTo>
                  <a:lnTo>
                    <a:pt x="13192" y="7368"/>
                  </a:lnTo>
                  <a:cubicBezTo>
                    <a:pt x="13925" y="7006"/>
                    <a:pt x="13759" y="5941"/>
                    <a:pt x="13641" y="4886"/>
                  </a:cubicBezTo>
                  <a:cubicBezTo>
                    <a:pt x="13563" y="4319"/>
                    <a:pt x="13514" y="3791"/>
                    <a:pt x="13563" y="3342"/>
                  </a:cubicBezTo>
                  <a:cubicBezTo>
                    <a:pt x="13563" y="3303"/>
                    <a:pt x="13563" y="3303"/>
                    <a:pt x="13602" y="3254"/>
                  </a:cubicBezTo>
                  <a:lnTo>
                    <a:pt x="13602" y="3215"/>
                  </a:lnTo>
                  <a:lnTo>
                    <a:pt x="13602" y="3137"/>
                  </a:lnTo>
                  <a:lnTo>
                    <a:pt x="13602" y="3098"/>
                  </a:lnTo>
                  <a:lnTo>
                    <a:pt x="13602" y="3059"/>
                  </a:lnTo>
                  <a:cubicBezTo>
                    <a:pt x="13602" y="3010"/>
                    <a:pt x="13641" y="2971"/>
                    <a:pt x="13641" y="2971"/>
                  </a:cubicBezTo>
                  <a:lnTo>
                    <a:pt x="13641" y="2892"/>
                  </a:lnTo>
                  <a:lnTo>
                    <a:pt x="13641" y="2814"/>
                  </a:lnTo>
                  <a:cubicBezTo>
                    <a:pt x="13641" y="2814"/>
                    <a:pt x="13641" y="2765"/>
                    <a:pt x="13681" y="2765"/>
                  </a:cubicBezTo>
                  <a:lnTo>
                    <a:pt x="13681" y="2687"/>
                  </a:lnTo>
                  <a:lnTo>
                    <a:pt x="13681" y="2609"/>
                  </a:lnTo>
                  <a:cubicBezTo>
                    <a:pt x="13681" y="2570"/>
                    <a:pt x="13720" y="2521"/>
                    <a:pt x="13720" y="2482"/>
                  </a:cubicBezTo>
                  <a:lnTo>
                    <a:pt x="13720" y="2404"/>
                  </a:lnTo>
                  <a:cubicBezTo>
                    <a:pt x="13720" y="2404"/>
                    <a:pt x="13720" y="2365"/>
                    <a:pt x="13759" y="2326"/>
                  </a:cubicBezTo>
                  <a:lnTo>
                    <a:pt x="13759" y="2238"/>
                  </a:lnTo>
                  <a:cubicBezTo>
                    <a:pt x="13759" y="2199"/>
                    <a:pt x="13759" y="2160"/>
                    <a:pt x="13808" y="2120"/>
                  </a:cubicBezTo>
                  <a:lnTo>
                    <a:pt x="13808" y="2033"/>
                  </a:lnTo>
                  <a:cubicBezTo>
                    <a:pt x="13808" y="1993"/>
                    <a:pt x="13847" y="1954"/>
                    <a:pt x="13847" y="1915"/>
                  </a:cubicBezTo>
                  <a:lnTo>
                    <a:pt x="13847" y="1837"/>
                  </a:lnTo>
                  <a:cubicBezTo>
                    <a:pt x="13886" y="1788"/>
                    <a:pt x="13886" y="1749"/>
                    <a:pt x="13886" y="1710"/>
                  </a:cubicBezTo>
                  <a:cubicBezTo>
                    <a:pt x="13886" y="1671"/>
                    <a:pt x="13886" y="1671"/>
                    <a:pt x="13925" y="1632"/>
                  </a:cubicBezTo>
                  <a:lnTo>
                    <a:pt x="13925" y="1505"/>
                  </a:lnTo>
                  <a:cubicBezTo>
                    <a:pt x="13925" y="1466"/>
                    <a:pt x="13964" y="1427"/>
                    <a:pt x="13964" y="1388"/>
                  </a:cubicBezTo>
                  <a:cubicBezTo>
                    <a:pt x="13964" y="1349"/>
                    <a:pt x="13964" y="1300"/>
                    <a:pt x="14003" y="1261"/>
                  </a:cubicBezTo>
                  <a:lnTo>
                    <a:pt x="14003" y="1182"/>
                  </a:lnTo>
                  <a:cubicBezTo>
                    <a:pt x="14052" y="1104"/>
                    <a:pt x="14091" y="1016"/>
                    <a:pt x="14091" y="938"/>
                  </a:cubicBezTo>
                  <a:cubicBezTo>
                    <a:pt x="14091" y="899"/>
                    <a:pt x="14130" y="860"/>
                    <a:pt x="14130" y="860"/>
                  </a:cubicBezTo>
                  <a:cubicBezTo>
                    <a:pt x="14130" y="811"/>
                    <a:pt x="14169" y="772"/>
                    <a:pt x="14169" y="694"/>
                  </a:cubicBezTo>
                  <a:cubicBezTo>
                    <a:pt x="14169" y="694"/>
                    <a:pt x="14169" y="655"/>
                    <a:pt x="14208" y="616"/>
                  </a:cubicBezTo>
                  <a:cubicBezTo>
                    <a:pt x="13319" y="411"/>
                    <a:pt x="12498" y="205"/>
                    <a:pt x="1172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0" name="Google Shape;3780;p60"/>
            <p:cNvSpPr/>
            <p:nvPr/>
          </p:nvSpPr>
          <p:spPr>
            <a:xfrm>
              <a:off x="1381199" y="1827672"/>
              <a:ext cx="7137" cy="41437"/>
            </a:xfrm>
            <a:custGeom>
              <a:avLst/>
              <a:gdLst/>
              <a:ahLst/>
              <a:cxnLst/>
              <a:rect l="l" t="t" r="r" b="b"/>
              <a:pathLst>
                <a:path w="490" h="2845" extrusionOk="0">
                  <a:moveTo>
                    <a:pt x="1" y="2844"/>
                  </a:moveTo>
                  <a:cubicBezTo>
                    <a:pt x="167" y="1906"/>
                    <a:pt x="333" y="929"/>
                    <a:pt x="489" y="1"/>
                  </a:cubicBezTo>
                  <a:cubicBezTo>
                    <a:pt x="333" y="929"/>
                    <a:pt x="167" y="1906"/>
                    <a:pt x="1" y="28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1" name="Google Shape;3781;p60"/>
            <p:cNvSpPr/>
            <p:nvPr/>
          </p:nvSpPr>
          <p:spPr>
            <a:xfrm>
              <a:off x="1444106" y="1605235"/>
              <a:ext cx="2432" cy="6554"/>
            </a:xfrm>
            <a:custGeom>
              <a:avLst/>
              <a:gdLst/>
              <a:ahLst/>
              <a:cxnLst/>
              <a:rect l="l" t="t" r="r" b="b"/>
              <a:pathLst>
                <a:path w="167" h="450" extrusionOk="0">
                  <a:moveTo>
                    <a:pt x="1" y="450"/>
                  </a:moveTo>
                  <a:cubicBezTo>
                    <a:pt x="40" y="284"/>
                    <a:pt x="128" y="127"/>
                    <a:pt x="167" y="0"/>
                  </a:cubicBezTo>
                  <a:cubicBezTo>
                    <a:pt x="128" y="127"/>
                    <a:pt x="40" y="284"/>
                    <a:pt x="1" y="45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2" name="Google Shape;3782;p60"/>
            <p:cNvSpPr/>
            <p:nvPr/>
          </p:nvSpPr>
          <p:spPr>
            <a:xfrm>
              <a:off x="1481538" y="1618897"/>
              <a:ext cx="583" cy="1719"/>
            </a:xfrm>
            <a:custGeom>
              <a:avLst/>
              <a:gdLst/>
              <a:ahLst/>
              <a:cxnLst/>
              <a:rect l="l" t="t" r="r" b="b"/>
              <a:pathLst>
                <a:path w="40" h="118" extrusionOk="0">
                  <a:moveTo>
                    <a:pt x="40" y="0"/>
                  </a:moveTo>
                  <a:cubicBezTo>
                    <a:pt x="40" y="39"/>
                    <a:pt x="1" y="78"/>
                    <a:pt x="1" y="118"/>
                  </a:cubicBezTo>
                  <a:cubicBezTo>
                    <a:pt x="1" y="78"/>
                    <a:pt x="40" y="39"/>
                    <a:pt x="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3" name="Google Shape;3783;p60"/>
            <p:cNvSpPr/>
            <p:nvPr/>
          </p:nvSpPr>
          <p:spPr>
            <a:xfrm>
              <a:off x="1479688" y="1630141"/>
              <a:ext cx="15" cy="1151"/>
            </a:xfrm>
            <a:custGeom>
              <a:avLst/>
              <a:gdLst/>
              <a:ahLst/>
              <a:cxnLst/>
              <a:rect l="l" t="t" r="r" b="b"/>
              <a:pathLst>
                <a:path w="1" h="79" extrusionOk="0">
                  <a:moveTo>
                    <a:pt x="1" y="0"/>
                  </a:moveTo>
                  <a:lnTo>
                    <a:pt x="1" y="7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4" name="Google Shape;3784;p60"/>
            <p:cNvSpPr/>
            <p:nvPr/>
          </p:nvSpPr>
          <p:spPr>
            <a:xfrm>
              <a:off x="1707397" y="2090964"/>
              <a:ext cx="1151" cy="583"/>
            </a:xfrm>
            <a:custGeom>
              <a:avLst/>
              <a:gdLst/>
              <a:ahLst/>
              <a:cxnLst/>
              <a:rect l="l" t="t" r="r" b="b"/>
              <a:pathLst>
                <a:path w="79" h="40" extrusionOk="0">
                  <a:moveTo>
                    <a:pt x="1" y="40"/>
                  </a:moveTo>
                  <a:cubicBezTo>
                    <a:pt x="1" y="0"/>
                    <a:pt x="40" y="0"/>
                    <a:pt x="79" y="0"/>
                  </a:cubicBezTo>
                  <a:cubicBezTo>
                    <a:pt x="40" y="0"/>
                    <a:pt x="1" y="0"/>
                    <a:pt x="1" y="4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5" name="Google Shape;3785;p60"/>
            <p:cNvSpPr/>
            <p:nvPr/>
          </p:nvSpPr>
          <p:spPr>
            <a:xfrm>
              <a:off x="1703275" y="2091532"/>
              <a:ext cx="1151" cy="583"/>
            </a:xfrm>
            <a:custGeom>
              <a:avLst/>
              <a:gdLst/>
              <a:ahLst/>
              <a:cxnLst/>
              <a:rect l="l" t="t" r="r" b="b"/>
              <a:pathLst>
                <a:path w="79" h="40" extrusionOk="0">
                  <a:moveTo>
                    <a:pt x="0" y="40"/>
                  </a:moveTo>
                  <a:cubicBezTo>
                    <a:pt x="39" y="40"/>
                    <a:pt x="39" y="1"/>
                    <a:pt x="78" y="1"/>
                  </a:cubicBezTo>
                  <a:cubicBezTo>
                    <a:pt x="39" y="1"/>
                    <a:pt x="39" y="40"/>
                    <a:pt x="0" y="4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6" name="Google Shape;3786;p60"/>
            <p:cNvSpPr/>
            <p:nvPr/>
          </p:nvSpPr>
          <p:spPr>
            <a:xfrm>
              <a:off x="1482106" y="1615911"/>
              <a:ext cx="583" cy="1864"/>
            </a:xfrm>
            <a:custGeom>
              <a:avLst/>
              <a:gdLst/>
              <a:ahLst/>
              <a:cxnLst/>
              <a:rect l="l" t="t" r="r" b="b"/>
              <a:pathLst>
                <a:path w="40" h="128" extrusionOk="0">
                  <a:moveTo>
                    <a:pt x="40" y="0"/>
                  </a:moveTo>
                  <a:cubicBezTo>
                    <a:pt x="40" y="39"/>
                    <a:pt x="40" y="78"/>
                    <a:pt x="1" y="127"/>
                  </a:cubicBezTo>
                  <a:cubicBezTo>
                    <a:pt x="40" y="78"/>
                    <a:pt x="40" y="39"/>
                    <a:pt x="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7" name="Google Shape;3787;p60"/>
            <p:cNvSpPr/>
            <p:nvPr/>
          </p:nvSpPr>
          <p:spPr>
            <a:xfrm>
              <a:off x="1699707" y="2092100"/>
              <a:ext cx="1165" cy="15"/>
            </a:xfrm>
            <a:custGeom>
              <a:avLst/>
              <a:gdLst/>
              <a:ahLst/>
              <a:cxnLst/>
              <a:rect l="l" t="t" r="r" b="b"/>
              <a:pathLst>
                <a:path w="80" h="1" extrusionOk="0">
                  <a:moveTo>
                    <a:pt x="1" y="1"/>
                  </a:moveTo>
                  <a:lnTo>
                    <a:pt x="7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8" name="Google Shape;3788;p60"/>
            <p:cNvSpPr/>
            <p:nvPr/>
          </p:nvSpPr>
          <p:spPr>
            <a:xfrm>
              <a:off x="1686627" y="2090964"/>
              <a:ext cx="10676" cy="1151"/>
            </a:xfrm>
            <a:custGeom>
              <a:avLst/>
              <a:gdLst/>
              <a:ahLst/>
              <a:cxnLst/>
              <a:rect l="l" t="t" r="r" b="b"/>
              <a:pathLst>
                <a:path w="733" h="79" extrusionOk="0">
                  <a:moveTo>
                    <a:pt x="0" y="1"/>
                  </a:moveTo>
                  <a:lnTo>
                    <a:pt x="0" y="1"/>
                  </a:lnTo>
                  <a:cubicBezTo>
                    <a:pt x="244" y="79"/>
                    <a:pt x="449" y="79"/>
                    <a:pt x="694" y="79"/>
                  </a:cubicBezTo>
                  <a:lnTo>
                    <a:pt x="733" y="79"/>
                  </a:lnTo>
                  <a:cubicBezTo>
                    <a:pt x="489" y="79"/>
                    <a:pt x="244" y="79"/>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89" name="Google Shape;3789;p60"/>
            <p:cNvSpPr/>
            <p:nvPr/>
          </p:nvSpPr>
          <p:spPr>
            <a:xfrm>
              <a:off x="1483242" y="1612911"/>
              <a:ext cx="15" cy="1864"/>
            </a:xfrm>
            <a:custGeom>
              <a:avLst/>
              <a:gdLst/>
              <a:ahLst/>
              <a:cxnLst/>
              <a:rect l="l" t="t" r="r" b="b"/>
              <a:pathLst>
                <a:path w="1" h="128" extrusionOk="0">
                  <a:moveTo>
                    <a:pt x="1" y="1"/>
                  </a:moveTo>
                  <a:lnTo>
                    <a:pt x="1" y="12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0" name="Google Shape;3790;p60"/>
            <p:cNvSpPr/>
            <p:nvPr/>
          </p:nvSpPr>
          <p:spPr>
            <a:xfrm>
              <a:off x="1733439" y="2080287"/>
              <a:ext cx="15526" cy="3568"/>
            </a:xfrm>
            <a:custGeom>
              <a:avLst/>
              <a:gdLst/>
              <a:ahLst/>
              <a:cxnLst/>
              <a:rect l="l" t="t" r="r" b="b"/>
              <a:pathLst>
                <a:path w="1066" h="245" extrusionOk="0">
                  <a:moveTo>
                    <a:pt x="1066" y="1"/>
                  </a:moveTo>
                  <a:cubicBezTo>
                    <a:pt x="694" y="40"/>
                    <a:pt x="372" y="118"/>
                    <a:pt x="1" y="245"/>
                  </a:cubicBezTo>
                  <a:cubicBezTo>
                    <a:pt x="372" y="118"/>
                    <a:pt x="694" y="40"/>
                    <a:pt x="106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1" name="Google Shape;3791;p60"/>
            <p:cNvSpPr/>
            <p:nvPr/>
          </p:nvSpPr>
          <p:spPr>
            <a:xfrm>
              <a:off x="1731167" y="2083841"/>
              <a:ext cx="1719" cy="583"/>
            </a:xfrm>
            <a:custGeom>
              <a:avLst/>
              <a:gdLst/>
              <a:ahLst/>
              <a:cxnLst/>
              <a:rect l="l" t="t" r="r" b="b"/>
              <a:pathLst>
                <a:path w="118" h="40" extrusionOk="0">
                  <a:moveTo>
                    <a:pt x="0" y="40"/>
                  </a:moveTo>
                  <a:cubicBezTo>
                    <a:pt x="39" y="40"/>
                    <a:pt x="78" y="1"/>
                    <a:pt x="118" y="1"/>
                  </a:cubicBezTo>
                  <a:cubicBezTo>
                    <a:pt x="78" y="1"/>
                    <a:pt x="39" y="40"/>
                    <a:pt x="0" y="4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2" name="Google Shape;3792;p60"/>
            <p:cNvSpPr/>
            <p:nvPr/>
          </p:nvSpPr>
          <p:spPr>
            <a:xfrm>
              <a:off x="1711519" y="2090250"/>
              <a:ext cx="15" cy="15"/>
            </a:xfrm>
            <a:custGeom>
              <a:avLst/>
              <a:gdLst/>
              <a:ahLst/>
              <a:cxnLst/>
              <a:rect l="l" t="t" r="r" b="b"/>
              <a:pathLst>
                <a:path w="1" h="1" extrusionOk="0">
                  <a:moveTo>
                    <a:pt x="1" y="1"/>
                  </a:move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3" name="Google Shape;3793;p60"/>
            <p:cNvSpPr/>
            <p:nvPr/>
          </p:nvSpPr>
          <p:spPr>
            <a:xfrm>
              <a:off x="1479120" y="1631991"/>
              <a:ext cx="15" cy="1151"/>
            </a:xfrm>
            <a:custGeom>
              <a:avLst/>
              <a:gdLst/>
              <a:ahLst/>
              <a:cxnLst/>
              <a:rect l="l" t="t" r="r" b="b"/>
              <a:pathLst>
                <a:path w="1" h="79" extrusionOk="0">
                  <a:moveTo>
                    <a:pt x="0" y="0"/>
                  </a:moveTo>
                  <a:lnTo>
                    <a:pt x="0" y="7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4" name="Google Shape;3794;p60"/>
            <p:cNvSpPr/>
            <p:nvPr/>
          </p:nvSpPr>
          <p:spPr>
            <a:xfrm>
              <a:off x="1480824" y="1621883"/>
              <a:ext cx="728" cy="1719"/>
            </a:xfrm>
            <a:custGeom>
              <a:avLst/>
              <a:gdLst/>
              <a:ahLst/>
              <a:cxnLst/>
              <a:rect l="l" t="t" r="r" b="b"/>
              <a:pathLst>
                <a:path w="50" h="118" extrusionOk="0">
                  <a:moveTo>
                    <a:pt x="50" y="0"/>
                  </a:moveTo>
                  <a:cubicBezTo>
                    <a:pt x="1" y="40"/>
                    <a:pt x="1" y="79"/>
                    <a:pt x="1" y="118"/>
                  </a:cubicBezTo>
                  <a:cubicBezTo>
                    <a:pt x="1" y="79"/>
                    <a:pt x="1" y="40"/>
                    <a:pt x="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5" name="Google Shape;3795;p60"/>
            <p:cNvSpPr/>
            <p:nvPr/>
          </p:nvSpPr>
          <p:spPr>
            <a:xfrm>
              <a:off x="1478552" y="1637817"/>
              <a:ext cx="15" cy="583"/>
            </a:xfrm>
            <a:custGeom>
              <a:avLst/>
              <a:gdLst/>
              <a:ahLst/>
              <a:cxnLst/>
              <a:rect l="l" t="t" r="r" b="b"/>
              <a:pathLst>
                <a:path w="1" h="40" extrusionOk="0">
                  <a:moveTo>
                    <a:pt x="0" y="1"/>
                  </a:moveTo>
                  <a:lnTo>
                    <a:pt x="0" y="4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6" name="Google Shape;3796;p60"/>
            <p:cNvSpPr/>
            <p:nvPr/>
          </p:nvSpPr>
          <p:spPr>
            <a:xfrm>
              <a:off x="1480256" y="1624869"/>
              <a:ext cx="583" cy="1151"/>
            </a:xfrm>
            <a:custGeom>
              <a:avLst/>
              <a:gdLst/>
              <a:ahLst/>
              <a:cxnLst/>
              <a:rect l="l" t="t" r="r" b="b"/>
              <a:pathLst>
                <a:path w="40" h="79" extrusionOk="0">
                  <a:moveTo>
                    <a:pt x="40" y="1"/>
                  </a:moveTo>
                  <a:cubicBezTo>
                    <a:pt x="1" y="40"/>
                    <a:pt x="1" y="79"/>
                    <a:pt x="1" y="79"/>
                  </a:cubicBezTo>
                  <a:cubicBezTo>
                    <a:pt x="1" y="79"/>
                    <a:pt x="1" y="40"/>
                    <a:pt x="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7" name="Google Shape;3797;p60"/>
            <p:cNvSpPr/>
            <p:nvPr/>
          </p:nvSpPr>
          <p:spPr>
            <a:xfrm>
              <a:off x="1486242" y="1601099"/>
              <a:ext cx="583" cy="2447"/>
            </a:xfrm>
            <a:custGeom>
              <a:avLst/>
              <a:gdLst/>
              <a:ahLst/>
              <a:cxnLst/>
              <a:rect l="l" t="t" r="r" b="b"/>
              <a:pathLst>
                <a:path w="40" h="168" extrusionOk="0">
                  <a:moveTo>
                    <a:pt x="39" y="1"/>
                  </a:moveTo>
                  <a:cubicBezTo>
                    <a:pt x="39" y="79"/>
                    <a:pt x="0" y="118"/>
                    <a:pt x="0" y="167"/>
                  </a:cubicBezTo>
                  <a:cubicBezTo>
                    <a:pt x="0" y="118"/>
                    <a:pt x="39" y="79"/>
                    <a:pt x="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8" name="Google Shape;3798;p60"/>
            <p:cNvSpPr/>
            <p:nvPr/>
          </p:nvSpPr>
          <p:spPr>
            <a:xfrm>
              <a:off x="1483810" y="1609357"/>
              <a:ext cx="583" cy="1864"/>
            </a:xfrm>
            <a:custGeom>
              <a:avLst/>
              <a:gdLst/>
              <a:ahLst/>
              <a:cxnLst/>
              <a:rect l="l" t="t" r="r" b="b"/>
              <a:pathLst>
                <a:path w="40" h="128" extrusionOk="0">
                  <a:moveTo>
                    <a:pt x="40" y="1"/>
                  </a:moveTo>
                  <a:cubicBezTo>
                    <a:pt x="1" y="40"/>
                    <a:pt x="1" y="89"/>
                    <a:pt x="1" y="128"/>
                  </a:cubicBezTo>
                  <a:cubicBezTo>
                    <a:pt x="1" y="89"/>
                    <a:pt x="1" y="40"/>
                    <a:pt x="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99" name="Google Shape;3799;p60"/>
            <p:cNvSpPr/>
            <p:nvPr/>
          </p:nvSpPr>
          <p:spPr>
            <a:xfrm>
              <a:off x="1478552" y="1636113"/>
              <a:ext cx="15" cy="583"/>
            </a:xfrm>
            <a:custGeom>
              <a:avLst/>
              <a:gdLst/>
              <a:ahLst/>
              <a:cxnLst/>
              <a:rect l="l" t="t" r="r" b="b"/>
              <a:pathLst>
                <a:path w="1" h="40" extrusionOk="0">
                  <a:moveTo>
                    <a:pt x="0" y="1"/>
                  </a:moveTo>
                  <a:lnTo>
                    <a:pt x="0" y="4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0" name="Google Shape;3800;p60"/>
            <p:cNvSpPr/>
            <p:nvPr/>
          </p:nvSpPr>
          <p:spPr>
            <a:xfrm>
              <a:off x="1484378" y="1604667"/>
              <a:ext cx="1296" cy="3568"/>
            </a:xfrm>
            <a:custGeom>
              <a:avLst/>
              <a:gdLst/>
              <a:ahLst/>
              <a:cxnLst/>
              <a:rect l="l" t="t" r="r" b="b"/>
              <a:pathLst>
                <a:path w="89" h="245" extrusionOk="0">
                  <a:moveTo>
                    <a:pt x="89" y="0"/>
                  </a:moveTo>
                  <a:cubicBezTo>
                    <a:pt x="89" y="78"/>
                    <a:pt x="50" y="166"/>
                    <a:pt x="1" y="244"/>
                  </a:cubicBezTo>
                  <a:cubicBezTo>
                    <a:pt x="50" y="166"/>
                    <a:pt x="89" y="78"/>
                    <a:pt x="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1" name="Google Shape;3801;p60"/>
            <p:cNvSpPr/>
            <p:nvPr/>
          </p:nvSpPr>
          <p:spPr>
            <a:xfrm>
              <a:off x="1715087" y="2089114"/>
              <a:ext cx="15" cy="583"/>
            </a:xfrm>
            <a:custGeom>
              <a:avLst/>
              <a:gdLst/>
              <a:ahLst/>
              <a:cxnLst/>
              <a:rect l="l" t="t" r="r" b="b"/>
              <a:pathLst>
                <a:path w="1" h="40" extrusionOk="0">
                  <a:moveTo>
                    <a:pt x="0" y="40"/>
                  </a:move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2" name="Google Shape;3802;p60"/>
            <p:cNvSpPr/>
            <p:nvPr/>
          </p:nvSpPr>
          <p:spPr>
            <a:xfrm>
              <a:off x="1478552" y="1634263"/>
              <a:ext cx="583" cy="1296"/>
            </a:xfrm>
            <a:custGeom>
              <a:avLst/>
              <a:gdLst/>
              <a:ahLst/>
              <a:cxnLst/>
              <a:rect l="l" t="t" r="r" b="b"/>
              <a:pathLst>
                <a:path w="40" h="89" extrusionOk="0">
                  <a:moveTo>
                    <a:pt x="39" y="1"/>
                  </a:moveTo>
                  <a:cubicBezTo>
                    <a:pt x="39" y="1"/>
                    <a:pt x="0" y="40"/>
                    <a:pt x="0" y="89"/>
                  </a:cubicBezTo>
                  <a:cubicBezTo>
                    <a:pt x="0" y="40"/>
                    <a:pt x="39" y="1"/>
                    <a:pt x="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3" name="Google Shape;3803;p60"/>
            <p:cNvSpPr/>
            <p:nvPr/>
          </p:nvSpPr>
          <p:spPr>
            <a:xfrm>
              <a:off x="1479688" y="1627156"/>
              <a:ext cx="583" cy="1864"/>
            </a:xfrm>
            <a:custGeom>
              <a:avLst/>
              <a:gdLst/>
              <a:ahLst/>
              <a:cxnLst/>
              <a:rect l="l" t="t" r="r" b="b"/>
              <a:pathLst>
                <a:path w="40" h="128" extrusionOk="0">
                  <a:moveTo>
                    <a:pt x="40" y="0"/>
                  </a:moveTo>
                  <a:cubicBezTo>
                    <a:pt x="40" y="39"/>
                    <a:pt x="1" y="88"/>
                    <a:pt x="1" y="127"/>
                  </a:cubicBezTo>
                  <a:cubicBezTo>
                    <a:pt x="1" y="88"/>
                    <a:pt x="40" y="39"/>
                    <a:pt x="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4" name="Google Shape;3804;p60"/>
            <p:cNvSpPr/>
            <p:nvPr/>
          </p:nvSpPr>
          <p:spPr>
            <a:xfrm>
              <a:off x="1381199" y="1869663"/>
              <a:ext cx="3015" cy="5418"/>
            </a:xfrm>
            <a:custGeom>
              <a:avLst/>
              <a:gdLst/>
              <a:ahLst/>
              <a:cxnLst/>
              <a:rect l="l" t="t" r="r" b="b"/>
              <a:pathLst>
                <a:path w="207" h="372" extrusionOk="0">
                  <a:moveTo>
                    <a:pt x="1" y="0"/>
                  </a:moveTo>
                  <a:cubicBezTo>
                    <a:pt x="89" y="127"/>
                    <a:pt x="128" y="244"/>
                    <a:pt x="206" y="372"/>
                  </a:cubicBezTo>
                  <a:cubicBezTo>
                    <a:pt x="128" y="244"/>
                    <a:pt x="89" y="127"/>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5" name="Google Shape;3805;p60"/>
            <p:cNvSpPr/>
            <p:nvPr/>
          </p:nvSpPr>
          <p:spPr>
            <a:xfrm>
              <a:off x="1726332" y="2134222"/>
              <a:ext cx="18454" cy="176062"/>
            </a:xfrm>
            <a:custGeom>
              <a:avLst/>
              <a:gdLst/>
              <a:ahLst/>
              <a:cxnLst/>
              <a:rect l="l" t="t" r="r" b="b"/>
              <a:pathLst>
                <a:path w="1267" h="12088" extrusionOk="0">
                  <a:moveTo>
                    <a:pt x="1267" y="1"/>
                  </a:moveTo>
                  <a:cubicBezTo>
                    <a:pt x="1062" y="2186"/>
                    <a:pt x="819" y="4322"/>
                    <a:pt x="577" y="6430"/>
                  </a:cubicBezTo>
                  <a:cubicBezTo>
                    <a:pt x="410" y="8306"/>
                    <a:pt x="205" y="10222"/>
                    <a:pt x="0" y="12088"/>
                  </a:cubicBezTo>
                  <a:cubicBezTo>
                    <a:pt x="205" y="10222"/>
                    <a:pt x="410" y="8306"/>
                    <a:pt x="616" y="6430"/>
                  </a:cubicBezTo>
                  <a:cubicBezTo>
                    <a:pt x="820" y="4322"/>
                    <a:pt x="1062" y="2186"/>
                    <a:pt x="126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6" name="Google Shape;3806;p60"/>
            <p:cNvSpPr/>
            <p:nvPr/>
          </p:nvSpPr>
          <p:spPr>
            <a:xfrm>
              <a:off x="1746533" y="2096804"/>
              <a:ext cx="1151" cy="11958"/>
            </a:xfrm>
            <a:custGeom>
              <a:avLst/>
              <a:gdLst/>
              <a:ahLst/>
              <a:cxnLst/>
              <a:rect l="l" t="t" r="r" b="b"/>
              <a:pathLst>
                <a:path w="79" h="821" extrusionOk="0">
                  <a:moveTo>
                    <a:pt x="1" y="821"/>
                  </a:moveTo>
                  <a:cubicBezTo>
                    <a:pt x="40" y="577"/>
                    <a:pt x="40" y="283"/>
                    <a:pt x="79" y="0"/>
                  </a:cubicBezTo>
                  <a:cubicBezTo>
                    <a:pt x="40" y="283"/>
                    <a:pt x="40" y="577"/>
                    <a:pt x="1" y="82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7" name="Google Shape;3807;p60"/>
            <p:cNvSpPr/>
            <p:nvPr/>
          </p:nvSpPr>
          <p:spPr>
            <a:xfrm>
              <a:off x="1744829" y="2115156"/>
              <a:ext cx="1151" cy="14958"/>
            </a:xfrm>
            <a:custGeom>
              <a:avLst/>
              <a:gdLst/>
              <a:ahLst/>
              <a:cxnLst/>
              <a:rect l="l" t="t" r="r" b="b"/>
              <a:pathLst>
                <a:path w="79" h="1027" extrusionOk="0">
                  <a:moveTo>
                    <a:pt x="0" y="1027"/>
                  </a:moveTo>
                  <a:cubicBezTo>
                    <a:pt x="39" y="694"/>
                    <a:pt x="79" y="333"/>
                    <a:pt x="79" y="1"/>
                  </a:cubicBezTo>
                  <a:cubicBezTo>
                    <a:pt x="79" y="333"/>
                    <a:pt x="39" y="694"/>
                    <a:pt x="0" y="102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8" name="Google Shape;3808;p60"/>
            <p:cNvSpPr/>
            <p:nvPr/>
          </p:nvSpPr>
          <p:spPr>
            <a:xfrm>
              <a:off x="1748383" y="2080287"/>
              <a:ext cx="583" cy="8841"/>
            </a:xfrm>
            <a:custGeom>
              <a:avLst/>
              <a:gdLst/>
              <a:ahLst/>
              <a:cxnLst/>
              <a:rect l="l" t="t" r="r" b="b"/>
              <a:pathLst>
                <a:path w="40" h="607" extrusionOk="0">
                  <a:moveTo>
                    <a:pt x="40" y="1"/>
                  </a:moveTo>
                  <a:cubicBezTo>
                    <a:pt x="1" y="196"/>
                    <a:pt x="1" y="401"/>
                    <a:pt x="1" y="606"/>
                  </a:cubicBezTo>
                  <a:cubicBezTo>
                    <a:pt x="1" y="401"/>
                    <a:pt x="1" y="196"/>
                    <a:pt x="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09" name="Google Shape;3809;p60"/>
            <p:cNvSpPr/>
            <p:nvPr/>
          </p:nvSpPr>
          <p:spPr>
            <a:xfrm>
              <a:off x="1748951" y="2080287"/>
              <a:ext cx="15" cy="15"/>
            </a:xfrm>
            <a:custGeom>
              <a:avLst/>
              <a:gdLst/>
              <a:ahLst/>
              <a:cxnLst/>
              <a:rect l="l" t="t" r="r" b="b"/>
              <a:pathLst>
                <a:path w="1" h="1" extrusionOk="0">
                  <a:moveTo>
                    <a:pt x="1" y="1"/>
                  </a:moveTo>
                  <a:lnTo>
                    <a:pt x="1" y="1"/>
                  </a:ln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0" name="Google Shape;3810;p60"/>
            <p:cNvSpPr/>
            <p:nvPr/>
          </p:nvSpPr>
          <p:spPr>
            <a:xfrm>
              <a:off x="719992" y="2168522"/>
              <a:ext cx="689128" cy="1063842"/>
            </a:xfrm>
            <a:custGeom>
              <a:avLst/>
              <a:gdLst/>
              <a:ahLst/>
              <a:cxnLst/>
              <a:rect l="l" t="t" r="r" b="b"/>
              <a:pathLst>
                <a:path w="47314" h="73041" extrusionOk="0">
                  <a:moveTo>
                    <a:pt x="4241" y="1"/>
                  </a:moveTo>
                  <a:cubicBezTo>
                    <a:pt x="3870" y="489"/>
                    <a:pt x="3430" y="978"/>
                    <a:pt x="3059" y="1466"/>
                  </a:cubicBezTo>
                  <a:cubicBezTo>
                    <a:pt x="2492" y="2121"/>
                    <a:pt x="1916" y="2776"/>
                    <a:pt x="1427" y="3509"/>
                  </a:cubicBezTo>
                  <a:cubicBezTo>
                    <a:pt x="743" y="4564"/>
                    <a:pt x="1" y="6762"/>
                    <a:pt x="499" y="7661"/>
                  </a:cubicBezTo>
                  <a:cubicBezTo>
                    <a:pt x="694" y="8023"/>
                    <a:pt x="988" y="8189"/>
                    <a:pt x="1310" y="8355"/>
                  </a:cubicBezTo>
                  <a:cubicBezTo>
                    <a:pt x="1720" y="8599"/>
                    <a:pt x="2121" y="8795"/>
                    <a:pt x="2453" y="9410"/>
                  </a:cubicBezTo>
                  <a:cubicBezTo>
                    <a:pt x="3225" y="10915"/>
                    <a:pt x="2854" y="13358"/>
                    <a:pt x="2571" y="15146"/>
                  </a:cubicBezTo>
                  <a:cubicBezTo>
                    <a:pt x="2531" y="15478"/>
                    <a:pt x="2492" y="15723"/>
                    <a:pt x="2453" y="16006"/>
                  </a:cubicBezTo>
                  <a:cubicBezTo>
                    <a:pt x="2326" y="16983"/>
                    <a:pt x="2453" y="18126"/>
                    <a:pt x="2571" y="19387"/>
                  </a:cubicBezTo>
                  <a:cubicBezTo>
                    <a:pt x="2698" y="21009"/>
                    <a:pt x="2893" y="22768"/>
                    <a:pt x="2404" y="24067"/>
                  </a:cubicBezTo>
                  <a:cubicBezTo>
                    <a:pt x="2698" y="24839"/>
                    <a:pt x="2893" y="25005"/>
                    <a:pt x="3020" y="25044"/>
                  </a:cubicBezTo>
                  <a:cubicBezTo>
                    <a:pt x="3035" y="25047"/>
                    <a:pt x="3050" y="25049"/>
                    <a:pt x="3066" y="25049"/>
                  </a:cubicBezTo>
                  <a:cubicBezTo>
                    <a:pt x="3271" y="25049"/>
                    <a:pt x="3568" y="24822"/>
                    <a:pt x="3831" y="24595"/>
                  </a:cubicBezTo>
                  <a:cubicBezTo>
                    <a:pt x="4202" y="24312"/>
                    <a:pt x="4564" y="23989"/>
                    <a:pt x="5013" y="23940"/>
                  </a:cubicBezTo>
                  <a:cubicBezTo>
                    <a:pt x="5219" y="23907"/>
                    <a:pt x="5395" y="23892"/>
                    <a:pt x="5547" y="23892"/>
                  </a:cubicBezTo>
                  <a:cubicBezTo>
                    <a:pt x="6117" y="23892"/>
                    <a:pt x="6369" y="24104"/>
                    <a:pt x="6723" y="24390"/>
                  </a:cubicBezTo>
                  <a:cubicBezTo>
                    <a:pt x="6889" y="24556"/>
                    <a:pt x="7046" y="24722"/>
                    <a:pt x="7339" y="24878"/>
                  </a:cubicBezTo>
                  <a:cubicBezTo>
                    <a:pt x="7583" y="25044"/>
                    <a:pt x="7827" y="25084"/>
                    <a:pt x="8023" y="25162"/>
                  </a:cubicBezTo>
                  <a:cubicBezTo>
                    <a:pt x="8638" y="25289"/>
                    <a:pt x="9049" y="25494"/>
                    <a:pt x="9205" y="26588"/>
                  </a:cubicBezTo>
                  <a:cubicBezTo>
                    <a:pt x="9293" y="27321"/>
                    <a:pt x="9244" y="27771"/>
                    <a:pt x="9000" y="28054"/>
                  </a:cubicBezTo>
                  <a:cubicBezTo>
                    <a:pt x="8756" y="28337"/>
                    <a:pt x="8433" y="28337"/>
                    <a:pt x="8072" y="28337"/>
                  </a:cubicBezTo>
                  <a:cubicBezTo>
                    <a:pt x="7779" y="28337"/>
                    <a:pt x="7456" y="28337"/>
                    <a:pt x="7173" y="28543"/>
                  </a:cubicBezTo>
                  <a:cubicBezTo>
                    <a:pt x="6889" y="28748"/>
                    <a:pt x="6645" y="28826"/>
                    <a:pt x="6479" y="28875"/>
                  </a:cubicBezTo>
                  <a:cubicBezTo>
                    <a:pt x="6274" y="28953"/>
                    <a:pt x="6274" y="28953"/>
                    <a:pt x="6274" y="29891"/>
                  </a:cubicBezTo>
                  <a:cubicBezTo>
                    <a:pt x="6274" y="30458"/>
                    <a:pt x="6440" y="30946"/>
                    <a:pt x="6557" y="31474"/>
                  </a:cubicBezTo>
                  <a:cubicBezTo>
                    <a:pt x="6723" y="32002"/>
                    <a:pt x="6928" y="32578"/>
                    <a:pt x="6889" y="33272"/>
                  </a:cubicBezTo>
                  <a:cubicBezTo>
                    <a:pt x="6889" y="34737"/>
                    <a:pt x="6606" y="36604"/>
                    <a:pt x="5424" y="37542"/>
                  </a:cubicBezTo>
                  <a:cubicBezTo>
                    <a:pt x="5629" y="38109"/>
                    <a:pt x="5785" y="38724"/>
                    <a:pt x="5990" y="39291"/>
                  </a:cubicBezTo>
                  <a:cubicBezTo>
                    <a:pt x="6157" y="39946"/>
                    <a:pt x="6362" y="40600"/>
                    <a:pt x="6606" y="41206"/>
                  </a:cubicBezTo>
                  <a:cubicBezTo>
                    <a:pt x="6850" y="41822"/>
                    <a:pt x="7173" y="42310"/>
                    <a:pt x="7456" y="42799"/>
                  </a:cubicBezTo>
                  <a:cubicBezTo>
                    <a:pt x="7945" y="43649"/>
                    <a:pt x="8433" y="44421"/>
                    <a:pt x="8599" y="45564"/>
                  </a:cubicBezTo>
                  <a:cubicBezTo>
                    <a:pt x="8638" y="45847"/>
                    <a:pt x="8717" y="46131"/>
                    <a:pt x="8756" y="46414"/>
                  </a:cubicBezTo>
                  <a:cubicBezTo>
                    <a:pt x="8961" y="47518"/>
                    <a:pt x="9166" y="48779"/>
                    <a:pt x="9166" y="49795"/>
                  </a:cubicBezTo>
                  <a:cubicBezTo>
                    <a:pt x="9205" y="50567"/>
                    <a:pt x="9049" y="51104"/>
                    <a:pt x="8961" y="51505"/>
                  </a:cubicBezTo>
                  <a:cubicBezTo>
                    <a:pt x="8756" y="52160"/>
                    <a:pt x="8678" y="52443"/>
                    <a:pt x="9449" y="53176"/>
                  </a:cubicBezTo>
                  <a:cubicBezTo>
                    <a:pt x="10104" y="53743"/>
                    <a:pt x="10710" y="53830"/>
                    <a:pt x="11404" y="53948"/>
                  </a:cubicBezTo>
                  <a:cubicBezTo>
                    <a:pt x="11814" y="53987"/>
                    <a:pt x="12225" y="54075"/>
                    <a:pt x="12664" y="54192"/>
                  </a:cubicBezTo>
                  <a:cubicBezTo>
                    <a:pt x="13397" y="54475"/>
                    <a:pt x="13886" y="54808"/>
                    <a:pt x="14335" y="55091"/>
                  </a:cubicBezTo>
                  <a:cubicBezTo>
                    <a:pt x="14912" y="55452"/>
                    <a:pt x="15439" y="55824"/>
                    <a:pt x="16495" y="55941"/>
                  </a:cubicBezTo>
                  <a:cubicBezTo>
                    <a:pt x="16866" y="55990"/>
                    <a:pt x="17149" y="55990"/>
                    <a:pt x="17433" y="56029"/>
                  </a:cubicBezTo>
                  <a:cubicBezTo>
                    <a:pt x="18859" y="56146"/>
                    <a:pt x="19143" y="56185"/>
                    <a:pt x="20198" y="57612"/>
                  </a:cubicBezTo>
                  <a:cubicBezTo>
                    <a:pt x="20813" y="58472"/>
                    <a:pt x="21546" y="59605"/>
                    <a:pt x="22318" y="60827"/>
                  </a:cubicBezTo>
                  <a:cubicBezTo>
                    <a:pt x="23256" y="62292"/>
                    <a:pt x="24233" y="63807"/>
                    <a:pt x="25005" y="64735"/>
                  </a:cubicBezTo>
                  <a:cubicBezTo>
                    <a:pt x="25455" y="65312"/>
                    <a:pt x="25660" y="65878"/>
                    <a:pt x="25855" y="66445"/>
                  </a:cubicBezTo>
                  <a:cubicBezTo>
                    <a:pt x="26061" y="67100"/>
                    <a:pt x="26266" y="67715"/>
                    <a:pt x="26881" y="68282"/>
                  </a:cubicBezTo>
                  <a:cubicBezTo>
                    <a:pt x="28181" y="69543"/>
                    <a:pt x="29197" y="69621"/>
                    <a:pt x="30907" y="69670"/>
                  </a:cubicBezTo>
                  <a:cubicBezTo>
                    <a:pt x="33516" y="69709"/>
                    <a:pt x="35754" y="69826"/>
                    <a:pt x="38196" y="70725"/>
                  </a:cubicBezTo>
                  <a:cubicBezTo>
                    <a:pt x="39779" y="71331"/>
                    <a:pt x="41450" y="72112"/>
                    <a:pt x="43082" y="73041"/>
                  </a:cubicBezTo>
                  <a:cubicBezTo>
                    <a:pt x="43121" y="72884"/>
                    <a:pt x="43160" y="72679"/>
                    <a:pt x="43199" y="72474"/>
                  </a:cubicBezTo>
                  <a:lnTo>
                    <a:pt x="43199" y="72396"/>
                  </a:lnTo>
                  <a:cubicBezTo>
                    <a:pt x="43248" y="72308"/>
                    <a:pt x="43248" y="72269"/>
                    <a:pt x="43248" y="72191"/>
                  </a:cubicBezTo>
                  <a:cubicBezTo>
                    <a:pt x="43248" y="72151"/>
                    <a:pt x="43287" y="72064"/>
                    <a:pt x="43287" y="72024"/>
                  </a:cubicBezTo>
                  <a:cubicBezTo>
                    <a:pt x="43287" y="71985"/>
                    <a:pt x="43326" y="71907"/>
                    <a:pt x="43326" y="71868"/>
                  </a:cubicBezTo>
                  <a:cubicBezTo>
                    <a:pt x="43326" y="71780"/>
                    <a:pt x="43365" y="71741"/>
                    <a:pt x="43365" y="71663"/>
                  </a:cubicBezTo>
                  <a:cubicBezTo>
                    <a:pt x="43365" y="71624"/>
                    <a:pt x="43405" y="71575"/>
                    <a:pt x="43405" y="71497"/>
                  </a:cubicBezTo>
                  <a:cubicBezTo>
                    <a:pt x="43405" y="71458"/>
                    <a:pt x="43444" y="71380"/>
                    <a:pt x="43444" y="71331"/>
                  </a:cubicBezTo>
                  <a:cubicBezTo>
                    <a:pt x="43444" y="71253"/>
                    <a:pt x="43492" y="71213"/>
                    <a:pt x="43492" y="71135"/>
                  </a:cubicBezTo>
                  <a:cubicBezTo>
                    <a:pt x="43532" y="71086"/>
                    <a:pt x="43532" y="71047"/>
                    <a:pt x="43532" y="70969"/>
                  </a:cubicBezTo>
                  <a:cubicBezTo>
                    <a:pt x="43571" y="70930"/>
                    <a:pt x="43571" y="70842"/>
                    <a:pt x="43610" y="70803"/>
                  </a:cubicBezTo>
                  <a:cubicBezTo>
                    <a:pt x="43610" y="70725"/>
                    <a:pt x="43649" y="70686"/>
                    <a:pt x="43649" y="70598"/>
                  </a:cubicBezTo>
                  <a:cubicBezTo>
                    <a:pt x="43688" y="70559"/>
                    <a:pt x="43688" y="70520"/>
                    <a:pt x="43737" y="70442"/>
                  </a:cubicBezTo>
                  <a:cubicBezTo>
                    <a:pt x="43737" y="70402"/>
                    <a:pt x="43776" y="70315"/>
                    <a:pt x="43776" y="70275"/>
                  </a:cubicBezTo>
                  <a:cubicBezTo>
                    <a:pt x="43815" y="70236"/>
                    <a:pt x="43815" y="70158"/>
                    <a:pt x="43854" y="70109"/>
                  </a:cubicBezTo>
                  <a:cubicBezTo>
                    <a:pt x="43854" y="70031"/>
                    <a:pt x="43893" y="69992"/>
                    <a:pt x="43932" y="69914"/>
                  </a:cubicBezTo>
                  <a:cubicBezTo>
                    <a:pt x="43932" y="69865"/>
                    <a:pt x="43981" y="69826"/>
                    <a:pt x="43981" y="69748"/>
                  </a:cubicBezTo>
                  <a:cubicBezTo>
                    <a:pt x="44020" y="69709"/>
                    <a:pt x="44059" y="69670"/>
                    <a:pt x="44059" y="69582"/>
                  </a:cubicBezTo>
                  <a:cubicBezTo>
                    <a:pt x="44098" y="69543"/>
                    <a:pt x="44137" y="69503"/>
                    <a:pt x="44137" y="69425"/>
                  </a:cubicBezTo>
                  <a:cubicBezTo>
                    <a:pt x="44176" y="69376"/>
                    <a:pt x="44225" y="69298"/>
                    <a:pt x="44264" y="69259"/>
                  </a:cubicBezTo>
                  <a:cubicBezTo>
                    <a:pt x="44264" y="69220"/>
                    <a:pt x="44303" y="69132"/>
                    <a:pt x="44343" y="69093"/>
                  </a:cubicBezTo>
                  <a:cubicBezTo>
                    <a:pt x="44382" y="69054"/>
                    <a:pt x="44421" y="68976"/>
                    <a:pt x="44470" y="68937"/>
                  </a:cubicBezTo>
                  <a:cubicBezTo>
                    <a:pt x="44470" y="68888"/>
                    <a:pt x="44509" y="68810"/>
                    <a:pt x="44548" y="68771"/>
                  </a:cubicBezTo>
                  <a:cubicBezTo>
                    <a:pt x="44587" y="68732"/>
                    <a:pt x="44626" y="68644"/>
                    <a:pt x="44665" y="68605"/>
                  </a:cubicBezTo>
                  <a:cubicBezTo>
                    <a:pt x="44714" y="68565"/>
                    <a:pt x="44714" y="68526"/>
                    <a:pt x="44753" y="68487"/>
                  </a:cubicBezTo>
                  <a:cubicBezTo>
                    <a:pt x="44792" y="68399"/>
                    <a:pt x="44870" y="68321"/>
                    <a:pt x="44909" y="68282"/>
                  </a:cubicBezTo>
                  <a:cubicBezTo>
                    <a:pt x="44958" y="68243"/>
                    <a:pt x="44958" y="68204"/>
                    <a:pt x="44997" y="68155"/>
                  </a:cubicBezTo>
                  <a:lnTo>
                    <a:pt x="45281" y="67872"/>
                  </a:lnTo>
                  <a:lnTo>
                    <a:pt x="45447" y="67715"/>
                  </a:lnTo>
                  <a:cubicBezTo>
                    <a:pt x="45808" y="67344"/>
                    <a:pt x="46180" y="66983"/>
                    <a:pt x="46180" y="66533"/>
                  </a:cubicBezTo>
                  <a:cubicBezTo>
                    <a:pt x="46180" y="66328"/>
                    <a:pt x="46092" y="66123"/>
                    <a:pt x="45974" y="65878"/>
                  </a:cubicBezTo>
                  <a:cubicBezTo>
                    <a:pt x="45935" y="65800"/>
                    <a:pt x="45886" y="65673"/>
                    <a:pt x="45847" y="65556"/>
                  </a:cubicBezTo>
                  <a:cubicBezTo>
                    <a:pt x="45564" y="64862"/>
                    <a:pt x="45642" y="64051"/>
                    <a:pt x="46053" y="63436"/>
                  </a:cubicBezTo>
                  <a:cubicBezTo>
                    <a:pt x="46180" y="63230"/>
                    <a:pt x="46336" y="63025"/>
                    <a:pt x="46502" y="62830"/>
                  </a:cubicBezTo>
                  <a:cubicBezTo>
                    <a:pt x="47030" y="62175"/>
                    <a:pt x="47313" y="61726"/>
                    <a:pt x="47069" y="61315"/>
                  </a:cubicBezTo>
                  <a:cubicBezTo>
                    <a:pt x="46951" y="61120"/>
                    <a:pt x="46668" y="61032"/>
                    <a:pt x="46424" y="60915"/>
                  </a:cubicBezTo>
                  <a:cubicBezTo>
                    <a:pt x="46336" y="60876"/>
                    <a:pt x="46219" y="60827"/>
                    <a:pt x="46131" y="60788"/>
                  </a:cubicBezTo>
                  <a:cubicBezTo>
                    <a:pt x="45359" y="60387"/>
                    <a:pt x="44831" y="59566"/>
                    <a:pt x="44714" y="58716"/>
                  </a:cubicBezTo>
                  <a:cubicBezTo>
                    <a:pt x="44626" y="58022"/>
                    <a:pt x="44831" y="57368"/>
                    <a:pt x="45281" y="56879"/>
                  </a:cubicBezTo>
                  <a:cubicBezTo>
                    <a:pt x="45036" y="56635"/>
                    <a:pt x="44753" y="56351"/>
                    <a:pt x="44470" y="56107"/>
                  </a:cubicBezTo>
                  <a:cubicBezTo>
                    <a:pt x="39867" y="51710"/>
                    <a:pt x="35871" y="46746"/>
                    <a:pt x="32539" y="41333"/>
                  </a:cubicBezTo>
                  <a:cubicBezTo>
                    <a:pt x="32500" y="41284"/>
                    <a:pt x="32500" y="41245"/>
                    <a:pt x="32500" y="41245"/>
                  </a:cubicBezTo>
                  <a:cubicBezTo>
                    <a:pt x="32373" y="41040"/>
                    <a:pt x="32256" y="40844"/>
                    <a:pt x="32129" y="40678"/>
                  </a:cubicBezTo>
                  <a:cubicBezTo>
                    <a:pt x="32011" y="40473"/>
                    <a:pt x="31884" y="40229"/>
                    <a:pt x="31767" y="40024"/>
                  </a:cubicBezTo>
                  <a:cubicBezTo>
                    <a:pt x="31679" y="39906"/>
                    <a:pt x="31601" y="39740"/>
                    <a:pt x="31523" y="39623"/>
                  </a:cubicBezTo>
                  <a:cubicBezTo>
                    <a:pt x="31318" y="39252"/>
                    <a:pt x="31073" y="38890"/>
                    <a:pt x="30868" y="38480"/>
                  </a:cubicBezTo>
                  <a:cubicBezTo>
                    <a:pt x="30585" y="37952"/>
                    <a:pt x="30301" y="37425"/>
                    <a:pt x="30008" y="36848"/>
                  </a:cubicBezTo>
                  <a:cubicBezTo>
                    <a:pt x="29324" y="35627"/>
                    <a:pt x="28630" y="34327"/>
                    <a:pt x="27858" y="33106"/>
                  </a:cubicBezTo>
                  <a:lnTo>
                    <a:pt x="27614" y="32734"/>
                  </a:lnTo>
                  <a:cubicBezTo>
                    <a:pt x="25367" y="29197"/>
                    <a:pt x="23090" y="25572"/>
                    <a:pt x="20120" y="22523"/>
                  </a:cubicBezTo>
                  <a:lnTo>
                    <a:pt x="20041" y="22475"/>
                  </a:lnTo>
                  <a:lnTo>
                    <a:pt x="20041" y="22357"/>
                  </a:lnTo>
                  <a:cubicBezTo>
                    <a:pt x="20041" y="21546"/>
                    <a:pt x="20198" y="20765"/>
                    <a:pt x="20364" y="19993"/>
                  </a:cubicBezTo>
                  <a:cubicBezTo>
                    <a:pt x="20530" y="19299"/>
                    <a:pt x="20686" y="18566"/>
                    <a:pt x="20813" y="17882"/>
                  </a:cubicBezTo>
                  <a:cubicBezTo>
                    <a:pt x="20931" y="17472"/>
                    <a:pt x="20970" y="17022"/>
                    <a:pt x="21058" y="16612"/>
                  </a:cubicBezTo>
                  <a:cubicBezTo>
                    <a:pt x="21136" y="16328"/>
                    <a:pt x="21214" y="16006"/>
                    <a:pt x="21263" y="15723"/>
                  </a:cubicBezTo>
                  <a:cubicBezTo>
                    <a:pt x="21341" y="15351"/>
                    <a:pt x="21380" y="14990"/>
                    <a:pt x="21458" y="14619"/>
                  </a:cubicBezTo>
                  <a:cubicBezTo>
                    <a:pt x="21546" y="14257"/>
                    <a:pt x="21624" y="13886"/>
                    <a:pt x="21664" y="13563"/>
                  </a:cubicBezTo>
                  <a:cubicBezTo>
                    <a:pt x="21751" y="13241"/>
                    <a:pt x="21791" y="12909"/>
                    <a:pt x="21830" y="12586"/>
                  </a:cubicBezTo>
                  <a:cubicBezTo>
                    <a:pt x="21908" y="12176"/>
                    <a:pt x="21996" y="11775"/>
                    <a:pt x="22074" y="11404"/>
                  </a:cubicBezTo>
                  <a:cubicBezTo>
                    <a:pt x="22113" y="11081"/>
                    <a:pt x="22152" y="10798"/>
                    <a:pt x="22191" y="10505"/>
                  </a:cubicBezTo>
                  <a:cubicBezTo>
                    <a:pt x="22279" y="10104"/>
                    <a:pt x="22357" y="9655"/>
                    <a:pt x="22435" y="9205"/>
                  </a:cubicBezTo>
                  <a:cubicBezTo>
                    <a:pt x="22484" y="8961"/>
                    <a:pt x="22523" y="8678"/>
                    <a:pt x="22562" y="8394"/>
                  </a:cubicBezTo>
                  <a:cubicBezTo>
                    <a:pt x="22641" y="7945"/>
                    <a:pt x="22680" y="7495"/>
                    <a:pt x="22768" y="7046"/>
                  </a:cubicBezTo>
                  <a:cubicBezTo>
                    <a:pt x="22807" y="6762"/>
                    <a:pt x="22846" y="6479"/>
                    <a:pt x="22885" y="6196"/>
                  </a:cubicBezTo>
                  <a:cubicBezTo>
                    <a:pt x="22973" y="5746"/>
                    <a:pt x="23051" y="5336"/>
                    <a:pt x="23090" y="4886"/>
                  </a:cubicBezTo>
                  <a:cubicBezTo>
                    <a:pt x="23129" y="4564"/>
                    <a:pt x="23168" y="4241"/>
                    <a:pt x="23217" y="3909"/>
                  </a:cubicBezTo>
                  <a:cubicBezTo>
                    <a:pt x="23295" y="3548"/>
                    <a:pt x="23334" y="3225"/>
                    <a:pt x="23373" y="2854"/>
                  </a:cubicBezTo>
                  <a:lnTo>
                    <a:pt x="21136" y="2444"/>
                  </a:lnTo>
                  <a:cubicBezTo>
                    <a:pt x="20198" y="2326"/>
                    <a:pt x="19260" y="2160"/>
                    <a:pt x="18332" y="2082"/>
                  </a:cubicBezTo>
                  <a:cubicBezTo>
                    <a:pt x="18087" y="2069"/>
                    <a:pt x="17847" y="2065"/>
                    <a:pt x="17609" y="2065"/>
                  </a:cubicBezTo>
                  <a:cubicBezTo>
                    <a:pt x="17132" y="2065"/>
                    <a:pt x="16661" y="2082"/>
                    <a:pt x="16172" y="2082"/>
                  </a:cubicBezTo>
                  <a:lnTo>
                    <a:pt x="14052" y="2082"/>
                  </a:lnTo>
                  <a:cubicBezTo>
                    <a:pt x="13974" y="2082"/>
                    <a:pt x="13886" y="2082"/>
                    <a:pt x="13807" y="2043"/>
                  </a:cubicBezTo>
                  <a:lnTo>
                    <a:pt x="13397" y="2043"/>
                  </a:lnTo>
                  <a:cubicBezTo>
                    <a:pt x="13280" y="2043"/>
                    <a:pt x="13202" y="2004"/>
                    <a:pt x="13075" y="2004"/>
                  </a:cubicBezTo>
                  <a:cubicBezTo>
                    <a:pt x="12957" y="2004"/>
                    <a:pt x="12830" y="2004"/>
                    <a:pt x="12713" y="1955"/>
                  </a:cubicBezTo>
                  <a:cubicBezTo>
                    <a:pt x="12625" y="1955"/>
                    <a:pt x="12508" y="1955"/>
                    <a:pt x="12381" y="1916"/>
                  </a:cubicBezTo>
                  <a:cubicBezTo>
                    <a:pt x="12303" y="1916"/>
                    <a:pt x="12176" y="1916"/>
                    <a:pt x="12058" y="1877"/>
                  </a:cubicBezTo>
                  <a:cubicBezTo>
                    <a:pt x="11931" y="1877"/>
                    <a:pt x="11853" y="1877"/>
                    <a:pt x="11736" y="1838"/>
                  </a:cubicBezTo>
                  <a:cubicBezTo>
                    <a:pt x="11609" y="1838"/>
                    <a:pt x="11492" y="1799"/>
                    <a:pt x="11404" y="1799"/>
                  </a:cubicBezTo>
                  <a:cubicBezTo>
                    <a:pt x="11286" y="1799"/>
                    <a:pt x="11159" y="1760"/>
                    <a:pt x="11042" y="1760"/>
                  </a:cubicBezTo>
                  <a:cubicBezTo>
                    <a:pt x="10954" y="1711"/>
                    <a:pt x="10837" y="1711"/>
                    <a:pt x="10710" y="1672"/>
                  </a:cubicBezTo>
                  <a:cubicBezTo>
                    <a:pt x="10632" y="1672"/>
                    <a:pt x="10515" y="1633"/>
                    <a:pt x="10388" y="1633"/>
                  </a:cubicBezTo>
                  <a:cubicBezTo>
                    <a:pt x="10270" y="1593"/>
                    <a:pt x="10182" y="1593"/>
                    <a:pt x="10065" y="1554"/>
                  </a:cubicBezTo>
                  <a:cubicBezTo>
                    <a:pt x="9938" y="1554"/>
                    <a:pt x="9860" y="1515"/>
                    <a:pt x="9733" y="1466"/>
                  </a:cubicBezTo>
                  <a:cubicBezTo>
                    <a:pt x="9616" y="1466"/>
                    <a:pt x="9537" y="1427"/>
                    <a:pt x="9410" y="1427"/>
                  </a:cubicBezTo>
                  <a:cubicBezTo>
                    <a:pt x="9293" y="1388"/>
                    <a:pt x="9166" y="1388"/>
                    <a:pt x="9088" y="1349"/>
                  </a:cubicBezTo>
                  <a:cubicBezTo>
                    <a:pt x="8961" y="1310"/>
                    <a:pt x="8844" y="1310"/>
                    <a:pt x="8756" y="1271"/>
                  </a:cubicBezTo>
                  <a:cubicBezTo>
                    <a:pt x="8638" y="1222"/>
                    <a:pt x="8511" y="1222"/>
                    <a:pt x="8433" y="1183"/>
                  </a:cubicBezTo>
                  <a:cubicBezTo>
                    <a:pt x="8316" y="1144"/>
                    <a:pt x="8189" y="1144"/>
                    <a:pt x="8072" y="1105"/>
                  </a:cubicBezTo>
                  <a:cubicBezTo>
                    <a:pt x="7984" y="1066"/>
                    <a:pt x="7867" y="1066"/>
                    <a:pt x="7779" y="1027"/>
                  </a:cubicBezTo>
                  <a:cubicBezTo>
                    <a:pt x="7661" y="978"/>
                    <a:pt x="7534" y="939"/>
                    <a:pt x="7417" y="939"/>
                  </a:cubicBezTo>
                  <a:cubicBezTo>
                    <a:pt x="7339" y="900"/>
                    <a:pt x="7212" y="861"/>
                    <a:pt x="7134" y="861"/>
                  </a:cubicBezTo>
                  <a:cubicBezTo>
                    <a:pt x="7007" y="822"/>
                    <a:pt x="6889" y="782"/>
                    <a:pt x="6762" y="734"/>
                  </a:cubicBezTo>
                  <a:cubicBezTo>
                    <a:pt x="6684" y="734"/>
                    <a:pt x="6557" y="695"/>
                    <a:pt x="6479" y="655"/>
                  </a:cubicBezTo>
                  <a:cubicBezTo>
                    <a:pt x="6362" y="616"/>
                    <a:pt x="6235" y="577"/>
                    <a:pt x="6117" y="577"/>
                  </a:cubicBezTo>
                  <a:cubicBezTo>
                    <a:pt x="6030" y="538"/>
                    <a:pt x="5912" y="489"/>
                    <a:pt x="5824" y="450"/>
                  </a:cubicBezTo>
                  <a:cubicBezTo>
                    <a:pt x="5707" y="450"/>
                    <a:pt x="5580" y="411"/>
                    <a:pt x="5463" y="372"/>
                  </a:cubicBezTo>
                  <a:cubicBezTo>
                    <a:pt x="5336" y="333"/>
                    <a:pt x="5258" y="294"/>
                    <a:pt x="5179" y="294"/>
                  </a:cubicBezTo>
                  <a:cubicBezTo>
                    <a:pt x="5052" y="245"/>
                    <a:pt x="4896" y="206"/>
                    <a:pt x="4769" y="167"/>
                  </a:cubicBezTo>
                  <a:cubicBezTo>
                    <a:pt x="4691" y="128"/>
                    <a:pt x="4603" y="128"/>
                    <a:pt x="4525" y="89"/>
                  </a:cubicBezTo>
                  <a:cubicBezTo>
                    <a:pt x="4447" y="50"/>
                    <a:pt x="4320" y="1"/>
                    <a:pt x="424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1" name="Google Shape;3811;p60"/>
            <p:cNvSpPr/>
            <p:nvPr/>
          </p:nvSpPr>
          <p:spPr>
            <a:xfrm>
              <a:off x="795424" y="2172790"/>
              <a:ext cx="4136" cy="1165"/>
            </a:xfrm>
            <a:custGeom>
              <a:avLst/>
              <a:gdLst/>
              <a:ahLst/>
              <a:cxnLst/>
              <a:rect l="l" t="t" r="r" b="b"/>
              <a:pathLst>
                <a:path w="284" h="80" extrusionOk="0">
                  <a:moveTo>
                    <a:pt x="0" y="1"/>
                  </a:moveTo>
                  <a:cubicBezTo>
                    <a:pt x="79" y="1"/>
                    <a:pt x="157" y="40"/>
                    <a:pt x="284" y="79"/>
                  </a:cubicBezTo>
                  <a:cubicBezTo>
                    <a:pt x="157" y="40"/>
                    <a:pt x="79"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2" name="Google Shape;3812;p60"/>
            <p:cNvSpPr/>
            <p:nvPr/>
          </p:nvSpPr>
          <p:spPr>
            <a:xfrm>
              <a:off x="785884" y="2169804"/>
              <a:ext cx="3583" cy="1151"/>
            </a:xfrm>
            <a:custGeom>
              <a:avLst/>
              <a:gdLst/>
              <a:ahLst/>
              <a:cxnLst/>
              <a:rect l="l" t="t" r="r" b="b"/>
              <a:pathLst>
                <a:path w="246" h="79" extrusionOk="0">
                  <a:moveTo>
                    <a:pt x="1" y="1"/>
                  </a:moveTo>
                  <a:cubicBezTo>
                    <a:pt x="79" y="40"/>
                    <a:pt x="167" y="40"/>
                    <a:pt x="245" y="79"/>
                  </a:cubicBezTo>
                  <a:cubicBezTo>
                    <a:pt x="167" y="40"/>
                    <a:pt x="79" y="40"/>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3" name="Google Shape;3813;p60"/>
            <p:cNvSpPr/>
            <p:nvPr/>
          </p:nvSpPr>
          <p:spPr>
            <a:xfrm>
              <a:off x="890912" y="2195278"/>
              <a:ext cx="4719" cy="583"/>
            </a:xfrm>
            <a:custGeom>
              <a:avLst/>
              <a:gdLst/>
              <a:ahLst/>
              <a:cxnLst/>
              <a:rect l="l" t="t" r="r" b="b"/>
              <a:pathLst>
                <a:path w="324" h="40" extrusionOk="0">
                  <a:moveTo>
                    <a:pt x="1" y="1"/>
                  </a:moveTo>
                  <a:cubicBezTo>
                    <a:pt x="118" y="40"/>
                    <a:pt x="196" y="40"/>
                    <a:pt x="323" y="40"/>
                  </a:cubicBezTo>
                  <a:cubicBezTo>
                    <a:pt x="196" y="40"/>
                    <a:pt x="118" y="40"/>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4" name="Google Shape;3814;p60"/>
            <p:cNvSpPr/>
            <p:nvPr/>
          </p:nvSpPr>
          <p:spPr>
            <a:xfrm>
              <a:off x="842819" y="2185753"/>
              <a:ext cx="4704" cy="1296"/>
            </a:xfrm>
            <a:custGeom>
              <a:avLst/>
              <a:gdLst/>
              <a:ahLst/>
              <a:cxnLst/>
              <a:rect l="l" t="t" r="r" b="b"/>
              <a:pathLst>
                <a:path w="323" h="89" extrusionOk="0">
                  <a:moveTo>
                    <a:pt x="0" y="0"/>
                  </a:moveTo>
                  <a:cubicBezTo>
                    <a:pt x="78" y="39"/>
                    <a:pt x="205" y="39"/>
                    <a:pt x="323" y="88"/>
                  </a:cubicBezTo>
                  <a:cubicBezTo>
                    <a:pt x="205" y="39"/>
                    <a:pt x="78" y="39"/>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5" name="Google Shape;3815;p60"/>
            <p:cNvSpPr/>
            <p:nvPr/>
          </p:nvSpPr>
          <p:spPr>
            <a:xfrm>
              <a:off x="921091" y="2198264"/>
              <a:ext cx="3568" cy="597"/>
            </a:xfrm>
            <a:custGeom>
              <a:avLst/>
              <a:gdLst/>
              <a:ahLst/>
              <a:cxnLst/>
              <a:rect l="l" t="t" r="r" b="b"/>
              <a:pathLst>
                <a:path w="245" h="41" extrusionOk="0">
                  <a:moveTo>
                    <a:pt x="0" y="1"/>
                  </a:moveTo>
                  <a:cubicBezTo>
                    <a:pt x="79" y="40"/>
                    <a:pt x="167" y="40"/>
                    <a:pt x="245" y="40"/>
                  </a:cubicBezTo>
                  <a:cubicBezTo>
                    <a:pt x="167" y="40"/>
                    <a:pt x="79" y="4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6" name="Google Shape;3816;p60"/>
            <p:cNvSpPr/>
            <p:nvPr/>
          </p:nvSpPr>
          <p:spPr>
            <a:xfrm>
              <a:off x="910415" y="2197696"/>
              <a:ext cx="4719" cy="583"/>
            </a:xfrm>
            <a:custGeom>
              <a:avLst/>
              <a:gdLst/>
              <a:ahLst/>
              <a:cxnLst/>
              <a:rect l="l" t="t" r="r" b="b"/>
              <a:pathLst>
                <a:path w="324" h="40" extrusionOk="0">
                  <a:moveTo>
                    <a:pt x="1" y="1"/>
                  </a:moveTo>
                  <a:cubicBezTo>
                    <a:pt x="128" y="1"/>
                    <a:pt x="206" y="40"/>
                    <a:pt x="323" y="40"/>
                  </a:cubicBezTo>
                  <a:cubicBezTo>
                    <a:pt x="206" y="40"/>
                    <a:pt x="128"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7" name="Google Shape;3817;p60"/>
            <p:cNvSpPr/>
            <p:nvPr/>
          </p:nvSpPr>
          <p:spPr>
            <a:xfrm>
              <a:off x="900307" y="2196414"/>
              <a:ext cx="4865" cy="597"/>
            </a:xfrm>
            <a:custGeom>
              <a:avLst/>
              <a:gdLst/>
              <a:ahLst/>
              <a:cxnLst/>
              <a:rect l="l" t="t" r="r" b="b"/>
              <a:pathLst>
                <a:path w="334" h="41" extrusionOk="0">
                  <a:moveTo>
                    <a:pt x="1" y="1"/>
                  </a:moveTo>
                  <a:cubicBezTo>
                    <a:pt x="128" y="40"/>
                    <a:pt x="245" y="40"/>
                    <a:pt x="333" y="40"/>
                  </a:cubicBezTo>
                  <a:cubicBezTo>
                    <a:pt x="245" y="40"/>
                    <a:pt x="128" y="40"/>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8" name="Google Shape;3818;p60"/>
            <p:cNvSpPr/>
            <p:nvPr/>
          </p:nvSpPr>
          <p:spPr>
            <a:xfrm>
              <a:off x="833279" y="2183466"/>
              <a:ext cx="4282" cy="1151"/>
            </a:xfrm>
            <a:custGeom>
              <a:avLst/>
              <a:gdLst/>
              <a:ahLst/>
              <a:cxnLst/>
              <a:rect l="l" t="t" r="r" b="b"/>
              <a:pathLst>
                <a:path w="294" h="79" extrusionOk="0">
                  <a:moveTo>
                    <a:pt x="1" y="1"/>
                  </a:moveTo>
                  <a:cubicBezTo>
                    <a:pt x="89" y="40"/>
                    <a:pt x="206" y="40"/>
                    <a:pt x="294" y="79"/>
                  </a:cubicBezTo>
                  <a:cubicBezTo>
                    <a:pt x="206" y="40"/>
                    <a:pt x="89" y="40"/>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19" name="Google Shape;3819;p60"/>
            <p:cNvSpPr/>
            <p:nvPr/>
          </p:nvSpPr>
          <p:spPr>
            <a:xfrm>
              <a:off x="861739" y="2189874"/>
              <a:ext cx="4865" cy="1296"/>
            </a:xfrm>
            <a:custGeom>
              <a:avLst/>
              <a:gdLst/>
              <a:ahLst/>
              <a:cxnLst/>
              <a:rect l="l" t="t" r="r" b="b"/>
              <a:pathLst>
                <a:path w="334" h="89" extrusionOk="0">
                  <a:moveTo>
                    <a:pt x="1" y="0"/>
                  </a:moveTo>
                  <a:cubicBezTo>
                    <a:pt x="128" y="49"/>
                    <a:pt x="206" y="88"/>
                    <a:pt x="333" y="88"/>
                  </a:cubicBezTo>
                  <a:cubicBezTo>
                    <a:pt x="206" y="88"/>
                    <a:pt x="128" y="49"/>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0" name="Google Shape;3820;p60"/>
            <p:cNvSpPr/>
            <p:nvPr/>
          </p:nvSpPr>
          <p:spPr>
            <a:xfrm>
              <a:off x="871279" y="2192292"/>
              <a:ext cx="4704" cy="583"/>
            </a:xfrm>
            <a:custGeom>
              <a:avLst/>
              <a:gdLst/>
              <a:ahLst/>
              <a:cxnLst/>
              <a:rect l="l" t="t" r="r" b="b"/>
              <a:pathLst>
                <a:path w="323" h="40" extrusionOk="0">
                  <a:moveTo>
                    <a:pt x="1" y="1"/>
                  </a:moveTo>
                  <a:cubicBezTo>
                    <a:pt x="128" y="1"/>
                    <a:pt x="245" y="40"/>
                    <a:pt x="323" y="40"/>
                  </a:cubicBezTo>
                  <a:cubicBezTo>
                    <a:pt x="245" y="40"/>
                    <a:pt x="128"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1" name="Google Shape;3821;p60"/>
            <p:cNvSpPr/>
            <p:nvPr/>
          </p:nvSpPr>
          <p:spPr>
            <a:xfrm>
              <a:off x="852344" y="2188170"/>
              <a:ext cx="4719" cy="1151"/>
            </a:xfrm>
            <a:custGeom>
              <a:avLst/>
              <a:gdLst/>
              <a:ahLst/>
              <a:cxnLst/>
              <a:rect l="l" t="t" r="r" b="b"/>
              <a:pathLst>
                <a:path w="324" h="79" extrusionOk="0">
                  <a:moveTo>
                    <a:pt x="1" y="0"/>
                  </a:moveTo>
                  <a:cubicBezTo>
                    <a:pt x="79" y="39"/>
                    <a:pt x="206" y="39"/>
                    <a:pt x="323" y="78"/>
                  </a:cubicBezTo>
                  <a:cubicBezTo>
                    <a:pt x="206" y="39"/>
                    <a:pt x="79" y="39"/>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2" name="Google Shape;3822;p60"/>
            <p:cNvSpPr/>
            <p:nvPr/>
          </p:nvSpPr>
          <p:spPr>
            <a:xfrm>
              <a:off x="880819" y="2194142"/>
              <a:ext cx="5273" cy="583"/>
            </a:xfrm>
            <a:custGeom>
              <a:avLst/>
              <a:gdLst/>
              <a:ahLst/>
              <a:cxnLst/>
              <a:rect l="l" t="t" r="r" b="b"/>
              <a:pathLst>
                <a:path w="362" h="40" extrusionOk="0">
                  <a:moveTo>
                    <a:pt x="0" y="1"/>
                  </a:moveTo>
                  <a:cubicBezTo>
                    <a:pt x="117" y="1"/>
                    <a:pt x="244" y="40"/>
                    <a:pt x="362" y="40"/>
                  </a:cubicBezTo>
                  <a:cubicBezTo>
                    <a:pt x="244" y="40"/>
                    <a:pt x="117"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3" name="Google Shape;3823;p60"/>
            <p:cNvSpPr/>
            <p:nvPr/>
          </p:nvSpPr>
          <p:spPr>
            <a:xfrm>
              <a:off x="804819" y="2175076"/>
              <a:ext cx="4282" cy="1864"/>
            </a:xfrm>
            <a:custGeom>
              <a:avLst/>
              <a:gdLst/>
              <a:ahLst/>
              <a:cxnLst/>
              <a:rect l="l" t="t" r="r" b="b"/>
              <a:pathLst>
                <a:path w="294" h="128" extrusionOk="0">
                  <a:moveTo>
                    <a:pt x="0" y="0"/>
                  </a:moveTo>
                  <a:cubicBezTo>
                    <a:pt x="88" y="39"/>
                    <a:pt x="206" y="88"/>
                    <a:pt x="293" y="127"/>
                  </a:cubicBezTo>
                  <a:cubicBezTo>
                    <a:pt x="206" y="88"/>
                    <a:pt x="88" y="39"/>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4" name="Google Shape;3824;p60"/>
            <p:cNvSpPr/>
            <p:nvPr/>
          </p:nvSpPr>
          <p:spPr>
            <a:xfrm>
              <a:off x="814359" y="2178062"/>
              <a:ext cx="4136" cy="1151"/>
            </a:xfrm>
            <a:custGeom>
              <a:avLst/>
              <a:gdLst/>
              <a:ahLst/>
              <a:cxnLst/>
              <a:rect l="l" t="t" r="r" b="b"/>
              <a:pathLst>
                <a:path w="284" h="79" extrusionOk="0">
                  <a:moveTo>
                    <a:pt x="0" y="0"/>
                  </a:moveTo>
                  <a:cubicBezTo>
                    <a:pt x="78" y="40"/>
                    <a:pt x="205" y="79"/>
                    <a:pt x="283" y="79"/>
                  </a:cubicBezTo>
                  <a:cubicBezTo>
                    <a:pt x="205" y="79"/>
                    <a:pt x="78" y="4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5" name="Google Shape;3825;p60"/>
            <p:cNvSpPr/>
            <p:nvPr/>
          </p:nvSpPr>
          <p:spPr>
            <a:xfrm>
              <a:off x="823884" y="2181048"/>
              <a:ext cx="4151" cy="1151"/>
            </a:xfrm>
            <a:custGeom>
              <a:avLst/>
              <a:gdLst/>
              <a:ahLst/>
              <a:cxnLst/>
              <a:rect l="l" t="t" r="r" b="b"/>
              <a:pathLst>
                <a:path w="285" h="79" extrusionOk="0">
                  <a:moveTo>
                    <a:pt x="1" y="1"/>
                  </a:moveTo>
                  <a:cubicBezTo>
                    <a:pt x="79" y="1"/>
                    <a:pt x="206" y="40"/>
                    <a:pt x="284" y="79"/>
                  </a:cubicBezTo>
                  <a:cubicBezTo>
                    <a:pt x="206" y="40"/>
                    <a:pt x="79"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6" name="Google Shape;3826;p60"/>
            <p:cNvSpPr/>
            <p:nvPr/>
          </p:nvSpPr>
          <p:spPr>
            <a:xfrm>
              <a:off x="1019580" y="2211227"/>
              <a:ext cx="491001" cy="709884"/>
            </a:xfrm>
            <a:custGeom>
              <a:avLst/>
              <a:gdLst/>
              <a:ahLst/>
              <a:cxnLst/>
              <a:rect l="l" t="t" r="r" b="b"/>
              <a:pathLst>
                <a:path w="33711" h="48739" extrusionOk="0">
                  <a:moveTo>
                    <a:pt x="3293" y="0"/>
                  </a:moveTo>
                  <a:cubicBezTo>
                    <a:pt x="3254" y="244"/>
                    <a:pt x="3215" y="538"/>
                    <a:pt x="3215" y="821"/>
                  </a:cubicBezTo>
                  <a:cubicBezTo>
                    <a:pt x="3137" y="1222"/>
                    <a:pt x="3088" y="1632"/>
                    <a:pt x="3010" y="2042"/>
                  </a:cubicBezTo>
                  <a:cubicBezTo>
                    <a:pt x="2971" y="2365"/>
                    <a:pt x="2932" y="2687"/>
                    <a:pt x="2892" y="3019"/>
                  </a:cubicBezTo>
                  <a:cubicBezTo>
                    <a:pt x="2804" y="3420"/>
                    <a:pt x="2765" y="3830"/>
                    <a:pt x="2687" y="4241"/>
                  </a:cubicBezTo>
                  <a:cubicBezTo>
                    <a:pt x="2648" y="4563"/>
                    <a:pt x="2599" y="4886"/>
                    <a:pt x="2521" y="5218"/>
                  </a:cubicBezTo>
                  <a:cubicBezTo>
                    <a:pt x="2482" y="5619"/>
                    <a:pt x="2404" y="5990"/>
                    <a:pt x="2355" y="6400"/>
                  </a:cubicBezTo>
                  <a:cubicBezTo>
                    <a:pt x="2316" y="6723"/>
                    <a:pt x="2238" y="7084"/>
                    <a:pt x="2199" y="7416"/>
                  </a:cubicBezTo>
                  <a:cubicBezTo>
                    <a:pt x="2111" y="7778"/>
                    <a:pt x="2072" y="8188"/>
                    <a:pt x="1993" y="8550"/>
                  </a:cubicBezTo>
                  <a:cubicBezTo>
                    <a:pt x="1915" y="8882"/>
                    <a:pt x="1866" y="9244"/>
                    <a:pt x="1788" y="9615"/>
                  </a:cubicBezTo>
                  <a:cubicBezTo>
                    <a:pt x="1749" y="9977"/>
                    <a:pt x="1671" y="10348"/>
                    <a:pt x="1583" y="10709"/>
                  </a:cubicBezTo>
                  <a:cubicBezTo>
                    <a:pt x="1544" y="11081"/>
                    <a:pt x="1466" y="11442"/>
                    <a:pt x="1378" y="11814"/>
                  </a:cubicBezTo>
                  <a:cubicBezTo>
                    <a:pt x="1339" y="12136"/>
                    <a:pt x="1261" y="12507"/>
                    <a:pt x="1182" y="12869"/>
                  </a:cubicBezTo>
                  <a:cubicBezTo>
                    <a:pt x="1095" y="13279"/>
                    <a:pt x="1016" y="13680"/>
                    <a:pt x="938" y="14090"/>
                  </a:cubicBezTo>
                  <a:cubicBezTo>
                    <a:pt x="889" y="14374"/>
                    <a:pt x="811" y="14706"/>
                    <a:pt x="772" y="14989"/>
                  </a:cubicBezTo>
                  <a:cubicBezTo>
                    <a:pt x="606" y="15722"/>
                    <a:pt x="489" y="16416"/>
                    <a:pt x="323" y="17100"/>
                  </a:cubicBezTo>
                  <a:cubicBezTo>
                    <a:pt x="156" y="17881"/>
                    <a:pt x="0" y="18614"/>
                    <a:pt x="0" y="19347"/>
                  </a:cubicBezTo>
                  <a:cubicBezTo>
                    <a:pt x="2971" y="22396"/>
                    <a:pt x="5247" y="26021"/>
                    <a:pt x="7485" y="29519"/>
                  </a:cubicBezTo>
                  <a:lnTo>
                    <a:pt x="7690" y="29890"/>
                  </a:lnTo>
                  <a:cubicBezTo>
                    <a:pt x="8511" y="31112"/>
                    <a:pt x="9195" y="32450"/>
                    <a:pt x="9889" y="33711"/>
                  </a:cubicBezTo>
                  <a:cubicBezTo>
                    <a:pt x="10172" y="34248"/>
                    <a:pt x="10465" y="34776"/>
                    <a:pt x="10749" y="35304"/>
                  </a:cubicBezTo>
                  <a:cubicBezTo>
                    <a:pt x="10954" y="35665"/>
                    <a:pt x="11149" y="36075"/>
                    <a:pt x="11393" y="36447"/>
                  </a:cubicBezTo>
                  <a:cubicBezTo>
                    <a:pt x="11481" y="36564"/>
                    <a:pt x="11520" y="36691"/>
                    <a:pt x="11599" y="36847"/>
                  </a:cubicBezTo>
                  <a:cubicBezTo>
                    <a:pt x="11765" y="37053"/>
                    <a:pt x="11882" y="37258"/>
                    <a:pt x="12009" y="37502"/>
                  </a:cubicBezTo>
                  <a:cubicBezTo>
                    <a:pt x="14413" y="41489"/>
                    <a:pt x="17217" y="45241"/>
                    <a:pt x="20354" y="48739"/>
                  </a:cubicBezTo>
                  <a:cubicBezTo>
                    <a:pt x="20432" y="48495"/>
                    <a:pt x="20520" y="48250"/>
                    <a:pt x="20559" y="48006"/>
                  </a:cubicBezTo>
                  <a:cubicBezTo>
                    <a:pt x="20598" y="47928"/>
                    <a:pt x="20598" y="47879"/>
                    <a:pt x="20598" y="47840"/>
                  </a:cubicBezTo>
                  <a:cubicBezTo>
                    <a:pt x="20676" y="47596"/>
                    <a:pt x="20764" y="47351"/>
                    <a:pt x="20803" y="47107"/>
                  </a:cubicBezTo>
                  <a:cubicBezTo>
                    <a:pt x="20803" y="47068"/>
                    <a:pt x="20842" y="47029"/>
                    <a:pt x="20842" y="46951"/>
                  </a:cubicBezTo>
                  <a:cubicBezTo>
                    <a:pt x="20920" y="46707"/>
                    <a:pt x="20969" y="46501"/>
                    <a:pt x="21008" y="46257"/>
                  </a:cubicBezTo>
                  <a:cubicBezTo>
                    <a:pt x="21047" y="46218"/>
                    <a:pt x="21047" y="46169"/>
                    <a:pt x="21047" y="46130"/>
                  </a:cubicBezTo>
                  <a:cubicBezTo>
                    <a:pt x="21086" y="45886"/>
                    <a:pt x="21165" y="45602"/>
                    <a:pt x="21213" y="45358"/>
                  </a:cubicBezTo>
                  <a:lnTo>
                    <a:pt x="21253" y="45114"/>
                  </a:lnTo>
                  <a:lnTo>
                    <a:pt x="25317" y="45808"/>
                  </a:lnTo>
                  <a:cubicBezTo>
                    <a:pt x="25366" y="45485"/>
                    <a:pt x="25405" y="45114"/>
                    <a:pt x="25444" y="44791"/>
                  </a:cubicBezTo>
                  <a:cubicBezTo>
                    <a:pt x="25484" y="44664"/>
                    <a:pt x="25484" y="44547"/>
                    <a:pt x="25523" y="44381"/>
                  </a:cubicBezTo>
                  <a:cubicBezTo>
                    <a:pt x="25523" y="44215"/>
                    <a:pt x="25562" y="44059"/>
                    <a:pt x="25611" y="43892"/>
                  </a:cubicBezTo>
                  <a:cubicBezTo>
                    <a:pt x="26461" y="38313"/>
                    <a:pt x="27926" y="32822"/>
                    <a:pt x="29353" y="27448"/>
                  </a:cubicBezTo>
                  <a:cubicBezTo>
                    <a:pt x="30897" y="21624"/>
                    <a:pt x="32529" y="15595"/>
                    <a:pt x="33301" y="9576"/>
                  </a:cubicBezTo>
                  <a:lnTo>
                    <a:pt x="33301" y="9527"/>
                  </a:lnTo>
                  <a:cubicBezTo>
                    <a:pt x="33340" y="9087"/>
                    <a:pt x="33428" y="8638"/>
                    <a:pt x="33467" y="8188"/>
                  </a:cubicBezTo>
                  <a:lnTo>
                    <a:pt x="33467" y="8149"/>
                  </a:lnTo>
                  <a:cubicBezTo>
                    <a:pt x="33506" y="7700"/>
                    <a:pt x="33545" y="7250"/>
                    <a:pt x="33584" y="6801"/>
                  </a:cubicBezTo>
                  <a:lnTo>
                    <a:pt x="33584" y="6723"/>
                  </a:lnTo>
                  <a:cubicBezTo>
                    <a:pt x="33623" y="6273"/>
                    <a:pt x="33672" y="5863"/>
                    <a:pt x="33711" y="5423"/>
                  </a:cubicBezTo>
                  <a:lnTo>
                    <a:pt x="33711" y="5335"/>
                  </a:lnTo>
                  <a:lnTo>
                    <a:pt x="20031" y="3547"/>
                  </a:lnTo>
                  <a:cubicBezTo>
                    <a:pt x="19904" y="3508"/>
                    <a:pt x="19826" y="3508"/>
                    <a:pt x="19699" y="3469"/>
                  </a:cubicBezTo>
                  <a:lnTo>
                    <a:pt x="19660" y="3469"/>
                  </a:lnTo>
                  <a:cubicBezTo>
                    <a:pt x="19582" y="3469"/>
                    <a:pt x="19504" y="3469"/>
                    <a:pt x="19416" y="3420"/>
                  </a:cubicBezTo>
                  <a:lnTo>
                    <a:pt x="19298" y="3420"/>
                  </a:lnTo>
                  <a:cubicBezTo>
                    <a:pt x="19210" y="3420"/>
                    <a:pt x="19171" y="3381"/>
                    <a:pt x="19093" y="3381"/>
                  </a:cubicBezTo>
                  <a:cubicBezTo>
                    <a:pt x="19054" y="3381"/>
                    <a:pt x="19015" y="3381"/>
                    <a:pt x="18966" y="3342"/>
                  </a:cubicBezTo>
                  <a:lnTo>
                    <a:pt x="18810" y="3342"/>
                  </a:lnTo>
                  <a:cubicBezTo>
                    <a:pt x="18722" y="3303"/>
                    <a:pt x="18683" y="3303"/>
                    <a:pt x="18644" y="3303"/>
                  </a:cubicBezTo>
                  <a:cubicBezTo>
                    <a:pt x="18605" y="3303"/>
                    <a:pt x="18565" y="3264"/>
                    <a:pt x="18478" y="3264"/>
                  </a:cubicBezTo>
                  <a:cubicBezTo>
                    <a:pt x="18438" y="3264"/>
                    <a:pt x="18399" y="3225"/>
                    <a:pt x="18360" y="3225"/>
                  </a:cubicBezTo>
                  <a:cubicBezTo>
                    <a:pt x="18321" y="3225"/>
                    <a:pt x="18233" y="3176"/>
                    <a:pt x="18194" y="3176"/>
                  </a:cubicBezTo>
                  <a:cubicBezTo>
                    <a:pt x="18155" y="3176"/>
                    <a:pt x="18116" y="3137"/>
                    <a:pt x="18077" y="3137"/>
                  </a:cubicBezTo>
                  <a:cubicBezTo>
                    <a:pt x="17989" y="3137"/>
                    <a:pt x="17950" y="3098"/>
                    <a:pt x="17911" y="3098"/>
                  </a:cubicBezTo>
                  <a:cubicBezTo>
                    <a:pt x="17872" y="3059"/>
                    <a:pt x="17833" y="3059"/>
                    <a:pt x="17794" y="3059"/>
                  </a:cubicBezTo>
                  <a:lnTo>
                    <a:pt x="17745" y="3176"/>
                  </a:lnTo>
                  <a:lnTo>
                    <a:pt x="17461" y="3059"/>
                  </a:lnTo>
                  <a:cubicBezTo>
                    <a:pt x="15429" y="2042"/>
                    <a:pt x="13103" y="1632"/>
                    <a:pt x="10905" y="1270"/>
                  </a:cubicBezTo>
                  <a:lnTo>
                    <a:pt x="32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7" name="Google Shape;3827;p60"/>
            <p:cNvSpPr/>
            <p:nvPr/>
          </p:nvSpPr>
          <p:spPr>
            <a:xfrm>
              <a:off x="1278021" y="2255766"/>
              <a:ext cx="728" cy="1719"/>
            </a:xfrm>
            <a:custGeom>
              <a:avLst/>
              <a:gdLst/>
              <a:ahLst/>
              <a:cxnLst/>
              <a:rect l="l" t="t" r="r" b="b"/>
              <a:pathLst>
                <a:path w="50" h="118" extrusionOk="0">
                  <a:moveTo>
                    <a:pt x="50" y="1"/>
                  </a:moveTo>
                  <a:lnTo>
                    <a:pt x="50" y="1"/>
                  </a:lnTo>
                  <a:lnTo>
                    <a:pt x="1" y="118"/>
                  </a:lnTo>
                  <a:lnTo>
                    <a:pt x="1" y="11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8" name="Google Shape;3828;p60"/>
            <p:cNvSpPr/>
            <p:nvPr/>
          </p:nvSpPr>
          <p:spPr>
            <a:xfrm>
              <a:off x="1305913" y="2261738"/>
              <a:ext cx="583" cy="15"/>
            </a:xfrm>
            <a:custGeom>
              <a:avLst/>
              <a:gdLst/>
              <a:ahLst/>
              <a:cxnLst/>
              <a:rect l="l" t="t" r="r" b="b"/>
              <a:pathLst>
                <a:path w="40" h="1" extrusionOk="0">
                  <a:moveTo>
                    <a:pt x="40" y="1"/>
                  </a:move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29" name="Google Shape;3829;p60"/>
            <p:cNvSpPr/>
            <p:nvPr/>
          </p:nvSpPr>
          <p:spPr>
            <a:xfrm>
              <a:off x="1300655" y="2261039"/>
              <a:ext cx="1719" cy="15"/>
            </a:xfrm>
            <a:custGeom>
              <a:avLst/>
              <a:gdLst/>
              <a:ahLst/>
              <a:cxnLst/>
              <a:rect l="l" t="t" r="r" b="b"/>
              <a:pathLst>
                <a:path w="118" h="1" extrusionOk="0">
                  <a:moveTo>
                    <a:pt x="118" y="0"/>
                  </a:move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0" name="Google Shape;3830;p60"/>
            <p:cNvSpPr/>
            <p:nvPr/>
          </p:nvSpPr>
          <p:spPr>
            <a:xfrm>
              <a:off x="1295819" y="2259888"/>
              <a:ext cx="1864" cy="583"/>
            </a:xfrm>
            <a:custGeom>
              <a:avLst/>
              <a:gdLst/>
              <a:ahLst/>
              <a:cxnLst/>
              <a:rect l="l" t="t" r="r" b="b"/>
              <a:pathLst>
                <a:path w="128" h="40" extrusionOk="0">
                  <a:moveTo>
                    <a:pt x="127" y="40"/>
                  </a:moveTo>
                  <a:cubicBezTo>
                    <a:pt x="88" y="40"/>
                    <a:pt x="49" y="40"/>
                    <a:pt x="0" y="1"/>
                  </a:cubicBezTo>
                  <a:cubicBezTo>
                    <a:pt x="49" y="40"/>
                    <a:pt x="88" y="40"/>
                    <a:pt x="127" y="4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1" name="Google Shape;3831;p60"/>
            <p:cNvSpPr/>
            <p:nvPr/>
          </p:nvSpPr>
          <p:spPr>
            <a:xfrm>
              <a:off x="1278735" y="2255766"/>
              <a:ext cx="1719" cy="583"/>
            </a:xfrm>
            <a:custGeom>
              <a:avLst/>
              <a:gdLst/>
              <a:ahLst/>
              <a:cxnLst/>
              <a:rect l="l" t="t" r="r" b="b"/>
              <a:pathLst>
                <a:path w="118" h="40" extrusionOk="0">
                  <a:moveTo>
                    <a:pt x="118" y="40"/>
                  </a:moveTo>
                  <a:cubicBezTo>
                    <a:pt x="79" y="1"/>
                    <a:pt x="40" y="1"/>
                    <a:pt x="1" y="1"/>
                  </a:cubicBezTo>
                  <a:lnTo>
                    <a:pt x="1" y="1"/>
                  </a:lnTo>
                  <a:cubicBezTo>
                    <a:pt x="40" y="1"/>
                    <a:pt x="79" y="1"/>
                    <a:pt x="118" y="4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2" name="Google Shape;3832;p60"/>
            <p:cNvSpPr/>
            <p:nvPr/>
          </p:nvSpPr>
          <p:spPr>
            <a:xfrm>
              <a:off x="1286993" y="2258184"/>
              <a:ext cx="1719" cy="583"/>
            </a:xfrm>
            <a:custGeom>
              <a:avLst/>
              <a:gdLst/>
              <a:ahLst/>
              <a:cxnLst/>
              <a:rect l="l" t="t" r="r" b="b"/>
              <a:pathLst>
                <a:path w="118" h="40" extrusionOk="0">
                  <a:moveTo>
                    <a:pt x="118" y="40"/>
                  </a:moveTo>
                  <a:cubicBezTo>
                    <a:pt x="78" y="40"/>
                    <a:pt x="39" y="1"/>
                    <a:pt x="0" y="1"/>
                  </a:cubicBezTo>
                  <a:cubicBezTo>
                    <a:pt x="39" y="1"/>
                    <a:pt x="78" y="40"/>
                    <a:pt x="118" y="4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3" name="Google Shape;3833;p60"/>
            <p:cNvSpPr/>
            <p:nvPr/>
          </p:nvSpPr>
          <p:spPr>
            <a:xfrm>
              <a:off x="1291115" y="2259320"/>
              <a:ext cx="2432" cy="583"/>
            </a:xfrm>
            <a:custGeom>
              <a:avLst/>
              <a:gdLst/>
              <a:ahLst/>
              <a:cxnLst/>
              <a:rect l="l" t="t" r="r" b="b"/>
              <a:pathLst>
                <a:path w="167" h="40" extrusionOk="0">
                  <a:moveTo>
                    <a:pt x="167" y="40"/>
                  </a:moveTo>
                  <a:cubicBezTo>
                    <a:pt x="79" y="1"/>
                    <a:pt x="40" y="1"/>
                    <a:pt x="1" y="1"/>
                  </a:cubicBezTo>
                  <a:cubicBezTo>
                    <a:pt x="40" y="1"/>
                    <a:pt x="79" y="1"/>
                    <a:pt x="167" y="4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4" name="Google Shape;3834;p60"/>
            <p:cNvSpPr/>
            <p:nvPr/>
          </p:nvSpPr>
          <p:spPr>
            <a:xfrm>
              <a:off x="1282857" y="2256903"/>
              <a:ext cx="1733" cy="583"/>
            </a:xfrm>
            <a:custGeom>
              <a:avLst/>
              <a:gdLst/>
              <a:ahLst/>
              <a:cxnLst/>
              <a:rect l="l" t="t" r="r" b="b"/>
              <a:pathLst>
                <a:path w="119" h="40" extrusionOk="0">
                  <a:moveTo>
                    <a:pt x="118" y="40"/>
                  </a:moveTo>
                  <a:cubicBezTo>
                    <a:pt x="79" y="40"/>
                    <a:pt x="40" y="1"/>
                    <a:pt x="1" y="1"/>
                  </a:cubicBezTo>
                  <a:cubicBezTo>
                    <a:pt x="40" y="1"/>
                    <a:pt x="79" y="40"/>
                    <a:pt x="118" y="4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5" name="Google Shape;3835;p60"/>
            <p:cNvSpPr/>
            <p:nvPr/>
          </p:nvSpPr>
          <p:spPr>
            <a:xfrm>
              <a:off x="1278735" y="2255766"/>
              <a:ext cx="15" cy="15"/>
            </a:xfrm>
            <a:custGeom>
              <a:avLst/>
              <a:gdLst/>
              <a:ahLst/>
              <a:cxnLst/>
              <a:rect l="l" t="t" r="r" b="b"/>
              <a:pathLst>
                <a:path w="1" h="1" extrusionOk="0">
                  <a:moveTo>
                    <a:pt x="1" y="1"/>
                  </a:move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6" name="Google Shape;3836;p60"/>
            <p:cNvSpPr/>
            <p:nvPr/>
          </p:nvSpPr>
          <p:spPr>
            <a:xfrm>
              <a:off x="1042636" y="2351269"/>
              <a:ext cx="3000" cy="15949"/>
            </a:xfrm>
            <a:custGeom>
              <a:avLst/>
              <a:gdLst/>
              <a:ahLst/>
              <a:cxnLst/>
              <a:rect l="l" t="t" r="r" b="b"/>
              <a:pathLst>
                <a:path w="206" h="1095" extrusionOk="0">
                  <a:moveTo>
                    <a:pt x="0" y="1094"/>
                  </a:moveTo>
                  <a:cubicBezTo>
                    <a:pt x="88" y="733"/>
                    <a:pt x="166" y="362"/>
                    <a:pt x="205" y="0"/>
                  </a:cubicBezTo>
                  <a:cubicBezTo>
                    <a:pt x="166" y="362"/>
                    <a:pt x="88" y="733"/>
                    <a:pt x="0" y="109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7" name="Google Shape;3837;p60"/>
            <p:cNvSpPr/>
            <p:nvPr/>
          </p:nvSpPr>
          <p:spPr>
            <a:xfrm>
              <a:off x="1036795" y="2383283"/>
              <a:ext cx="2855" cy="15381"/>
            </a:xfrm>
            <a:custGeom>
              <a:avLst/>
              <a:gdLst/>
              <a:ahLst/>
              <a:cxnLst/>
              <a:rect l="l" t="t" r="r" b="b"/>
              <a:pathLst>
                <a:path w="196" h="1056" extrusionOk="0">
                  <a:moveTo>
                    <a:pt x="0" y="1056"/>
                  </a:moveTo>
                  <a:cubicBezTo>
                    <a:pt x="79" y="694"/>
                    <a:pt x="157" y="323"/>
                    <a:pt x="196" y="1"/>
                  </a:cubicBezTo>
                  <a:cubicBezTo>
                    <a:pt x="157" y="323"/>
                    <a:pt x="79" y="694"/>
                    <a:pt x="0" y="105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8" name="Google Shape;3838;p60"/>
            <p:cNvSpPr/>
            <p:nvPr/>
          </p:nvSpPr>
          <p:spPr>
            <a:xfrm>
              <a:off x="1053880" y="2287212"/>
              <a:ext cx="2432" cy="17245"/>
            </a:xfrm>
            <a:custGeom>
              <a:avLst/>
              <a:gdLst/>
              <a:ahLst/>
              <a:cxnLst/>
              <a:rect l="l" t="t" r="r" b="b"/>
              <a:pathLst>
                <a:path w="167" h="1184" extrusionOk="0">
                  <a:moveTo>
                    <a:pt x="0" y="1183"/>
                  </a:moveTo>
                  <a:cubicBezTo>
                    <a:pt x="49" y="773"/>
                    <a:pt x="127" y="402"/>
                    <a:pt x="166" y="1"/>
                  </a:cubicBezTo>
                  <a:cubicBezTo>
                    <a:pt x="127" y="402"/>
                    <a:pt x="49" y="773"/>
                    <a:pt x="0" y="118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39" name="Google Shape;3839;p60"/>
            <p:cNvSpPr/>
            <p:nvPr/>
          </p:nvSpPr>
          <p:spPr>
            <a:xfrm>
              <a:off x="1030824" y="2416448"/>
              <a:ext cx="2432" cy="13108"/>
            </a:xfrm>
            <a:custGeom>
              <a:avLst/>
              <a:gdLst/>
              <a:ahLst/>
              <a:cxnLst/>
              <a:rect l="l" t="t" r="r" b="b"/>
              <a:pathLst>
                <a:path w="167" h="900" extrusionOk="0">
                  <a:moveTo>
                    <a:pt x="0" y="899"/>
                  </a:moveTo>
                  <a:cubicBezTo>
                    <a:pt x="39" y="616"/>
                    <a:pt x="117" y="284"/>
                    <a:pt x="166" y="0"/>
                  </a:cubicBezTo>
                  <a:cubicBezTo>
                    <a:pt x="117" y="284"/>
                    <a:pt x="39" y="616"/>
                    <a:pt x="0" y="89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0" name="Google Shape;3840;p60"/>
            <p:cNvSpPr/>
            <p:nvPr/>
          </p:nvSpPr>
          <p:spPr>
            <a:xfrm>
              <a:off x="1176124" y="2725415"/>
              <a:ext cx="9409" cy="16662"/>
            </a:xfrm>
            <a:custGeom>
              <a:avLst/>
              <a:gdLst/>
              <a:ahLst/>
              <a:cxnLst/>
              <a:rect l="l" t="t" r="r" b="b"/>
              <a:pathLst>
                <a:path w="646" h="1144" extrusionOk="0">
                  <a:moveTo>
                    <a:pt x="645" y="1144"/>
                  </a:moveTo>
                  <a:cubicBezTo>
                    <a:pt x="401" y="772"/>
                    <a:pt x="206" y="362"/>
                    <a:pt x="1" y="1"/>
                  </a:cubicBezTo>
                  <a:cubicBezTo>
                    <a:pt x="206" y="362"/>
                    <a:pt x="401" y="772"/>
                    <a:pt x="645" y="11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1" name="Google Shape;3841;p60"/>
            <p:cNvSpPr/>
            <p:nvPr/>
          </p:nvSpPr>
          <p:spPr>
            <a:xfrm>
              <a:off x="1063406" y="2223170"/>
              <a:ext cx="3000" cy="17813"/>
            </a:xfrm>
            <a:custGeom>
              <a:avLst/>
              <a:gdLst/>
              <a:ahLst/>
              <a:cxnLst/>
              <a:rect l="l" t="t" r="r" b="b"/>
              <a:pathLst>
                <a:path w="206" h="1223" extrusionOk="0">
                  <a:moveTo>
                    <a:pt x="1" y="1222"/>
                  </a:moveTo>
                  <a:cubicBezTo>
                    <a:pt x="79" y="812"/>
                    <a:pt x="128" y="402"/>
                    <a:pt x="206" y="1"/>
                  </a:cubicBezTo>
                  <a:cubicBezTo>
                    <a:pt x="128" y="402"/>
                    <a:pt x="79" y="812"/>
                    <a:pt x="1" y="122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2" name="Google Shape;3842;p60"/>
            <p:cNvSpPr/>
            <p:nvPr/>
          </p:nvSpPr>
          <p:spPr>
            <a:xfrm>
              <a:off x="1058716" y="2255198"/>
              <a:ext cx="3000" cy="17798"/>
            </a:xfrm>
            <a:custGeom>
              <a:avLst/>
              <a:gdLst/>
              <a:ahLst/>
              <a:cxnLst/>
              <a:rect l="l" t="t" r="r" b="b"/>
              <a:pathLst>
                <a:path w="206" h="1222" extrusionOk="0">
                  <a:moveTo>
                    <a:pt x="0" y="1222"/>
                  </a:moveTo>
                  <a:cubicBezTo>
                    <a:pt x="78" y="811"/>
                    <a:pt x="117" y="401"/>
                    <a:pt x="205" y="0"/>
                  </a:cubicBezTo>
                  <a:cubicBezTo>
                    <a:pt x="117" y="401"/>
                    <a:pt x="78" y="811"/>
                    <a:pt x="0" y="122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3" name="Google Shape;3843;p60"/>
            <p:cNvSpPr/>
            <p:nvPr/>
          </p:nvSpPr>
          <p:spPr>
            <a:xfrm>
              <a:off x="1048608" y="2319241"/>
              <a:ext cx="3000" cy="16517"/>
            </a:xfrm>
            <a:custGeom>
              <a:avLst/>
              <a:gdLst/>
              <a:ahLst/>
              <a:cxnLst/>
              <a:rect l="l" t="t" r="r" b="b"/>
              <a:pathLst>
                <a:path w="206" h="1134" extrusionOk="0">
                  <a:moveTo>
                    <a:pt x="0" y="1134"/>
                  </a:moveTo>
                  <a:cubicBezTo>
                    <a:pt x="79" y="772"/>
                    <a:pt x="118" y="362"/>
                    <a:pt x="206" y="0"/>
                  </a:cubicBezTo>
                  <a:cubicBezTo>
                    <a:pt x="118" y="362"/>
                    <a:pt x="79" y="772"/>
                    <a:pt x="0" y="113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4" name="Google Shape;3844;p60"/>
            <p:cNvSpPr/>
            <p:nvPr/>
          </p:nvSpPr>
          <p:spPr>
            <a:xfrm>
              <a:off x="1188504" y="2747903"/>
              <a:ext cx="5986" cy="9555"/>
            </a:xfrm>
            <a:custGeom>
              <a:avLst/>
              <a:gdLst/>
              <a:ahLst/>
              <a:cxnLst/>
              <a:rect l="l" t="t" r="r" b="b"/>
              <a:pathLst>
                <a:path w="411" h="656" extrusionOk="0">
                  <a:moveTo>
                    <a:pt x="411" y="655"/>
                  </a:moveTo>
                  <a:cubicBezTo>
                    <a:pt x="284" y="411"/>
                    <a:pt x="167" y="206"/>
                    <a:pt x="1" y="0"/>
                  </a:cubicBezTo>
                  <a:cubicBezTo>
                    <a:pt x="167" y="206"/>
                    <a:pt x="284" y="411"/>
                    <a:pt x="411" y="65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5" name="Google Shape;3845;p60"/>
            <p:cNvSpPr/>
            <p:nvPr/>
          </p:nvSpPr>
          <p:spPr>
            <a:xfrm>
              <a:off x="1413228" y="2290213"/>
              <a:ext cx="446039" cy="557898"/>
            </a:xfrm>
            <a:custGeom>
              <a:avLst/>
              <a:gdLst/>
              <a:ahLst/>
              <a:cxnLst/>
              <a:rect l="l" t="t" r="r" b="b"/>
              <a:pathLst>
                <a:path w="30624" h="38304" extrusionOk="0">
                  <a:moveTo>
                    <a:pt x="7172" y="0"/>
                  </a:moveTo>
                  <a:lnTo>
                    <a:pt x="7172" y="117"/>
                  </a:lnTo>
                  <a:cubicBezTo>
                    <a:pt x="7133" y="528"/>
                    <a:pt x="7133" y="928"/>
                    <a:pt x="7085" y="1300"/>
                  </a:cubicBezTo>
                  <a:cubicBezTo>
                    <a:pt x="7085" y="1378"/>
                    <a:pt x="7085" y="1466"/>
                    <a:pt x="7045" y="1544"/>
                  </a:cubicBezTo>
                  <a:cubicBezTo>
                    <a:pt x="7045" y="1906"/>
                    <a:pt x="7006" y="2316"/>
                    <a:pt x="6967" y="2726"/>
                  </a:cubicBezTo>
                  <a:cubicBezTo>
                    <a:pt x="6928" y="2805"/>
                    <a:pt x="6928" y="2883"/>
                    <a:pt x="6928" y="2971"/>
                  </a:cubicBezTo>
                  <a:cubicBezTo>
                    <a:pt x="6889" y="3332"/>
                    <a:pt x="6840" y="3703"/>
                    <a:pt x="6801" y="4104"/>
                  </a:cubicBezTo>
                  <a:cubicBezTo>
                    <a:pt x="6762" y="4192"/>
                    <a:pt x="6762" y="4309"/>
                    <a:pt x="6762" y="4397"/>
                  </a:cubicBezTo>
                  <a:cubicBezTo>
                    <a:pt x="6723" y="4759"/>
                    <a:pt x="6645" y="5130"/>
                    <a:pt x="6596" y="5492"/>
                  </a:cubicBezTo>
                  <a:cubicBezTo>
                    <a:pt x="6596" y="5619"/>
                    <a:pt x="6557" y="5736"/>
                    <a:pt x="6557" y="5863"/>
                  </a:cubicBezTo>
                  <a:cubicBezTo>
                    <a:pt x="6479" y="6185"/>
                    <a:pt x="6440" y="6508"/>
                    <a:pt x="6401" y="6840"/>
                  </a:cubicBezTo>
                  <a:cubicBezTo>
                    <a:pt x="6352" y="6996"/>
                    <a:pt x="6313" y="7162"/>
                    <a:pt x="6313" y="7280"/>
                  </a:cubicBezTo>
                  <a:cubicBezTo>
                    <a:pt x="6274" y="7573"/>
                    <a:pt x="6195" y="7856"/>
                    <a:pt x="6156" y="8140"/>
                  </a:cubicBezTo>
                  <a:cubicBezTo>
                    <a:pt x="6107" y="8384"/>
                    <a:pt x="6068" y="8589"/>
                    <a:pt x="6029" y="8794"/>
                  </a:cubicBezTo>
                  <a:cubicBezTo>
                    <a:pt x="5990" y="8951"/>
                    <a:pt x="5990" y="9156"/>
                    <a:pt x="5951" y="9322"/>
                  </a:cubicBezTo>
                  <a:cubicBezTo>
                    <a:pt x="5863" y="9644"/>
                    <a:pt x="5824" y="9967"/>
                    <a:pt x="5746" y="10299"/>
                  </a:cubicBezTo>
                  <a:cubicBezTo>
                    <a:pt x="5746" y="10338"/>
                    <a:pt x="5707" y="10416"/>
                    <a:pt x="5707" y="10455"/>
                  </a:cubicBezTo>
                  <a:cubicBezTo>
                    <a:pt x="4886" y="14413"/>
                    <a:pt x="3831" y="18321"/>
                    <a:pt x="2814" y="22181"/>
                  </a:cubicBezTo>
                  <a:cubicBezTo>
                    <a:pt x="1837" y="25845"/>
                    <a:pt x="821" y="29675"/>
                    <a:pt x="0" y="33418"/>
                  </a:cubicBezTo>
                  <a:cubicBezTo>
                    <a:pt x="127" y="33467"/>
                    <a:pt x="245" y="33506"/>
                    <a:pt x="372" y="33545"/>
                  </a:cubicBezTo>
                  <a:cubicBezTo>
                    <a:pt x="489" y="33584"/>
                    <a:pt x="655" y="33623"/>
                    <a:pt x="821" y="33711"/>
                  </a:cubicBezTo>
                  <a:cubicBezTo>
                    <a:pt x="938" y="33750"/>
                    <a:pt x="1105" y="33789"/>
                    <a:pt x="1271" y="33828"/>
                  </a:cubicBezTo>
                  <a:cubicBezTo>
                    <a:pt x="1427" y="33867"/>
                    <a:pt x="1554" y="33906"/>
                    <a:pt x="1710" y="33955"/>
                  </a:cubicBezTo>
                  <a:cubicBezTo>
                    <a:pt x="1876" y="33994"/>
                    <a:pt x="2003" y="34072"/>
                    <a:pt x="2160" y="34112"/>
                  </a:cubicBezTo>
                  <a:cubicBezTo>
                    <a:pt x="2326" y="34151"/>
                    <a:pt x="2443" y="34199"/>
                    <a:pt x="2609" y="34239"/>
                  </a:cubicBezTo>
                  <a:cubicBezTo>
                    <a:pt x="2775" y="34278"/>
                    <a:pt x="2932" y="34317"/>
                    <a:pt x="3098" y="34356"/>
                  </a:cubicBezTo>
                  <a:cubicBezTo>
                    <a:pt x="3225" y="34395"/>
                    <a:pt x="3342" y="34444"/>
                    <a:pt x="3508" y="34483"/>
                  </a:cubicBezTo>
                  <a:cubicBezTo>
                    <a:pt x="3665" y="34522"/>
                    <a:pt x="3831" y="34561"/>
                    <a:pt x="3997" y="34600"/>
                  </a:cubicBezTo>
                  <a:cubicBezTo>
                    <a:pt x="4153" y="34639"/>
                    <a:pt x="4280" y="34688"/>
                    <a:pt x="4397" y="34727"/>
                  </a:cubicBezTo>
                  <a:cubicBezTo>
                    <a:pt x="4564" y="34766"/>
                    <a:pt x="4769" y="34805"/>
                    <a:pt x="4935" y="34844"/>
                  </a:cubicBezTo>
                  <a:cubicBezTo>
                    <a:pt x="5052" y="34883"/>
                    <a:pt x="5179" y="34932"/>
                    <a:pt x="5296" y="34971"/>
                  </a:cubicBezTo>
                  <a:cubicBezTo>
                    <a:pt x="5502" y="35010"/>
                    <a:pt x="5668" y="35050"/>
                    <a:pt x="5863" y="35089"/>
                  </a:cubicBezTo>
                  <a:cubicBezTo>
                    <a:pt x="5951" y="35128"/>
                    <a:pt x="6068" y="35128"/>
                    <a:pt x="6195" y="35177"/>
                  </a:cubicBezTo>
                  <a:cubicBezTo>
                    <a:pt x="6401" y="35216"/>
                    <a:pt x="6596" y="35255"/>
                    <a:pt x="6801" y="35333"/>
                  </a:cubicBezTo>
                  <a:cubicBezTo>
                    <a:pt x="6889" y="35333"/>
                    <a:pt x="7006" y="35372"/>
                    <a:pt x="7085" y="35372"/>
                  </a:cubicBezTo>
                  <a:cubicBezTo>
                    <a:pt x="7290" y="35421"/>
                    <a:pt x="7534" y="35499"/>
                    <a:pt x="7739" y="35538"/>
                  </a:cubicBezTo>
                  <a:cubicBezTo>
                    <a:pt x="7817" y="35538"/>
                    <a:pt x="7905" y="35577"/>
                    <a:pt x="7983" y="35577"/>
                  </a:cubicBezTo>
                  <a:cubicBezTo>
                    <a:pt x="8228" y="35665"/>
                    <a:pt x="8472" y="35704"/>
                    <a:pt x="8755" y="35743"/>
                  </a:cubicBezTo>
                  <a:cubicBezTo>
                    <a:pt x="8794" y="35782"/>
                    <a:pt x="8843" y="35782"/>
                    <a:pt x="8882" y="35782"/>
                  </a:cubicBezTo>
                  <a:cubicBezTo>
                    <a:pt x="13358" y="36760"/>
                    <a:pt x="17755" y="37375"/>
                    <a:pt x="21790" y="37815"/>
                  </a:cubicBezTo>
                  <a:cubicBezTo>
                    <a:pt x="22035" y="37864"/>
                    <a:pt x="22318" y="37864"/>
                    <a:pt x="22562" y="37903"/>
                  </a:cubicBezTo>
                  <a:lnTo>
                    <a:pt x="22601" y="37903"/>
                  </a:lnTo>
                  <a:cubicBezTo>
                    <a:pt x="22846" y="37942"/>
                    <a:pt x="23090" y="37942"/>
                    <a:pt x="23334" y="37981"/>
                  </a:cubicBezTo>
                  <a:lnTo>
                    <a:pt x="23373" y="37981"/>
                  </a:lnTo>
                  <a:cubicBezTo>
                    <a:pt x="23617" y="38020"/>
                    <a:pt x="23862" y="38020"/>
                    <a:pt x="24106" y="38059"/>
                  </a:cubicBezTo>
                  <a:lnTo>
                    <a:pt x="24145" y="38059"/>
                  </a:lnTo>
                  <a:cubicBezTo>
                    <a:pt x="24389" y="38108"/>
                    <a:pt x="24634" y="38108"/>
                    <a:pt x="24878" y="38147"/>
                  </a:cubicBezTo>
                  <a:lnTo>
                    <a:pt x="24917" y="38147"/>
                  </a:lnTo>
                  <a:cubicBezTo>
                    <a:pt x="25161" y="38186"/>
                    <a:pt x="25406" y="38186"/>
                    <a:pt x="25611" y="38225"/>
                  </a:cubicBezTo>
                  <a:lnTo>
                    <a:pt x="25699" y="38225"/>
                  </a:lnTo>
                  <a:cubicBezTo>
                    <a:pt x="25943" y="38225"/>
                    <a:pt x="26138" y="38264"/>
                    <a:pt x="26344" y="38264"/>
                  </a:cubicBezTo>
                  <a:lnTo>
                    <a:pt x="26471" y="38264"/>
                  </a:lnTo>
                  <a:cubicBezTo>
                    <a:pt x="26588" y="38303"/>
                    <a:pt x="26715" y="38303"/>
                    <a:pt x="26871" y="38303"/>
                  </a:cubicBezTo>
                  <a:cubicBezTo>
                    <a:pt x="26871" y="38059"/>
                    <a:pt x="26920" y="37776"/>
                    <a:pt x="26959" y="37531"/>
                  </a:cubicBezTo>
                  <a:cubicBezTo>
                    <a:pt x="27076" y="36720"/>
                    <a:pt x="27164" y="35909"/>
                    <a:pt x="27282" y="35089"/>
                  </a:cubicBezTo>
                  <a:cubicBezTo>
                    <a:pt x="27321" y="34805"/>
                    <a:pt x="27360" y="34483"/>
                    <a:pt x="27409" y="34199"/>
                  </a:cubicBezTo>
                  <a:cubicBezTo>
                    <a:pt x="27526" y="33379"/>
                    <a:pt x="27604" y="32607"/>
                    <a:pt x="27731" y="31796"/>
                  </a:cubicBezTo>
                  <a:cubicBezTo>
                    <a:pt x="27770" y="31591"/>
                    <a:pt x="27770" y="31424"/>
                    <a:pt x="27809" y="31219"/>
                  </a:cubicBezTo>
                  <a:cubicBezTo>
                    <a:pt x="28669" y="24829"/>
                    <a:pt x="29646" y="18321"/>
                    <a:pt x="30623" y="11765"/>
                  </a:cubicBezTo>
                  <a:cubicBezTo>
                    <a:pt x="28259" y="11520"/>
                    <a:pt x="25894" y="11237"/>
                    <a:pt x="23578" y="10993"/>
                  </a:cubicBezTo>
                  <a:lnTo>
                    <a:pt x="20969" y="10661"/>
                  </a:lnTo>
                  <a:lnTo>
                    <a:pt x="20969" y="10416"/>
                  </a:lnTo>
                  <a:lnTo>
                    <a:pt x="20969" y="9605"/>
                  </a:lnTo>
                  <a:lnTo>
                    <a:pt x="20969" y="9478"/>
                  </a:lnTo>
                  <a:cubicBezTo>
                    <a:pt x="20969" y="9234"/>
                    <a:pt x="21009" y="8951"/>
                    <a:pt x="21009" y="8706"/>
                  </a:cubicBezTo>
                  <a:lnTo>
                    <a:pt x="21009" y="8501"/>
                  </a:lnTo>
                  <a:cubicBezTo>
                    <a:pt x="21009" y="8306"/>
                    <a:pt x="21057" y="8061"/>
                    <a:pt x="21057" y="7817"/>
                  </a:cubicBezTo>
                  <a:lnTo>
                    <a:pt x="21057" y="7524"/>
                  </a:lnTo>
                  <a:cubicBezTo>
                    <a:pt x="21057" y="7329"/>
                    <a:pt x="21096" y="7123"/>
                    <a:pt x="21096" y="6918"/>
                  </a:cubicBezTo>
                  <a:lnTo>
                    <a:pt x="21096" y="6508"/>
                  </a:lnTo>
                  <a:cubicBezTo>
                    <a:pt x="21136" y="6430"/>
                    <a:pt x="21136" y="6303"/>
                    <a:pt x="21136" y="6185"/>
                  </a:cubicBezTo>
                  <a:cubicBezTo>
                    <a:pt x="21136" y="5941"/>
                    <a:pt x="21175" y="5697"/>
                    <a:pt x="21175" y="5453"/>
                  </a:cubicBezTo>
                  <a:lnTo>
                    <a:pt x="21175" y="5325"/>
                  </a:lnTo>
                  <a:cubicBezTo>
                    <a:pt x="21253" y="4192"/>
                    <a:pt x="21341" y="3049"/>
                    <a:pt x="21458" y="1906"/>
                  </a:cubicBezTo>
                  <a:lnTo>
                    <a:pt x="17188" y="1339"/>
                  </a:lnTo>
                  <a:lnTo>
                    <a:pt x="7172" y="0"/>
                  </a:lnTo>
                  <a:close/>
                </a:path>
              </a:pathLst>
            </a:custGeom>
            <a:solidFill>
              <a:schemeClr val="accent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6" name="Google Shape;3846;p60"/>
            <p:cNvSpPr/>
            <p:nvPr/>
          </p:nvSpPr>
          <p:spPr>
            <a:xfrm>
              <a:off x="1720491" y="2384987"/>
              <a:ext cx="15" cy="6001"/>
            </a:xfrm>
            <a:custGeom>
              <a:avLst/>
              <a:gdLst/>
              <a:ahLst/>
              <a:cxnLst/>
              <a:rect l="l" t="t" r="r" b="b"/>
              <a:pathLst>
                <a:path w="1" h="412" extrusionOk="0">
                  <a:moveTo>
                    <a:pt x="0" y="411"/>
                  </a:move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7" name="Google Shape;3847;p60"/>
            <p:cNvSpPr/>
            <p:nvPr/>
          </p:nvSpPr>
          <p:spPr>
            <a:xfrm>
              <a:off x="1718641" y="2428260"/>
              <a:ext cx="15" cy="1864"/>
            </a:xfrm>
            <a:custGeom>
              <a:avLst/>
              <a:gdLst/>
              <a:ahLst/>
              <a:cxnLst/>
              <a:rect l="l" t="t" r="r" b="b"/>
              <a:pathLst>
                <a:path w="1" h="128" extrusionOk="0">
                  <a:moveTo>
                    <a:pt x="0" y="127"/>
                  </a:move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8" name="Google Shape;3848;p60"/>
            <p:cNvSpPr/>
            <p:nvPr/>
          </p:nvSpPr>
          <p:spPr>
            <a:xfrm>
              <a:off x="1719209" y="2414030"/>
              <a:ext cx="15" cy="3000"/>
            </a:xfrm>
            <a:custGeom>
              <a:avLst/>
              <a:gdLst/>
              <a:ahLst/>
              <a:cxnLst/>
              <a:rect l="l" t="t" r="r" b="b"/>
              <a:pathLst>
                <a:path w="1" h="206" extrusionOk="0">
                  <a:moveTo>
                    <a:pt x="1" y="205"/>
                  </a:move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49" name="Google Shape;3849;p60"/>
            <p:cNvSpPr/>
            <p:nvPr/>
          </p:nvSpPr>
          <p:spPr>
            <a:xfrm>
              <a:off x="1719923" y="2399800"/>
              <a:ext cx="15" cy="4282"/>
            </a:xfrm>
            <a:custGeom>
              <a:avLst/>
              <a:gdLst/>
              <a:ahLst/>
              <a:cxnLst/>
              <a:rect l="l" t="t" r="r" b="b"/>
              <a:pathLst>
                <a:path w="1" h="294" extrusionOk="0">
                  <a:moveTo>
                    <a:pt x="0" y="293"/>
                  </a:move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0" name="Google Shape;3850;p60"/>
            <p:cNvSpPr/>
            <p:nvPr/>
          </p:nvSpPr>
          <p:spPr>
            <a:xfrm>
              <a:off x="1721627" y="2317959"/>
              <a:ext cx="4151" cy="49827"/>
            </a:xfrm>
            <a:custGeom>
              <a:avLst/>
              <a:gdLst/>
              <a:ahLst/>
              <a:cxnLst/>
              <a:rect l="l" t="t" r="r" b="b"/>
              <a:pathLst>
                <a:path w="285" h="3421" extrusionOk="0">
                  <a:moveTo>
                    <a:pt x="284" y="1"/>
                  </a:moveTo>
                  <a:lnTo>
                    <a:pt x="284" y="1"/>
                  </a:lnTo>
                  <a:cubicBezTo>
                    <a:pt x="167" y="1144"/>
                    <a:pt x="79" y="2287"/>
                    <a:pt x="1" y="3420"/>
                  </a:cubicBezTo>
                  <a:cubicBezTo>
                    <a:pt x="79" y="2365"/>
                    <a:pt x="167" y="1222"/>
                    <a:pt x="2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1" name="Google Shape;3851;p60"/>
            <p:cNvSpPr/>
            <p:nvPr/>
          </p:nvSpPr>
          <p:spPr>
            <a:xfrm>
              <a:off x="1718641" y="2445476"/>
              <a:ext cx="140625" cy="16094"/>
            </a:xfrm>
            <a:custGeom>
              <a:avLst/>
              <a:gdLst/>
              <a:ahLst/>
              <a:cxnLst/>
              <a:rect l="l" t="t" r="r" b="b"/>
              <a:pathLst>
                <a:path w="9655" h="1105" extrusionOk="0">
                  <a:moveTo>
                    <a:pt x="0" y="1"/>
                  </a:moveTo>
                  <a:lnTo>
                    <a:pt x="2609" y="333"/>
                  </a:lnTo>
                  <a:cubicBezTo>
                    <a:pt x="3915" y="471"/>
                    <a:pt x="5236" y="621"/>
                    <a:pt x="6564" y="769"/>
                  </a:cubicBezTo>
                  <a:lnTo>
                    <a:pt x="6564" y="769"/>
                  </a:lnTo>
                  <a:cubicBezTo>
                    <a:pt x="5213" y="614"/>
                    <a:pt x="3871" y="451"/>
                    <a:pt x="2531" y="284"/>
                  </a:cubicBezTo>
                  <a:lnTo>
                    <a:pt x="0" y="1"/>
                  </a:lnTo>
                  <a:close/>
                  <a:moveTo>
                    <a:pt x="6564" y="769"/>
                  </a:moveTo>
                  <a:lnTo>
                    <a:pt x="6564" y="769"/>
                  </a:lnTo>
                  <a:cubicBezTo>
                    <a:pt x="7589" y="887"/>
                    <a:pt x="8618" y="999"/>
                    <a:pt x="9654" y="1105"/>
                  </a:cubicBezTo>
                  <a:cubicBezTo>
                    <a:pt x="8623" y="998"/>
                    <a:pt x="7592" y="884"/>
                    <a:pt x="6564" y="76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2" name="Google Shape;3852;p60"/>
            <p:cNvSpPr/>
            <p:nvPr/>
          </p:nvSpPr>
          <p:spPr>
            <a:xfrm>
              <a:off x="1721059" y="2369621"/>
              <a:ext cx="583" cy="10691"/>
            </a:xfrm>
            <a:custGeom>
              <a:avLst/>
              <a:gdLst/>
              <a:ahLst/>
              <a:cxnLst/>
              <a:rect l="l" t="t" r="r" b="b"/>
              <a:pathLst>
                <a:path w="40" h="734" extrusionOk="0">
                  <a:moveTo>
                    <a:pt x="1" y="733"/>
                  </a:moveTo>
                  <a:cubicBezTo>
                    <a:pt x="1" y="489"/>
                    <a:pt x="40" y="245"/>
                    <a:pt x="40" y="1"/>
                  </a:cubicBezTo>
                  <a:cubicBezTo>
                    <a:pt x="40" y="245"/>
                    <a:pt x="1" y="489"/>
                    <a:pt x="1" y="73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3" name="Google Shape;3853;p60"/>
            <p:cNvSpPr/>
            <p:nvPr/>
          </p:nvSpPr>
          <p:spPr>
            <a:xfrm>
              <a:off x="1663556" y="2309701"/>
              <a:ext cx="62222" cy="8273"/>
            </a:xfrm>
            <a:custGeom>
              <a:avLst/>
              <a:gdLst/>
              <a:ahLst/>
              <a:cxnLst/>
              <a:rect l="l" t="t" r="r" b="b"/>
              <a:pathLst>
                <a:path w="4272" h="568" extrusionOk="0">
                  <a:moveTo>
                    <a:pt x="1" y="1"/>
                  </a:moveTo>
                  <a:lnTo>
                    <a:pt x="4271" y="568"/>
                  </a:lnTo>
                  <a:lnTo>
                    <a:pt x="4271" y="56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4" name="Google Shape;3854;p60"/>
            <p:cNvSpPr/>
            <p:nvPr/>
          </p:nvSpPr>
          <p:spPr>
            <a:xfrm>
              <a:off x="1725764" y="2317959"/>
              <a:ext cx="15" cy="15"/>
            </a:xfrm>
            <a:custGeom>
              <a:avLst/>
              <a:gdLst/>
              <a:ahLst/>
              <a:cxnLst/>
              <a:rect l="l" t="t" r="r" b="b"/>
              <a:pathLst>
                <a:path w="1" h="1" extrusionOk="0">
                  <a:moveTo>
                    <a:pt x="0" y="1"/>
                  </a:moveTo>
                  <a:lnTo>
                    <a:pt x="0" y="1"/>
                  </a:ln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5" name="Google Shape;3855;p60"/>
            <p:cNvSpPr/>
            <p:nvPr/>
          </p:nvSpPr>
          <p:spPr>
            <a:xfrm>
              <a:off x="1516406" y="2291917"/>
              <a:ext cx="1296" cy="17230"/>
            </a:xfrm>
            <a:custGeom>
              <a:avLst/>
              <a:gdLst/>
              <a:ahLst/>
              <a:cxnLst/>
              <a:rect l="l" t="t" r="r" b="b"/>
              <a:pathLst>
                <a:path w="89" h="1183" extrusionOk="0">
                  <a:moveTo>
                    <a:pt x="1" y="1183"/>
                  </a:moveTo>
                  <a:cubicBezTo>
                    <a:pt x="49" y="811"/>
                    <a:pt x="49" y="411"/>
                    <a:pt x="88" y="0"/>
                  </a:cubicBezTo>
                  <a:cubicBezTo>
                    <a:pt x="49" y="411"/>
                    <a:pt x="49" y="811"/>
                    <a:pt x="1" y="118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6" name="Google Shape;3856;p60"/>
            <p:cNvSpPr/>
            <p:nvPr/>
          </p:nvSpPr>
          <p:spPr>
            <a:xfrm>
              <a:off x="1499904" y="2418297"/>
              <a:ext cx="1151" cy="7690"/>
            </a:xfrm>
            <a:custGeom>
              <a:avLst/>
              <a:gdLst/>
              <a:ahLst/>
              <a:cxnLst/>
              <a:rect l="l" t="t" r="r" b="b"/>
              <a:pathLst>
                <a:path w="79" h="528" extrusionOk="0">
                  <a:moveTo>
                    <a:pt x="0" y="528"/>
                  </a:moveTo>
                  <a:cubicBezTo>
                    <a:pt x="39" y="362"/>
                    <a:pt x="39" y="157"/>
                    <a:pt x="78" y="0"/>
                  </a:cubicBezTo>
                  <a:cubicBezTo>
                    <a:pt x="39" y="157"/>
                    <a:pt x="39" y="362"/>
                    <a:pt x="0" y="52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7" name="Google Shape;3857;p60"/>
            <p:cNvSpPr/>
            <p:nvPr/>
          </p:nvSpPr>
          <p:spPr>
            <a:xfrm>
              <a:off x="1502890" y="2396231"/>
              <a:ext cx="2287" cy="12540"/>
            </a:xfrm>
            <a:custGeom>
              <a:avLst/>
              <a:gdLst/>
              <a:ahLst/>
              <a:cxnLst/>
              <a:rect l="l" t="t" r="r" b="b"/>
              <a:pathLst>
                <a:path w="157" h="861" extrusionOk="0">
                  <a:moveTo>
                    <a:pt x="0" y="861"/>
                  </a:moveTo>
                  <a:cubicBezTo>
                    <a:pt x="39" y="577"/>
                    <a:pt x="118" y="294"/>
                    <a:pt x="157" y="1"/>
                  </a:cubicBezTo>
                  <a:cubicBezTo>
                    <a:pt x="118" y="294"/>
                    <a:pt x="39" y="577"/>
                    <a:pt x="0" y="86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8" name="Google Shape;3858;p60"/>
            <p:cNvSpPr/>
            <p:nvPr/>
          </p:nvSpPr>
          <p:spPr>
            <a:xfrm>
              <a:off x="1509284" y="2354255"/>
              <a:ext cx="2447" cy="15949"/>
            </a:xfrm>
            <a:custGeom>
              <a:avLst/>
              <a:gdLst/>
              <a:ahLst/>
              <a:cxnLst/>
              <a:rect l="l" t="t" r="r" b="b"/>
              <a:pathLst>
                <a:path w="168" h="1095" extrusionOk="0">
                  <a:moveTo>
                    <a:pt x="1" y="1095"/>
                  </a:moveTo>
                  <a:cubicBezTo>
                    <a:pt x="50" y="733"/>
                    <a:pt x="128" y="362"/>
                    <a:pt x="167" y="0"/>
                  </a:cubicBezTo>
                  <a:cubicBezTo>
                    <a:pt x="128" y="362"/>
                    <a:pt x="50" y="733"/>
                    <a:pt x="1" y="109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59" name="Google Shape;3859;p60"/>
            <p:cNvSpPr/>
            <p:nvPr/>
          </p:nvSpPr>
          <p:spPr>
            <a:xfrm>
              <a:off x="1512284" y="2333471"/>
              <a:ext cx="1864" cy="16531"/>
            </a:xfrm>
            <a:custGeom>
              <a:avLst/>
              <a:gdLst/>
              <a:ahLst/>
              <a:cxnLst/>
              <a:rect l="l" t="t" r="r" b="b"/>
              <a:pathLst>
                <a:path w="128" h="1135" extrusionOk="0">
                  <a:moveTo>
                    <a:pt x="0" y="1134"/>
                  </a:moveTo>
                  <a:cubicBezTo>
                    <a:pt x="39" y="733"/>
                    <a:pt x="88" y="362"/>
                    <a:pt x="127" y="1"/>
                  </a:cubicBezTo>
                  <a:cubicBezTo>
                    <a:pt x="88" y="362"/>
                    <a:pt x="39" y="733"/>
                    <a:pt x="0" y="113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0" name="Google Shape;3860;p60"/>
            <p:cNvSpPr/>
            <p:nvPr/>
          </p:nvSpPr>
          <p:spPr>
            <a:xfrm>
              <a:off x="1496336" y="2440218"/>
              <a:ext cx="583" cy="2287"/>
            </a:xfrm>
            <a:custGeom>
              <a:avLst/>
              <a:gdLst/>
              <a:ahLst/>
              <a:cxnLst/>
              <a:rect l="l" t="t" r="r" b="b"/>
              <a:pathLst>
                <a:path w="40" h="157" extrusionOk="0">
                  <a:moveTo>
                    <a:pt x="1" y="156"/>
                  </a:moveTo>
                  <a:cubicBezTo>
                    <a:pt x="1" y="117"/>
                    <a:pt x="40" y="39"/>
                    <a:pt x="40" y="0"/>
                  </a:cubicBezTo>
                  <a:cubicBezTo>
                    <a:pt x="40" y="39"/>
                    <a:pt x="1" y="117"/>
                    <a:pt x="1" y="15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1" name="Google Shape;3861;p60"/>
            <p:cNvSpPr/>
            <p:nvPr/>
          </p:nvSpPr>
          <p:spPr>
            <a:xfrm>
              <a:off x="1514702" y="2312701"/>
              <a:ext cx="1151" cy="17230"/>
            </a:xfrm>
            <a:custGeom>
              <a:avLst/>
              <a:gdLst/>
              <a:ahLst/>
              <a:cxnLst/>
              <a:rect l="l" t="t" r="r" b="b"/>
              <a:pathLst>
                <a:path w="79" h="1183" extrusionOk="0">
                  <a:moveTo>
                    <a:pt x="0" y="1182"/>
                  </a:moveTo>
                  <a:cubicBezTo>
                    <a:pt x="39" y="772"/>
                    <a:pt x="78" y="362"/>
                    <a:pt x="78" y="0"/>
                  </a:cubicBezTo>
                  <a:cubicBezTo>
                    <a:pt x="78" y="362"/>
                    <a:pt x="39" y="772"/>
                    <a:pt x="0" y="118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2" name="Google Shape;3862;p60"/>
            <p:cNvSpPr/>
            <p:nvPr/>
          </p:nvSpPr>
          <p:spPr>
            <a:xfrm>
              <a:off x="1506444" y="2375593"/>
              <a:ext cx="2287" cy="14259"/>
            </a:xfrm>
            <a:custGeom>
              <a:avLst/>
              <a:gdLst/>
              <a:ahLst/>
              <a:cxnLst/>
              <a:rect l="l" t="t" r="r" b="b"/>
              <a:pathLst>
                <a:path w="157" h="979" extrusionOk="0">
                  <a:moveTo>
                    <a:pt x="1" y="978"/>
                  </a:moveTo>
                  <a:cubicBezTo>
                    <a:pt x="40" y="646"/>
                    <a:pt x="79" y="323"/>
                    <a:pt x="157" y="1"/>
                  </a:cubicBezTo>
                  <a:cubicBezTo>
                    <a:pt x="79" y="323"/>
                    <a:pt x="40" y="646"/>
                    <a:pt x="1" y="97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3" name="Google Shape;3863;p60"/>
            <p:cNvSpPr/>
            <p:nvPr/>
          </p:nvSpPr>
          <p:spPr>
            <a:xfrm>
              <a:off x="1811712" y="2462691"/>
              <a:ext cx="577692" cy="421001"/>
            </a:xfrm>
            <a:custGeom>
              <a:avLst/>
              <a:gdLst/>
              <a:ahLst/>
              <a:cxnLst/>
              <a:rect l="l" t="t" r="r" b="b"/>
              <a:pathLst>
                <a:path w="39663" h="28905" extrusionOk="0">
                  <a:moveTo>
                    <a:pt x="3792" y="1"/>
                  </a:moveTo>
                  <a:cubicBezTo>
                    <a:pt x="3626" y="861"/>
                    <a:pt x="3509" y="1750"/>
                    <a:pt x="3382" y="2649"/>
                  </a:cubicBezTo>
                  <a:cubicBezTo>
                    <a:pt x="3343" y="2854"/>
                    <a:pt x="3304" y="3010"/>
                    <a:pt x="3264" y="3216"/>
                  </a:cubicBezTo>
                  <a:cubicBezTo>
                    <a:pt x="3176" y="3988"/>
                    <a:pt x="3059" y="4769"/>
                    <a:pt x="2932" y="5580"/>
                  </a:cubicBezTo>
                  <a:cubicBezTo>
                    <a:pt x="2893" y="5903"/>
                    <a:pt x="2815" y="6274"/>
                    <a:pt x="2776" y="6636"/>
                  </a:cubicBezTo>
                  <a:cubicBezTo>
                    <a:pt x="2688" y="7163"/>
                    <a:pt x="2610" y="7701"/>
                    <a:pt x="2532" y="8267"/>
                  </a:cubicBezTo>
                  <a:cubicBezTo>
                    <a:pt x="2121" y="11033"/>
                    <a:pt x="1711" y="13847"/>
                    <a:pt x="1349" y="16612"/>
                  </a:cubicBezTo>
                  <a:lnTo>
                    <a:pt x="1349" y="16690"/>
                  </a:lnTo>
                  <a:cubicBezTo>
                    <a:pt x="1222" y="17306"/>
                    <a:pt x="1144" y="17960"/>
                    <a:pt x="1066" y="18605"/>
                  </a:cubicBezTo>
                  <a:cubicBezTo>
                    <a:pt x="978" y="19094"/>
                    <a:pt x="939" y="19543"/>
                    <a:pt x="861" y="20032"/>
                  </a:cubicBezTo>
                  <a:cubicBezTo>
                    <a:pt x="822" y="20442"/>
                    <a:pt x="783" y="20843"/>
                    <a:pt x="695" y="21292"/>
                  </a:cubicBezTo>
                  <a:cubicBezTo>
                    <a:pt x="616" y="21986"/>
                    <a:pt x="489" y="22680"/>
                    <a:pt x="411" y="23413"/>
                  </a:cubicBezTo>
                  <a:cubicBezTo>
                    <a:pt x="372" y="23618"/>
                    <a:pt x="372" y="23823"/>
                    <a:pt x="333" y="24067"/>
                  </a:cubicBezTo>
                  <a:cubicBezTo>
                    <a:pt x="206" y="24878"/>
                    <a:pt x="128" y="25689"/>
                    <a:pt x="1" y="26510"/>
                  </a:cubicBezTo>
                  <a:cubicBezTo>
                    <a:pt x="411" y="26549"/>
                    <a:pt x="822" y="26588"/>
                    <a:pt x="1222" y="26627"/>
                  </a:cubicBezTo>
                  <a:cubicBezTo>
                    <a:pt x="1467" y="26627"/>
                    <a:pt x="1672" y="26667"/>
                    <a:pt x="1916" y="26667"/>
                  </a:cubicBezTo>
                  <a:lnTo>
                    <a:pt x="2004" y="26667"/>
                  </a:lnTo>
                  <a:cubicBezTo>
                    <a:pt x="2199" y="26706"/>
                    <a:pt x="2405" y="26706"/>
                    <a:pt x="2610" y="26755"/>
                  </a:cubicBezTo>
                  <a:lnTo>
                    <a:pt x="2737" y="26755"/>
                  </a:lnTo>
                  <a:cubicBezTo>
                    <a:pt x="2932" y="26755"/>
                    <a:pt x="3098" y="26794"/>
                    <a:pt x="3304" y="26794"/>
                  </a:cubicBezTo>
                  <a:lnTo>
                    <a:pt x="3509" y="26794"/>
                  </a:lnTo>
                  <a:cubicBezTo>
                    <a:pt x="3665" y="26833"/>
                    <a:pt x="3831" y="26833"/>
                    <a:pt x="3997" y="26833"/>
                  </a:cubicBezTo>
                  <a:cubicBezTo>
                    <a:pt x="4075" y="26833"/>
                    <a:pt x="4154" y="26872"/>
                    <a:pt x="4242" y="26872"/>
                  </a:cubicBezTo>
                  <a:lnTo>
                    <a:pt x="4730" y="26872"/>
                  </a:lnTo>
                  <a:cubicBezTo>
                    <a:pt x="4808" y="26911"/>
                    <a:pt x="4935" y="26911"/>
                    <a:pt x="5013" y="26911"/>
                  </a:cubicBezTo>
                  <a:cubicBezTo>
                    <a:pt x="5131" y="26911"/>
                    <a:pt x="5258" y="26911"/>
                    <a:pt x="5375" y="26950"/>
                  </a:cubicBezTo>
                  <a:lnTo>
                    <a:pt x="5785" y="26950"/>
                  </a:lnTo>
                  <a:cubicBezTo>
                    <a:pt x="5864" y="26999"/>
                    <a:pt x="5991" y="26999"/>
                    <a:pt x="6069" y="26999"/>
                  </a:cubicBezTo>
                  <a:cubicBezTo>
                    <a:pt x="6235" y="26999"/>
                    <a:pt x="6401" y="26999"/>
                    <a:pt x="6557" y="27038"/>
                  </a:cubicBezTo>
                  <a:lnTo>
                    <a:pt x="6763" y="27038"/>
                  </a:lnTo>
                  <a:cubicBezTo>
                    <a:pt x="6929" y="27038"/>
                    <a:pt x="7134" y="27077"/>
                    <a:pt x="7290" y="27077"/>
                  </a:cubicBezTo>
                  <a:lnTo>
                    <a:pt x="7417" y="27077"/>
                  </a:lnTo>
                  <a:cubicBezTo>
                    <a:pt x="8883" y="27155"/>
                    <a:pt x="10388" y="27282"/>
                    <a:pt x="11971" y="27360"/>
                  </a:cubicBezTo>
                  <a:cubicBezTo>
                    <a:pt x="21625" y="27976"/>
                    <a:pt x="29725" y="28504"/>
                    <a:pt x="38070" y="28904"/>
                  </a:cubicBezTo>
                  <a:lnTo>
                    <a:pt x="38646" y="17345"/>
                  </a:lnTo>
                  <a:cubicBezTo>
                    <a:pt x="38724" y="15635"/>
                    <a:pt x="38802" y="13925"/>
                    <a:pt x="39086" y="12215"/>
                  </a:cubicBezTo>
                  <a:cubicBezTo>
                    <a:pt x="39135" y="11971"/>
                    <a:pt x="39174" y="11687"/>
                    <a:pt x="39213" y="11443"/>
                  </a:cubicBezTo>
                  <a:cubicBezTo>
                    <a:pt x="39252" y="11404"/>
                    <a:pt x="39252" y="11316"/>
                    <a:pt x="39252" y="11238"/>
                  </a:cubicBezTo>
                  <a:cubicBezTo>
                    <a:pt x="39291" y="11072"/>
                    <a:pt x="39330" y="10876"/>
                    <a:pt x="39379" y="10710"/>
                  </a:cubicBezTo>
                  <a:cubicBezTo>
                    <a:pt x="39418" y="10632"/>
                    <a:pt x="39418" y="10544"/>
                    <a:pt x="39418" y="10466"/>
                  </a:cubicBezTo>
                  <a:cubicBezTo>
                    <a:pt x="39457" y="10300"/>
                    <a:pt x="39496" y="10143"/>
                    <a:pt x="39535" y="9977"/>
                  </a:cubicBezTo>
                  <a:cubicBezTo>
                    <a:pt x="39574" y="9811"/>
                    <a:pt x="39623" y="9694"/>
                    <a:pt x="39623" y="9567"/>
                  </a:cubicBezTo>
                  <a:cubicBezTo>
                    <a:pt x="39662" y="9489"/>
                    <a:pt x="39662" y="9450"/>
                    <a:pt x="39662" y="9411"/>
                  </a:cubicBezTo>
                  <a:lnTo>
                    <a:pt x="39574" y="9411"/>
                  </a:lnTo>
                  <a:lnTo>
                    <a:pt x="39574" y="9166"/>
                  </a:lnTo>
                  <a:cubicBezTo>
                    <a:pt x="39496" y="8062"/>
                    <a:pt x="39457" y="6919"/>
                    <a:pt x="39379" y="5746"/>
                  </a:cubicBezTo>
                  <a:cubicBezTo>
                    <a:pt x="39330" y="4681"/>
                    <a:pt x="39291" y="3587"/>
                    <a:pt x="39213" y="2571"/>
                  </a:cubicBezTo>
                  <a:cubicBezTo>
                    <a:pt x="37747" y="2326"/>
                    <a:pt x="36281" y="2160"/>
                    <a:pt x="34816" y="2033"/>
                  </a:cubicBezTo>
                  <a:lnTo>
                    <a:pt x="34571" y="1994"/>
                  </a:lnTo>
                  <a:cubicBezTo>
                    <a:pt x="33839" y="1955"/>
                    <a:pt x="33106" y="1877"/>
                    <a:pt x="32373" y="1711"/>
                  </a:cubicBezTo>
                  <a:cubicBezTo>
                    <a:pt x="32168" y="1672"/>
                    <a:pt x="32002" y="1594"/>
                    <a:pt x="31806" y="1545"/>
                  </a:cubicBezTo>
                  <a:cubicBezTo>
                    <a:pt x="31312" y="1413"/>
                    <a:pt x="30818" y="1277"/>
                    <a:pt x="30348" y="1277"/>
                  </a:cubicBezTo>
                  <a:cubicBezTo>
                    <a:pt x="30121" y="1277"/>
                    <a:pt x="29899" y="1309"/>
                    <a:pt x="29686" y="1388"/>
                  </a:cubicBezTo>
                  <a:lnTo>
                    <a:pt x="29315" y="1545"/>
                  </a:lnTo>
                  <a:lnTo>
                    <a:pt x="29363" y="1222"/>
                  </a:lnTo>
                  <a:lnTo>
                    <a:pt x="29119" y="1222"/>
                  </a:lnTo>
                  <a:cubicBezTo>
                    <a:pt x="28709" y="1261"/>
                    <a:pt x="28298" y="1261"/>
                    <a:pt x="27898" y="1261"/>
                  </a:cubicBezTo>
                  <a:cubicBezTo>
                    <a:pt x="27771" y="1300"/>
                    <a:pt x="27653" y="1300"/>
                    <a:pt x="27487" y="1300"/>
                  </a:cubicBezTo>
                  <a:lnTo>
                    <a:pt x="26022" y="1300"/>
                  </a:lnTo>
                  <a:cubicBezTo>
                    <a:pt x="25572" y="1349"/>
                    <a:pt x="25084" y="1349"/>
                    <a:pt x="24595" y="1349"/>
                  </a:cubicBezTo>
                  <a:lnTo>
                    <a:pt x="24351" y="1349"/>
                  </a:lnTo>
                  <a:cubicBezTo>
                    <a:pt x="21097" y="1300"/>
                    <a:pt x="17833" y="1183"/>
                    <a:pt x="14540" y="978"/>
                  </a:cubicBezTo>
                  <a:cubicBezTo>
                    <a:pt x="14052" y="939"/>
                    <a:pt x="13524" y="900"/>
                    <a:pt x="13036" y="861"/>
                  </a:cubicBezTo>
                  <a:lnTo>
                    <a:pt x="12870" y="861"/>
                  </a:lnTo>
                  <a:cubicBezTo>
                    <a:pt x="12381" y="812"/>
                    <a:pt x="11932" y="773"/>
                    <a:pt x="11482" y="734"/>
                  </a:cubicBezTo>
                  <a:cubicBezTo>
                    <a:pt x="11365" y="734"/>
                    <a:pt x="11287" y="695"/>
                    <a:pt x="11199" y="695"/>
                  </a:cubicBezTo>
                  <a:cubicBezTo>
                    <a:pt x="10749" y="656"/>
                    <a:pt x="10309" y="616"/>
                    <a:pt x="9860" y="568"/>
                  </a:cubicBezTo>
                  <a:lnTo>
                    <a:pt x="9616" y="568"/>
                  </a:lnTo>
                  <a:cubicBezTo>
                    <a:pt x="7661" y="411"/>
                    <a:pt x="5707" y="206"/>
                    <a:pt x="379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4" name="Google Shape;3864;p60"/>
            <p:cNvSpPr/>
            <p:nvPr/>
          </p:nvSpPr>
          <p:spPr>
            <a:xfrm>
              <a:off x="2218031" y="2480490"/>
              <a:ext cx="17813" cy="583"/>
            </a:xfrm>
            <a:custGeom>
              <a:avLst/>
              <a:gdLst/>
              <a:ahLst/>
              <a:cxnLst/>
              <a:rect l="l" t="t" r="r" b="b"/>
              <a:pathLst>
                <a:path w="1223" h="40" extrusionOk="0">
                  <a:moveTo>
                    <a:pt x="1222" y="0"/>
                  </a:moveTo>
                  <a:cubicBezTo>
                    <a:pt x="812" y="39"/>
                    <a:pt x="401" y="39"/>
                    <a:pt x="1" y="39"/>
                  </a:cubicBezTo>
                  <a:cubicBezTo>
                    <a:pt x="401" y="39"/>
                    <a:pt x="812" y="39"/>
                    <a:pt x="122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5" name="Google Shape;3865;p60"/>
            <p:cNvSpPr/>
            <p:nvPr/>
          </p:nvSpPr>
          <p:spPr>
            <a:xfrm>
              <a:off x="1978947" y="2473368"/>
              <a:ext cx="20216" cy="1864"/>
            </a:xfrm>
            <a:custGeom>
              <a:avLst/>
              <a:gdLst/>
              <a:ahLst/>
              <a:cxnLst/>
              <a:rect l="l" t="t" r="r" b="b"/>
              <a:pathLst>
                <a:path w="1388" h="128" extrusionOk="0">
                  <a:moveTo>
                    <a:pt x="1388" y="128"/>
                  </a:moveTo>
                  <a:cubicBezTo>
                    <a:pt x="899" y="79"/>
                    <a:pt x="450" y="40"/>
                    <a:pt x="0" y="1"/>
                  </a:cubicBezTo>
                  <a:cubicBezTo>
                    <a:pt x="450" y="40"/>
                    <a:pt x="899" y="79"/>
                    <a:pt x="1388" y="12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6" name="Google Shape;3866;p60"/>
            <p:cNvSpPr/>
            <p:nvPr/>
          </p:nvSpPr>
          <p:spPr>
            <a:xfrm>
              <a:off x="1955323" y="2470950"/>
              <a:ext cx="19503" cy="1864"/>
            </a:xfrm>
            <a:custGeom>
              <a:avLst/>
              <a:gdLst/>
              <a:ahLst/>
              <a:cxnLst/>
              <a:rect l="l" t="t" r="r" b="b"/>
              <a:pathLst>
                <a:path w="1339" h="128" extrusionOk="0">
                  <a:moveTo>
                    <a:pt x="1339" y="128"/>
                  </a:moveTo>
                  <a:cubicBezTo>
                    <a:pt x="889" y="89"/>
                    <a:pt x="449" y="49"/>
                    <a:pt x="0" y="1"/>
                  </a:cubicBezTo>
                  <a:cubicBezTo>
                    <a:pt x="449" y="49"/>
                    <a:pt x="889" y="89"/>
                    <a:pt x="1339" y="12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7" name="Google Shape;3867;p60"/>
            <p:cNvSpPr/>
            <p:nvPr/>
          </p:nvSpPr>
          <p:spPr>
            <a:xfrm>
              <a:off x="2191276" y="2481626"/>
              <a:ext cx="20799" cy="15"/>
            </a:xfrm>
            <a:custGeom>
              <a:avLst/>
              <a:gdLst/>
              <a:ahLst/>
              <a:cxnLst/>
              <a:rect l="l" t="t" r="r" b="b"/>
              <a:pathLst>
                <a:path w="1428" h="1" extrusionOk="0">
                  <a:moveTo>
                    <a:pt x="1427" y="0"/>
                  </a:move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8" name="Google Shape;3868;p60"/>
            <p:cNvSpPr/>
            <p:nvPr/>
          </p:nvSpPr>
          <p:spPr>
            <a:xfrm>
              <a:off x="2001566" y="2475217"/>
              <a:ext cx="21935" cy="1733"/>
            </a:xfrm>
            <a:custGeom>
              <a:avLst/>
              <a:gdLst/>
              <a:ahLst/>
              <a:cxnLst/>
              <a:rect l="l" t="t" r="r" b="b"/>
              <a:pathLst>
                <a:path w="1506" h="119" extrusionOk="0">
                  <a:moveTo>
                    <a:pt x="1505" y="118"/>
                  </a:moveTo>
                  <a:cubicBezTo>
                    <a:pt x="1017" y="79"/>
                    <a:pt x="489" y="40"/>
                    <a:pt x="1" y="1"/>
                  </a:cubicBezTo>
                  <a:cubicBezTo>
                    <a:pt x="489" y="40"/>
                    <a:pt x="1017" y="79"/>
                    <a:pt x="1505" y="11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69" name="Google Shape;3869;p60"/>
            <p:cNvSpPr/>
            <p:nvPr/>
          </p:nvSpPr>
          <p:spPr>
            <a:xfrm>
              <a:off x="2023487" y="2476936"/>
              <a:ext cx="142897" cy="5418"/>
            </a:xfrm>
            <a:custGeom>
              <a:avLst/>
              <a:gdLst/>
              <a:ahLst/>
              <a:cxnLst/>
              <a:rect l="l" t="t" r="r" b="b"/>
              <a:pathLst>
                <a:path w="9811" h="372" extrusionOk="0">
                  <a:moveTo>
                    <a:pt x="0" y="0"/>
                  </a:moveTo>
                  <a:cubicBezTo>
                    <a:pt x="3215" y="205"/>
                    <a:pt x="6518" y="322"/>
                    <a:pt x="9811" y="371"/>
                  </a:cubicBezTo>
                  <a:cubicBezTo>
                    <a:pt x="6557" y="322"/>
                    <a:pt x="3293" y="20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0" name="Google Shape;3870;p60"/>
            <p:cNvSpPr/>
            <p:nvPr/>
          </p:nvSpPr>
          <p:spPr>
            <a:xfrm>
              <a:off x="1866942" y="2462691"/>
              <a:ext cx="84827" cy="8273"/>
            </a:xfrm>
            <a:custGeom>
              <a:avLst/>
              <a:gdLst/>
              <a:ahLst/>
              <a:cxnLst/>
              <a:rect l="l" t="t" r="r" b="b"/>
              <a:pathLst>
                <a:path w="5824" h="568" extrusionOk="0">
                  <a:moveTo>
                    <a:pt x="0" y="1"/>
                  </a:moveTo>
                  <a:lnTo>
                    <a:pt x="0" y="1"/>
                  </a:lnTo>
                  <a:cubicBezTo>
                    <a:pt x="200" y="23"/>
                    <a:pt x="400" y="44"/>
                    <a:pt x="602" y="65"/>
                  </a:cubicBezTo>
                  <a:lnTo>
                    <a:pt x="602" y="65"/>
                  </a:lnTo>
                  <a:cubicBezTo>
                    <a:pt x="401" y="44"/>
                    <a:pt x="200" y="22"/>
                    <a:pt x="0" y="1"/>
                  </a:cubicBezTo>
                  <a:close/>
                  <a:moveTo>
                    <a:pt x="602" y="65"/>
                  </a:moveTo>
                  <a:lnTo>
                    <a:pt x="602" y="65"/>
                  </a:lnTo>
                  <a:cubicBezTo>
                    <a:pt x="2324" y="248"/>
                    <a:pt x="4074" y="428"/>
                    <a:pt x="5824" y="568"/>
                  </a:cubicBezTo>
                  <a:cubicBezTo>
                    <a:pt x="4043" y="393"/>
                    <a:pt x="2293" y="242"/>
                    <a:pt x="602" y="6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1" name="Google Shape;3871;p60"/>
            <p:cNvSpPr/>
            <p:nvPr/>
          </p:nvSpPr>
          <p:spPr>
            <a:xfrm>
              <a:off x="2166937" y="2481626"/>
              <a:ext cx="23785" cy="728"/>
            </a:xfrm>
            <a:custGeom>
              <a:avLst/>
              <a:gdLst/>
              <a:ahLst/>
              <a:cxnLst/>
              <a:rect l="l" t="t" r="r" b="b"/>
              <a:pathLst>
                <a:path w="1633" h="50" extrusionOk="0">
                  <a:moveTo>
                    <a:pt x="1633" y="0"/>
                  </a:moveTo>
                  <a:lnTo>
                    <a:pt x="1633" y="0"/>
                  </a:lnTo>
                  <a:cubicBezTo>
                    <a:pt x="1105" y="49"/>
                    <a:pt x="528" y="49"/>
                    <a:pt x="1" y="49"/>
                  </a:cubicBezTo>
                  <a:lnTo>
                    <a:pt x="206" y="49"/>
                  </a:lnTo>
                  <a:cubicBezTo>
                    <a:pt x="695" y="49"/>
                    <a:pt x="1183" y="49"/>
                    <a:pt x="16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2" name="Google Shape;3872;p60"/>
            <p:cNvSpPr/>
            <p:nvPr/>
          </p:nvSpPr>
          <p:spPr>
            <a:xfrm>
              <a:off x="1854416" y="2509518"/>
              <a:ext cx="4850" cy="34461"/>
            </a:xfrm>
            <a:custGeom>
              <a:avLst/>
              <a:gdLst/>
              <a:ahLst/>
              <a:cxnLst/>
              <a:rect l="l" t="t" r="r" b="b"/>
              <a:pathLst>
                <a:path w="333" h="2366" extrusionOk="0">
                  <a:moveTo>
                    <a:pt x="332" y="1"/>
                  </a:moveTo>
                  <a:cubicBezTo>
                    <a:pt x="244" y="773"/>
                    <a:pt x="127" y="1554"/>
                    <a:pt x="0" y="2365"/>
                  </a:cubicBezTo>
                  <a:cubicBezTo>
                    <a:pt x="127" y="1554"/>
                    <a:pt x="244" y="773"/>
                    <a:pt x="33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3" name="Google Shape;3873;p60"/>
            <p:cNvSpPr/>
            <p:nvPr/>
          </p:nvSpPr>
          <p:spPr>
            <a:xfrm>
              <a:off x="1848576" y="2559330"/>
              <a:ext cx="3568" cy="23785"/>
            </a:xfrm>
            <a:custGeom>
              <a:avLst/>
              <a:gdLst/>
              <a:ahLst/>
              <a:cxnLst/>
              <a:rect l="l" t="t" r="r" b="b"/>
              <a:pathLst>
                <a:path w="245" h="1633" extrusionOk="0">
                  <a:moveTo>
                    <a:pt x="245" y="1"/>
                  </a:moveTo>
                  <a:cubicBezTo>
                    <a:pt x="157" y="528"/>
                    <a:pt x="79" y="1066"/>
                    <a:pt x="1" y="1632"/>
                  </a:cubicBezTo>
                  <a:cubicBezTo>
                    <a:pt x="79" y="1066"/>
                    <a:pt x="157" y="528"/>
                    <a:pt x="2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4" name="Google Shape;3874;p60"/>
            <p:cNvSpPr/>
            <p:nvPr/>
          </p:nvSpPr>
          <p:spPr>
            <a:xfrm>
              <a:off x="1811712" y="2813227"/>
              <a:ext cx="4865" cy="35597"/>
            </a:xfrm>
            <a:custGeom>
              <a:avLst/>
              <a:gdLst/>
              <a:ahLst/>
              <a:cxnLst/>
              <a:rect l="l" t="t" r="r" b="b"/>
              <a:pathLst>
                <a:path w="334" h="2444" extrusionOk="0">
                  <a:moveTo>
                    <a:pt x="1" y="2443"/>
                  </a:moveTo>
                  <a:lnTo>
                    <a:pt x="1" y="2443"/>
                  </a:lnTo>
                  <a:cubicBezTo>
                    <a:pt x="128" y="1622"/>
                    <a:pt x="206" y="811"/>
                    <a:pt x="333" y="0"/>
                  </a:cubicBezTo>
                  <a:cubicBezTo>
                    <a:pt x="206" y="811"/>
                    <a:pt x="128" y="1622"/>
                    <a:pt x="1" y="244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5" name="Google Shape;3875;p60"/>
            <p:cNvSpPr/>
            <p:nvPr/>
          </p:nvSpPr>
          <p:spPr>
            <a:xfrm>
              <a:off x="1817698" y="2772809"/>
              <a:ext cx="4136" cy="30892"/>
            </a:xfrm>
            <a:custGeom>
              <a:avLst/>
              <a:gdLst/>
              <a:ahLst/>
              <a:cxnLst/>
              <a:rect l="l" t="t" r="r" b="b"/>
              <a:pathLst>
                <a:path w="284" h="2121" extrusionOk="0">
                  <a:moveTo>
                    <a:pt x="284" y="0"/>
                  </a:moveTo>
                  <a:cubicBezTo>
                    <a:pt x="205" y="694"/>
                    <a:pt x="78" y="1388"/>
                    <a:pt x="0" y="2121"/>
                  </a:cubicBezTo>
                  <a:cubicBezTo>
                    <a:pt x="78" y="1388"/>
                    <a:pt x="205" y="694"/>
                    <a:pt x="28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6" name="Google Shape;3876;p60"/>
            <p:cNvSpPr/>
            <p:nvPr/>
          </p:nvSpPr>
          <p:spPr>
            <a:xfrm>
              <a:off x="1860956" y="2462691"/>
              <a:ext cx="6001" cy="38583"/>
            </a:xfrm>
            <a:custGeom>
              <a:avLst/>
              <a:gdLst/>
              <a:ahLst/>
              <a:cxnLst/>
              <a:rect l="l" t="t" r="r" b="b"/>
              <a:pathLst>
                <a:path w="412" h="2649" extrusionOk="0">
                  <a:moveTo>
                    <a:pt x="1" y="2649"/>
                  </a:moveTo>
                  <a:cubicBezTo>
                    <a:pt x="128" y="1750"/>
                    <a:pt x="245" y="861"/>
                    <a:pt x="411" y="1"/>
                  </a:cubicBezTo>
                  <a:lnTo>
                    <a:pt x="411" y="1"/>
                  </a:lnTo>
                  <a:cubicBezTo>
                    <a:pt x="245" y="861"/>
                    <a:pt x="128" y="1750"/>
                    <a:pt x="1" y="264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7" name="Google Shape;3877;p60"/>
            <p:cNvSpPr/>
            <p:nvPr/>
          </p:nvSpPr>
          <p:spPr>
            <a:xfrm>
              <a:off x="1824238" y="2733673"/>
              <a:ext cx="3000" cy="20784"/>
            </a:xfrm>
            <a:custGeom>
              <a:avLst/>
              <a:gdLst/>
              <a:ahLst/>
              <a:cxnLst/>
              <a:rect l="l" t="t" r="r" b="b"/>
              <a:pathLst>
                <a:path w="206" h="1427" extrusionOk="0">
                  <a:moveTo>
                    <a:pt x="206" y="0"/>
                  </a:moveTo>
                  <a:cubicBezTo>
                    <a:pt x="118" y="489"/>
                    <a:pt x="79" y="938"/>
                    <a:pt x="1" y="1427"/>
                  </a:cubicBezTo>
                  <a:cubicBezTo>
                    <a:pt x="79" y="938"/>
                    <a:pt x="118" y="489"/>
                    <a:pt x="20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8" name="Google Shape;3878;p60"/>
            <p:cNvSpPr/>
            <p:nvPr/>
          </p:nvSpPr>
          <p:spPr>
            <a:xfrm>
              <a:off x="1831360" y="2704631"/>
              <a:ext cx="15" cy="1165"/>
            </a:xfrm>
            <a:custGeom>
              <a:avLst/>
              <a:gdLst/>
              <a:ahLst/>
              <a:cxnLst/>
              <a:rect l="l" t="t" r="r" b="b"/>
              <a:pathLst>
                <a:path w="1" h="80" extrusionOk="0">
                  <a:moveTo>
                    <a:pt x="0" y="1"/>
                  </a:moveTo>
                  <a:lnTo>
                    <a:pt x="0" y="7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79" name="Google Shape;3879;p60"/>
            <p:cNvSpPr/>
            <p:nvPr/>
          </p:nvSpPr>
          <p:spPr>
            <a:xfrm>
              <a:off x="1866942" y="2462691"/>
              <a:ext cx="15" cy="15"/>
            </a:xfrm>
            <a:custGeom>
              <a:avLst/>
              <a:gdLst/>
              <a:ahLst/>
              <a:cxnLst/>
              <a:rect l="l" t="t" r="r" b="b"/>
              <a:pathLst>
                <a:path w="1" h="1" extrusionOk="0">
                  <a:moveTo>
                    <a:pt x="0" y="1"/>
                  </a:moveTo>
                  <a:lnTo>
                    <a:pt x="0" y="1"/>
                  </a:ln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0" name="Google Shape;3880;p60"/>
            <p:cNvSpPr/>
            <p:nvPr/>
          </p:nvSpPr>
          <p:spPr>
            <a:xfrm>
              <a:off x="2373877" y="2599748"/>
              <a:ext cx="594194" cy="295655"/>
            </a:xfrm>
            <a:custGeom>
              <a:avLst/>
              <a:gdLst/>
              <a:ahLst/>
              <a:cxnLst/>
              <a:rect l="l" t="t" r="r" b="b"/>
              <a:pathLst>
                <a:path w="40796" h="20299" extrusionOk="0">
                  <a:moveTo>
                    <a:pt x="1593" y="1"/>
                  </a:moveTo>
                  <a:cubicBezTo>
                    <a:pt x="1554" y="118"/>
                    <a:pt x="1554" y="245"/>
                    <a:pt x="1515" y="362"/>
                  </a:cubicBezTo>
                  <a:cubicBezTo>
                    <a:pt x="1515" y="440"/>
                    <a:pt x="1466" y="528"/>
                    <a:pt x="1466" y="606"/>
                  </a:cubicBezTo>
                  <a:cubicBezTo>
                    <a:pt x="1427" y="773"/>
                    <a:pt x="1388" y="929"/>
                    <a:pt x="1349" y="1056"/>
                  </a:cubicBezTo>
                  <a:cubicBezTo>
                    <a:pt x="1310" y="1173"/>
                    <a:pt x="1310" y="1300"/>
                    <a:pt x="1270" y="1378"/>
                  </a:cubicBezTo>
                  <a:cubicBezTo>
                    <a:pt x="1222" y="1544"/>
                    <a:pt x="1222" y="1711"/>
                    <a:pt x="1183" y="1867"/>
                  </a:cubicBezTo>
                  <a:cubicBezTo>
                    <a:pt x="1143" y="1955"/>
                    <a:pt x="1143" y="2033"/>
                    <a:pt x="1104" y="2150"/>
                  </a:cubicBezTo>
                  <a:cubicBezTo>
                    <a:pt x="1065" y="2395"/>
                    <a:pt x="1026" y="2639"/>
                    <a:pt x="977" y="2883"/>
                  </a:cubicBezTo>
                  <a:cubicBezTo>
                    <a:pt x="694" y="4554"/>
                    <a:pt x="616" y="6264"/>
                    <a:pt x="538" y="7935"/>
                  </a:cubicBezTo>
                  <a:lnTo>
                    <a:pt x="0" y="19494"/>
                  </a:lnTo>
                  <a:cubicBezTo>
                    <a:pt x="8882" y="19944"/>
                    <a:pt x="16856" y="20188"/>
                    <a:pt x="24233" y="20276"/>
                  </a:cubicBezTo>
                  <a:lnTo>
                    <a:pt x="25366" y="20276"/>
                  </a:lnTo>
                  <a:cubicBezTo>
                    <a:pt x="26820" y="20290"/>
                    <a:pt x="28284" y="20299"/>
                    <a:pt x="29754" y="20299"/>
                  </a:cubicBezTo>
                  <a:cubicBezTo>
                    <a:pt x="32404" y="20299"/>
                    <a:pt x="35075" y="20270"/>
                    <a:pt x="37747" y="20188"/>
                  </a:cubicBezTo>
                  <a:lnTo>
                    <a:pt x="39251" y="20188"/>
                  </a:lnTo>
                  <a:cubicBezTo>
                    <a:pt x="39329" y="20188"/>
                    <a:pt x="39417" y="20149"/>
                    <a:pt x="39496" y="20149"/>
                  </a:cubicBezTo>
                  <a:lnTo>
                    <a:pt x="40756" y="20149"/>
                  </a:lnTo>
                  <a:cubicBezTo>
                    <a:pt x="40795" y="16729"/>
                    <a:pt x="40473" y="13436"/>
                    <a:pt x="40023" y="9479"/>
                  </a:cubicBezTo>
                  <a:cubicBezTo>
                    <a:pt x="39945" y="8795"/>
                    <a:pt x="39867" y="8013"/>
                    <a:pt x="39496" y="7407"/>
                  </a:cubicBezTo>
                  <a:cubicBezTo>
                    <a:pt x="39251" y="7036"/>
                    <a:pt x="38968" y="6792"/>
                    <a:pt x="38597" y="6469"/>
                  </a:cubicBezTo>
                  <a:cubicBezTo>
                    <a:pt x="38401" y="6264"/>
                    <a:pt x="38157" y="6059"/>
                    <a:pt x="37952" y="5814"/>
                  </a:cubicBezTo>
                  <a:cubicBezTo>
                    <a:pt x="37375" y="5209"/>
                    <a:pt x="37014" y="4192"/>
                    <a:pt x="37580" y="3460"/>
                  </a:cubicBezTo>
                  <a:cubicBezTo>
                    <a:pt x="37668" y="3333"/>
                    <a:pt x="37786" y="3254"/>
                    <a:pt x="37864" y="3127"/>
                  </a:cubicBezTo>
                  <a:cubicBezTo>
                    <a:pt x="37991" y="3049"/>
                    <a:pt x="38108" y="2932"/>
                    <a:pt x="38157" y="2844"/>
                  </a:cubicBezTo>
                  <a:cubicBezTo>
                    <a:pt x="38235" y="2727"/>
                    <a:pt x="38235" y="2561"/>
                    <a:pt x="38196" y="2395"/>
                  </a:cubicBezTo>
                  <a:cubicBezTo>
                    <a:pt x="38157" y="2238"/>
                    <a:pt x="38030" y="2111"/>
                    <a:pt x="37913" y="2072"/>
                  </a:cubicBezTo>
                  <a:cubicBezTo>
                    <a:pt x="37747" y="1994"/>
                    <a:pt x="37541" y="1955"/>
                    <a:pt x="37297" y="1906"/>
                  </a:cubicBezTo>
                  <a:cubicBezTo>
                    <a:pt x="36848" y="1867"/>
                    <a:pt x="36281" y="1789"/>
                    <a:pt x="36203" y="1222"/>
                  </a:cubicBezTo>
                  <a:cubicBezTo>
                    <a:pt x="36154" y="1095"/>
                    <a:pt x="36203" y="929"/>
                    <a:pt x="36203" y="812"/>
                  </a:cubicBezTo>
                  <a:cubicBezTo>
                    <a:pt x="36242" y="733"/>
                    <a:pt x="36242" y="606"/>
                    <a:pt x="36203" y="567"/>
                  </a:cubicBezTo>
                  <a:cubicBezTo>
                    <a:pt x="36203" y="528"/>
                    <a:pt x="36076" y="489"/>
                    <a:pt x="35997" y="440"/>
                  </a:cubicBezTo>
                  <a:lnTo>
                    <a:pt x="35138" y="79"/>
                  </a:lnTo>
                  <a:cubicBezTo>
                    <a:pt x="35099" y="401"/>
                    <a:pt x="35020" y="685"/>
                    <a:pt x="34932" y="929"/>
                  </a:cubicBezTo>
                  <a:lnTo>
                    <a:pt x="34893" y="1095"/>
                  </a:lnTo>
                  <a:lnTo>
                    <a:pt x="34737" y="1134"/>
                  </a:lnTo>
                  <a:cubicBezTo>
                    <a:pt x="33283" y="1463"/>
                    <a:pt x="31793" y="1535"/>
                    <a:pt x="30304" y="1535"/>
                  </a:cubicBezTo>
                  <a:cubicBezTo>
                    <a:pt x="29582" y="1535"/>
                    <a:pt x="28859" y="1518"/>
                    <a:pt x="28141" y="1505"/>
                  </a:cubicBezTo>
                  <a:cubicBezTo>
                    <a:pt x="27321" y="1466"/>
                    <a:pt x="26510" y="1466"/>
                    <a:pt x="25738" y="1466"/>
                  </a:cubicBezTo>
                  <a:cubicBezTo>
                    <a:pt x="24721" y="1466"/>
                    <a:pt x="23744" y="1505"/>
                    <a:pt x="22767" y="1544"/>
                  </a:cubicBezTo>
                  <a:cubicBezTo>
                    <a:pt x="22562" y="1584"/>
                    <a:pt x="22318" y="1584"/>
                    <a:pt x="22113" y="1584"/>
                  </a:cubicBezTo>
                  <a:cubicBezTo>
                    <a:pt x="21986" y="1584"/>
                    <a:pt x="21868" y="1584"/>
                    <a:pt x="21790" y="1623"/>
                  </a:cubicBezTo>
                  <a:lnTo>
                    <a:pt x="21008" y="1623"/>
                  </a:lnTo>
                  <a:cubicBezTo>
                    <a:pt x="20891" y="1623"/>
                    <a:pt x="20764" y="1623"/>
                    <a:pt x="20647" y="1662"/>
                  </a:cubicBezTo>
                  <a:lnTo>
                    <a:pt x="18898" y="1662"/>
                  </a:lnTo>
                  <a:cubicBezTo>
                    <a:pt x="18732" y="1662"/>
                    <a:pt x="18526" y="1662"/>
                    <a:pt x="18370" y="1623"/>
                  </a:cubicBezTo>
                  <a:lnTo>
                    <a:pt x="18243" y="1623"/>
                  </a:lnTo>
                  <a:cubicBezTo>
                    <a:pt x="18038" y="1623"/>
                    <a:pt x="17833" y="1623"/>
                    <a:pt x="17676" y="1584"/>
                  </a:cubicBezTo>
                  <a:cubicBezTo>
                    <a:pt x="16494" y="1505"/>
                    <a:pt x="15312" y="1339"/>
                    <a:pt x="14129" y="1134"/>
                  </a:cubicBezTo>
                  <a:cubicBezTo>
                    <a:pt x="12830" y="929"/>
                    <a:pt x="11481" y="733"/>
                    <a:pt x="10143" y="645"/>
                  </a:cubicBezTo>
                  <a:lnTo>
                    <a:pt x="8267" y="645"/>
                  </a:lnTo>
                  <a:cubicBezTo>
                    <a:pt x="7006" y="645"/>
                    <a:pt x="5668" y="645"/>
                    <a:pt x="4358" y="362"/>
                  </a:cubicBezTo>
                  <a:cubicBezTo>
                    <a:pt x="3264" y="118"/>
                    <a:pt x="2443" y="40"/>
                    <a:pt x="159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1" name="Google Shape;3881;p60"/>
            <p:cNvSpPr/>
            <p:nvPr/>
          </p:nvSpPr>
          <p:spPr>
            <a:xfrm>
              <a:off x="1321425" y="2784767"/>
              <a:ext cx="482058" cy="627344"/>
            </a:xfrm>
            <a:custGeom>
              <a:avLst/>
              <a:gdLst/>
              <a:ahLst/>
              <a:cxnLst/>
              <a:rect l="l" t="t" r="r" b="b"/>
              <a:pathLst>
                <a:path w="33097" h="43072" extrusionOk="0">
                  <a:moveTo>
                    <a:pt x="6225" y="0"/>
                  </a:moveTo>
                  <a:cubicBezTo>
                    <a:pt x="5864" y="1661"/>
                    <a:pt x="5571" y="3254"/>
                    <a:pt x="5375" y="4720"/>
                  </a:cubicBezTo>
                  <a:cubicBezTo>
                    <a:pt x="5326" y="4925"/>
                    <a:pt x="5287" y="5169"/>
                    <a:pt x="5248" y="5374"/>
                  </a:cubicBezTo>
                  <a:cubicBezTo>
                    <a:pt x="5248" y="5492"/>
                    <a:pt x="5209" y="5619"/>
                    <a:pt x="5209" y="5697"/>
                  </a:cubicBezTo>
                  <a:cubicBezTo>
                    <a:pt x="5170" y="6058"/>
                    <a:pt x="5131" y="6391"/>
                    <a:pt x="5082" y="6752"/>
                  </a:cubicBezTo>
                  <a:lnTo>
                    <a:pt x="5043" y="6996"/>
                  </a:lnTo>
                  <a:lnTo>
                    <a:pt x="929" y="6303"/>
                  </a:lnTo>
                  <a:cubicBezTo>
                    <a:pt x="851" y="6635"/>
                    <a:pt x="812" y="6918"/>
                    <a:pt x="734" y="7202"/>
                  </a:cubicBezTo>
                  <a:cubicBezTo>
                    <a:pt x="734" y="7280"/>
                    <a:pt x="685" y="7368"/>
                    <a:pt x="685" y="7446"/>
                  </a:cubicBezTo>
                  <a:cubicBezTo>
                    <a:pt x="607" y="7690"/>
                    <a:pt x="568" y="7895"/>
                    <a:pt x="529" y="8101"/>
                  </a:cubicBezTo>
                  <a:cubicBezTo>
                    <a:pt x="489" y="8218"/>
                    <a:pt x="441" y="8345"/>
                    <a:pt x="402" y="8423"/>
                  </a:cubicBezTo>
                  <a:cubicBezTo>
                    <a:pt x="362" y="8628"/>
                    <a:pt x="323" y="8794"/>
                    <a:pt x="284" y="8990"/>
                  </a:cubicBezTo>
                  <a:cubicBezTo>
                    <a:pt x="245" y="9117"/>
                    <a:pt x="196" y="9234"/>
                    <a:pt x="157" y="9361"/>
                  </a:cubicBezTo>
                  <a:cubicBezTo>
                    <a:pt x="118" y="9478"/>
                    <a:pt x="79" y="9644"/>
                    <a:pt x="1" y="9810"/>
                  </a:cubicBezTo>
                  <a:cubicBezTo>
                    <a:pt x="1222" y="11149"/>
                    <a:pt x="2444" y="12410"/>
                    <a:pt x="3665" y="13553"/>
                  </a:cubicBezTo>
                  <a:cubicBezTo>
                    <a:pt x="3949" y="13836"/>
                    <a:pt x="4232" y="14120"/>
                    <a:pt x="4554" y="14364"/>
                  </a:cubicBezTo>
                  <a:lnTo>
                    <a:pt x="4760" y="14569"/>
                  </a:lnTo>
                  <a:lnTo>
                    <a:pt x="4515" y="14774"/>
                  </a:lnTo>
                  <a:cubicBezTo>
                    <a:pt x="4066" y="15146"/>
                    <a:pt x="3861" y="15712"/>
                    <a:pt x="3949" y="16367"/>
                  </a:cubicBezTo>
                  <a:cubicBezTo>
                    <a:pt x="4027" y="17051"/>
                    <a:pt x="4476" y="17706"/>
                    <a:pt x="5082" y="18028"/>
                  </a:cubicBezTo>
                  <a:cubicBezTo>
                    <a:pt x="5170" y="18077"/>
                    <a:pt x="5248" y="18116"/>
                    <a:pt x="5326" y="18155"/>
                  </a:cubicBezTo>
                  <a:cubicBezTo>
                    <a:pt x="5658" y="18272"/>
                    <a:pt x="5981" y="18438"/>
                    <a:pt x="6186" y="18761"/>
                  </a:cubicBezTo>
                  <a:cubicBezTo>
                    <a:pt x="6675" y="19455"/>
                    <a:pt x="6108" y="20188"/>
                    <a:pt x="5619" y="20803"/>
                  </a:cubicBezTo>
                  <a:cubicBezTo>
                    <a:pt x="5453" y="21008"/>
                    <a:pt x="5287" y="21204"/>
                    <a:pt x="5170" y="21409"/>
                  </a:cubicBezTo>
                  <a:cubicBezTo>
                    <a:pt x="4887" y="21897"/>
                    <a:pt x="4799" y="22552"/>
                    <a:pt x="5004" y="23080"/>
                  </a:cubicBezTo>
                  <a:cubicBezTo>
                    <a:pt x="5043" y="23158"/>
                    <a:pt x="5082" y="23285"/>
                    <a:pt x="5131" y="23363"/>
                  </a:cubicBezTo>
                  <a:cubicBezTo>
                    <a:pt x="5248" y="23607"/>
                    <a:pt x="5375" y="23891"/>
                    <a:pt x="5375" y="24184"/>
                  </a:cubicBezTo>
                  <a:cubicBezTo>
                    <a:pt x="5414" y="24868"/>
                    <a:pt x="4926" y="25317"/>
                    <a:pt x="4515" y="25767"/>
                  </a:cubicBezTo>
                  <a:lnTo>
                    <a:pt x="4349" y="25933"/>
                  </a:lnTo>
                  <a:cubicBezTo>
                    <a:pt x="4193" y="26089"/>
                    <a:pt x="4027" y="26255"/>
                    <a:pt x="3909" y="26422"/>
                  </a:cubicBezTo>
                  <a:cubicBezTo>
                    <a:pt x="3861" y="26461"/>
                    <a:pt x="3861" y="26461"/>
                    <a:pt x="3861" y="26500"/>
                  </a:cubicBezTo>
                  <a:cubicBezTo>
                    <a:pt x="3782" y="26539"/>
                    <a:pt x="3743" y="26627"/>
                    <a:pt x="3704" y="26705"/>
                  </a:cubicBezTo>
                  <a:cubicBezTo>
                    <a:pt x="3665" y="26744"/>
                    <a:pt x="3665" y="26744"/>
                    <a:pt x="3665" y="26783"/>
                  </a:cubicBezTo>
                  <a:cubicBezTo>
                    <a:pt x="3616" y="26871"/>
                    <a:pt x="3577" y="26910"/>
                    <a:pt x="3538" y="26988"/>
                  </a:cubicBezTo>
                  <a:lnTo>
                    <a:pt x="3460" y="27066"/>
                  </a:lnTo>
                  <a:cubicBezTo>
                    <a:pt x="3421" y="27154"/>
                    <a:pt x="3372" y="27193"/>
                    <a:pt x="3372" y="27272"/>
                  </a:cubicBezTo>
                  <a:cubicBezTo>
                    <a:pt x="3333" y="27311"/>
                    <a:pt x="3333" y="27360"/>
                    <a:pt x="3294" y="27399"/>
                  </a:cubicBezTo>
                  <a:cubicBezTo>
                    <a:pt x="3255" y="27438"/>
                    <a:pt x="3255" y="27516"/>
                    <a:pt x="3216" y="27555"/>
                  </a:cubicBezTo>
                  <a:cubicBezTo>
                    <a:pt x="3177" y="27604"/>
                    <a:pt x="3177" y="27643"/>
                    <a:pt x="3128" y="27682"/>
                  </a:cubicBezTo>
                  <a:cubicBezTo>
                    <a:pt x="3128" y="27760"/>
                    <a:pt x="3089" y="27799"/>
                    <a:pt x="3089" y="27887"/>
                  </a:cubicBezTo>
                  <a:cubicBezTo>
                    <a:pt x="3050" y="27926"/>
                    <a:pt x="3050" y="27965"/>
                    <a:pt x="3010" y="28005"/>
                  </a:cubicBezTo>
                  <a:cubicBezTo>
                    <a:pt x="3010" y="28044"/>
                    <a:pt x="2971" y="28132"/>
                    <a:pt x="2932" y="28210"/>
                  </a:cubicBezTo>
                  <a:cubicBezTo>
                    <a:pt x="2932" y="28249"/>
                    <a:pt x="2932" y="28288"/>
                    <a:pt x="2883" y="28337"/>
                  </a:cubicBezTo>
                  <a:cubicBezTo>
                    <a:pt x="2883" y="28376"/>
                    <a:pt x="2844" y="28454"/>
                    <a:pt x="2844" y="28532"/>
                  </a:cubicBezTo>
                  <a:cubicBezTo>
                    <a:pt x="2805" y="28581"/>
                    <a:pt x="2805" y="28620"/>
                    <a:pt x="2805" y="28659"/>
                  </a:cubicBezTo>
                  <a:cubicBezTo>
                    <a:pt x="2766" y="28737"/>
                    <a:pt x="2766" y="28776"/>
                    <a:pt x="2727" y="28864"/>
                  </a:cubicBezTo>
                  <a:cubicBezTo>
                    <a:pt x="2727" y="28903"/>
                    <a:pt x="2688" y="28943"/>
                    <a:pt x="2688" y="29021"/>
                  </a:cubicBezTo>
                  <a:cubicBezTo>
                    <a:pt x="2688" y="29070"/>
                    <a:pt x="2639" y="29148"/>
                    <a:pt x="2639" y="29226"/>
                  </a:cubicBezTo>
                  <a:cubicBezTo>
                    <a:pt x="2600" y="29265"/>
                    <a:pt x="2600" y="29314"/>
                    <a:pt x="2600" y="29353"/>
                  </a:cubicBezTo>
                  <a:cubicBezTo>
                    <a:pt x="2561" y="29431"/>
                    <a:pt x="2561" y="29509"/>
                    <a:pt x="2561" y="29558"/>
                  </a:cubicBezTo>
                  <a:cubicBezTo>
                    <a:pt x="2522" y="29636"/>
                    <a:pt x="2522" y="29675"/>
                    <a:pt x="2522" y="29754"/>
                  </a:cubicBezTo>
                  <a:cubicBezTo>
                    <a:pt x="2483" y="29802"/>
                    <a:pt x="2483" y="29881"/>
                    <a:pt x="2483" y="29959"/>
                  </a:cubicBezTo>
                  <a:cubicBezTo>
                    <a:pt x="2444" y="29998"/>
                    <a:pt x="2444" y="30047"/>
                    <a:pt x="2444" y="30125"/>
                  </a:cubicBezTo>
                  <a:cubicBezTo>
                    <a:pt x="2395" y="30203"/>
                    <a:pt x="2395" y="30242"/>
                    <a:pt x="2395" y="30330"/>
                  </a:cubicBezTo>
                  <a:cubicBezTo>
                    <a:pt x="2395" y="30369"/>
                    <a:pt x="2356" y="30447"/>
                    <a:pt x="2356" y="30535"/>
                  </a:cubicBezTo>
                  <a:cubicBezTo>
                    <a:pt x="2356" y="30574"/>
                    <a:pt x="2356" y="30653"/>
                    <a:pt x="2317" y="30692"/>
                  </a:cubicBezTo>
                  <a:cubicBezTo>
                    <a:pt x="2317" y="30780"/>
                    <a:pt x="2317" y="30858"/>
                    <a:pt x="2278" y="30936"/>
                  </a:cubicBezTo>
                  <a:lnTo>
                    <a:pt x="2278" y="31024"/>
                  </a:lnTo>
                  <a:cubicBezTo>
                    <a:pt x="3616" y="31835"/>
                    <a:pt x="4887" y="32685"/>
                    <a:pt x="6020" y="33584"/>
                  </a:cubicBezTo>
                  <a:cubicBezTo>
                    <a:pt x="6509" y="33955"/>
                    <a:pt x="6958" y="34356"/>
                    <a:pt x="7447" y="34727"/>
                  </a:cubicBezTo>
                  <a:cubicBezTo>
                    <a:pt x="9157" y="36193"/>
                    <a:pt x="10906" y="37698"/>
                    <a:pt x="13104" y="37981"/>
                  </a:cubicBezTo>
                  <a:cubicBezTo>
                    <a:pt x="13593" y="38059"/>
                    <a:pt x="13964" y="38059"/>
                    <a:pt x="14286" y="38108"/>
                  </a:cubicBezTo>
                  <a:cubicBezTo>
                    <a:pt x="15097" y="38147"/>
                    <a:pt x="15713" y="38186"/>
                    <a:pt x="16856" y="38753"/>
                  </a:cubicBezTo>
                  <a:cubicBezTo>
                    <a:pt x="17745" y="39163"/>
                    <a:pt x="18644" y="39525"/>
                    <a:pt x="19495" y="39857"/>
                  </a:cubicBezTo>
                  <a:cubicBezTo>
                    <a:pt x="21048" y="40502"/>
                    <a:pt x="22514" y="41117"/>
                    <a:pt x="24058" y="42095"/>
                  </a:cubicBezTo>
                  <a:cubicBezTo>
                    <a:pt x="25087" y="42746"/>
                    <a:pt x="25973" y="43072"/>
                    <a:pt x="26883" y="43072"/>
                  </a:cubicBezTo>
                  <a:cubicBezTo>
                    <a:pt x="27339" y="43072"/>
                    <a:pt x="27800" y="42990"/>
                    <a:pt x="28289" y="42827"/>
                  </a:cubicBezTo>
                  <a:lnTo>
                    <a:pt x="28416" y="42827"/>
                  </a:lnTo>
                  <a:cubicBezTo>
                    <a:pt x="28533" y="42867"/>
                    <a:pt x="28660" y="42867"/>
                    <a:pt x="28777" y="42906"/>
                  </a:cubicBezTo>
                  <a:cubicBezTo>
                    <a:pt x="28904" y="41723"/>
                    <a:pt x="29022" y="40590"/>
                    <a:pt x="29149" y="39408"/>
                  </a:cubicBezTo>
                  <a:cubicBezTo>
                    <a:pt x="29188" y="39036"/>
                    <a:pt x="29188" y="38714"/>
                    <a:pt x="29227" y="38352"/>
                  </a:cubicBezTo>
                  <a:cubicBezTo>
                    <a:pt x="29354" y="37131"/>
                    <a:pt x="29471" y="35909"/>
                    <a:pt x="29598" y="34727"/>
                  </a:cubicBezTo>
                  <a:cubicBezTo>
                    <a:pt x="29637" y="34317"/>
                    <a:pt x="29676" y="33906"/>
                    <a:pt x="29715" y="33545"/>
                  </a:cubicBezTo>
                  <a:cubicBezTo>
                    <a:pt x="29842" y="32362"/>
                    <a:pt x="29999" y="31141"/>
                    <a:pt x="30126" y="29959"/>
                  </a:cubicBezTo>
                  <a:cubicBezTo>
                    <a:pt x="30165" y="29558"/>
                    <a:pt x="30204" y="29148"/>
                    <a:pt x="30243" y="28737"/>
                  </a:cubicBezTo>
                  <a:cubicBezTo>
                    <a:pt x="30370" y="27516"/>
                    <a:pt x="30536" y="26295"/>
                    <a:pt x="30653" y="25073"/>
                  </a:cubicBezTo>
                  <a:cubicBezTo>
                    <a:pt x="30692" y="24585"/>
                    <a:pt x="30780" y="24135"/>
                    <a:pt x="30819" y="23695"/>
                  </a:cubicBezTo>
                  <a:cubicBezTo>
                    <a:pt x="30976" y="22181"/>
                    <a:pt x="31142" y="20676"/>
                    <a:pt x="31347" y="19132"/>
                  </a:cubicBezTo>
                  <a:lnTo>
                    <a:pt x="31709" y="16074"/>
                  </a:lnTo>
                  <a:cubicBezTo>
                    <a:pt x="31757" y="15507"/>
                    <a:pt x="31836" y="14940"/>
                    <a:pt x="31914" y="14364"/>
                  </a:cubicBezTo>
                  <a:cubicBezTo>
                    <a:pt x="32041" y="13269"/>
                    <a:pt x="32158" y="12214"/>
                    <a:pt x="32324" y="11110"/>
                  </a:cubicBezTo>
                  <a:cubicBezTo>
                    <a:pt x="32363" y="10582"/>
                    <a:pt x="32441" y="10094"/>
                    <a:pt x="32490" y="9566"/>
                  </a:cubicBezTo>
                  <a:cubicBezTo>
                    <a:pt x="32647" y="8462"/>
                    <a:pt x="32774" y="7329"/>
                    <a:pt x="32930" y="6224"/>
                  </a:cubicBezTo>
                  <a:cubicBezTo>
                    <a:pt x="32979" y="5775"/>
                    <a:pt x="33057" y="5325"/>
                    <a:pt x="33096" y="4886"/>
                  </a:cubicBezTo>
                  <a:cubicBezTo>
                    <a:pt x="33057" y="4886"/>
                    <a:pt x="33018" y="4837"/>
                    <a:pt x="32979" y="4837"/>
                  </a:cubicBezTo>
                  <a:cubicBezTo>
                    <a:pt x="32813" y="4837"/>
                    <a:pt x="32647" y="4837"/>
                    <a:pt x="32490" y="4798"/>
                  </a:cubicBezTo>
                  <a:lnTo>
                    <a:pt x="32197" y="4798"/>
                  </a:lnTo>
                  <a:cubicBezTo>
                    <a:pt x="32041" y="4759"/>
                    <a:pt x="31914" y="4759"/>
                    <a:pt x="31757" y="4759"/>
                  </a:cubicBezTo>
                  <a:cubicBezTo>
                    <a:pt x="31630" y="4720"/>
                    <a:pt x="31552" y="4720"/>
                    <a:pt x="31464" y="4720"/>
                  </a:cubicBezTo>
                  <a:cubicBezTo>
                    <a:pt x="31308" y="4720"/>
                    <a:pt x="31142" y="4681"/>
                    <a:pt x="31025" y="4681"/>
                  </a:cubicBezTo>
                  <a:cubicBezTo>
                    <a:pt x="30898" y="4681"/>
                    <a:pt x="30780" y="4642"/>
                    <a:pt x="30692" y="4642"/>
                  </a:cubicBezTo>
                  <a:cubicBezTo>
                    <a:pt x="30536" y="4642"/>
                    <a:pt x="30409" y="4642"/>
                    <a:pt x="30243" y="4593"/>
                  </a:cubicBezTo>
                  <a:cubicBezTo>
                    <a:pt x="30126" y="4593"/>
                    <a:pt x="30047" y="4593"/>
                    <a:pt x="29920" y="4554"/>
                  </a:cubicBezTo>
                  <a:cubicBezTo>
                    <a:pt x="29754" y="4554"/>
                    <a:pt x="29637" y="4554"/>
                    <a:pt x="29471" y="4514"/>
                  </a:cubicBezTo>
                  <a:cubicBezTo>
                    <a:pt x="29354" y="4514"/>
                    <a:pt x="29266" y="4514"/>
                    <a:pt x="29149" y="4475"/>
                  </a:cubicBezTo>
                  <a:cubicBezTo>
                    <a:pt x="28982" y="4475"/>
                    <a:pt x="28865" y="4475"/>
                    <a:pt x="28699" y="4436"/>
                  </a:cubicBezTo>
                  <a:cubicBezTo>
                    <a:pt x="28582" y="4436"/>
                    <a:pt x="28455" y="4436"/>
                    <a:pt x="28377" y="4397"/>
                  </a:cubicBezTo>
                  <a:cubicBezTo>
                    <a:pt x="28210" y="4397"/>
                    <a:pt x="28044" y="4348"/>
                    <a:pt x="27927" y="4348"/>
                  </a:cubicBezTo>
                  <a:cubicBezTo>
                    <a:pt x="27800" y="4348"/>
                    <a:pt x="27683" y="4309"/>
                    <a:pt x="27556" y="4309"/>
                  </a:cubicBezTo>
                  <a:cubicBezTo>
                    <a:pt x="27399" y="4309"/>
                    <a:pt x="27272" y="4270"/>
                    <a:pt x="27116" y="4270"/>
                  </a:cubicBezTo>
                  <a:cubicBezTo>
                    <a:pt x="26989" y="4231"/>
                    <a:pt x="26872" y="4231"/>
                    <a:pt x="26745" y="4231"/>
                  </a:cubicBezTo>
                  <a:cubicBezTo>
                    <a:pt x="26628" y="4192"/>
                    <a:pt x="26461" y="4192"/>
                    <a:pt x="26295" y="4153"/>
                  </a:cubicBezTo>
                  <a:cubicBezTo>
                    <a:pt x="26178" y="4153"/>
                    <a:pt x="26051" y="4153"/>
                    <a:pt x="25973" y="4104"/>
                  </a:cubicBezTo>
                  <a:cubicBezTo>
                    <a:pt x="25807" y="4104"/>
                    <a:pt x="25650" y="4065"/>
                    <a:pt x="25484" y="4065"/>
                  </a:cubicBezTo>
                  <a:cubicBezTo>
                    <a:pt x="25357" y="4065"/>
                    <a:pt x="25240" y="4026"/>
                    <a:pt x="25162" y="4026"/>
                  </a:cubicBezTo>
                  <a:cubicBezTo>
                    <a:pt x="24996" y="3987"/>
                    <a:pt x="24830" y="3987"/>
                    <a:pt x="24624" y="3948"/>
                  </a:cubicBezTo>
                  <a:cubicBezTo>
                    <a:pt x="24546" y="3948"/>
                    <a:pt x="24429" y="3948"/>
                    <a:pt x="24341" y="3909"/>
                  </a:cubicBezTo>
                  <a:cubicBezTo>
                    <a:pt x="24136" y="3909"/>
                    <a:pt x="23980" y="3860"/>
                    <a:pt x="23813" y="3821"/>
                  </a:cubicBezTo>
                  <a:cubicBezTo>
                    <a:pt x="23696" y="3821"/>
                    <a:pt x="23608" y="3821"/>
                    <a:pt x="23530" y="3782"/>
                  </a:cubicBezTo>
                  <a:cubicBezTo>
                    <a:pt x="23325" y="3782"/>
                    <a:pt x="23159" y="3743"/>
                    <a:pt x="22963" y="3703"/>
                  </a:cubicBezTo>
                  <a:lnTo>
                    <a:pt x="22719" y="3703"/>
                  </a:lnTo>
                  <a:cubicBezTo>
                    <a:pt x="22514" y="3664"/>
                    <a:pt x="22309" y="3616"/>
                    <a:pt x="22103" y="3576"/>
                  </a:cubicBezTo>
                  <a:lnTo>
                    <a:pt x="21898" y="3576"/>
                  </a:lnTo>
                  <a:cubicBezTo>
                    <a:pt x="21693" y="3537"/>
                    <a:pt x="21449" y="3498"/>
                    <a:pt x="21253" y="3459"/>
                  </a:cubicBezTo>
                  <a:lnTo>
                    <a:pt x="21165" y="3459"/>
                  </a:lnTo>
                  <a:cubicBezTo>
                    <a:pt x="19788" y="3215"/>
                    <a:pt x="18361" y="2971"/>
                    <a:pt x="16934" y="2687"/>
                  </a:cubicBezTo>
                  <a:lnTo>
                    <a:pt x="16895" y="2687"/>
                  </a:lnTo>
                  <a:cubicBezTo>
                    <a:pt x="16651" y="2638"/>
                    <a:pt x="16446" y="2599"/>
                    <a:pt x="16202" y="2560"/>
                  </a:cubicBezTo>
                  <a:cubicBezTo>
                    <a:pt x="16123" y="2560"/>
                    <a:pt x="16075" y="2521"/>
                    <a:pt x="15996" y="2521"/>
                  </a:cubicBezTo>
                  <a:cubicBezTo>
                    <a:pt x="15791" y="2482"/>
                    <a:pt x="15586" y="2443"/>
                    <a:pt x="15391" y="2394"/>
                  </a:cubicBezTo>
                  <a:cubicBezTo>
                    <a:pt x="15303" y="2355"/>
                    <a:pt x="15185" y="2355"/>
                    <a:pt x="15097" y="2316"/>
                  </a:cubicBezTo>
                  <a:cubicBezTo>
                    <a:pt x="14902" y="2277"/>
                    <a:pt x="14736" y="2238"/>
                    <a:pt x="14531" y="2199"/>
                  </a:cubicBezTo>
                  <a:cubicBezTo>
                    <a:pt x="14414" y="2199"/>
                    <a:pt x="14326" y="2150"/>
                    <a:pt x="14208" y="2150"/>
                  </a:cubicBezTo>
                  <a:cubicBezTo>
                    <a:pt x="14042" y="2111"/>
                    <a:pt x="13837" y="2072"/>
                    <a:pt x="13632" y="1994"/>
                  </a:cubicBezTo>
                  <a:cubicBezTo>
                    <a:pt x="13554" y="1994"/>
                    <a:pt x="13436" y="1954"/>
                    <a:pt x="13309" y="1954"/>
                  </a:cubicBezTo>
                  <a:cubicBezTo>
                    <a:pt x="13143" y="1906"/>
                    <a:pt x="12948" y="1866"/>
                    <a:pt x="12782" y="1788"/>
                  </a:cubicBezTo>
                  <a:cubicBezTo>
                    <a:pt x="12655" y="1788"/>
                    <a:pt x="12537" y="1749"/>
                    <a:pt x="12410" y="1710"/>
                  </a:cubicBezTo>
                  <a:cubicBezTo>
                    <a:pt x="12254" y="1661"/>
                    <a:pt x="12088" y="1622"/>
                    <a:pt x="11883" y="1583"/>
                  </a:cubicBezTo>
                  <a:cubicBezTo>
                    <a:pt x="11766" y="1544"/>
                    <a:pt x="11638" y="1544"/>
                    <a:pt x="11521" y="1505"/>
                  </a:cubicBezTo>
                  <a:cubicBezTo>
                    <a:pt x="11355" y="1466"/>
                    <a:pt x="11189" y="1417"/>
                    <a:pt x="11033" y="1378"/>
                  </a:cubicBezTo>
                  <a:cubicBezTo>
                    <a:pt x="10867" y="1339"/>
                    <a:pt x="10749" y="1300"/>
                    <a:pt x="10583" y="1261"/>
                  </a:cubicBezTo>
                  <a:cubicBezTo>
                    <a:pt x="10456" y="1222"/>
                    <a:pt x="10300" y="1173"/>
                    <a:pt x="10134" y="1134"/>
                  </a:cubicBezTo>
                  <a:cubicBezTo>
                    <a:pt x="9968" y="1095"/>
                    <a:pt x="9850" y="1055"/>
                    <a:pt x="9684" y="1016"/>
                  </a:cubicBezTo>
                  <a:cubicBezTo>
                    <a:pt x="9528" y="977"/>
                    <a:pt x="9401" y="928"/>
                    <a:pt x="9235" y="889"/>
                  </a:cubicBezTo>
                  <a:cubicBezTo>
                    <a:pt x="9078" y="850"/>
                    <a:pt x="8951" y="811"/>
                    <a:pt x="8795" y="772"/>
                  </a:cubicBezTo>
                  <a:cubicBezTo>
                    <a:pt x="8629" y="733"/>
                    <a:pt x="8502" y="684"/>
                    <a:pt x="8346" y="645"/>
                  </a:cubicBezTo>
                  <a:cubicBezTo>
                    <a:pt x="8179" y="606"/>
                    <a:pt x="8013" y="567"/>
                    <a:pt x="7896" y="489"/>
                  </a:cubicBezTo>
                  <a:cubicBezTo>
                    <a:pt x="7730" y="440"/>
                    <a:pt x="7613" y="401"/>
                    <a:pt x="7447" y="362"/>
                  </a:cubicBezTo>
                  <a:cubicBezTo>
                    <a:pt x="7281" y="323"/>
                    <a:pt x="7124" y="284"/>
                    <a:pt x="6958" y="244"/>
                  </a:cubicBezTo>
                  <a:cubicBezTo>
                    <a:pt x="6841" y="196"/>
                    <a:pt x="6714" y="157"/>
                    <a:pt x="6548" y="78"/>
                  </a:cubicBezTo>
                  <a:cubicBezTo>
                    <a:pt x="6430" y="78"/>
                    <a:pt x="6352" y="39"/>
                    <a:pt x="6225"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2" name="Google Shape;3882;p60"/>
            <p:cNvSpPr/>
            <p:nvPr/>
          </p:nvSpPr>
          <p:spPr>
            <a:xfrm>
              <a:off x="2289196" y="2886664"/>
              <a:ext cx="692537" cy="385550"/>
            </a:xfrm>
            <a:custGeom>
              <a:avLst/>
              <a:gdLst/>
              <a:ahLst/>
              <a:cxnLst/>
              <a:rect l="l" t="t" r="r" b="b"/>
              <a:pathLst>
                <a:path w="47548" h="26471" extrusionOk="0">
                  <a:moveTo>
                    <a:pt x="79" y="0"/>
                  </a:moveTo>
                  <a:lnTo>
                    <a:pt x="0" y="5091"/>
                  </a:lnTo>
                  <a:cubicBezTo>
                    <a:pt x="79" y="5091"/>
                    <a:pt x="157" y="5130"/>
                    <a:pt x="245" y="5130"/>
                  </a:cubicBezTo>
                  <a:lnTo>
                    <a:pt x="489" y="5130"/>
                  </a:lnTo>
                  <a:cubicBezTo>
                    <a:pt x="4642" y="5502"/>
                    <a:pt x="8834" y="6029"/>
                    <a:pt x="12947" y="6723"/>
                  </a:cubicBezTo>
                  <a:lnTo>
                    <a:pt x="13025" y="6723"/>
                  </a:lnTo>
                  <a:cubicBezTo>
                    <a:pt x="13719" y="6840"/>
                    <a:pt x="14364" y="6967"/>
                    <a:pt x="15058" y="7085"/>
                  </a:cubicBezTo>
                  <a:cubicBezTo>
                    <a:pt x="15752" y="7212"/>
                    <a:pt x="16484" y="7329"/>
                    <a:pt x="17178" y="7495"/>
                  </a:cubicBezTo>
                  <a:lnTo>
                    <a:pt x="17383" y="7534"/>
                  </a:lnTo>
                  <a:lnTo>
                    <a:pt x="17383" y="7739"/>
                  </a:lnTo>
                  <a:cubicBezTo>
                    <a:pt x="17139" y="11521"/>
                    <a:pt x="17051" y="15390"/>
                    <a:pt x="17217" y="19181"/>
                  </a:cubicBezTo>
                  <a:cubicBezTo>
                    <a:pt x="17217" y="19992"/>
                    <a:pt x="17295" y="20852"/>
                    <a:pt x="17784" y="21380"/>
                  </a:cubicBezTo>
                  <a:cubicBezTo>
                    <a:pt x="18296" y="21851"/>
                    <a:pt x="19058" y="21957"/>
                    <a:pt x="19839" y="21957"/>
                  </a:cubicBezTo>
                  <a:cubicBezTo>
                    <a:pt x="19998" y="21957"/>
                    <a:pt x="20157" y="21953"/>
                    <a:pt x="20315" y="21947"/>
                  </a:cubicBezTo>
                  <a:lnTo>
                    <a:pt x="25161" y="21780"/>
                  </a:lnTo>
                  <a:lnTo>
                    <a:pt x="25650" y="21780"/>
                  </a:lnTo>
                  <a:cubicBezTo>
                    <a:pt x="25728" y="21780"/>
                    <a:pt x="25806" y="21829"/>
                    <a:pt x="25933" y="21829"/>
                  </a:cubicBezTo>
                  <a:cubicBezTo>
                    <a:pt x="25972" y="21868"/>
                    <a:pt x="26011" y="21868"/>
                    <a:pt x="26050" y="21868"/>
                  </a:cubicBezTo>
                  <a:cubicBezTo>
                    <a:pt x="26090" y="21907"/>
                    <a:pt x="26138" y="21907"/>
                    <a:pt x="26177" y="21947"/>
                  </a:cubicBezTo>
                  <a:cubicBezTo>
                    <a:pt x="26910" y="22357"/>
                    <a:pt x="26871" y="23207"/>
                    <a:pt x="26871" y="23940"/>
                  </a:cubicBezTo>
                  <a:cubicBezTo>
                    <a:pt x="26822" y="24223"/>
                    <a:pt x="26822" y="24516"/>
                    <a:pt x="26871" y="24761"/>
                  </a:cubicBezTo>
                  <a:cubicBezTo>
                    <a:pt x="26910" y="25249"/>
                    <a:pt x="27194" y="25738"/>
                    <a:pt x="27604" y="26060"/>
                  </a:cubicBezTo>
                  <a:cubicBezTo>
                    <a:pt x="27966" y="26344"/>
                    <a:pt x="28415" y="26471"/>
                    <a:pt x="28865" y="26471"/>
                  </a:cubicBezTo>
                  <a:cubicBezTo>
                    <a:pt x="28904" y="26471"/>
                    <a:pt x="28982" y="26422"/>
                    <a:pt x="29021" y="26422"/>
                  </a:cubicBezTo>
                  <a:cubicBezTo>
                    <a:pt x="29431" y="26383"/>
                    <a:pt x="29754" y="26177"/>
                    <a:pt x="30164" y="25982"/>
                  </a:cubicBezTo>
                  <a:cubicBezTo>
                    <a:pt x="30487" y="25816"/>
                    <a:pt x="30858" y="25650"/>
                    <a:pt x="31219" y="25533"/>
                  </a:cubicBezTo>
                  <a:cubicBezTo>
                    <a:pt x="31527" y="25469"/>
                    <a:pt x="31833" y="25447"/>
                    <a:pt x="32133" y="25447"/>
                  </a:cubicBezTo>
                  <a:cubicBezTo>
                    <a:pt x="32434" y="25447"/>
                    <a:pt x="32729" y="25469"/>
                    <a:pt x="33017" y="25493"/>
                  </a:cubicBezTo>
                  <a:cubicBezTo>
                    <a:pt x="33340" y="25533"/>
                    <a:pt x="33662" y="25572"/>
                    <a:pt x="33955" y="25572"/>
                  </a:cubicBezTo>
                  <a:cubicBezTo>
                    <a:pt x="34766" y="25533"/>
                    <a:pt x="35616" y="25161"/>
                    <a:pt x="35744" y="24468"/>
                  </a:cubicBezTo>
                  <a:lnTo>
                    <a:pt x="35822" y="24028"/>
                  </a:lnTo>
                  <a:lnTo>
                    <a:pt x="36193" y="24311"/>
                  </a:lnTo>
                  <a:cubicBezTo>
                    <a:pt x="37131" y="25122"/>
                    <a:pt x="38509" y="25161"/>
                    <a:pt x="39935" y="25161"/>
                  </a:cubicBezTo>
                  <a:cubicBezTo>
                    <a:pt x="41196" y="25161"/>
                    <a:pt x="42505" y="25161"/>
                    <a:pt x="43727" y="25083"/>
                  </a:cubicBezTo>
                  <a:cubicBezTo>
                    <a:pt x="43883" y="25044"/>
                    <a:pt x="44049" y="25044"/>
                    <a:pt x="44215" y="25005"/>
                  </a:cubicBezTo>
                  <a:lnTo>
                    <a:pt x="44372" y="25005"/>
                  </a:lnTo>
                  <a:cubicBezTo>
                    <a:pt x="44499" y="25005"/>
                    <a:pt x="44616" y="24956"/>
                    <a:pt x="44743" y="24956"/>
                  </a:cubicBezTo>
                  <a:cubicBezTo>
                    <a:pt x="44782" y="24956"/>
                    <a:pt x="44821" y="24917"/>
                    <a:pt x="44899" y="24917"/>
                  </a:cubicBezTo>
                  <a:cubicBezTo>
                    <a:pt x="44987" y="24917"/>
                    <a:pt x="45104" y="24917"/>
                    <a:pt x="45231" y="24878"/>
                  </a:cubicBezTo>
                  <a:cubicBezTo>
                    <a:pt x="45270" y="24878"/>
                    <a:pt x="45310" y="24878"/>
                    <a:pt x="45388" y="24839"/>
                  </a:cubicBezTo>
                  <a:cubicBezTo>
                    <a:pt x="45515" y="24839"/>
                    <a:pt x="45593" y="24839"/>
                    <a:pt x="45720" y="24800"/>
                  </a:cubicBezTo>
                  <a:cubicBezTo>
                    <a:pt x="45759" y="24800"/>
                    <a:pt x="45837" y="24800"/>
                    <a:pt x="45876" y="24761"/>
                  </a:cubicBezTo>
                  <a:cubicBezTo>
                    <a:pt x="46003" y="24761"/>
                    <a:pt x="46121" y="24712"/>
                    <a:pt x="46209" y="24712"/>
                  </a:cubicBezTo>
                  <a:cubicBezTo>
                    <a:pt x="46287" y="24673"/>
                    <a:pt x="46326" y="24673"/>
                    <a:pt x="46365" y="24673"/>
                  </a:cubicBezTo>
                  <a:cubicBezTo>
                    <a:pt x="46492" y="24634"/>
                    <a:pt x="46609" y="24634"/>
                    <a:pt x="46736" y="24595"/>
                  </a:cubicBezTo>
                  <a:cubicBezTo>
                    <a:pt x="46775" y="24595"/>
                    <a:pt x="46814" y="24555"/>
                    <a:pt x="46853" y="24555"/>
                  </a:cubicBezTo>
                  <a:cubicBezTo>
                    <a:pt x="46980" y="24516"/>
                    <a:pt x="47147" y="24516"/>
                    <a:pt x="47264" y="24468"/>
                  </a:cubicBezTo>
                  <a:cubicBezTo>
                    <a:pt x="47303" y="24468"/>
                    <a:pt x="47303" y="24428"/>
                    <a:pt x="47342" y="24428"/>
                  </a:cubicBezTo>
                  <a:lnTo>
                    <a:pt x="47430" y="24428"/>
                  </a:lnTo>
                  <a:cubicBezTo>
                    <a:pt x="47469" y="23735"/>
                    <a:pt x="47508" y="23002"/>
                    <a:pt x="47508" y="22318"/>
                  </a:cubicBezTo>
                  <a:lnTo>
                    <a:pt x="47508" y="22269"/>
                  </a:lnTo>
                  <a:cubicBezTo>
                    <a:pt x="47508" y="21947"/>
                    <a:pt x="47508" y="21624"/>
                    <a:pt x="47547" y="21253"/>
                  </a:cubicBezTo>
                  <a:lnTo>
                    <a:pt x="47547" y="21175"/>
                  </a:lnTo>
                  <a:lnTo>
                    <a:pt x="47547" y="20237"/>
                  </a:lnTo>
                  <a:lnTo>
                    <a:pt x="47547" y="19992"/>
                  </a:lnTo>
                  <a:cubicBezTo>
                    <a:pt x="47508" y="19709"/>
                    <a:pt x="47508" y="19465"/>
                    <a:pt x="47508" y="19181"/>
                  </a:cubicBezTo>
                  <a:lnTo>
                    <a:pt x="47508" y="18898"/>
                  </a:lnTo>
                  <a:cubicBezTo>
                    <a:pt x="47508" y="18654"/>
                    <a:pt x="47508" y="18361"/>
                    <a:pt x="47469" y="18116"/>
                  </a:cubicBezTo>
                  <a:lnTo>
                    <a:pt x="47469" y="17833"/>
                  </a:lnTo>
                  <a:cubicBezTo>
                    <a:pt x="47469" y="17589"/>
                    <a:pt x="47469" y="17305"/>
                    <a:pt x="47430" y="17061"/>
                  </a:cubicBezTo>
                  <a:lnTo>
                    <a:pt x="47430" y="16778"/>
                  </a:lnTo>
                  <a:cubicBezTo>
                    <a:pt x="47391" y="16533"/>
                    <a:pt x="47391" y="16289"/>
                    <a:pt x="47391" y="16006"/>
                  </a:cubicBezTo>
                  <a:cubicBezTo>
                    <a:pt x="47342" y="15918"/>
                    <a:pt x="47342" y="15800"/>
                    <a:pt x="47342" y="15722"/>
                  </a:cubicBezTo>
                  <a:cubicBezTo>
                    <a:pt x="47303" y="15478"/>
                    <a:pt x="47303" y="15234"/>
                    <a:pt x="47264" y="14989"/>
                  </a:cubicBezTo>
                  <a:lnTo>
                    <a:pt x="47264" y="14657"/>
                  </a:lnTo>
                  <a:cubicBezTo>
                    <a:pt x="47225" y="14413"/>
                    <a:pt x="47225" y="14169"/>
                    <a:pt x="47186" y="13924"/>
                  </a:cubicBezTo>
                  <a:cubicBezTo>
                    <a:pt x="47186" y="13846"/>
                    <a:pt x="47147" y="13768"/>
                    <a:pt x="47147" y="13719"/>
                  </a:cubicBezTo>
                  <a:cubicBezTo>
                    <a:pt x="47098" y="13436"/>
                    <a:pt x="47098" y="13152"/>
                    <a:pt x="47059" y="12869"/>
                  </a:cubicBezTo>
                  <a:cubicBezTo>
                    <a:pt x="47059" y="12830"/>
                    <a:pt x="47059" y="12791"/>
                    <a:pt x="47020" y="12742"/>
                  </a:cubicBezTo>
                  <a:cubicBezTo>
                    <a:pt x="46980" y="12420"/>
                    <a:pt x="46941" y="12136"/>
                    <a:pt x="46902" y="11853"/>
                  </a:cubicBezTo>
                  <a:lnTo>
                    <a:pt x="46902" y="11726"/>
                  </a:lnTo>
                  <a:cubicBezTo>
                    <a:pt x="46697" y="10387"/>
                    <a:pt x="46453" y="9039"/>
                    <a:pt x="46169" y="7700"/>
                  </a:cubicBezTo>
                  <a:lnTo>
                    <a:pt x="46169" y="7573"/>
                  </a:lnTo>
                  <a:cubicBezTo>
                    <a:pt x="45964" y="6723"/>
                    <a:pt x="45798" y="5824"/>
                    <a:pt x="45964" y="4925"/>
                  </a:cubicBezTo>
                  <a:cubicBezTo>
                    <a:pt x="45964" y="4808"/>
                    <a:pt x="46003" y="4730"/>
                    <a:pt x="46003" y="4642"/>
                  </a:cubicBezTo>
                  <a:lnTo>
                    <a:pt x="46003" y="4603"/>
                  </a:lnTo>
                  <a:cubicBezTo>
                    <a:pt x="46042" y="4524"/>
                    <a:pt x="46081" y="4437"/>
                    <a:pt x="46121" y="4358"/>
                  </a:cubicBezTo>
                  <a:lnTo>
                    <a:pt x="46121" y="4319"/>
                  </a:lnTo>
                  <a:cubicBezTo>
                    <a:pt x="46169" y="4241"/>
                    <a:pt x="46209" y="4153"/>
                    <a:pt x="46248" y="4075"/>
                  </a:cubicBezTo>
                  <a:cubicBezTo>
                    <a:pt x="46248" y="4036"/>
                    <a:pt x="46248" y="4036"/>
                    <a:pt x="46287" y="4036"/>
                  </a:cubicBezTo>
                  <a:cubicBezTo>
                    <a:pt x="46326" y="3948"/>
                    <a:pt x="46365" y="3870"/>
                    <a:pt x="46414" y="3792"/>
                  </a:cubicBezTo>
                  <a:lnTo>
                    <a:pt x="46453" y="3792"/>
                  </a:lnTo>
                  <a:lnTo>
                    <a:pt x="46453" y="3753"/>
                  </a:lnTo>
                  <a:cubicBezTo>
                    <a:pt x="46453" y="3508"/>
                    <a:pt x="46492" y="3264"/>
                    <a:pt x="46492" y="3020"/>
                  </a:cubicBezTo>
                  <a:cubicBezTo>
                    <a:pt x="46492" y="2854"/>
                    <a:pt x="46531" y="2727"/>
                    <a:pt x="46531" y="2570"/>
                  </a:cubicBezTo>
                  <a:lnTo>
                    <a:pt x="46531" y="2326"/>
                  </a:lnTo>
                  <a:cubicBezTo>
                    <a:pt x="46570" y="1876"/>
                    <a:pt x="46570" y="1427"/>
                    <a:pt x="46570" y="938"/>
                  </a:cubicBezTo>
                  <a:lnTo>
                    <a:pt x="46042" y="938"/>
                  </a:lnTo>
                  <a:cubicBezTo>
                    <a:pt x="45759" y="977"/>
                    <a:pt x="45476" y="977"/>
                    <a:pt x="45192" y="977"/>
                  </a:cubicBezTo>
                  <a:lnTo>
                    <a:pt x="44616" y="977"/>
                  </a:lnTo>
                  <a:cubicBezTo>
                    <a:pt x="44293" y="977"/>
                    <a:pt x="43922" y="1017"/>
                    <a:pt x="43561" y="1017"/>
                  </a:cubicBezTo>
                  <a:lnTo>
                    <a:pt x="43189" y="1017"/>
                  </a:lnTo>
                  <a:cubicBezTo>
                    <a:pt x="42789" y="1017"/>
                    <a:pt x="42339" y="1017"/>
                    <a:pt x="41890" y="1065"/>
                  </a:cubicBezTo>
                  <a:lnTo>
                    <a:pt x="40219" y="1065"/>
                  </a:lnTo>
                  <a:cubicBezTo>
                    <a:pt x="38548" y="1105"/>
                    <a:pt x="36799" y="1105"/>
                    <a:pt x="35050" y="1105"/>
                  </a:cubicBezTo>
                  <a:lnTo>
                    <a:pt x="31219" y="1105"/>
                  </a:lnTo>
                  <a:cubicBezTo>
                    <a:pt x="30936" y="1105"/>
                    <a:pt x="30614" y="1065"/>
                    <a:pt x="30330" y="1065"/>
                  </a:cubicBezTo>
                  <a:lnTo>
                    <a:pt x="29803" y="1065"/>
                  </a:lnTo>
                  <a:cubicBezTo>
                    <a:pt x="18849" y="938"/>
                    <a:pt x="8589" y="489"/>
                    <a:pt x="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3" name="Google Shape;3883;p60"/>
            <p:cNvSpPr/>
            <p:nvPr/>
          </p:nvSpPr>
          <p:spPr>
            <a:xfrm>
              <a:off x="2965769" y="2930636"/>
              <a:ext cx="583" cy="10691"/>
            </a:xfrm>
            <a:custGeom>
              <a:avLst/>
              <a:gdLst/>
              <a:ahLst/>
              <a:cxnLst/>
              <a:rect l="l" t="t" r="r" b="b"/>
              <a:pathLst>
                <a:path w="40" h="734" extrusionOk="0">
                  <a:moveTo>
                    <a:pt x="1" y="734"/>
                  </a:moveTo>
                  <a:cubicBezTo>
                    <a:pt x="1" y="489"/>
                    <a:pt x="40" y="245"/>
                    <a:pt x="40" y="1"/>
                  </a:cubicBezTo>
                  <a:cubicBezTo>
                    <a:pt x="40" y="245"/>
                    <a:pt x="1" y="489"/>
                    <a:pt x="1" y="73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4" name="Google Shape;3884;p60"/>
            <p:cNvSpPr/>
            <p:nvPr/>
          </p:nvSpPr>
          <p:spPr>
            <a:xfrm>
              <a:off x="2966906" y="2920528"/>
              <a:ext cx="15" cy="3583"/>
            </a:xfrm>
            <a:custGeom>
              <a:avLst/>
              <a:gdLst/>
              <a:ahLst/>
              <a:cxnLst/>
              <a:rect l="l" t="t" r="r" b="b"/>
              <a:pathLst>
                <a:path w="1" h="246" extrusionOk="0">
                  <a:moveTo>
                    <a:pt x="1" y="245"/>
                  </a:move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5" name="Google Shape;3885;p60"/>
            <p:cNvSpPr/>
            <p:nvPr/>
          </p:nvSpPr>
          <p:spPr>
            <a:xfrm>
              <a:off x="2923647" y="2900894"/>
              <a:ext cx="15381" cy="583"/>
            </a:xfrm>
            <a:custGeom>
              <a:avLst/>
              <a:gdLst/>
              <a:ahLst/>
              <a:cxnLst/>
              <a:rect l="l" t="t" r="r" b="b"/>
              <a:pathLst>
                <a:path w="1056" h="40" extrusionOk="0">
                  <a:moveTo>
                    <a:pt x="1056" y="0"/>
                  </a:moveTo>
                  <a:cubicBezTo>
                    <a:pt x="694" y="0"/>
                    <a:pt x="362" y="40"/>
                    <a:pt x="1" y="40"/>
                  </a:cubicBezTo>
                  <a:cubicBezTo>
                    <a:pt x="362" y="40"/>
                    <a:pt x="733" y="0"/>
                    <a:pt x="105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6" name="Google Shape;3886;p60"/>
            <p:cNvSpPr/>
            <p:nvPr/>
          </p:nvSpPr>
          <p:spPr>
            <a:xfrm>
              <a:off x="2784887" y="2902176"/>
              <a:ext cx="90099" cy="583"/>
            </a:xfrm>
            <a:custGeom>
              <a:avLst/>
              <a:gdLst/>
              <a:ahLst/>
              <a:cxnLst/>
              <a:rect l="l" t="t" r="r" b="b"/>
              <a:pathLst>
                <a:path w="6186" h="40" extrusionOk="0">
                  <a:moveTo>
                    <a:pt x="6186" y="0"/>
                  </a:moveTo>
                  <a:cubicBezTo>
                    <a:pt x="4114" y="40"/>
                    <a:pt x="2072" y="40"/>
                    <a:pt x="1" y="40"/>
                  </a:cubicBezTo>
                  <a:lnTo>
                    <a:pt x="1017" y="40"/>
                  </a:lnTo>
                  <a:cubicBezTo>
                    <a:pt x="2766" y="40"/>
                    <a:pt x="4515" y="40"/>
                    <a:pt x="618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7" name="Google Shape;3887;p60"/>
            <p:cNvSpPr/>
            <p:nvPr/>
          </p:nvSpPr>
          <p:spPr>
            <a:xfrm>
              <a:off x="2764685" y="2902744"/>
              <a:ext cx="18366" cy="15"/>
            </a:xfrm>
            <a:custGeom>
              <a:avLst/>
              <a:gdLst/>
              <a:ahLst/>
              <a:cxnLst/>
              <a:rect l="l" t="t" r="r" b="b"/>
              <a:pathLst>
                <a:path w="1261" h="1" extrusionOk="0">
                  <a:moveTo>
                    <a:pt x="1261" y="1"/>
                  </a:move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8" name="Google Shape;3888;p60"/>
            <p:cNvSpPr/>
            <p:nvPr/>
          </p:nvSpPr>
          <p:spPr>
            <a:xfrm>
              <a:off x="2875539" y="2902176"/>
              <a:ext cx="21367" cy="15"/>
            </a:xfrm>
            <a:custGeom>
              <a:avLst/>
              <a:gdLst/>
              <a:ahLst/>
              <a:cxnLst/>
              <a:rect l="l" t="t" r="r" b="b"/>
              <a:pathLst>
                <a:path w="1467" h="1" extrusionOk="0">
                  <a:moveTo>
                    <a:pt x="1467" y="0"/>
                  </a:move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89" name="Google Shape;3889;p60"/>
            <p:cNvSpPr/>
            <p:nvPr/>
          </p:nvSpPr>
          <p:spPr>
            <a:xfrm>
              <a:off x="2947418" y="2900326"/>
              <a:ext cx="12395" cy="583"/>
            </a:xfrm>
            <a:custGeom>
              <a:avLst/>
              <a:gdLst/>
              <a:ahLst/>
              <a:cxnLst/>
              <a:rect l="l" t="t" r="r" b="b"/>
              <a:pathLst>
                <a:path w="851" h="40" extrusionOk="0">
                  <a:moveTo>
                    <a:pt x="850" y="0"/>
                  </a:moveTo>
                  <a:cubicBezTo>
                    <a:pt x="567" y="39"/>
                    <a:pt x="284" y="39"/>
                    <a:pt x="0" y="39"/>
                  </a:cubicBezTo>
                  <a:cubicBezTo>
                    <a:pt x="284" y="39"/>
                    <a:pt x="567" y="39"/>
                    <a:pt x="8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0" name="Google Shape;3890;p60"/>
            <p:cNvSpPr/>
            <p:nvPr/>
          </p:nvSpPr>
          <p:spPr>
            <a:xfrm>
              <a:off x="2899309" y="2901462"/>
              <a:ext cx="18949" cy="728"/>
            </a:xfrm>
            <a:custGeom>
              <a:avLst/>
              <a:gdLst/>
              <a:ahLst/>
              <a:cxnLst/>
              <a:rect l="l" t="t" r="r" b="b"/>
              <a:pathLst>
                <a:path w="1301" h="50" extrusionOk="0">
                  <a:moveTo>
                    <a:pt x="1300" y="1"/>
                  </a:moveTo>
                  <a:cubicBezTo>
                    <a:pt x="860" y="1"/>
                    <a:pt x="450" y="1"/>
                    <a:pt x="1" y="49"/>
                  </a:cubicBezTo>
                  <a:cubicBezTo>
                    <a:pt x="450" y="1"/>
                    <a:pt x="900" y="1"/>
                    <a:pt x="130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1" name="Google Shape;3891;p60"/>
            <p:cNvSpPr/>
            <p:nvPr/>
          </p:nvSpPr>
          <p:spPr>
            <a:xfrm>
              <a:off x="2723262" y="2902176"/>
              <a:ext cx="7705" cy="15"/>
            </a:xfrm>
            <a:custGeom>
              <a:avLst/>
              <a:gdLst/>
              <a:ahLst/>
              <a:cxnLst/>
              <a:rect l="l" t="t" r="r" b="b"/>
              <a:pathLst>
                <a:path w="529" h="1" extrusionOk="0">
                  <a:moveTo>
                    <a:pt x="528" y="0"/>
                  </a:move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2" name="Google Shape;3892;p60"/>
            <p:cNvSpPr/>
            <p:nvPr/>
          </p:nvSpPr>
          <p:spPr>
            <a:xfrm>
              <a:off x="2743901" y="2902744"/>
              <a:ext cx="14245" cy="15"/>
            </a:xfrm>
            <a:custGeom>
              <a:avLst/>
              <a:gdLst/>
              <a:ahLst/>
              <a:cxnLst/>
              <a:rect l="l" t="t" r="r" b="b"/>
              <a:pathLst>
                <a:path w="978" h="1" extrusionOk="0">
                  <a:moveTo>
                    <a:pt x="978" y="1"/>
                  </a:move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3" name="Google Shape;3893;p60"/>
            <p:cNvSpPr/>
            <p:nvPr/>
          </p:nvSpPr>
          <p:spPr>
            <a:xfrm>
              <a:off x="1747669" y="2856485"/>
              <a:ext cx="539123" cy="580721"/>
            </a:xfrm>
            <a:custGeom>
              <a:avLst/>
              <a:gdLst/>
              <a:ahLst/>
              <a:cxnLst/>
              <a:rect l="l" t="t" r="r" b="b"/>
              <a:pathLst>
                <a:path w="37015" h="39871" extrusionOk="0">
                  <a:moveTo>
                    <a:pt x="4320" y="1"/>
                  </a:moveTo>
                  <a:cubicBezTo>
                    <a:pt x="4202" y="1183"/>
                    <a:pt x="4036" y="2356"/>
                    <a:pt x="3870" y="3538"/>
                  </a:cubicBezTo>
                  <a:cubicBezTo>
                    <a:pt x="3831" y="3909"/>
                    <a:pt x="3792" y="4271"/>
                    <a:pt x="3753" y="4642"/>
                  </a:cubicBezTo>
                  <a:cubicBezTo>
                    <a:pt x="3587" y="5737"/>
                    <a:pt x="3470" y="6841"/>
                    <a:pt x="3343" y="7974"/>
                  </a:cubicBezTo>
                  <a:cubicBezTo>
                    <a:pt x="3264" y="8463"/>
                    <a:pt x="3225" y="8951"/>
                    <a:pt x="3137" y="9440"/>
                  </a:cubicBezTo>
                  <a:cubicBezTo>
                    <a:pt x="3020" y="10466"/>
                    <a:pt x="2893" y="11521"/>
                    <a:pt x="2776" y="12537"/>
                  </a:cubicBezTo>
                  <a:cubicBezTo>
                    <a:pt x="2737" y="13104"/>
                    <a:pt x="2649" y="13681"/>
                    <a:pt x="2571" y="14286"/>
                  </a:cubicBezTo>
                  <a:cubicBezTo>
                    <a:pt x="2405" y="15547"/>
                    <a:pt x="2287" y="16817"/>
                    <a:pt x="2121" y="18117"/>
                  </a:cubicBezTo>
                  <a:cubicBezTo>
                    <a:pt x="2082" y="18439"/>
                    <a:pt x="2043" y="18771"/>
                    <a:pt x="2043" y="19094"/>
                  </a:cubicBezTo>
                  <a:cubicBezTo>
                    <a:pt x="1838" y="20677"/>
                    <a:pt x="1672" y="22269"/>
                    <a:pt x="1466" y="23901"/>
                  </a:cubicBezTo>
                  <a:cubicBezTo>
                    <a:pt x="1427" y="24302"/>
                    <a:pt x="1388" y="24673"/>
                    <a:pt x="1349" y="25074"/>
                  </a:cubicBezTo>
                  <a:cubicBezTo>
                    <a:pt x="1222" y="26295"/>
                    <a:pt x="1105" y="27478"/>
                    <a:pt x="978" y="28660"/>
                  </a:cubicBezTo>
                  <a:cubicBezTo>
                    <a:pt x="900" y="29227"/>
                    <a:pt x="861" y="29803"/>
                    <a:pt x="822" y="30331"/>
                  </a:cubicBezTo>
                  <a:cubicBezTo>
                    <a:pt x="695" y="31386"/>
                    <a:pt x="577" y="32402"/>
                    <a:pt x="489" y="33467"/>
                  </a:cubicBezTo>
                  <a:cubicBezTo>
                    <a:pt x="411" y="34161"/>
                    <a:pt x="333" y="34894"/>
                    <a:pt x="245" y="35627"/>
                  </a:cubicBezTo>
                  <a:cubicBezTo>
                    <a:pt x="167" y="36438"/>
                    <a:pt x="89" y="37288"/>
                    <a:pt x="1" y="38109"/>
                  </a:cubicBezTo>
                  <a:lnTo>
                    <a:pt x="206" y="38148"/>
                  </a:lnTo>
                  <a:cubicBezTo>
                    <a:pt x="836" y="38315"/>
                    <a:pt x="1489" y="38483"/>
                    <a:pt x="2096" y="38483"/>
                  </a:cubicBezTo>
                  <a:cubicBezTo>
                    <a:pt x="2515" y="38483"/>
                    <a:pt x="2913" y="38403"/>
                    <a:pt x="3264" y="38187"/>
                  </a:cubicBezTo>
                  <a:cubicBezTo>
                    <a:pt x="3548" y="38021"/>
                    <a:pt x="3714" y="37659"/>
                    <a:pt x="3870" y="37288"/>
                  </a:cubicBezTo>
                  <a:cubicBezTo>
                    <a:pt x="4036" y="36887"/>
                    <a:pt x="4202" y="36438"/>
                    <a:pt x="4603" y="36233"/>
                  </a:cubicBezTo>
                  <a:cubicBezTo>
                    <a:pt x="4878" y="36087"/>
                    <a:pt x="5185" y="36030"/>
                    <a:pt x="5508" y="36030"/>
                  </a:cubicBezTo>
                  <a:cubicBezTo>
                    <a:pt x="6093" y="36030"/>
                    <a:pt x="6731" y="36216"/>
                    <a:pt x="7329" y="36399"/>
                  </a:cubicBezTo>
                  <a:cubicBezTo>
                    <a:pt x="7779" y="36555"/>
                    <a:pt x="8267" y="36682"/>
                    <a:pt x="8599" y="36682"/>
                  </a:cubicBezTo>
                  <a:cubicBezTo>
                    <a:pt x="8759" y="36688"/>
                    <a:pt x="8923" y="36691"/>
                    <a:pt x="9092" y="36691"/>
                  </a:cubicBezTo>
                  <a:cubicBezTo>
                    <a:pt x="9994" y="36691"/>
                    <a:pt x="11021" y="36598"/>
                    <a:pt x="12215" y="36360"/>
                  </a:cubicBezTo>
                  <a:lnTo>
                    <a:pt x="12264" y="36360"/>
                  </a:lnTo>
                  <a:lnTo>
                    <a:pt x="12342" y="36399"/>
                  </a:lnTo>
                  <a:cubicBezTo>
                    <a:pt x="13524" y="36887"/>
                    <a:pt x="14374" y="37620"/>
                    <a:pt x="15029" y="38265"/>
                  </a:cubicBezTo>
                  <a:cubicBezTo>
                    <a:pt x="15351" y="38353"/>
                    <a:pt x="15635" y="38392"/>
                    <a:pt x="15967" y="38470"/>
                  </a:cubicBezTo>
                  <a:cubicBezTo>
                    <a:pt x="16084" y="38470"/>
                    <a:pt x="16172" y="38509"/>
                    <a:pt x="16289" y="38558"/>
                  </a:cubicBezTo>
                  <a:cubicBezTo>
                    <a:pt x="16612" y="38597"/>
                    <a:pt x="16944" y="38675"/>
                    <a:pt x="17306" y="38714"/>
                  </a:cubicBezTo>
                  <a:cubicBezTo>
                    <a:pt x="17394" y="38754"/>
                    <a:pt x="17511" y="38754"/>
                    <a:pt x="17638" y="38802"/>
                  </a:cubicBezTo>
                  <a:cubicBezTo>
                    <a:pt x="17960" y="38841"/>
                    <a:pt x="18283" y="38881"/>
                    <a:pt x="18654" y="38959"/>
                  </a:cubicBezTo>
                  <a:cubicBezTo>
                    <a:pt x="18732" y="38959"/>
                    <a:pt x="18859" y="38998"/>
                    <a:pt x="18937" y="38998"/>
                  </a:cubicBezTo>
                  <a:cubicBezTo>
                    <a:pt x="19299" y="39047"/>
                    <a:pt x="19670" y="39125"/>
                    <a:pt x="19993" y="39164"/>
                  </a:cubicBezTo>
                  <a:cubicBezTo>
                    <a:pt x="20120" y="39164"/>
                    <a:pt x="20198" y="39164"/>
                    <a:pt x="20276" y="39203"/>
                  </a:cubicBezTo>
                  <a:cubicBezTo>
                    <a:pt x="20647" y="39242"/>
                    <a:pt x="21058" y="39291"/>
                    <a:pt x="21419" y="39330"/>
                  </a:cubicBezTo>
                  <a:cubicBezTo>
                    <a:pt x="21458" y="39330"/>
                    <a:pt x="21546" y="39369"/>
                    <a:pt x="21585" y="39369"/>
                  </a:cubicBezTo>
                  <a:cubicBezTo>
                    <a:pt x="21986" y="39408"/>
                    <a:pt x="22436" y="39447"/>
                    <a:pt x="22846" y="39486"/>
                  </a:cubicBezTo>
                  <a:lnTo>
                    <a:pt x="22924" y="39486"/>
                  </a:lnTo>
                  <a:cubicBezTo>
                    <a:pt x="23374" y="39574"/>
                    <a:pt x="23823" y="39613"/>
                    <a:pt x="24273" y="39613"/>
                  </a:cubicBezTo>
                  <a:cubicBezTo>
                    <a:pt x="26209" y="39789"/>
                    <a:pt x="28157" y="39870"/>
                    <a:pt x="30105" y="39870"/>
                  </a:cubicBezTo>
                  <a:cubicBezTo>
                    <a:pt x="32168" y="39870"/>
                    <a:pt x="34231" y="39779"/>
                    <a:pt x="36281" y="39613"/>
                  </a:cubicBezTo>
                  <a:cubicBezTo>
                    <a:pt x="36242" y="39291"/>
                    <a:pt x="36154" y="38959"/>
                    <a:pt x="36115" y="38636"/>
                  </a:cubicBezTo>
                  <a:cubicBezTo>
                    <a:pt x="36076" y="38558"/>
                    <a:pt x="36076" y="38470"/>
                    <a:pt x="36076" y="38431"/>
                  </a:cubicBezTo>
                  <a:cubicBezTo>
                    <a:pt x="36037" y="38148"/>
                    <a:pt x="35998" y="37903"/>
                    <a:pt x="35959" y="37659"/>
                  </a:cubicBezTo>
                  <a:cubicBezTo>
                    <a:pt x="35910" y="37532"/>
                    <a:pt x="35910" y="37454"/>
                    <a:pt x="35910" y="37376"/>
                  </a:cubicBezTo>
                  <a:cubicBezTo>
                    <a:pt x="35871" y="37132"/>
                    <a:pt x="35832" y="36887"/>
                    <a:pt x="35793" y="36643"/>
                  </a:cubicBezTo>
                  <a:cubicBezTo>
                    <a:pt x="35754" y="36555"/>
                    <a:pt x="35754" y="36438"/>
                    <a:pt x="35754" y="36360"/>
                  </a:cubicBezTo>
                  <a:cubicBezTo>
                    <a:pt x="35715" y="36115"/>
                    <a:pt x="35666" y="35871"/>
                    <a:pt x="35627" y="35666"/>
                  </a:cubicBezTo>
                  <a:cubicBezTo>
                    <a:pt x="35627" y="35539"/>
                    <a:pt x="35588" y="35422"/>
                    <a:pt x="35588" y="35334"/>
                  </a:cubicBezTo>
                  <a:cubicBezTo>
                    <a:pt x="35549" y="35089"/>
                    <a:pt x="35549" y="34845"/>
                    <a:pt x="35509" y="34650"/>
                  </a:cubicBezTo>
                  <a:cubicBezTo>
                    <a:pt x="35509" y="34523"/>
                    <a:pt x="35470" y="34405"/>
                    <a:pt x="35470" y="34317"/>
                  </a:cubicBezTo>
                  <a:cubicBezTo>
                    <a:pt x="35422" y="34073"/>
                    <a:pt x="35422" y="33868"/>
                    <a:pt x="35382" y="33624"/>
                  </a:cubicBezTo>
                  <a:cubicBezTo>
                    <a:pt x="35382" y="33506"/>
                    <a:pt x="35343" y="33379"/>
                    <a:pt x="35343" y="33262"/>
                  </a:cubicBezTo>
                  <a:cubicBezTo>
                    <a:pt x="35343" y="33057"/>
                    <a:pt x="35304" y="32852"/>
                    <a:pt x="35304" y="32647"/>
                  </a:cubicBezTo>
                  <a:cubicBezTo>
                    <a:pt x="35265" y="32529"/>
                    <a:pt x="35265" y="32402"/>
                    <a:pt x="35265" y="32246"/>
                  </a:cubicBezTo>
                  <a:cubicBezTo>
                    <a:pt x="35226" y="32041"/>
                    <a:pt x="35226" y="31836"/>
                    <a:pt x="35177" y="31630"/>
                  </a:cubicBezTo>
                  <a:lnTo>
                    <a:pt x="35177" y="31230"/>
                  </a:lnTo>
                  <a:cubicBezTo>
                    <a:pt x="35138" y="31025"/>
                    <a:pt x="35138" y="30819"/>
                    <a:pt x="35099" y="30614"/>
                  </a:cubicBezTo>
                  <a:lnTo>
                    <a:pt x="35099" y="30204"/>
                  </a:lnTo>
                  <a:cubicBezTo>
                    <a:pt x="35060" y="30008"/>
                    <a:pt x="35060" y="29803"/>
                    <a:pt x="35060" y="29598"/>
                  </a:cubicBezTo>
                  <a:cubicBezTo>
                    <a:pt x="35060" y="29471"/>
                    <a:pt x="35060" y="29354"/>
                    <a:pt x="35021" y="29188"/>
                  </a:cubicBezTo>
                  <a:lnTo>
                    <a:pt x="35021" y="28621"/>
                  </a:lnTo>
                  <a:cubicBezTo>
                    <a:pt x="34982" y="28455"/>
                    <a:pt x="34982" y="28337"/>
                    <a:pt x="34982" y="28171"/>
                  </a:cubicBezTo>
                  <a:lnTo>
                    <a:pt x="34982" y="27605"/>
                  </a:lnTo>
                  <a:cubicBezTo>
                    <a:pt x="34982" y="27438"/>
                    <a:pt x="34982" y="27321"/>
                    <a:pt x="34933" y="27155"/>
                  </a:cubicBezTo>
                  <a:lnTo>
                    <a:pt x="34933" y="26588"/>
                  </a:lnTo>
                  <a:lnTo>
                    <a:pt x="34933" y="26139"/>
                  </a:lnTo>
                  <a:lnTo>
                    <a:pt x="34933" y="25562"/>
                  </a:lnTo>
                  <a:lnTo>
                    <a:pt x="34933" y="25123"/>
                  </a:lnTo>
                  <a:lnTo>
                    <a:pt x="34933" y="24546"/>
                  </a:lnTo>
                  <a:lnTo>
                    <a:pt x="34933" y="24097"/>
                  </a:lnTo>
                  <a:lnTo>
                    <a:pt x="34933" y="23530"/>
                  </a:lnTo>
                  <a:cubicBezTo>
                    <a:pt x="34982" y="23413"/>
                    <a:pt x="34982" y="23247"/>
                    <a:pt x="34982" y="23081"/>
                  </a:cubicBezTo>
                  <a:lnTo>
                    <a:pt x="34982" y="22553"/>
                  </a:lnTo>
                  <a:cubicBezTo>
                    <a:pt x="34982" y="22387"/>
                    <a:pt x="35021" y="22230"/>
                    <a:pt x="35021" y="22064"/>
                  </a:cubicBezTo>
                  <a:lnTo>
                    <a:pt x="35021" y="21537"/>
                  </a:lnTo>
                  <a:cubicBezTo>
                    <a:pt x="35021" y="21371"/>
                    <a:pt x="35060" y="21214"/>
                    <a:pt x="35060" y="21048"/>
                  </a:cubicBezTo>
                  <a:cubicBezTo>
                    <a:pt x="35060" y="20882"/>
                    <a:pt x="35060" y="20677"/>
                    <a:pt x="35099" y="20520"/>
                  </a:cubicBezTo>
                  <a:lnTo>
                    <a:pt x="35099" y="20032"/>
                  </a:lnTo>
                  <a:cubicBezTo>
                    <a:pt x="35138" y="19866"/>
                    <a:pt x="35138" y="19661"/>
                    <a:pt x="35138" y="19504"/>
                  </a:cubicBezTo>
                  <a:cubicBezTo>
                    <a:pt x="35177" y="19338"/>
                    <a:pt x="35177" y="19172"/>
                    <a:pt x="35177" y="19016"/>
                  </a:cubicBezTo>
                  <a:cubicBezTo>
                    <a:pt x="35226" y="18850"/>
                    <a:pt x="35226" y="18683"/>
                    <a:pt x="35226" y="18478"/>
                  </a:cubicBezTo>
                  <a:cubicBezTo>
                    <a:pt x="35265" y="18322"/>
                    <a:pt x="35265" y="18156"/>
                    <a:pt x="35304" y="17990"/>
                  </a:cubicBezTo>
                  <a:cubicBezTo>
                    <a:pt x="35304" y="17833"/>
                    <a:pt x="35304" y="17667"/>
                    <a:pt x="35343" y="17501"/>
                  </a:cubicBezTo>
                  <a:cubicBezTo>
                    <a:pt x="35343" y="17345"/>
                    <a:pt x="35382" y="17140"/>
                    <a:pt x="35382" y="16973"/>
                  </a:cubicBezTo>
                  <a:cubicBezTo>
                    <a:pt x="35422" y="16817"/>
                    <a:pt x="35422" y="16651"/>
                    <a:pt x="35470" y="16485"/>
                  </a:cubicBezTo>
                  <a:cubicBezTo>
                    <a:pt x="35470" y="16329"/>
                    <a:pt x="35509" y="16162"/>
                    <a:pt x="35509" y="15996"/>
                  </a:cubicBezTo>
                  <a:cubicBezTo>
                    <a:pt x="35549" y="15791"/>
                    <a:pt x="35549" y="15635"/>
                    <a:pt x="35588" y="15469"/>
                  </a:cubicBezTo>
                  <a:cubicBezTo>
                    <a:pt x="35588" y="15303"/>
                    <a:pt x="35627" y="15146"/>
                    <a:pt x="35627" y="14980"/>
                  </a:cubicBezTo>
                  <a:cubicBezTo>
                    <a:pt x="35666" y="14814"/>
                    <a:pt x="35666" y="14658"/>
                    <a:pt x="35715" y="14492"/>
                  </a:cubicBezTo>
                  <a:cubicBezTo>
                    <a:pt x="35754" y="14286"/>
                    <a:pt x="35754" y="14130"/>
                    <a:pt x="35793" y="13964"/>
                  </a:cubicBezTo>
                  <a:cubicBezTo>
                    <a:pt x="35793" y="13798"/>
                    <a:pt x="35832" y="13642"/>
                    <a:pt x="35871" y="13475"/>
                  </a:cubicBezTo>
                  <a:cubicBezTo>
                    <a:pt x="35871" y="13309"/>
                    <a:pt x="35910" y="13153"/>
                    <a:pt x="35959" y="12948"/>
                  </a:cubicBezTo>
                  <a:cubicBezTo>
                    <a:pt x="35959" y="12782"/>
                    <a:pt x="35998" y="12664"/>
                    <a:pt x="36037" y="12498"/>
                  </a:cubicBezTo>
                  <a:cubicBezTo>
                    <a:pt x="36037" y="12293"/>
                    <a:pt x="36076" y="12127"/>
                    <a:pt x="36115" y="11971"/>
                  </a:cubicBezTo>
                  <a:cubicBezTo>
                    <a:pt x="36154" y="11805"/>
                    <a:pt x="36154" y="11638"/>
                    <a:pt x="36203" y="11482"/>
                  </a:cubicBezTo>
                  <a:cubicBezTo>
                    <a:pt x="36242" y="11316"/>
                    <a:pt x="36281" y="11150"/>
                    <a:pt x="36320" y="10954"/>
                  </a:cubicBezTo>
                  <a:cubicBezTo>
                    <a:pt x="36320" y="10788"/>
                    <a:pt x="36360" y="10661"/>
                    <a:pt x="36399" y="10505"/>
                  </a:cubicBezTo>
                  <a:cubicBezTo>
                    <a:pt x="36447" y="10339"/>
                    <a:pt x="36487" y="10134"/>
                    <a:pt x="36487" y="9977"/>
                  </a:cubicBezTo>
                  <a:cubicBezTo>
                    <a:pt x="36526" y="9811"/>
                    <a:pt x="36565" y="9645"/>
                    <a:pt x="36604" y="9528"/>
                  </a:cubicBezTo>
                  <a:cubicBezTo>
                    <a:pt x="36643" y="9323"/>
                    <a:pt x="36692" y="9157"/>
                    <a:pt x="36731" y="8951"/>
                  </a:cubicBezTo>
                  <a:cubicBezTo>
                    <a:pt x="36731" y="8834"/>
                    <a:pt x="36770" y="8668"/>
                    <a:pt x="36809" y="8512"/>
                  </a:cubicBezTo>
                  <a:cubicBezTo>
                    <a:pt x="36848" y="8345"/>
                    <a:pt x="36887" y="8179"/>
                    <a:pt x="36936" y="7974"/>
                  </a:cubicBezTo>
                  <a:cubicBezTo>
                    <a:pt x="36975" y="7896"/>
                    <a:pt x="36975" y="7779"/>
                    <a:pt x="37014" y="7652"/>
                  </a:cubicBezTo>
                  <a:lnTo>
                    <a:pt x="36692" y="7652"/>
                  </a:lnTo>
                  <a:lnTo>
                    <a:pt x="36692" y="6841"/>
                  </a:lnTo>
                  <a:lnTo>
                    <a:pt x="36770" y="2072"/>
                  </a:lnTo>
                  <a:cubicBezTo>
                    <a:pt x="36692" y="2072"/>
                    <a:pt x="36565" y="2072"/>
                    <a:pt x="36487" y="2033"/>
                  </a:cubicBezTo>
                  <a:cubicBezTo>
                    <a:pt x="36203" y="2033"/>
                    <a:pt x="35871" y="2033"/>
                    <a:pt x="35588" y="1994"/>
                  </a:cubicBezTo>
                  <a:lnTo>
                    <a:pt x="35177" y="1994"/>
                  </a:lnTo>
                  <a:cubicBezTo>
                    <a:pt x="34894" y="1955"/>
                    <a:pt x="34571" y="1955"/>
                    <a:pt x="34288" y="1916"/>
                  </a:cubicBezTo>
                  <a:lnTo>
                    <a:pt x="34083" y="1916"/>
                  </a:lnTo>
                  <a:cubicBezTo>
                    <a:pt x="33672" y="1916"/>
                    <a:pt x="33311" y="1867"/>
                    <a:pt x="32940" y="1867"/>
                  </a:cubicBezTo>
                  <a:cubicBezTo>
                    <a:pt x="32861" y="1828"/>
                    <a:pt x="32783" y="1828"/>
                    <a:pt x="32695" y="1828"/>
                  </a:cubicBezTo>
                  <a:cubicBezTo>
                    <a:pt x="32334" y="1828"/>
                    <a:pt x="31923" y="1789"/>
                    <a:pt x="31562" y="1789"/>
                  </a:cubicBezTo>
                  <a:cubicBezTo>
                    <a:pt x="31474" y="1750"/>
                    <a:pt x="31435" y="1750"/>
                    <a:pt x="31396" y="1750"/>
                  </a:cubicBezTo>
                  <a:cubicBezTo>
                    <a:pt x="31073" y="1750"/>
                    <a:pt x="30702" y="1711"/>
                    <a:pt x="30380" y="1711"/>
                  </a:cubicBezTo>
                  <a:cubicBezTo>
                    <a:pt x="30292" y="1711"/>
                    <a:pt x="30174" y="1711"/>
                    <a:pt x="30047" y="1672"/>
                  </a:cubicBezTo>
                  <a:cubicBezTo>
                    <a:pt x="29764" y="1672"/>
                    <a:pt x="29442" y="1672"/>
                    <a:pt x="29119" y="1623"/>
                  </a:cubicBezTo>
                  <a:cubicBezTo>
                    <a:pt x="28914" y="1623"/>
                    <a:pt x="28709" y="1584"/>
                    <a:pt x="28503" y="1584"/>
                  </a:cubicBezTo>
                  <a:lnTo>
                    <a:pt x="28220" y="1584"/>
                  </a:lnTo>
                  <a:cubicBezTo>
                    <a:pt x="25328" y="1427"/>
                    <a:pt x="22523" y="1222"/>
                    <a:pt x="19788" y="1056"/>
                  </a:cubicBezTo>
                  <a:cubicBezTo>
                    <a:pt x="18654" y="978"/>
                    <a:pt x="17511" y="890"/>
                    <a:pt x="16329" y="851"/>
                  </a:cubicBezTo>
                  <a:cubicBezTo>
                    <a:pt x="12058" y="568"/>
                    <a:pt x="8189" y="323"/>
                    <a:pt x="432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4" name="Google Shape;3894;p60"/>
            <p:cNvSpPr/>
            <p:nvPr/>
          </p:nvSpPr>
          <p:spPr>
            <a:xfrm>
              <a:off x="2227426" y="2883678"/>
              <a:ext cx="16662" cy="728"/>
            </a:xfrm>
            <a:custGeom>
              <a:avLst/>
              <a:gdLst/>
              <a:ahLst/>
              <a:cxnLst/>
              <a:rect l="l" t="t" r="r" b="b"/>
              <a:pathLst>
                <a:path w="1144" h="50" extrusionOk="0">
                  <a:moveTo>
                    <a:pt x="1144" y="49"/>
                  </a:moveTo>
                  <a:cubicBezTo>
                    <a:pt x="733" y="49"/>
                    <a:pt x="372" y="0"/>
                    <a:pt x="1" y="0"/>
                  </a:cubicBezTo>
                  <a:cubicBezTo>
                    <a:pt x="372" y="0"/>
                    <a:pt x="733" y="49"/>
                    <a:pt x="1144" y="4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5" name="Google Shape;3895;p60"/>
            <p:cNvSpPr/>
            <p:nvPr/>
          </p:nvSpPr>
          <p:spPr>
            <a:xfrm>
              <a:off x="2171788" y="2880110"/>
              <a:ext cx="13531" cy="728"/>
            </a:xfrm>
            <a:custGeom>
              <a:avLst/>
              <a:gdLst/>
              <a:ahLst/>
              <a:cxnLst/>
              <a:rect l="l" t="t" r="r" b="b"/>
              <a:pathLst>
                <a:path w="929" h="50" extrusionOk="0">
                  <a:moveTo>
                    <a:pt x="928" y="50"/>
                  </a:moveTo>
                  <a:cubicBezTo>
                    <a:pt x="645" y="50"/>
                    <a:pt x="323" y="50"/>
                    <a:pt x="0" y="1"/>
                  </a:cubicBezTo>
                  <a:cubicBezTo>
                    <a:pt x="323" y="50"/>
                    <a:pt x="645" y="50"/>
                    <a:pt x="928" y="5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6" name="Google Shape;3896;p60"/>
            <p:cNvSpPr/>
            <p:nvPr/>
          </p:nvSpPr>
          <p:spPr>
            <a:xfrm>
              <a:off x="1810576" y="2856485"/>
              <a:ext cx="174926" cy="12395"/>
            </a:xfrm>
            <a:custGeom>
              <a:avLst/>
              <a:gdLst/>
              <a:ahLst/>
              <a:cxnLst/>
              <a:rect l="l" t="t" r="r" b="b"/>
              <a:pathLst>
                <a:path w="12010" h="851" extrusionOk="0">
                  <a:moveTo>
                    <a:pt x="1" y="1"/>
                  </a:moveTo>
                  <a:cubicBezTo>
                    <a:pt x="3870" y="323"/>
                    <a:pt x="7739" y="568"/>
                    <a:pt x="12010" y="851"/>
                  </a:cubicBezTo>
                  <a:cubicBezTo>
                    <a:pt x="7739" y="568"/>
                    <a:pt x="3870" y="323"/>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7" name="Google Shape;3897;p60"/>
            <p:cNvSpPr/>
            <p:nvPr/>
          </p:nvSpPr>
          <p:spPr>
            <a:xfrm>
              <a:off x="2265994" y="2885528"/>
              <a:ext cx="13108" cy="583"/>
            </a:xfrm>
            <a:custGeom>
              <a:avLst/>
              <a:gdLst/>
              <a:ahLst/>
              <a:cxnLst/>
              <a:rect l="l" t="t" r="r" b="b"/>
              <a:pathLst>
                <a:path w="900" h="40" extrusionOk="0">
                  <a:moveTo>
                    <a:pt x="900" y="39"/>
                  </a:moveTo>
                  <a:cubicBezTo>
                    <a:pt x="616" y="39"/>
                    <a:pt x="284" y="39"/>
                    <a:pt x="1" y="0"/>
                  </a:cubicBezTo>
                  <a:cubicBezTo>
                    <a:pt x="284" y="39"/>
                    <a:pt x="616" y="39"/>
                    <a:pt x="900" y="3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8" name="Google Shape;3898;p60"/>
            <p:cNvSpPr/>
            <p:nvPr/>
          </p:nvSpPr>
          <p:spPr>
            <a:xfrm>
              <a:off x="2247074" y="2884392"/>
              <a:ext cx="12963" cy="1151"/>
            </a:xfrm>
            <a:custGeom>
              <a:avLst/>
              <a:gdLst/>
              <a:ahLst/>
              <a:cxnLst/>
              <a:rect l="l" t="t" r="r" b="b"/>
              <a:pathLst>
                <a:path w="890" h="79" extrusionOk="0">
                  <a:moveTo>
                    <a:pt x="889" y="78"/>
                  </a:moveTo>
                  <a:cubicBezTo>
                    <a:pt x="606" y="39"/>
                    <a:pt x="283" y="39"/>
                    <a:pt x="0" y="0"/>
                  </a:cubicBezTo>
                  <a:cubicBezTo>
                    <a:pt x="283" y="39"/>
                    <a:pt x="606" y="39"/>
                    <a:pt x="889" y="7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899" name="Google Shape;3899;p60"/>
            <p:cNvSpPr/>
            <p:nvPr/>
          </p:nvSpPr>
          <p:spPr>
            <a:xfrm>
              <a:off x="1985487" y="2868866"/>
              <a:ext cx="50395" cy="3015"/>
            </a:xfrm>
            <a:custGeom>
              <a:avLst/>
              <a:gdLst/>
              <a:ahLst/>
              <a:cxnLst/>
              <a:rect l="l" t="t" r="r" b="b"/>
              <a:pathLst>
                <a:path w="3460" h="207" extrusionOk="0">
                  <a:moveTo>
                    <a:pt x="1" y="1"/>
                  </a:moveTo>
                  <a:lnTo>
                    <a:pt x="1" y="1"/>
                  </a:lnTo>
                  <a:cubicBezTo>
                    <a:pt x="1105" y="40"/>
                    <a:pt x="2287" y="128"/>
                    <a:pt x="3460" y="206"/>
                  </a:cubicBezTo>
                  <a:cubicBezTo>
                    <a:pt x="2326" y="128"/>
                    <a:pt x="1183" y="40"/>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0" name="Google Shape;3900;p60"/>
            <p:cNvSpPr/>
            <p:nvPr/>
          </p:nvSpPr>
          <p:spPr>
            <a:xfrm>
              <a:off x="2207355" y="2882542"/>
              <a:ext cx="16531" cy="583"/>
            </a:xfrm>
            <a:custGeom>
              <a:avLst/>
              <a:gdLst/>
              <a:ahLst/>
              <a:cxnLst/>
              <a:rect l="l" t="t" r="r" b="b"/>
              <a:pathLst>
                <a:path w="1135" h="40" extrusionOk="0">
                  <a:moveTo>
                    <a:pt x="1134" y="39"/>
                  </a:moveTo>
                  <a:cubicBezTo>
                    <a:pt x="773" y="39"/>
                    <a:pt x="362" y="0"/>
                    <a:pt x="1" y="0"/>
                  </a:cubicBezTo>
                  <a:cubicBezTo>
                    <a:pt x="362" y="0"/>
                    <a:pt x="773" y="39"/>
                    <a:pt x="1134" y="3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1" name="Google Shape;3901;p60"/>
            <p:cNvSpPr/>
            <p:nvPr/>
          </p:nvSpPr>
          <p:spPr>
            <a:xfrm>
              <a:off x="2190140" y="2881391"/>
              <a:ext cx="14813" cy="583"/>
            </a:xfrm>
            <a:custGeom>
              <a:avLst/>
              <a:gdLst/>
              <a:ahLst/>
              <a:cxnLst/>
              <a:rect l="l" t="t" r="r" b="b"/>
              <a:pathLst>
                <a:path w="1017" h="40" extrusionOk="0">
                  <a:moveTo>
                    <a:pt x="1017" y="40"/>
                  </a:moveTo>
                  <a:cubicBezTo>
                    <a:pt x="694" y="40"/>
                    <a:pt x="323" y="1"/>
                    <a:pt x="1" y="1"/>
                  </a:cubicBezTo>
                  <a:cubicBezTo>
                    <a:pt x="323" y="1"/>
                    <a:pt x="694" y="40"/>
                    <a:pt x="1017" y="4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2" name="Google Shape;3902;p60"/>
            <p:cNvSpPr/>
            <p:nvPr/>
          </p:nvSpPr>
          <p:spPr>
            <a:xfrm>
              <a:off x="2158694" y="2879542"/>
              <a:ext cx="4136" cy="15"/>
            </a:xfrm>
            <a:custGeom>
              <a:avLst/>
              <a:gdLst/>
              <a:ahLst/>
              <a:cxnLst/>
              <a:rect l="l" t="t" r="r" b="b"/>
              <a:pathLst>
                <a:path w="284" h="1" extrusionOk="0">
                  <a:moveTo>
                    <a:pt x="283" y="1"/>
                  </a:move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3" name="Google Shape;3903;p60"/>
            <p:cNvSpPr/>
            <p:nvPr/>
          </p:nvSpPr>
          <p:spPr>
            <a:xfrm>
              <a:off x="1788087" y="2993964"/>
              <a:ext cx="5287" cy="45137"/>
            </a:xfrm>
            <a:custGeom>
              <a:avLst/>
              <a:gdLst/>
              <a:ahLst/>
              <a:cxnLst/>
              <a:rect l="l" t="t" r="r" b="b"/>
              <a:pathLst>
                <a:path w="363" h="3099" extrusionOk="0">
                  <a:moveTo>
                    <a:pt x="1" y="3098"/>
                  </a:moveTo>
                  <a:cubicBezTo>
                    <a:pt x="118" y="2082"/>
                    <a:pt x="245" y="1027"/>
                    <a:pt x="362" y="1"/>
                  </a:cubicBezTo>
                  <a:cubicBezTo>
                    <a:pt x="245" y="1027"/>
                    <a:pt x="118" y="2082"/>
                    <a:pt x="1" y="309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4" name="Google Shape;3904;p60"/>
            <p:cNvSpPr/>
            <p:nvPr/>
          </p:nvSpPr>
          <p:spPr>
            <a:xfrm>
              <a:off x="1747669" y="3375378"/>
              <a:ext cx="3583" cy="36165"/>
            </a:xfrm>
            <a:custGeom>
              <a:avLst/>
              <a:gdLst/>
              <a:ahLst/>
              <a:cxnLst/>
              <a:rect l="l" t="t" r="r" b="b"/>
              <a:pathLst>
                <a:path w="246" h="2483" extrusionOk="0">
                  <a:moveTo>
                    <a:pt x="1" y="2483"/>
                  </a:moveTo>
                  <a:lnTo>
                    <a:pt x="1" y="2483"/>
                  </a:lnTo>
                  <a:cubicBezTo>
                    <a:pt x="89" y="1662"/>
                    <a:pt x="167" y="812"/>
                    <a:pt x="245" y="1"/>
                  </a:cubicBezTo>
                  <a:cubicBezTo>
                    <a:pt x="167" y="812"/>
                    <a:pt x="89" y="1662"/>
                    <a:pt x="1" y="248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5" name="Google Shape;3905;p60"/>
            <p:cNvSpPr/>
            <p:nvPr/>
          </p:nvSpPr>
          <p:spPr>
            <a:xfrm>
              <a:off x="1778562" y="3064561"/>
              <a:ext cx="6554" cy="55799"/>
            </a:xfrm>
            <a:custGeom>
              <a:avLst/>
              <a:gdLst/>
              <a:ahLst/>
              <a:cxnLst/>
              <a:rect l="l" t="t" r="r" b="b"/>
              <a:pathLst>
                <a:path w="450" h="3831" extrusionOk="0">
                  <a:moveTo>
                    <a:pt x="0" y="3831"/>
                  </a:moveTo>
                  <a:cubicBezTo>
                    <a:pt x="166" y="2531"/>
                    <a:pt x="284" y="1261"/>
                    <a:pt x="450" y="0"/>
                  </a:cubicBezTo>
                  <a:cubicBezTo>
                    <a:pt x="284" y="1261"/>
                    <a:pt x="166" y="2531"/>
                    <a:pt x="0" y="383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6" name="Google Shape;3906;p60"/>
            <p:cNvSpPr/>
            <p:nvPr/>
          </p:nvSpPr>
          <p:spPr>
            <a:xfrm>
              <a:off x="1769022" y="3134575"/>
              <a:ext cx="8404" cy="70043"/>
            </a:xfrm>
            <a:custGeom>
              <a:avLst/>
              <a:gdLst/>
              <a:ahLst/>
              <a:cxnLst/>
              <a:rect l="l" t="t" r="r" b="b"/>
              <a:pathLst>
                <a:path w="577" h="4809" extrusionOk="0">
                  <a:moveTo>
                    <a:pt x="0" y="4808"/>
                  </a:moveTo>
                  <a:cubicBezTo>
                    <a:pt x="206" y="3176"/>
                    <a:pt x="372" y="1584"/>
                    <a:pt x="577" y="1"/>
                  </a:cubicBezTo>
                  <a:cubicBezTo>
                    <a:pt x="372" y="1584"/>
                    <a:pt x="206" y="3176"/>
                    <a:pt x="0" y="480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7" name="Google Shape;3907;p60"/>
            <p:cNvSpPr/>
            <p:nvPr/>
          </p:nvSpPr>
          <p:spPr>
            <a:xfrm>
              <a:off x="1754792" y="3298242"/>
              <a:ext cx="4850" cy="45705"/>
            </a:xfrm>
            <a:custGeom>
              <a:avLst/>
              <a:gdLst/>
              <a:ahLst/>
              <a:cxnLst/>
              <a:rect l="l" t="t" r="r" b="b"/>
              <a:pathLst>
                <a:path w="333" h="3138" extrusionOk="0">
                  <a:moveTo>
                    <a:pt x="0" y="3137"/>
                  </a:moveTo>
                  <a:cubicBezTo>
                    <a:pt x="88" y="2072"/>
                    <a:pt x="206" y="1056"/>
                    <a:pt x="333" y="1"/>
                  </a:cubicBezTo>
                  <a:cubicBezTo>
                    <a:pt x="206" y="1056"/>
                    <a:pt x="88" y="2072"/>
                    <a:pt x="0" y="313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8" name="Google Shape;3908;p60"/>
            <p:cNvSpPr/>
            <p:nvPr/>
          </p:nvSpPr>
          <p:spPr>
            <a:xfrm>
              <a:off x="1761899" y="3221674"/>
              <a:ext cx="5433" cy="52245"/>
            </a:xfrm>
            <a:custGeom>
              <a:avLst/>
              <a:gdLst/>
              <a:ahLst/>
              <a:cxnLst/>
              <a:rect l="l" t="t" r="r" b="b"/>
              <a:pathLst>
                <a:path w="373" h="3587" extrusionOk="0">
                  <a:moveTo>
                    <a:pt x="1" y="3587"/>
                  </a:moveTo>
                  <a:cubicBezTo>
                    <a:pt x="128" y="2405"/>
                    <a:pt x="245" y="1222"/>
                    <a:pt x="372" y="1"/>
                  </a:cubicBezTo>
                  <a:cubicBezTo>
                    <a:pt x="245" y="1222"/>
                    <a:pt x="128" y="2405"/>
                    <a:pt x="1" y="358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09" name="Google Shape;3909;p60"/>
            <p:cNvSpPr/>
            <p:nvPr/>
          </p:nvSpPr>
          <p:spPr>
            <a:xfrm>
              <a:off x="1804036" y="2856485"/>
              <a:ext cx="6554" cy="51546"/>
            </a:xfrm>
            <a:custGeom>
              <a:avLst/>
              <a:gdLst/>
              <a:ahLst/>
              <a:cxnLst/>
              <a:rect l="l" t="t" r="r" b="b"/>
              <a:pathLst>
                <a:path w="450" h="3539" extrusionOk="0">
                  <a:moveTo>
                    <a:pt x="450" y="1"/>
                  </a:moveTo>
                  <a:cubicBezTo>
                    <a:pt x="332" y="1183"/>
                    <a:pt x="166" y="2356"/>
                    <a:pt x="0" y="3538"/>
                  </a:cubicBezTo>
                  <a:cubicBezTo>
                    <a:pt x="166" y="2356"/>
                    <a:pt x="332" y="1183"/>
                    <a:pt x="4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0" name="Google Shape;3910;p60"/>
            <p:cNvSpPr/>
            <p:nvPr/>
          </p:nvSpPr>
          <p:spPr>
            <a:xfrm>
              <a:off x="1796346" y="2924096"/>
              <a:ext cx="5986" cy="48545"/>
            </a:xfrm>
            <a:custGeom>
              <a:avLst/>
              <a:gdLst/>
              <a:ahLst/>
              <a:cxnLst/>
              <a:rect l="l" t="t" r="r" b="b"/>
              <a:pathLst>
                <a:path w="411" h="3333" extrusionOk="0">
                  <a:moveTo>
                    <a:pt x="1" y="3332"/>
                  </a:moveTo>
                  <a:cubicBezTo>
                    <a:pt x="128" y="2199"/>
                    <a:pt x="245" y="1095"/>
                    <a:pt x="411" y="0"/>
                  </a:cubicBezTo>
                  <a:cubicBezTo>
                    <a:pt x="245" y="1095"/>
                    <a:pt x="128" y="2199"/>
                    <a:pt x="1" y="333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1" name="Google Shape;3911;p60"/>
            <p:cNvSpPr/>
            <p:nvPr/>
          </p:nvSpPr>
          <p:spPr>
            <a:xfrm>
              <a:off x="1810576" y="2856485"/>
              <a:ext cx="15" cy="15"/>
            </a:xfrm>
            <a:custGeom>
              <a:avLst/>
              <a:gdLst/>
              <a:ahLst/>
              <a:cxnLst/>
              <a:rect l="l" t="t" r="r" b="b"/>
              <a:pathLst>
                <a:path w="1" h="1" extrusionOk="0">
                  <a:moveTo>
                    <a:pt x="1" y="1"/>
                  </a:moveTo>
                  <a:lnTo>
                    <a:pt x="1" y="1"/>
                  </a:ln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2" name="Google Shape;3912;p60"/>
            <p:cNvSpPr/>
            <p:nvPr/>
          </p:nvSpPr>
          <p:spPr>
            <a:xfrm>
              <a:off x="2282074" y="2886664"/>
              <a:ext cx="1151" cy="69460"/>
            </a:xfrm>
            <a:custGeom>
              <a:avLst/>
              <a:gdLst/>
              <a:ahLst/>
              <a:cxnLst/>
              <a:rect l="l" t="t" r="r" b="b"/>
              <a:pathLst>
                <a:path w="79" h="4769" extrusionOk="0">
                  <a:moveTo>
                    <a:pt x="79" y="0"/>
                  </a:moveTo>
                  <a:lnTo>
                    <a:pt x="79" y="0"/>
                  </a:lnTo>
                  <a:lnTo>
                    <a:pt x="1" y="476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3" name="Google Shape;3913;p60"/>
            <p:cNvSpPr/>
            <p:nvPr/>
          </p:nvSpPr>
          <p:spPr>
            <a:xfrm>
              <a:off x="2285642" y="2967922"/>
              <a:ext cx="1151" cy="15"/>
            </a:xfrm>
            <a:custGeom>
              <a:avLst/>
              <a:gdLst/>
              <a:ahLst/>
              <a:cxnLst/>
              <a:rect l="l" t="t" r="r" b="b"/>
              <a:pathLst>
                <a:path w="79" h="1" extrusionOk="0">
                  <a:moveTo>
                    <a:pt x="78" y="1"/>
                  </a:moveTo>
                  <a:lnTo>
                    <a:pt x="0" y="1"/>
                  </a:lnTo>
                  <a:lnTo>
                    <a:pt x="78"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4" name="Google Shape;3914;p60"/>
            <p:cNvSpPr/>
            <p:nvPr/>
          </p:nvSpPr>
          <p:spPr>
            <a:xfrm>
              <a:off x="2282074" y="2967922"/>
              <a:ext cx="2869" cy="15"/>
            </a:xfrm>
            <a:custGeom>
              <a:avLst/>
              <a:gdLst/>
              <a:ahLst/>
              <a:cxnLst/>
              <a:rect l="l" t="t" r="r" b="b"/>
              <a:pathLst>
                <a:path w="197" h="1" extrusionOk="0">
                  <a:moveTo>
                    <a:pt x="196" y="1"/>
                  </a:move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5" name="Google Shape;3915;p60"/>
            <p:cNvSpPr/>
            <p:nvPr/>
          </p:nvSpPr>
          <p:spPr>
            <a:xfrm>
              <a:off x="1975379" y="2968490"/>
              <a:ext cx="1088748" cy="1065561"/>
            </a:xfrm>
            <a:custGeom>
              <a:avLst/>
              <a:gdLst/>
              <a:ahLst/>
              <a:cxnLst/>
              <a:rect l="l" t="t" r="r" b="b"/>
              <a:pathLst>
                <a:path w="74751" h="73159" extrusionOk="0">
                  <a:moveTo>
                    <a:pt x="21908" y="1"/>
                  </a:moveTo>
                  <a:cubicBezTo>
                    <a:pt x="21869" y="167"/>
                    <a:pt x="21830" y="284"/>
                    <a:pt x="21791" y="411"/>
                  </a:cubicBezTo>
                  <a:cubicBezTo>
                    <a:pt x="21742" y="577"/>
                    <a:pt x="21703" y="734"/>
                    <a:pt x="21664" y="900"/>
                  </a:cubicBezTo>
                  <a:cubicBezTo>
                    <a:pt x="21664" y="1066"/>
                    <a:pt x="21625" y="1222"/>
                    <a:pt x="21585" y="1388"/>
                  </a:cubicBezTo>
                  <a:cubicBezTo>
                    <a:pt x="21546" y="1554"/>
                    <a:pt x="21497" y="1711"/>
                    <a:pt x="21458" y="1877"/>
                  </a:cubicBezTo>
                  <a:cubicBezTo>
                    <a:pt x="21419" y="2082"/>
                    <a:pt x="21380" y="2238"/>
                    <a:pt x="21380" y="2405"/>
                  </a:cubicBezTo>
                  <a:cubicBezTo>
                    <a:pt x="21341" y="2571"/>
                    <a:pt x="21302" y="2727"/>
                    <a:pt x="21253" y="2893"/>
                  </a:cubicBezTo>
                  <a:cubicBezTo>
                    <a:pt x="21214" y="3059"/>
                    <a:pt x="21175" y="3216"/>
                    <a:pt x="21175" y="3382"/>
                  </a:cubicBezTo>
                  <a:cubicBezTo>
                    <a:pt x="21136" y="3548"/>
                    <a:pt x="21097" y="3704"/>
                    <a:pt x="21058" y="3870"/>
                  </a:cubicBezTo>
                  <a:cubicBezTo>
                    <a:pt x="21058" y="4036"/>
                    <a:pt x="21009" y="4242"/>
                    <a:pt x="20970" y="4398"/>
                  </a:cubicBezTo>
                  <a:cubicBezTo>
                    <a:pt x="20931" y="4564"/>
                    <a:pt x="20931" y="4730"/>
                    <a:pt x="20892" y="4886"/>
                  </a:cubicBezTo>
                  <a:cubicBezTo>
                    <a:pt x="20853" y="5053"/>
                    <a:pt x="20853" y="5219"/>
                    <a:pt x="20813" y="5375"/>
                  </a:cubicBezTo>
                  <a:cubicBezTo>
                    <a:pt x="20765" y="5541"/>
                    <a:pt x="20765" y="5707"/>
                    <a:pt x="20726" y="5864"/>
                  </a:cubicBezTo>
                  <a:cubicBezTo>
                    <a:pt x="20686" y="6069"/>
                    <a:pt x="20686" y="6235"/>
                    <a:pt x="20647" y="6391"/>
                  </a:cubicBezTo>
                  <a:cubicBezTo>
                    <a:pt x="20608" y="6557"/>
                    <a:pt x="20608" y="6723"/>
                    <a:pt x="20569" y="6880"/>
                  </a:cubicBezTo>
                  <a:cubicBezTo>
                    <a:pt x="20569" y="7046"/>
                    <a:pt x="20520" y="7251"/>
                    <a:pt x="20481" y="7417"/>
                  </a:cubicBezTo>
                  <a:cubicBezTo>
                    <a:pt x="20481" y="7574"/>
                    <a:pt x="20442" y="7740"/>
                    <a:pt x="20442" y="7906"/>
                  </a:cubicBezTo>
                  <a:cubicBezTo>
                    <a:pt x="20403" y="8062"/>
                    <a:pt x="20403" y="8228"/>
                    <a:pt x="20364" y="8433"/>
                  </a:cubicBezTo>
                  <a:cubicBezTo>
                    <a:pt x="20364" y="8590"/>
                    <a:pt x="20325" y="8756"/>
                    <a:pt x="20325" y="8922"/>
                  </a:cubicBezTo>
                  <a:cubicBezTo>
                    <a:pt x="20276" y="9078"/>
                    <a:pt x="20276" y="9244"/>
                    <a:pt x="20237" y="9411"/>
                  </a:cubicBezTo>
                  <a:cubicBezTo>
                    <a:pt x="20237" y="9567"/>
                    <a:pt x="20237" y="9733"/>
                    <a:pt x="20198" y="9899"/>
                  </a:cubicBezTo>
                  <a:cubicBezTo>
                    <a:pt x="20198" y="10104"/>
                    <a:pt x="20159" y="10261"/>
                    <a:pt x="20159" y="10427"/>
                  </a:cubicBezTo>
                  <a:cubicBezTo>
                    <a:pt x="20120" y="10593"/>
                    <a:pt x="20120" y="10749"/>
                    <a:pt x="20120" y="10915"/>
                  </a:cubicBezTo>
                  <a:cubicBezTo>
                    <a:pt x="20081" y="11120"/>
                    <a:pt x="20081" y="11277"/>
                    <a:pt x="20081" y="11443"/>
                  </a:cubicBezTo>
                  <a:cubicBezTo>
                    <a:pt x="20032" y="11609"/>
                    <a:pt x="20032" y="11765"/>
                    <a:pt x="20032" y="11931"/>
                  </a:cubicBezTo>
                  <a:cubicBezTo>
                    <a:pt x="19993" y="12098"/>
                    <a:pt x="19993" y="12303"/>
                    <a:pt x="19993" y="12459"/>
                  </a:cubicBezTo>
                  <a:cubicBezTo>
                    <a:pt x="19993" y="12625"/>
                    <a:pt x="19954" y="12791"/>
                    <a:pt x="19954" y="12948"/>
                  </a:cubicBezTo>
                  <a:cubicBezTo>
                    <a:pt x="19954" y="13114"/>
                    <a:pt x="19915" y="13319"/>
                    <a:pt x="19915" y="13475"/>
                  </a:cubicBezTo>
                  <a:lnTo>
                    <a:pt x="19915" y="13964"/>
                  </a:lnTo>
                  <a:cubicBezTo>
                    <a:pt x="19875" y="14130"/>
                    <a:pt x="19875" y="14335"/>
                    <a:pt x="19875" y="14501"/>
                  </a:cubicBezTo>
                  <a:lnTo>
                    <a:pt x="19875" y="14990"/>
                  </a:lnTo>
                  <a:cubicBezTo>
                    <a:pt x="19836" y="15146"/>
                    <a:pt x="19836" y="15351"/>
                    <a:pt x="19836" y="15518"/>
                  </a:cubicBezTo>
                  <a:lnTo>
                    <a:pt x="19836" y="16006"/>
                  </a:lnTo>
                  <a:lnTo>
                    <a:pt x="19836" y="16534"/>
                  </a:lnTo>
                  <a:cubicBezTo>
                    <a:pt x="19836" y="16700"/>
                    <a:pt x="19788" y="16856"/>
                    <a:pt x="19788" y="17022"/>
                  </a:cubicBezTo>
                  <a:lnTo>
                    <a:pt x="19788" y="17550"/>
                  </a:lnTo>
                  <a:lnTo>
                    <a:pt x="19788" y="18039"/>
                  </a:lnTo>
                  <a:cubicBezTo>
                    <a:pt x="19788" y="18205"/>
                    <a:pt x="19788" y="18410"/>
                    <a:pt x="19836" y="18566"/>
                  </a:cubicBezTo>
                  <a:lnTo>
                    <a:pt x="19836" y="19055"/>
                  </a:lnTo>
                  <a:lnTo>
                    <a:pt x="19836" y="19582"/>
                  </a:lnTo>
                  <a:lnTo>
                    <a:pt x="19836" y="20032"/>
                  </a:lnTo>
                  <a:cubicBezTo>
                    <a:pt x="19836" y="20237"/>
                    <a:pt x="19875" y="20442"/>
                    <a:pt x="19875" y="20608"/>
                  </a:cubicBezTo>
                  <a:lnTo>
                    <a:pt x="19875" y="21048"/>
                  </a:lnTo>
                  <a:cubicBezTo>
                    <a:pt x="19875" y="21253"/>
                    <a:pt x="19915" y="21458"/>
                    <a:pt x="19915" y="21664"/>
                  </a:cubicBezTo>
                  <a:cubicBezTo>
                    <a:pt x="19915" y="21781"/>
                    <a:pt x="19915" y="21947"/>
                    <a:pt x="19954" y="22074"/>
                  </a:cubicBezTo>
                  <a:lnTo>
                    <a:pt x="19954" y="22680"/>
                  </a:lnTo>
                  <a:cubicBezTo>
                    <a:pt x="19993" y="22807"/>
                    <a:pt x="19993" y="22963"/>
                    <a:pt x="19993" y="23090"/>
                  </a:cubicBezTo>
                  <a:cubicBezTo>
                    <a:pt x="20032" y="23295"/>
                    <a:pt x="20032" y="23491"/>
                    <a:pt x="20032" y="23696"/>
                  </a:cubicBezTo>
                  <a:cubicBezTo>
                    <a:pt x="20081" y="23823"/>
                    <a:pt x="20081" y="23940"/>
                    <a:pt x="20081" y="24106"/>
                  </a:cubicBezTo>
                  <a:cubicBezTo>
                    <a:pt x="20120" y="24312"/>
                    <a:pt x="20120" y="24517"/>
                    <a:pt x="20159" y="24712"/>
                  </a:cubicBezTo>
                  <a:lnTo>
                    <a:pt x="20159" y="25123"/>
                  </a:lnTo>
                  <a:cubicBezTo>
                    <a:pt x="20198" y="25328"/>
                    <a:pt x="20198" y="25533"/>
                    <a:pt x="20237" y="25738"/>
                  </a:cubicBezTo>
                  <a:cubicBezTo>
                    <a:pt x="20237" y="25855"/>
                    <a:pt x="20276" y="25983"/>
                    <a:pt x="20276" y="26100"/>
                  </a:cubicBezTo>
                  <a:cubicBezTo>
                    <a:pt x="20325" y="26305"/>
                    <a:pt x="20325" y="26549"/>
                    <a:pt x="20364" y="26754"/>
                  </a:cubicBezTo>
                  <a:cubicBezTo>
                    <a:pt x="20364" y="26872"/>
                    <a:pt x="20403" y="26999"/>
                    <a:pt x="20403" y="27116"/>
                  </a:cubicBezTo>
                  <a:cubicBezTo>
                    <a:pt x="20442" y="27321"/>
                    <a:pt x="20442" y="27526"/>
                    <a:pt x="20481" y="27771"/>
                  </a:cubicBezTo>
                  <a:cubicBezTo>
                    <a:pt x="20520" y="27888"/>
                    <a:pt x="20520" y="28015"/>
                    <a:pt x="20520" y="28132"/>
                  </a:cubicBezTo>
                  <a:cubicBezTo>
                    <a:pt x="20569" y="28337"/>
                    <a:pt x="20608" y="28543"/>
                    <a:pt x="20647" y="28748"/>
                  </a:cubicBezTo>
                  <a:cubicBezTo>
                    <a:pt x="20647" y="28865"/>
                    <a:pt x="20686" y="28992"/>
                    <a:pt x="20686" y="29109"/>
                  </a:cubicBezTo>
                  <a:cubicBezTo>
                    <a:pt x="20726" y="29354"/>
                    <a:pt x="20765" y="29559"/>
                    <a:pt x="20813" y="29803"/>
                  </a:cubicBezTo>
                  <a:cubicBezTo>
                    <a:pt x="20813" y="29930"/>
                    <a:pt x="20813" y="30008"/>
                    <a:pt x="20853" y="30135"/>
                  </a:cubicBezTo>
                  <a:cubicBezTo>
                    <a:pt x="20892" y="30380"/>
                    <a:pt x="20931" y="30624"/>
                    <a:pt x="20970" y="30868"/>
                  </a:cubicBezTo>
                  <a:cubicBezTo>
                    <a:pt x="20970" y="30946"/>
                    <a:pt x="21009" y="31024"/>
                    <a:pt x="21009" y="31112"/>
                  </a:cubicBezTo>
                  <a:cubicBezTo>
                    <a:pt x="21097" y="31435"/>
                    <a:pt x="21136" y="31796"/>
                    <a:pt x="21214" y="32129"/>
                  </a:cubicBezTo>
                  <a:lnTo>
                    <a:pt x="21253" y="32373"/>
                  </a:lnTo>
                  <a:lnTo>
                    <a:pt x="20970" y="32412"/>
                  </a:lnTo>
                  <a:cubicBezTo>
                    <a:pt x="20481" y="32451"/>
                    <a:pt x="19993" y="32490"/>
                    <a:pt x="19504" y="32529"/>
                  </a:cubicBezTo>
                  <a:cubicBezTo>
                    <a:pt x="19348" y="32529"/>
                    <a:pt x="19221" y="32529"/>
                    <a:pt x="19055" y="32578"/>
                  </a:cubicBezTo>
                  <a:cubicBezTo>
                    <a:pt x="18732" y="32578"/>
                    <a:pt x="18371" y="32617"/>
                    <a:pt x="18038" y="32617"/>
                  </a:cubicBezTo>
                  <a:lnTo>
                    <a:pt x="17511" y="32617"/>
                  </a:lnTo>
                  <a:cubicBezTo>
                    <a:pt x="17188" y="32656"/>
                    <a:pt x="16856" y="32656"/>
                    <a:pt x="16534" y="32656"/>
                  </a:cubicBezTo>
                  <a:cubicBezTo>
                    <a:pt x="16328" y="32656"/>
                    <a:pt x="16172" y="32656"/>
                    <a:pt x="16006" y="32695"/>
                  </a:cubicBezTo>
                  <a:lnTo>
                    <a:pt x="13280" y="32695"/>
                  </a:lnTo>
                  <a:cubicBezTo>
                    <a:pt x="13192" y="32695"/>
                    <a:pt x="13075" y="32656"/>
                    <a:pt x="12948" y="32656"/>
                  </a:cubicBezTo>
                  <a:lnTo>
                    <a:pt x="11775" y="32656"/>
                  </a:lnTo>
                  <a:cubicBezTo>
                    <a:pt x="11365" y="32617"/>
                    <a:pt x="10954" y="32617"/>
                    <a:pt x="10593" y="32578"/>
                  </a:cubicBezTo>
                  <a:lnTo>
                    <a:pt x="10261" y="32578"/>
                  </a:lnTo>
                  <a:cubicBezTo>
                    <a:pt x="9977" y="32529"/>
                    <a:pt x="9655" y="32529"/>
                    <a:pt x="9371" y="32490"/>
                  </a:cubicBezTo>
                  <a:lnTo>
                    <a:pt x="9039" y="32490"/>
                  </a:lnTo>
                  <a:cubicBezTo>
                    <a:pt x="8228" y="32412"/>
                    <a:pt x="7456" y="32334"/>
                    <a:pt x="6684" y="32246"/>
                  </a:cubicBezTo>
                  <a:cubicBezTo>
                    <a:pt x="6557" y="32246"/>
                    <a:pt x="6440" y="32246"/>
                    <a:pt x="6352" y="32207"/>
                  </a:cubicBezTo>
                  <a:cubicBezTo>
                    <a:pt x="6030" y="32207"/>
                    <a:pt x="5746" y="32168"/>
                    <a:pt x="5424" y="32129"/>
                  </a:cubicBezTo>
                  <a:cubicBezTo>
                    <a:pt x="5336" y="32090"/>
                    <a:pt x="5219" y="32090"/>
                    <a:pt x="5131" y="32090"/>
                  </a:cubicBezTo>
                  <a:cubicBezTo>
                    <a:pt x="4730" y="32041"/>
                    <a:pt x="4359" y="31963"/>
                    <a:pt x="3958" y="31923"/>
                  </a:cubicBezTo>
                  <a:cubicBezTo>
                    <a:pt x="3909" y="31923"/>
                    <a:pt x="3870" y="31923"/>
                    <a:pt x="3792" y="31884"/>
                  </a:cubicBezTo>
                  <a:cubicBezTo>
                    <a:pt x="3470" y="31845"/>
                    <a:pt x="3098" y="31796"/>
                    <a:pt x="2776" y="31718"/>
                  </a:cubicBezTo>
                  <a:cubicBezTo>
                    <a:pt x="2649" y="31718"/>
                    <a:pt x="2532" y="31679"/>
                    <a:pt x="2444" y="31679"/>
                  </a:cubicBezTo>
                  <a:cubicBezTo>
                    <a:pt x="2121" y="31640"/>
                    <a:pt x="1838" y="31552"/>
                    <a:pt x="1515" y="31513"/>
                  </a:cubicBezTo>
                  <a:cubicBezTo>
                    <a:pt x="1427" y="31513"/>
                    <a:pt x="1349" y="31474"/>
                    <a:pt x="1222" y="31474"/>
                  </a:cubicBezTo>
                  <a:cubicBezTo>
                    <a:pt x="861" y="31396"/>
                    <a:pt x="450" y="31308"/>
                    <a:pt x="89" y="31230"/>
                  </a:cubicBezTo>
                  <a:lnTo>
                    <a:pt x="1" y="31230"/>
                  </a:lnTo>
                  <a:cubicBezTo>
                    <a:pt x="89" y="31308"/>
                    <a:pt x="167" y="31396"/>
                    <a:pt x="206" y="31435"/>
                  </a:cubicBezTo>
                  <a:cubicBezTo>
                    <a:pt x="577" y="31845"/>
                    <a:pt x="939" y="32207"/>
                    <a:pt x="1349" y="32617"/>
                  </a:cubicBezTo>
                  <a:cubicBezTo>
                    <a:pt x="1877" y="33145"/>
                    <a:pt x="2444" y="33633"/>
                    <a:pt x="3020" y="34083"/>
                  </a:cubicBezTo>
                  <a:cubicBezTo>
                    <a:pt x="4202" y="35060"/>
                    <a:pt x="5258" y="35998"/>
                    <a:pt x="6196" y="37259"/>
                  </a:cubicBezTo>
                  <a:cubicBezTo>
                    <a:pt x="6968" y="38314"/>
                    <a:pt x="7700" y="39496"/>
                    <a:pt x="7906" y="40678"/>
                  </a:cubicBezTo>
                  <a:cubicBezTo>
                    <a:pt x="7984" y="41245"/>
                    <a:pt x="7740" y="41900"/>
                    <a:pt x="7534" y="42427"/>
                  </a:cubicBezTo>
                  <a:cubicBezTo>
                    <a:pt x="7417" y="42789"/>
                    <a:pt x="7251" y="43199"/>
                    <a:pt x="7290" y="43405"/>
                  </a:cubicBezTo>
                  <a:cubicBezTo>
                    <a:pt x="7495" y="44587"/>
                    <a:pt x="8756" y="45681"/>
                    <a:pt x="10016" y="46785"/>
                  </a:cubicBezTo>
                  <a:cubicBezTo>
                    <a:pt x="11042" y="47636"/>
                    <a:pt x="11971" y="48495"/>
                    <a:pt x="12459" y="49385"/>
                  </a:cubicBezTo>
                  <a:cubicBezTo>
                    <a:pt x="13231" y="49638"/>
                    <a:pt x="13863" y="49749"/>
                    <a:pt x="14398" y="49749"/>
                  </a:cubicBezTo>
                  <a:cubicBezTo>
                    <a:pt x="15841" y="49749"/>
                    <a:pt x="16581" y="48944"/>
                    <a:pt x="17472" y="47968"/>
                  </a:cubicBezTo>
                  <a:cubicBezTo>
                    <a:pt x="18244" y="47108"/>
                    <a:pt x="19104" y="46131"/>
                    <a:pt x="20608" y="45681"/>
                  </a:cubicBezTo>
                  <a:cubicBezTo>
                    <a:pt x="21347" y="45465"/>
                    <a:pt x="22035" y="45367"/>
                    <a:pt x="22677" y="45367"/>
                  </a:cubicBezTo>
                  <a:cubicBezTo>
                    <a:pt x="26629" y="45367"/>
                    <a:pt x="28873" y="49114"/>
                    <a:pt x="30907" y="52443"/>
                  </a:cubicBezTo>
                  <a:cubicBezTo>
                    <a:pt x="31191" y="52932"/>
                    <a:pt x="31474" y="53381"/>
                    <a:pt x="31757" y="53831"/>
                  </a:cubicBezTo>
                  <a:cubicBezTo>
                    <a:pt x="32168" y="54514"/>
                    <a:pt x="32412" y="55335"/>
                    <a:pt x="32656" y="56107"/>
                  </a:cubicBezTo>
                  <a:cubicBezTo>
                    <a:pt x="32940" y="57084"/>
                    <a:pt x="33223" y="57983"/>
                    <a:pt x="33839" y="58755"/>
                  </a:cubicBezTo>
                  <a:cubicBezTo>
                    <a:pt x="34122" y="59078"/>
                    <a:pt x="34493" y="59322"/>
                    <a:pt x="34816" y="59527"/>
                  </a:cubicBezTo>
                  <a:cubicBezTo>
                    <a:pt x="35265" y="59850"/>
                    <a:pt x="35793" y="60221"/>
                    <a:pt x="36076" y="60788"/>
                  </a:cubicBezTo>
                  <a:cubicBezTo>
                    <a:pt x="36447" y="61442"/>
                    <a:pt x="36399" y="62214"/>
                    <a:pt x="36360" y="62986"/>
                  </a:cubicBezTo>
                  <a:cubicBezTo>
                    <a:pt x="36320" y="63436"/>
                    <a:pt x="36320" y="63846"/>
                    <a:pt x="36360" y="64208"/>
                  </a:cubicBezTo>
                  <a:cubicBezTo>
                    <a:pt x="36604" y="65878"/>
                    <a:pt x="36887" y="67061"/>
                    <a:pt x="37991" y="67999"/>
                  </a:cubicBezTo>
                  <a:cubicBezTo>
                    <a:pt x="38841" y="68732"/>
                    <a:pt x="40307" y="69709"/>
                    <a:pt x="41411" y="70236"/>
                  </a:cubicBezTo>
                  <a:cubicBezTo>
                    <a:pt x="42144" y="70559"/>
                    <a:pt x="42877" y="70559"/>
                    <a:pt x="43649" y="70559"/>
                  </a:cubicBezTo>
                  <a:cubicBezTo>
                    <a:pt x="44177" y="70598"/>
                    <a:pt x="44665" y="70598"/>
                    <a:pt x="45242" y="70686"/>
                  </a:cubicBezTo>
                  <a:cubicBezTo>
                    <a:pt x="45681" y="70764"/>
                    <a:pt x="46092" y="70881"/>
                    <a:pt x="46463" y="71047"/>
                  </a:cubicBezTo>
                  <a:cubicBezTo>
                    <a:pt x="46991" y="71214"/>
                    <a:pt x="47440" y="71419"/>
                    <a:pt x="47968" y="71419"/>
                  </a:cubicBezTo>
                  <a:cubicBezTo>
                    <a:pt x="48368" y="71419"/>
                    <a:pt x="48740" y="71370"/>
                    <a:pt x="49101" y="71292"/>
                  </a:cubicBezTo>
                  <a:cubicBezTo>
                    <a:pt x="49433" y="71214"/>
                    <a:pt x="49756" y="71174"/>
                    <a:pt x="50078" y="71174"/>
                  </a:cubicBezTo>
                  <a:cubicBezTo>
                    <a:pt x="50371" y="71174"/>
                    <a:pt x="50616" y="71214"/>
                    <a:pt x="50938" y="71292"/>
                  </a:cubicBezTo>
                  <a:cubicBezTo>
                    <a:pt x="51505" y="71458"/>
                    <a:pt x="52033" y="71819"/>
                    <a:pt x="52570" y="72230"/>
                  </a:cubicBezTo>
                  <a:cubicBezTo>
                    <a:pt x="53220" y="72716"/>
                    <a:pt x="53837" y="73159"/>
                    <a:pt x="54470" y="73159"/>
                  </a:cubicBezTo>
                  <a:cubicBezTo>
                    <a:pt x="54741" y="73159"/>
                    <a:pt x="55015" y="73078"/>
                    <a:pt x="55296" y="72884"/>
                  </a:cubicBezTo>
                  <a:cubicBezTo>
                    <a:pt x="55208" y="72591"/>
                    <a:pt x="55091" y="72308"/>
                    <a:pt x="55013" y="71985"/>
                  </a:cubicBezTo>
                  <a:cubicBezTo>
                    <a:pt x="54769" y="71126"/>
                    <a:pt x="54475" y="70197"/>
                    <a:pt x="54192" y="69660"/>
                  </a:cubicBezTo>
                  <a:cubicBezTo>
                    <a:pt x="53909" y="69171"/>
                    <a:pt x="53342" y="68849"/>
                    <a:pt x="52814" y="68566"/>
                  </a:cubicBezTo>
                  <a:cubicBezTo>
                    <a:pt x="51876" y="67999"/>
                    <a:pt x="50811" y="67383"/>
                    <a:pt x="51300" y="65878"/>
                  </a:cubicBezTo>
                  <a:cubicBezTo>
                    <a:pt x="51466" y="65351"/>
                    <a:pt x="51954" y="65146"/>
                    <a:pt x="52326" y="64940"/>
                  </a:cubicBezTo>
                  <a:cubicBezTo>
                    <a:pt x="52687" y="64774"/>
                    <a:pt x="52932" y="64657"/>
                    <a:pt x="53010" y="64413"/>
                  </a:cubicBezTo>
                  <a:cubicBezTo>
                    <a:pt x="53059" y="64090"/>
                    <a:pt x="52892" y="63924"/>
                    <a:pt x="52609" y="63602"/>
                  </a:cubicBezTo>
                  <a:cubicBezTo>
                    <a:pt x="52404" y="63436"/>
                    <a:pt x="52199" y="63191"/>
                    <a:pt x="52081" y="62908"/>
                  </a:cubicBezTo>
                  <a:cubicBezTo>
                    <a:pt x="51505" y="61237"/>
                    <a:pt x="51954" y="60827"/>
                    <a:pt x="52765" y="60338"/>
                  </a:cubicBezTo>
                  <a:cubicBezTo>
                    <a:pt x="53176" y="60094"/>
                    <a:pt x="53664" y="59810"/>
                    <a:pt x="54036" y="59156"/>
                  </a:cubicBezTo>
                  <a:cubicBezTo>
                    <a:pt x="54280" y="58716"/>
                    <a:pt x="54642" y="58423"/>
                    <a:pt x="55013" y="58101"/>
                  </a:cubicBezTo>
                  <a:cubicBezTo>
                    <a:pt x="55374" y="57817"/>
                    <a:pt x="55746" y="57534"/>
                    <a:pt x="55902" y="57162"/>
                  </a:cubicBezTo>
                  <a:cubicBezTo>
                    <a:pt x="56029" y="56918"/>
                    <a:pt x="56029" y="56596"/>
                    <a:pt x="56029" y="56224"/>
                  </a:cubicBezTo>
                  <a:cubicBezTo>
                    <a:pt x="55990" y="55863"/>
                    <a:pt x="55990" y="55453"/>
                    <a:pt x="56146" y="55130"/>
                  </a:cubicBezTo>
                  <a:cubicBezTo>
                    <a:pt x="56606" y="54128"/>
                    <a:pt x="57192" y="53826"/>
                    <a:pt x="57825" y="53826"/>
                  </a:cubicBezTo>
                  <a:cubicBezTo>
                    <a:pt x="58321" y="53826"/>
                    <a:pt x="58846" y="54012"/>
                    <a:pt x="59361" y="54192"/>
                  </a:cubicBezTo>
                  <a:cubicBezTo>
                    <a:pt x="59810" y="54358"/>
                    <a:pt x="60299" y="54514"/>
                    <a:pt x="60749" y="54602"/>
                  </a:cubicBezTo>
                  <a:cubicBezTo>
                    <a:pt x="60944" y="54628"/>
                    <a:pt x="61131" y="54640"/>
                    <a:pt x="61309" y="54640"/>
                  </a:cubicBezTo>
                  <a:cubicBezTo>
                    <a:pt x="64319" y="54640"/>
                    <a:pt x="64929" y="51186"/>
                    <a:pt x="65390" y="48613"/>
                  </a:cubicBezTo>
                  <a:lnTo>
                    <a:pt x="65517" y="47968"/>
                  </a:lnTo>
                  <a:lnTo>
                    <a:pt x="65761" y="48046"/>
                  </a:lnTo>
                  <a:cubicBezTo>
                    <a:pt x="66250" y="48163"/>
                    <a:pt x="66934" y="48574"/>
                    <a:pt x="67667" y="49023"/>
                  </a:cubicBezTo>
                  <a:cubicBezTo>
                    <a:pt x="68569" y="49531"/>
                    <a:pt x="69590" y="50120"/>
                    <a:pt x="70136" y="50120"/>
                  </a:cubicBezTo>
                  <a:cubicBezTo>
                    <a:pt x="70157" y="50120"/>
                    <a:pt x="70177" y="50119"/>
                    <a:pt x="70197" y="50117"/>
                  </a:cubicBezTo>
                  <a:cubicBezTo>
                    <a:pt x="70725" y="50078"/>
                    <a:pt x="71087" y="49678"/>
                    <a:pt x="71497" y="49228"/>
                  </a:cubicBezTo>
                  <a:cubicBezTo>
                    <a:pt x="71868" y="48818"/>
                    <a:pt x="72230" y="48407"/>
                    <a:pt x="72718" y="48251"/>
                  </a:cubicBezTo>
                  <a:cubicBezTo>
                    <a:pt x="72961" y="48155"/>
                    <a:pt x="73232" y="48110"/>
                    <a:pt x="73506" y="48110"/>
                  </a:cubicBezTo>
                  <a:cubicBezTo>
                    <a:pt x="73595" y="48110"/>
                    <a:pt x="73685" y="48114"/>
                    <a:pt x="73774" y="48124"/>
                  </a:cubicBezTo>
                  <a:cubicBezTo>
                    <a:pt x="73774" y="48046"/>
                    <a:pt x="73735" y="47968"/>
                    <a:pt x="73735" y="47880"/>
                  </a:cubicBezTo>
                  <a:cubicBezTo>
                    <a:pt x="73735" y="47841"/>
                    <a:pt x="73735" y="47802"/>
                    <a:pt x="73695" y="47802"/>
                  </a:cubicBezTo>
                  <a:lnTo>
                    <a:pt x="73695" y="47636"/>
                  </a:lnTo>
                  <a:cubicBezTo>
                    <a:pt x="73656" y="47557"/>
                    <a:pt x="73656" y="47518"/>
                    <a:pt x="73656" y="47430"/>
                  </a:cubicBezTo>
                  <a:cubicBezTo>
                    <a:pt x="73617" y="47391"/>
                    <a:pt x="73617" y="47352"/>
                    <a:pt x="73617" y="47313"/>
                  </a:cubicBezTo>
                  <a:cubicBezTo>
                    <a:pt x="73617" y="47235"/>
                    <a:pt x="73578" y="47147"/>
                    <a:pt x="73578" y="47069"/>
                  </a:cubicBezTo>
                  <a:cubicBezTo>
                    <a:pt x="73578" y="47030"/>
                    <a:pt x="73578" y="46991"/>
                    <a:pt x="73529" y="46942"/>
                  </a:cubicBezTo>
                  <a:cubicBezTo>
                    <a:pt x="73529" y="46864"/>
                    <a:pt x="73529" y="46785"/>
                    <a:pt x="73490" y="46698"/>
                  </a:cubicBezTo>
                  <a:lnTo>
                    <a:pt x="73490" y="46580"/>
                  </a:lnTo>
                  <a:cubicBezTo>
                    <a:pt x="73490" y="46502"/>
                    <a:pt x="73451" y="46414"/>
                    <a:pt x="73451" y="46336"/>
                  </a:cubicBezTo>
                  <a:lnTo>
                    <a:pt x="73451" y="46209"/>
                  </a:lnTo>
                  <a:cubicBezTo>
                    <a:pt x="73412" y="46131"/>
                    <a:pt x="73412" y="46053"/>
                    <a:pt x="73412" y="45926"/>
                  </a:cubicBezTo>
                  <a:cubicBezTo>
                    <a:pt x="73412" y="45926"/>
                    <a:pt x="73373" y="45886"/>
                    <a:pt x="73373" y="45847"/>
                  </a:cubicBezTo>
                  <a:lnTo>
                    <a:pt x="73373" y="45564"/>
                  </a:lnTo>
                  <a:cubicBezTo>
                    <a:pt x="73334" y="45525"/>
                    <a:pt x="73334" y="45476"/>
                    <a:pt x="73334" y="45437"/>
                  </a:cubicBezTo>
                  <a:lnTo>
                    <a:pt x="73334" y="45193"/>
                  </a:lnTo>
                  <a:lnTo>
                    <a:pt x="73334" y="45075"/>
                  </a:lnTo>
                  <a:cubicBezTo>
                    <a:pt x="73285" y="44988"/>
                    <a:pt x="73285" y="44909"/>
                    <a:pt x="73285" y="44831"/>
                  </a:cubicBezTo>
                  <a:lnTo>
                    <a:pt x="73285" y="44665"/>
                  </a:lnTo>
                  <a:lnTo>
                    <a:pt x="73285" y="44421"/>
                  </a:lnTo>
                  <a:lnTo>
                    <a:pt x="73285" y="44304"/>
                  </a:lnTo>
                  <a:lnTo>
                    <a:pt x="73285" y="44059"/>
                  </a:lnTo>
                  <a:lnTo>
                    <a:pt x="73285" y="43893"/>
                  </a:lnTo>
                  <a:lnTo>
                    <a:pt x="73285" y="43649"/>
                  </a:lnTo>
                  <a:lnTo>
                    <a:pt x="73285" y="43522"/>
                  </a:lnTo>
                  <a:cubicBezTo>
                    <a:pt x="73285" y="43444"/>
                    <a:pt x="73334" y="43366"/>
                    <a:pt x="73334" y="43278"/>
                  </a:cubicBezTo>
                  <a:lnTo>
                    <a:pt x="73334" y="43160"/>
                  </a:lnTo>
                  <a:cubicBezTo>
                    <a:pt x="73334" y="43033"/>
                    <a:pt x="73373" y="42955"/>
                    <a:pt x="73373" y="42877"/>
                  </a:cubicBezTo>
                  <a:lnTo>
                    <a:pt x="73373" y="42750"/>
                  </a:lnTo>
                  <a:cubicBezTo>
                    <a:pt x="73412" y="42633"/>
                    <a:pt x="73412" y="42506"/>
                    <a:pt x="73451" y="42388"/>
                  </a:cubicBezTo>
                  <a:cubicBezTo>
                    <a:pt x="73578" y="41695"/>
                    <a:pt x="73774" y="41079"/>
                    <a:pt x="73979" y="40434"/>
                  </a:cubicBezTo>
                  <a:cubicBezTo>
                    <a:pt x="74184" y="39779"/>
                    <a:pt x="74428" y="39086"/>
                    <a:pt x="74555" y="38392"/>
                  </a:cubicBezTo>
                  <a:cubicBezTo>
                    <a:pt x="74751" y="37219"/>
                    <a:pt x="74594" y="35666"/>
                    <a:pt x="73529" y="34855"/>
                  </a:cubicBezTo>
                  <a:cubicBezTo>
                    <a:pt x="73412" y="34728"/>
                    <a:pt x="73207" y="34611"/>
                    <a:pt x="73041" y="34483"/>
                  </a:cubicBezTo>
                  <a:cubicBezTo>
                    <a:pt x="72552" y="34161"/>
                    <a:pt x="71985" y="33799"/>
                    <a:pt x="71868" y="33145"/>
                  </a:cubicBezTo>
                  <a:cubicBezTo>
                    <a:pt x="71819" y="32774"/>
                    <a:pt x="71907" y="32451"/>
                    <a:pt x="72025" y="32168"/>
                  </a:cubicBezTo>
                  <a:cubicBezTo>
                    <a:pt x="72064" y="32041"/>
                    <a:pt x="72112" y="31923"/>
                    <a:pt x="72112" y="31796"/>
                  </a:cubicBezTo>
                  <a:cubicBezTo>
                    <a:pt x="72357" y="30819"/>
                    <a:pt x="71819" y="29764"/>
                    <a:pt x="71292" y="28748"/>
                  </a:cubicBezTo>
                  <a:cubicBezTo>
                    <a:pt x="70686" y="27487"/>
                    <a:pt x="69992" y="26178"/>
                    <a:pt x="70803" y="24957"/>
                  </a:cubicBezTo>
                  <a:cubicBezTo>
                    <a:pt x="70969" y="24800"/>
                    <a:pt x="71135" y="24595"/>
                    <a:pt x="71292" y="24429"/>
                  </a:cubicBezTo>
                  <a:cubicBezTo>
                    <a:pt x="71419" y="24312"/>
                    <a:pt x="71536" y="24185"/>
                    <a:pt x="71663" y="24028"/>
                  </a:cubicBezTo>
                  <a:lnTo>
                    <a:pt x="71702" y="23940"/>
                  </a:lnTo>
                  <a:cubicBezTo>
                    <a:pt x="72025" y="23452"/>
                    <a:pt x="71985" y="22807"/>
                    <a:pt x="71985" y="22191"/>
                  </a:cubicBezTo>
                  <a:cubicBezTo>
                    <a:pt x="71985" y="21458"/>
                    <a:pt x="71946" y="20726"/>
                    <a:pt x="72357" y="20198"/>
                  </a:cubicBezTo>
                  <a:cubicBezTo>
                    <a:pt x="71907" y="20032"/>
                    <a:pt x="71419" y="19875"/>
                    <a:pt x="70930" y="19709"/>
                  </a:cubicBezTo>
                  <a:cubicBezTo>
                    <a:pt x="70442" y="19543"/>
                    <a:pt x="69953" y="19338"/>
                    <a:pt x="69464" y="19182"/>
                  </a:cubicBezTo>
                  <a:cubicBezTo>
                    <a:pt x="69377" y="19221"/>
                    <a:pt x="69298" y="19260"/>
                    <a:pt x="69220" y="19260"/>
                  </a:cubicBezTo>
                  <a:cubicBezTo>
                    <a:pt x="69132" y="19299"/>
                    <a:pt x="69054" y="19299"/>
                    <a:pt x="68976" y="19338"/>
                  </a:cubicBezTo>
                  <a:cubicBezTo>
                    <a:pt x="68888" y="19338"/>
                    <a:pt x="68810" y="19387"/>
                    <a:pt x="68732" y="19387"/>
                  </a:cubicBezTo>
                  <a:cubicBezTo>
                    <a:pt x="68644" y="19426"/>
                    <a:pt x="68526" y="19426"/>
                    <a:pt x="68448" y="19465"/>
                  </a:cubicBezTo>
                  <a:cubicBezTo>
                    <a:pt x="68399" y="19465"/>
                    <a:pt x="68321" y="19465"/>
                    <a:pt x="68243" y="19504"/>
                  </a:cubicBezTo>
                  <a:cubicBezTo>
                    <a:pt x="68155" y="19504"/>
                    <a:pt x="68038" y="19543"/>
                    <a:pt x="67911" y="19582"/>
                  </a:cubicBezTo>
                  <a:lnTo>
                    <a:pt x="67755" y="19582"/>
                  </a:lnTo>
                  <a:cubicBezTo>
                    <a:pt x="67627" y="19631"/>
                    <a:pt x="67510" y="19670"/>
                    <a:pt x="67383" y="19670"/>
                  </a:cubicBezTo>
                  <a:cubicBezTo>
                    <a:pt x="67344" y="19670"/>
                    <a:pt x="67305" y="19670"/>
                    <a:pt x="67266" y="19709"/>
                  </a:cubicBezTo>
                  <a:cubicBezTo>
                    <a:pt x="67139" y="19709"/>
                    <a:pt x="67022" y="19748"/>
                    <a:pt x="66895" y="19748"/>
                  </a:cubicBezTo>
                  <a:cubicBezTo>
                    <a:pt x="66816" y="19748"/>
                    <a:pt x="66777" y="19788"/>
                    <a:pt x="66738" y="19788"/>
                  </a:cubicBezTo>
                  <a:cubicBezTo>
                    <a:pt x="66611" y="19788"/>
                    <a:pt x="66494" y="19827"/>
                    <a:pt x="66367" y="19827"/>
                  </a:cubicBezTo>
                  <a:cubicBezTo>
                    <a:pt x="66289" y="19827"/>
                    <a:pt x="66250" y="19875"/>
                    <a:pt x="66162" y="19875"/>
                  </a:cubicBezTo>
                  <a:cubicBezTo>
                    <a:pt x="66045" y="19875"/>
                    <a:pt x="65957" y="19875"/>
                    <a:pt x="65839" y="19915"/>
                  </a:cubicBezTo>
                  <a:cubicBezTo>
                    <a:pt x="65673" y="19915"/>
                    <a:pt x="65517" y="19954"/>
                    <a:pt x="65351" y="19954"/>
                  </a:cubicBezTo>
                  <a:cubicBezTo>
                    <a:pt x="64051" y="20071"/>
                    <a:pt x="62742" y="20071"/>
                    <a:pt x="61481" y="20071"/>
                  </a:cubicBezTo>
                  <a:cubicBezTo>
                    <a:pt x="60094" y="20071"/>
                    <a:pt x="58755" y="19993"/>
                    <a:pt x="57700" y="19299"/>
                  </a:cubicBezTo>
                  <a:cubicBezTo>
                    <a:pt x="57329" y="20071"/>
                    <a:pt x="56351" y="20442"/>
                    <a:pt x="55501" y="20442"/>
                  </a:cubicBezTo>
                  <a:cubicBezTo>
                    <a:pt x="55169" y="20442"/>
                    <a:pt x="54847" y="20442"/>
                    <a:pt x="54524" y="20403"/>
                  </a:cubicBezTo>
                  <a:cubicBezTo>
                    <a:pt x="54204" y="20381"/>
                    <a:pt x="53899" y="20345"/>
                    <a:pt x="53601" y="20345"/>
                  </a:cubicBezTo>
                  <a:cubicBezTo>
                    <a:pt x="53362" y="20345"/>
                    <a:pt x="53127" y="20368"/>
                    <a:pt x="52892" y="20442"/>
                  </a:cubicBezTo>
                  <a:cubicBezTo>
                    <a:pt x="52570" y="20520"/>
                    <a:pt x="52277" y="20647"/>
                    <a:pt x="51915" y="20804"/>
                  </a:cubicBezTo>
                  <a:cubicBezTo>
                    <a:pt x="51544" y="21009"/>
                    <a:pt x="51104" y="21253"/>
                    <a:pt x="50655" y="21292"/>
                  </a:cubicBezTo>
                  <a:cubicBezTo>
                    <a:pt x="50567" y="21341"/>
                    <a:pt x="50528" y="21341"/>
                    <a:pt x="50450" y="21341"/>
                  </a:cubicBezTo>
                  <a:lnTo>
                    <a:pt x="50166" y="21341"/>
                  </a:lnTo>
                  <a:cubicBezTo>
                    <a:pt x="50127" y="21341"/>
                    <a:pt x="50039" y="21341"/>
                    <a:pt x="50000" y="21292"/>
                  </a:cubicBezTo>
                  <a:lnTo>
                    <a:pt x="49961" y="21292"/>
                  </a:lnTo>
                  <a:cubicBezTo>
                    <a:pt x="49883" y="21292"/>
                    <a:pt x="49795" y="21292"/>
                    <a:pt x="49717" y="21253"/>
                  </a:cubicBezTo>
                  <a:lnTo>
                    <a:pt x="49678" y="21253"/>
                  </a:lnTo>
                  <a:cubicBezTo>
                    <a:pt x="49639" y="21214"/>
                    <a:pt x="49551" y="21214"/>
                    <a:pt x="49512" y="21214"/>
                  </a:cubicBezTo>
                  <a:cubicBezTo>
                    <a:pt x="49473" y="21175"/>
                    <a:pt x="49473" y="21175"/>
                    <a:pt x="49433" y="21175"/>
                  </a:cubicBezTo>
                  <a:cubicBezTo>
                    <a:pt x="49394" y="21136"/>
                    <a:pt x="49346" y="21136"/>
                    <a:pt x="49306" y="21097"/>
                  </a:cubicBezTo>
                  <a:cubicBezTo>
                    <a:pt x="49267" y="21097"/>
                    <a:pt x="49267" y="21097"/>
                    <a:pt x="49228" y="21048"/>
                  </a:cubicBezTo>
                  <a:cubicBezTo>
                    <a:pt x="49189" y="21048"/>
                    <a:pt x="49150" y="21009"/>
                    <a:pt x="49101" y="21009"/>
                  </a:cubicBezTo>
                  <a:cubicBezTo>
                    <a:pt x="49062" y="20970"/>
                    <a:pt x="49062" y="20970"/>
                    <a:pt x="49023" y="20970"/>
                  </a:cubicBezTo>
                  <a:cubicBezTo>
                    <a:pt x="48984" y="20931"/>
                    <a:pt x="48906" y="20892"/>
                    <a:pt x="48857" y="20804"/>
                  </a:cubicBezTo>
                  <a:cubicBezTo>
                    <a:pt x="48290" y="20403"/>
                    <a:pt x="47968" y="19827"/>
                    <a:pt x="47880" y="19221"/>
                  </a:cubicBezTo>
                  <a:cubicBezTo>
                    <a:pt x="47841" y="18937"/>
                    <a:pt x="47880" y="18605"/>
                    <a:pt x="47880" y="18322"/>
                  </a:cubicBezTo>
                  <a:cubicBezTo>
                    <a:pt x="47929" y="17511"/>
                    <a:pt x="47929" y="16983"/>
                    <a:pt x="47479" y="16778"/>
                  </a:cubicBezTo>
                  <a:cubicBezTo>
                    <a:pt x="47274" y="16651"/>
                    <a:pt x="46991" y="16651"/>
                    <a:pt x="46707" y="16651"/>
                  </a:cubicBezTo>
                  <a:lnTo>
                    <a:pt x="41861" y="16817"/>
                  </a:lnTo>
                  <a:cubicBezTo>
                    <a:pt x="41674" y="16824"/>
                    <a:pt x="41483" y="16830"/>
                    <a:pt x="41291" y="16830"/>
                  </a:cubicBezTo>
                  <a:cubicBezTo>
                    <a:pt x="40440" y="16830"/>
                    <a:pt x="39574" y="16714"/>
                    <a:pt x="39008" y="16084"/>
                  </a:cubicBezTo>
                  <a:cubicBezTo>
                    <a:pt x="38353" y="15430"/>
                    <a:pt x="38275" y="14501"/>
                    <a:pt x="38236" y="13602"/>
                  </a:cubicBezTo>
                  <a:cubicBezTo>
                    <a:pt x="38109" y="9860"/>
                    <a:pt x="38157" y="6069"/>
                    <a:pt x="38402" y="2326"/>
                  </a:cubicBezTo>
                  <a:cubicBezTo>
                    <a:pt x="37708" y="2160"/>
                    <a:pt x="37014" y="2043"/>
                    <a:pt x="36320" y="1916"/>
                  </a:cubicBezTo>
                  <a:cubicBezTo>
                    <a:pt x="36115" y="1877"/>
                    <a:pt x="35871" y="1838"/>
                    <a:pt x="35666" y="1799"/>
                  </a:cubicBezTo>
                  <a:cubicBezTo>
                    <a:pt x="35177" y="1711"/>
                    <a:pt x="34738" y="1633"/>
                    <a:pt x="34249" y="1554"/>
                  </a:cubicBezTo>
                  <a:cubicBezTo>
                    <a:pt x="33878" y="1506"/>
                    <a:pt x="33555" y="1427"/>
                    <a:pt x="33184" y="1388"/>
                  </a:cubicBezTo>
                  <a:cubicBezTo>
                    <a:pt x="32861" y="1349"/>
                    <a:pt x="32490" y="1261"/>
                    <a:pt x="32168" y="1222"/>
                  </a:cubicBezTo>
                  <a:cubicBezTo>
                    <a:pt x="31718" y="1144"/>
                    <a:pt x="31269" y="1105"/>
                    <a:pt x="30829" y="1017"/>
                  </a:cubicBezTo>
                  <a:cubicBezTo>
                    <a:pt x="30585" y="978"/>
                    <a:pt x="30340" y="978"/>
                    <a:pt x="30096" y="939"/>
                  </a:cubicBezTo>
                  <a:cubicBezTo>
                    <a:pt x="29608" y="861"/>
                    <a:pt x="29070" y="773"/>
                    <a:pt x="28582" y="734"/>
                  </a:cubicBezTo>
                  <a:cubicBezTo>
                    <a:pt x="28386" y="695"/>
                    <a:pt x="28220" y="695"/>
                    <a:pt x="28015" y="655"/>
                  </a:cubicBezTo>
                  <a:cubicBezTo>
                    <a:pt x="27487" y="577"/>
                    <a:pt x="26960" y="528"/>
                    <a:pt x="26383" y="450"/>
                  </a:cubicBezTo>
                  <a:cubicBezTo>
                    <a:pt x="26266" y="450"/>
                    <a:pt x="26100" y="411"/>
                    <a:pt x="25943" y="411"/>
                  </a:cubicBezTo>
                  <a:cubicBezTo>
                    <a:pt x="25406" y="372"/>
                    <a:pt x="24839" y="284"/>
                    <a:pt x="24273" y="245"/>
                  </a:cubicBezTo>
                  <a:cubicBezTo>
                    <a:pt x="24145" y="206"/>
                    <a:pt x="23989" y="206"/>
                    <a:pt x="23862" y="206"/>
                  </a:cubicBezTo>
                  <a:cubicBezTo>
                    <a:pt x="23334" y="128"/>
                    <a:pt x="22768" y="89"/>
                    <a:pt x="22191" y="40"/>
                  </a:cubicBezTo>
                  <a:cubicBezTo>
                    <a:pt x="22113" y="40"/>
                    <a:pt x="21986" y="40"/>
                    <a:pt x="21908"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6" name="Google Shape;3916;p60"/>
            <p:cNvSpPr/>
            <p:nvPr/>
          </p:nvSpPr>
          <p:spPr>
            <a:xfrm>
              <a:off x="2963352" y="2948361"/>
              <a:ext cx="384268" cy="374801"/>
            </a:xfrm>
            <a:custGeom>
              <a:avLst/>
              <a:gdLst/>
              <a:ahLst/>
              <a:cxnLst/>
              <a:rect l="l" t="t" r="r" b="b"/>
              <a:pathLst>
                <a:path w="26383" h="25733" extrusionOk="0">
                  <a:moveTo>
                    <a:pt x="20964" y="0"/>
                  </a:moveTo>
                  <a:cubicBezTo>
                    <a:pt x="18632" y="0"/>
                    <a:pt x="16267" y="141"/>
                    <a:pt x="13964" y="328"/>
                  </a:cubicBezTo>
                  <a:cubicBezTo>
                    <a:pt x="13514" y="328"/>
                    <a:pt x="13075" y="367"/>
                    <a:pt x="12664" y="406"/>
                  </a:cubicBezTo>
                  <a:cubicBezTo>
                    <a:pt x="9962" y="594"/>
                    <a:pt x="7208" y="803"/>
                    <a:pt x="4459" y="803"/>
                  </a:cubicBezTo>
                  <a:cubicBezTo>
                    <a:pt x="3063" y="803"/>
                    <a:pt x="1669" y="749"/>
                    <a:pt x="284" y="611"/>
                  </a:cubicBezTo>
                  <a:lnTo>
                    <a:pt x="206" y="611"/>
                  </a:lnTo>
                  <a:cubicBezTo>
                    <a:pt x="167" y="650"/>
                    <a:pt x="167" y="738"/>
                    <a:pt x="167" y="777"/>
                  </a:cubicBezTo>
                  <a:cubicBezTo>
                    <a:pt x="1" y="1588"/>
                    <a:pt x="206" y="2448"/>
                    <a:pt x="372" y="3259"/>
                  </a:cubicBezTo>
                  <a:lnTo>
                    <a:pt x="411" y="3337"/>
                  </a:lnTo>
                  <a:cubicBezTo>
                    <a:pt x="1261" y="7451"/>
                    <a:pt x="1711" y="11643"/>
                    <a:pt x="1750" y="15834"/>
                  </a:cubicBezTo>
                  <a:cubicBezTo>
                    <a:pt x="1750" y="17261"/>
                    <a:pt x="1711" y="18649"/>
                    <a:pt x="1632" y="20036"/>
                  </a:cubicBezTo>
                  <a:cubicBezTo>
                    <a:pt x="1750" y="20075"/>
                    <a:pt x="1838" y="20114"/>
                    <a:pt x="1916" y="20153"/>
                  </a:cubicBezTo>
                  <a:lnTo>
                    <a:pt x="2522" y="20319"/>
                  </a:lnTo>
                  <a:lnTo>
                    <a:pt x="2483" y="20319"/>
                  </a:lnTo>
                  <a:cubicBezTo>
                    <a:pt x="2766" y="20437"/>
                    <a:pt x="3010" y="20525"/>
                    <a:pt x="3255" y="20603"/>
                  </a:cubicBezTo>
                  <a:cubicBezTo>
                    <a:pt x="3792" y="20808"/>
                    <a:pt x="4320" y="20964"/>
                    <a:pt x="4808" y="21130"/>
                  </a:cubicBezTo>
                  <a:cubicBezTo>
                    <a:pt x="4886" y="21170"/>
                    <a:pt x="5013" y="21170"/>
                    <a:pt x="5091" y="21209"/>
                  </a:cubicBezTo>
                  <a:lnTo>
                    <a:pt x="5580" y="21375"/>
                  </a:lnTo>
                  <a:lnTo>
                    <a:pt x="5170" y="21658"/>
                  </a:lnTo>
                  <a:cubicBezTo>
                    <a:pt x="4642" y="22029"/>
                    <a:pt x="4642" y="22762"/>
                    <a:pt x="4681" y="23534"/>
                  </a:cubicBezTo>
                  <a:lnTo>
                    <a:pt x="4681" y="23818"/>
                  </a:lnTo>
                  <a:lnTo>
                    <a:pt x="4681" y="23896"/>
                  </a:lnTo>
                  <a:lnTo>
                    <a:pt x="4681" y="24062"/>
                  </a:lnTo>
                  <a:lnTo>
                    <a:pt x="4681" y="24189"/>
                  </a:lnTo>
                  <a:cubicBezTo>
                    <a:pt x="4681" y="24228"/>
                    <a:pt x="4642" y="24267"/>
                    <a:pt x="4642" y="24306"/>
                  </a:cubicBezTo>
                  <a:lnTo>
                    <a:pt x="4642" y="24433"/>
                  </a:lnTo>
                  <a:lnTo>
                    <a:pt x="4642" y="24550"/>
                  </a:lnTo>
                  <a:lnTo>
                    <a:pt x="4642" y="24677"/>
                  </a:lnTo>
                  <a:cubicBezTo>
                    <a:pt x="4603" y="24717"/>
                    <a:pt x="4603" y="24756"/>
                    <a:pt x="4603" y="24795"/>
                  </a:cubicBezTo>
                  <a:cubicBezTo>
                    <a:pt x="4603" y="24834"/>
                    <a:pt x="4603" y="24873"/>
                    <a:pt x="4564" y="24922"/>
                  </a:cubicBezTo>
                  <a:lnTo>
                    <a:pt x="4564" y="25039"/>
                  </a:lnTo>
                  <a:cubicBezTo>
                    <a:pt x="4525" y="25078"/>
                    <a:pt x="4525" y="25117"/>
                    <a:pt x="4525" y="25166"/>
                  </a:cubicBezTo>
                  <a:cubicBezTo>
                    <a:pt x="4476" y="25205"/>
                    <a:pt x="4476" y="25244"/>
                    <a:pt x="4476" y="25283"/>
                  </a:cubicBezTo>
                  <a:cubicBezTo>
                    <a:pt x="4437" y="25322"/>
                    <a:pt x="4437" y="25361"/>
                    <a:pt x="4398" y="25410"/>
                  </a:cubicBezTo>
                  <a:lnTo>
                    <a:pt x="4398" y="25449"/>
                  </a:lnTo>
                  <a:cubicBezTo>
                    <a:pt x="4437" y="25488"/>
                    <a:pt x="4437" y="25488"/>
                    <a:pt x="4476" y="25528"/>
                  </a:cubicBezTo>
                  <a:cubicBezTo>
                    <a:pt x="4525" y="25528"/>
                    <a:pt x="4564" y="25567"/>
                    <a:pt x="4564" y="25567"/>
                  </a:cubicBezTo>
                  <a:cubicBezTo>
                    <a:pt x="4681" y="25606"/>
                    <a:pt x="4808" y="25694"/>
                    <a:pt x="4925" y="25733"/>
                  </a:cubicBezTo>
                  <a:cubicBezTo>
                    <a:pt x="6204" y="24874"/>
                    <a:pt x="7727" y="24655"/>
                    <a:pt x="9300" y="24655"/>
                  </a:cubicBezTo>
                  <a:cubicBezTo>
                    <a:pt x="10036" y="24655"/>
                    <a:pt x="10783" y="24703"/>
                    <a:pt x="11521" y="24756"/>
                  </a:cubicBezTo>
                  <a:cubicBezTo>
                    <a:pt x="11804" y="24756"/>
                    <a:pt x="12137" y="24795"/>
                    <a:pt x="12420" y="24795"/>
                  </a:cubicBezTo>
                  <a:cubicBezTo>
                    <a:pt x="12586" y="24795"/>
                    <a:pt x="12781" y="24795"/>
                    <a:pt x="12948" y="24834"/>
                  </a:cubicBezTo>
                  <a:lnTo>
                    <a:pt x="14658" y="24834"/>
                  </a:lnTo>
                  <a:cubicBezTo>
                    <a:pt x="14785" y="24834"/>
                    <a:pt x="14902" y="24834"/>
                    <a:pt x="15029" y="24795"/>
                  </a:cubicBezTo>
                  <a:lnTo>
                    <a:pt x="15556" y="24795"/>
                  </a:lnTo>
                  <a:cubicBezTo>
                    <a:pt x="15596" y="24795"/>
                    <a:pt x="15674" y="24795"/>
                    <a:pt x="15762" y="24756"/>
                  </a:cubicBezTo>
                  <a:lnTo>
                    <a:pt x="16045" y="24756"/>
                  </a:lnTo>
                  <a:cubicBezTo>
                    <a:pt x="16123" y="24756"/>
                    <a:pt x="16201" y="24756"/>
                    <a:pt x="16289" y="24717"/>
                  </a:cubicBezTo>
                  <a:lnTo>
                    <a:pt x="16573" y="24717"/>
                  </a:lnTo>
                  <a:cubicBezTo>
                    <a:pt x="16651" y="24717"/>
                    <a:pt x="16739" y="24677"/>
                    <a:pt x="16817" y="24677"/>
                  </a:cubicBezTo>
                  <a:cubicBezTo>
                    <a:pt x="16895" y="24677"/>
                    <a:pt x="17022" y="24677"/>
                    <a:pt x="17100" y="24629"/>
                  </a:cubicBezTo>
                  <a:lnTo>
                    <a:pt x="17345" y="24629"/>
                  </a:lnTo>
                  <a:cubicBezTo>
                    <a:pt x="17423" y="24589"/>
                    <a:pt x="17511" y="24589"/>
                    <a:pt x="17589" y="24589"/>
                  </a:cubicBezTo>
                  <a:cubicBezTo>
                    <a:pt x="17716" y="24589"/>
                    <a:pt x="17794" y="24550"/>
                    <a:pt x="17872" y="24550"/>
                  </a:cubicBezTo>
                  <a:cubicBezTo>
                    <a:pt x="17960" y="24550"/>
                    <a:pt x="18038" y="24511"/>
                    <a:pt x="18117" y="24511"/>
                  </a:cubicBezTo>
                  <a:cubicBezTo>
                    <a:pt x="18204" y="24511"/>
                    <a:pt x="18322" y="24472"/>
                    <a:pt x="18400" y="24472"/>
                  </a:cubicBezTo>
                  <a:cubicBezTo>
                    <a:pt x="18488" y="24472"/>
                    <a:pt x="18566" y="24472"/>
                    <a:pt x="18644" y="24433"/>
                  </a:cubicBezTo>
                  <a:cubicBezTo>
                    <a:pt x="18732" y="24433"/>
                    <a:pt x="18810" y="24384"/>
                    <a:pt x="18937" y="24384"/>
                  </a:cubicBezTo>
                  <a:cubicBezTo>
                    <a:pt x="19016" y="24384"/>
                    <a:pt x="19094" y="24345"/>
                    <a:pt x="19133" y="24345"/>
                  </a:cubicBezTo>
                  <a:cubicBezTo>
                    <a:pt x="19260" y="24345"/>
                    <a:pt x="19338" y="24306"/>
                    <a:pt x="19426" y="24306"/>
                  </a:cubicBezTo>
                  <a:cubicBezTo>
                    <a:pt x="19504" y="24267"/>
                    <a:pt x="19582" y="24267"/>
                    <a:pt x="19670" y="24228"/>
                  </a:cubicBezTo>
                  <a:cubicBezTo>
                    <a:pt x="19748" y="24228"/>
                    <a:pt x="19866" y="24228"/>
                    <a:pt x="19954" y="24189"/>
                  </a:cubicBezTo>
                  <a:cubicBezTo>
                    <a:pt x="20032" y="24189"/>
                    <a:pt x="20110" y="24140"/>
                    <a:pt x="20198" y="24140"/>
                  </a:cubicBezTo>
                  <a:cubicBezTo>
                    <a:pt x="20276" y="24101"/>
                    <a:pt x="20354" y="24101"/>
                    <a:pt x="20442" y="24062"/>
                  </a:cubicBezTo>
                  <a:cubicBezTo>
                    <a:pt x="20481" y="24062"/>
                    <a:pt x="20559" y="24062"/>
                    <a:pt x="20598" y="24023"/>
                  </a:cubicBezTo>
                  <a:lnTo>
                    <a:pt x="20598" y="23945"/>
                  </a:lnTo>
                  <a:lnTo>
                    <a:pt x="20598" y="23818"/>
                  </a:lnTo>
                  <a:cubicBezTo>
                    <a:pt x="20598" y="23778"/>
                    <a:pt x="20598" y="23739"/>
                    <a:pt x="20559" y="23700"/>
                  </a:cubicBezTo>
                  <a:lnTo>
                    <a:pt x="20559" y="23573"/>
                  </a:lnTo>
                  <a:cubicBezTo>
                    <a:pt x="20559" y="23534"/>
                    <a:pt x="20559" y="23495"/>
                    <a:pt x="20520" y="23495"/>
                  </a:cubicBezTo>
                  <a:lnTo>
                    <a:pt x="20520" y="23368"/>
                  </a:lnTo>
                  <a:cubicBezTo>
                    <a:pt x="20520" y="23329"/>
                    <a:pt x="20481" y="23290"/>
                    <a:pt x="20481" y="23251"/>
                  </a:cubicBezTo>
                  <a:cubicBezTo>
                    <a:pt x="20481" y="23212"/>
                    <a:pt x="20442" y="23163"/>
                    <a:pt x="20442" y="23124"/>
                  </a:cubicBezTo>
                  <a:lnTo>
                    <a:pt x="20442" y="23085"/>
                  </a:lnTo>
                  <a:cubicBezTo>
                    <a:pt x="20315" y="22801"/>
                    <a:pt x="20198" y="22518"/>
                    <a:pt x="20071" y="22235"/>
                  </a:cubicBezTo>
                  <a:cubicBezTo>
                    <a:pt x="19827" y="21658"/>
                    <a:pt x="19582" y="21091"/>
                    <a:pt x="19504" y="20476"/>
                  </a:cubicBezTo>
                  <a:cubicBezTo>
                    <a:pt x="19338" y="19059"/>
                    <a:pt x="20110" y="17671"/>
                    <a:pt x="20686" y="16655"/>
                  </a:cubicBezTo>
                  <a:lnTo>
                    <a:pt x="23979" y="10910"/>
                  </a:lnTo>
                  <a:cubicBezTo>
                    <a:pt x="24106" y="10705"/>
                    <a:pt x="24184" y="10509"/>
                    <a:pt x="24312" y="10304"/>
                  </a:cubicBezTo>
                  <a:cubicBezTo>
                    <a:pt x="24390" y="10177"/>
                    <a:pt x="24468" y="10060"/>
                    <a:pt x="24507" y="9933"/>
                  </a:cubicBezTo>
                  <a:cubicBezTo>
                    <a:pt x="24556" y="9854"/>
                    <a:pt x="24595" y="9815"/>
                    <a:pt x="24634" y="9727"/>
                  </a:cubicBezTo>
                  <a:cubicBezTo>
                    <a:pt x="24673" y="9688"/>
                    <a:pt x="24673" y="9649"/>
                    <a:pt x="24712" y="9571"/>
                  </a:cubicBezTo>
                  <a:cubicBezTo>
                    <a:pt x="24800" y="9405"/>
                    <a:pt x="24878" y="9239"/>
                    <a:pt x="24956" y="9083"/>
                  </a:cubicBezTo>
                  <a:lnTo>
                    <a:pt x="24995" y="9043"/>
                  </a:lnTo>
                  <a:cubicBezTo>
                    <a:pt x="25123" y="8838"/>
                    <a:pt x="25201" y="8633"/>
                    <a:pt x="25289" y="8428"/>
                  </a:cubicBezTo>
                  <a:cubicBezTo>
                    <a:pt x="25367" y="8223"/>
                    <a:pt x="25445" y="8066"/>
                    <a:pt x="25484" y="7900"/>
                  </a:cubicBezTo>
                  <a:cubicBezTo>
                    <a:pt x="25533" y="7822"/>
                    <a:pt x="25533" y="7773"/>
                    <a:pt x="25572" y="7734"/>
                  </a:cubicBezTo>
                  <a:cubicBezTo>
                    <a:pt x="25611" y="7617"/>
                    <a:pt x="25650" y="7490"/>
                    <a:pt x="25689" y="7373"/>
                  </a:cubicBezTo>
                  <a:cubicBezTo>
                    <a:pt x="25728" y="7285"/>
                    <a:pt x="25728" y="7206"/>
                    <a:pt x="25777" y="7128"/>
                  </a:cubicBezTo>
                  <a:cubicBezTo>
                    <a:pt x="25816" y="7040"/>
                    <a:pt x="25855" y="6923"/>
                    <a:pt x="25855" y="6796"/>
                  </a:cubicBezTo>
                  <a:cubicBezTo>
                    <a:pt x="25894" y="6718"/>
                    <a:pt x="25894" y="6640"/>
                    <a:pt x="25934" y="6601"/>
                  </a:cubicBezTo>
                  <a:cubicBezTo>
                    <a:pt x="25973" y="6474"/>
                    <a:pt x="25973" y="6356"/>
                    <a:pt x="26021" y="6268"/>
                  </a:cubicBezTo>
                  <a:cubicBezTo>
                    <a:pt x="26061" y="6190"/>
                    <a:pt x="26061" y="6112"/>
                    <a:pt x="26061" y="6024"/>
                  </a:cubicBezTo>
                  <a:cubicBezTo>
                    <a:pt x="26100" y="5907"/>
                    <a:pt x="26139" y="5780"/>
                    <a:pt x="26139" y="5702"/>
                  </a:cubicBezTo>
                  <a:cubicBezTo>
                    <a:pt x="26178" y="5624"/>
                    <a:pt x="26178" y="5536"/>
                    <a:pt x="26178" y="5457"/>
                  </a:cubicBezTo>
                  <a:cubicBezTo>
                    <a:pt x="26217" y="5330"/>
                    <a:pt x="26217" y="5213"/>
                    <a:pt x="26266" y="5135"/>
                  </a:cubicBezTo>
                  <a:cubicBezTo>
                    <a:pt x="26266" y="5047"/>
                    <a:pt x="26266" y="4969"/>
                    <a:pt x="26305" y="4891"/>
                  </a:cubicBezTo>
                  <a:cubicBezTo>
                    <a:pt x="26305" y="4764"/>
                    <a:pt x="26305" y="4646"/>
                    <a:pt x="26344" y="4558"/>
                  </a:cubicBezTo>
                  <a:lnTo>
                    <a:pt x="26344" y="4275"/>
                  </a:lnTo>
                  <a:cubicBezTo>
                    <a:pt x="26344" y="4236"/>
                    <a:pt x="26344" y="4158"/>
                    <a:pt x="26383" y="4109"/>
                  </a:cubicBezTo>
                  <a:lnTo>
                    <a:pt x="24673" y="4031"/>
                  </a:lnTo>
                  <a:cubicBezTo>
                    <a:pt x="24507" y="4031"/>
                    <a:pt x="24145" y="3992"/>
                    <a:pt x="23979" y="3708"/>
                  </a:cubicBezTo>
                  <a:cubicBezTo>
                    <a:pt x="23823" y="3464"/>
                    <a:pt x="23940" y="3181"/>
                    <a:pt x="23979" y="3054"/>
                  </a:cubicBezTo>
                  <a:cubicBezTo>
                    <a:pt x="24145" y="2604"/>
                    <a:pt x="24224" y="2116"/>
                    <a:pt x="24351" y="1627"/>
                  </a:cubicBezTo>
                  <a:cubicBezTo>
                    <a:pt x="24429" y="1178"/>
                    <a:pt x="24507" y="738"/>
                    <a:pt x="24634" y="328"/>
                  </a:cubicBezTo>
                  <a:cubicBezTo>
                    <a:pt x="24595" y="328"/>
                    <a:pt x="24507" y="288"/>
                    <a:pt x="24468" y="249"/>
                  </a:cubicBezTo>
                  <a:cubicBezTo>
                    <a:pt x="24067" y="122"/>
                    <a:pt x="23618" y="83"/>
                    <a:pt x="23129" y="44"/>
                  </a:cubicBezTo>
                  <a:cubicBezTo>
                    <a:pt x="22413" y="14"/>
                    <a:pt x="21690" y="0"/>
                    <a:pt x="2096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7" name="Google Shape;3917;p60"/>
            <p:cNvSpPr/>
            <p:nvPr/>
          </p:nvSpPr>
          <p:spPr>
            <a:xfrm>
              <a:off x="3322714" y="3007058"/>
              <a:ext cx="24906" cy="1151"/>
            </a:xfrm>
            <a:custGeom>
              <a:avLst/>
              <a:gdLst/>
              <a:ahLst/>
              <a:cxnLst/>
              <a:rect l="l" t="t" r="r" b="b"/>
              <a:pathLst>
                <a:path w="1710" h="79" extrusionOk="0">
                  <a:moveTo>
                    <a:pt x="0" y="1"/>
                  </a:moveTo>
                  <a:lnTo>
                    <a:pt x="1710" y="79"/>
                  </a:lnTo>
                  <a:lnTo>
                    <a:pt x="1710" y="7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8" name="Google Shape;3918;p60"/>
            <p:cNvSpPr/>
            <p:nvPr/>
          </p:nvSpPr>
          <p:spPr>
            <a:xfrm>
              <a:off x="2987122" y="3178984"/>
              <a:ext cx="1719" cy="61217"/>
            </a:xfrm>
            <a:custGeom>
              <a:avLst/>
              <a:gdLst/>
              <a:ahLst/>
              <a:cxnLst/>
              <a:rect l="l" t="t" r="r" b="b"/>
              <a:pathLst>
                <a:path w="118" h="4203" extrusionOk="0">
                  <a:moveTo>
                    <a:pt x="0" y="4202"/>
                  </a:moveTo>
                  <a:cubicBezTo>
                    <a:pt x="79" y="2815"/>
                    <a:pt x="118" y="1427"/>
                    <a:pt x="118" y="0"/>
                  </a:cubicBezTo>
                  <a:cubicBezTo>
                    <a:pt x="118" y="1427"/>
                    <a:pt x="79" y="2815"/>
                    <a:pt x="0" y="420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19" name="Google Shape;3919;p60"/>
            <p:cNvSpPr/>
            <p:nvPr/>
          </p:nvSpPr>
          <p:spPr>
            <a:xfrm>
              <a:off x="2991244" y="3241890"/>
              <a:ext cx="8841" cy="2432"/>
            </a:xfrm>
            <a:custGeom>
              <a:avLst/>
              <a:gdLst/>
              <a:ahLst/>
              <a:cxnLst/>
              <a:rect l="l" t="t" r="r" b="b"/>
              <a:pathLst>
                <a:path w="607" h="167" extrusionOk="0">
                  <a:moveTo>
                    <a:pt x="1" y="0"/>
                  </a:moveTo>
                  <a:lnTo>
                    <a:pt x="296" y="81"/>
                  </a:lnTo>
                  <a:lnTo>
                    <a:pt x="296" y="81"/>
                  </a:lnTo>
                  <a:cubicBezTo>
                    <a:pt x="202" y="50"/>
                    <a:pt x="101" y="19"/>
                    <a:pt x="1" y="0"/>
                  </a:cubicBezTo>
                  <a:close/>
                  <a:moveTo>
                    <a:pt x="296" y="81"/>
                  </a:moveTo>
                  <a:lnTo>
                    <a:pt x="296" y="81"/>
                  </a:lnTo>
                  <a:cubicBezTo>
                    <a:pt x="395" y="114"/>
                    <a:pt x="488" y="147"/>
                    <a:pt x="568" y="166"/>
                  </a:cubicBezTo>
                  <a:lnTo>
                    <a:pt x="607" y="166"/>
                  </a:lnTo>
                  <a:lnTo>
                    <a:pt x="296" y="8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0" name="Google Shape;3920;p60"/>
            <p:cNvSpPr/>
            <p:nvPr/>
          </p:nvSpPr>
          <p:spPr>
            <a:xfrm>
              <a:off x="2965769" y="2957246"/>
              <a:ext cx="583" cy="2432"/>
            </a:xfrm>
            <a:custGeom>
              <a:avLst/>
              <a:gdLst/>
              <a:ahLst/>
              <a:cxnLst/>
              <a:rect l="l" t="t" r="r" b="b"/>
              <a:pathLst>
                <a:path w="40" h="167" extrusionOk="0">
                  <a:moveTo>
                    <a:pt x="1" y="167"/>
                  </a:moveTo>
                  <a:cubicBezTo>
                    <a:pt x="1" y="128"/>
                    <a:pt x="1" y="40"/>
                    <a:pt x="40" y="1"/>
                  </a:cubicBezTo>
                  <a:lnTo>
                    <a:pt x="40" y="1"/>
                  </a:lnTo>
                  <a:cubicBezTo>
                    <a:pt x="1" y="40"/>
                    <a:pt x="1" y="128"/>
                    <a:pt x="1" y="1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1" name="Google Shape;3921;p60"/>
            <p:cNvSpPr/>
            <p:nvPr/>
          </p:nvSpPr>
          <p:spPr>
            <a:xfrm>
              <a:off x="3031530" y="3298810"/>
              <a:ext cx="15" cy="1864"/>
            </a:xfrm>
            <a:custGeom>
              <a:avLst/>
              <a:gdLst/>
              <a:ahLst/>
              <a:cxnLst/>
              <a:rect l="l" t="t" r="r" b="b"/>
              <a:pathLst>
                <a:path w="1" h="128" extrusionOk="0">
                  <a:moveTo>
                    <a:pt x="0" y="128"/>
                  </a:move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2" name="Google Shape;3922;p60"/>
            <p:cNvSpPr/>
            <p:nvPr/>
          </p:nvSpPr>
          <p:spPr>
            <a:xfrm>
              <a:off x="3029244" y="3313040"/>
              <a:ext cx="583" cy="1864"/>
            </a:xfrm>
            <a:custGeom>
              <a:avLst/>
              <a:gdLst/>
              <a:ahLst/>
              <a:cxnLst/>
              <a:rect l="l" t="t" r="r" b="b"/>
              <a:pathLst>
                <a:path w="40" h="128" extrusionOk="0">
                  <a:moveTo>
                    <a:pt x="1" y="128"/>
                  </a:moveTo>
                  <a:cubicBezTo>
                    <a:pt x="1" y="79"/>
                    <a:pt x="1" y="40"/>
                    <a:pt x="40" y="1"/>
                  </a:cubicBezTo>
                  <a:cubicBezTo>
                    <a:pt x="1" y="40"/>
                    <a:pt x="1" y="79"/>
                    <a:pt x="1" y="12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3" name="Google Shape;3923;p60"/>
            <p:cNvSpPr/>
            <p:nvPr/>
          </p:nvSpPr>
          <p:spPr>
            <a:xfrm>
              <a:off x="3029812" y="3309486"/>
              <a:ext cx="583" cy="1864"/>
            </a:xfrm>
            <a:custGeom>
              <a:avLst/>
              <a:gdLst/>
              <a:ahLst/>
              <a:cxnLst/>
              <a:rect l="l" t="t" r="r" b="b"/>
              <a:pathLst>
                <a:path w="40" h="128" extrusionOk="0">
                  <a:moveTo>
                    <a:pt x="1" y="128"/>
                  </a:moveTo>
                  <a:cubicBezTo>
                    <a:pt x="40" y="79"/>
                    <a:pt x="40" y="40"/>
                    <a:pt x="40" y="1"/>
                  </a:cubicBezTo>
                  <a:cubicBezTo>
                    <a:pt x="40" y="40"/>
                    <a:pt x="40" y="79"/>
                    <a:pt x="1" y="12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4" name="Google Shape;3924;p60"/>
            <p:cNvSpPr/>
            <p:nvPr/>
          </p:nvSpPr>
          <p:spPr>
            <a:xfrm>
              <a:off x="3033380" y="3256120"/>
              <a:ext cx="11259" cy="3568"/>
            </a:xfrm>
            <a:custGeom>
              <a:avLst/>
              <a:gdLst/>
              <a:ahLst/>
              <a:cxnLst/>
              <a:rect l="l" t="t" r="r" b="b"/>
              <a:pathLst>
                <a:path w="773" h="245" extrusionOk="0">
                  <a:moveTo>
                    <a:pt x="0" y="0"/>
                  </a:moveTo>
                  <a:cubicBezTo>
                    <a:pt x="78" y="40"/>
                    <a:pt x="205" y="40"/>
                    <a:pt x="283" y="79"/>
                  </a:cubicBezTo>
                  <a:lnTo>
                    <a:pt x="772" y="245"/>
                  </a:lnTo>
                  <a:lnTo>
                    <a:pt x="283" y="79"/>
                  </a:lnTo>
                  <a:cubicBezTo>
                    <a:pt x="205" y="40"/>
                    <a:pt x="78" y="4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5" name="Google Shape;3925;p60"/>
            <p:cNvSpPr/>
            <p:nvPr/>
          </p:nvSpPr>
          <p:spPr>
            <a:xfrm>
              <a:off x="3031530" y="3295256"/>
              <a:ext cx="15" cy="1151"/>
            </a:xfrm>
            <a:custGeom>
              <a:avLst/>
              <a:gdLst/>
              <a:ahLst/>
              <a:cxnLst/>
              <a:rect l="l" t="t" r="r" b="b"/>
              <a:pathLst>
                <a:path w="1" h="79" extrusionOk="0">
                  <a:moveTo>
                    <a:pt x="0" y="1"/>
                  </a:moveTo>
                  <a:lnTo>
                    <a:pt x="0" y="7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6" name="Google Shape;3926;p60"/>
            <p:cNvSpPr/>
            <p:nvPr/>
          </p:nvSpPr>
          <p:spPr>
            <a:xfrm>
              <a:off x="3027394" y="3316608"/>
              <a:ext cx="1151" cy="1864"/>
            </a:xfrm>
            <a:custGeom>
              <a:avLst/>
              <a:gdLst/>
              <a:ahLst/>
              <a:cxnLst/>
              <a:rect l="l" t="t" r="r" b="b"/>
              <a:pathLst>
                <a:path w="79" h="128" extrusionOk="0">
                  <a:moveTo>
                    <a:pt x="1" y="127"/>
                  </a:moveTo>
                  <a:cubicBezTo>
                    <a:pt x="40" y="78"/>
                    <a:pt x="40" y="39"/>
                    <a:pt x="79" y="0"/>
                  </a:cubicBezTo>
                  <a:cubicBezTo>
                    <a:pt x="40" y="39"/>
                    <a:pt x="40" y="78"/>
                    <a:pt x="1" y="12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7" name="Google Shape;3927;p60"/>
            <p:cNvSpPr/>
            <p:nvPr/>
          </p:nvSpPr>
          <p:spPr>
            <a:xfrm>
              <a:off x="3030962" y="3305932"/>
              <a:ext cx="15" cy="1864"/>
            </a:xfrm>
            <a:custGeom>
              <a:avLst/>
              <a:gdLst/>
              <a:ahLst/>
              <a:cxnLst/>
              <a:rect l="l" t="t" r="r" b="b"/>
              <a:pathLst>
                <a:path w="1" h="128" extrusionOk="0">
                  <a:moveTo>
                    <a:pt x="0" y="127"/>
                  </a:move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8" name="Google Shape;3928;p60"/>
            <p:cNvSpPr/>
            <p:nvPr/>
          </p:nvSpPr>
          <p:spPr>
            <a:xfrm>
              <a:off x="3030962" y="3302378"/>
              <a:ext cx="15" cy="1864"/>
            </a:xfrm>
            <a:custGeom>
              <a:avLst/>
              <a:gdLst/>
              <a:ahLst/>
              <a:cxnLst/>
              <a:rect l="l" t="t" r="r" b="b"/>
              <a:pathLst>
                <a:path w="1" h="128" extrusionOk="0">
                  <a:moveTo>
                    <a:pt x="0" y="127"/>
                  </a:move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29" name="Google Shape;3929;p60"/>
            <p:cNvSpPr/>
            <p:nvPr/>
          </p:nvSpPr>
          <p:spPr>
            <a:xfrm>
              <a:off x="3003624" y="3305932"/>
              <a:ext cx="435377" cy="432085"/>
            </a:xfrm>
            <a:custGeom>
              <a:avLst/>
              <a:gdLst/>
              <a:ahLst/>
              <a:cxnLst/>
              <a:rect l="l" t="t" r="r" b="b"/>
              <a:pathLst>
                <a:path w="29892" h="29666" extrusionOk="0">
                  <a:moveTo>
                    <a:pt x="17794" y="0"/>
                  </a:moveTo>
                  <a:cubicBezTo>
                    <a:pt x="17794" y="5"/>
                    <a:pt x="17793" y="10"/>
                    <a:pt x="17792" y="14"/>
                  </a:cubicBezTo>
                  <a:lnTo>
                    <a:pt x="17792" y="14"/>
                  </a:lnTo>
                  <a:cubicBezTo>
                    <a:pt x="17794" y="10"/>
                    <a:pt x="17794" y="6"/>
                    <a:pt x="17794" y="0"/>
                  </a:cubicBezTo>
                  <a:close/>
                  <a:moveTo>
                    <a:pt x="17792" y="14"/>
                  </a:moveTo>
                  <a:cubicBezTo>
                    <a:pt x="17785" y="39"/>
                    <a:pt x="17755" y="39"/>
                    <a:pt x="17755" y="39"/>
                  </a:cubicBezTo>
                  <a:cubicBezTo>
                    <a:pt x="17472" y="79"/>
                    <a:pt x="17149" y="167"/>
                    <a:pt x="16856" y="206"/>
                  </a:cubicBezTo>
                  <a:cubicBezTo>
                    <a:pt x="16817" y="245"/>
                    <a:pt x="16778" y="245"/>
                    <a:pt x="16739" y="245"/>
                  </a:cubicBezTo>
                  <a:cubicBezTo>
                    <a:pt x="16417" y="284"/>
                    <a:pt x="16123" y="372"/>
                    <a:pt x="15840" y="411"/>
                  </a:cubicBezTo>
                  <a:lnTo>
                    <a:pt x="15723" y="411"/>
                  </a:lnTo>
                  <a:cubicBezTo>
                    <a:pt x="15391" y="489"/>
                    <a:pt x="15107" y="528"/>
                    <a:pt x="14785" y="567"/>
                  </a:cubicBezTo>
                  <a:lnTo>
                    <a:pt x="14707" y="567"/>
                  </a:lnTo>
                  <a:cubicBezTo>
                    <a:pt x="14374" y="616"/>
                    <a:pt x="14052" y="655"/>
                    <a:pt x="13769" y="655"/>
                  </a:cubicBezTo>
                  <a:cubicBezTo>
                    <a:pt x="13730" y="655"/>
                    <a:pt x="13730" y="655"/>
                    <a:pt x="13681" y="694"/>
                  </a:cubicBezTo>
                  <a:cubicBezTo>
                    <a:pt x="13358" y="694"/>
                    <a:pt x="13036" y="733"/>
                    <a:pt x="12704" y="733"/>
                  </a:cubicBezTo>
                  <a:cubicBezTo>
                    <a:pt x="12108" y="779"/>
                    <a:pt x="11513" y="798"/>
                    <a:pt x="10910" y="798"/>
                  </a:cubicBezTo>
                  <a:cubicBezTo>
                    <a:pt x="10483" y="798"/>
                    <a:pt x="10053" y="789"/>
                    <a:pt x="9616" y="772"/>
                  </a:cubicBezTo>
                  <a:cubicBezTo>
                    <a:pt x="9332" y="733"/>
                    <a:pt x="9000" y="733"/>
                    <a:pt x="8717" y="694"/>
                  </a:cubicBezTo>
                  <a:cubicBezTo>
                    <a:pt x="8005" y="654"/>
                    <a:pt x="7284" y="612"/>
                    <a:pt x="6576" y="612"/>
                  </a:cubicBezTo>
                  <a:cubicBezTo>
                    <a:pt x="5021" y="612"/>
                    <a:pt x="3528" y="817"/>
                    <a:pt x="2326" y="1710"/>
                  </a:cubicBezTo>
                  <a:lnTo>
                    <a:pt x="2199" y="1789"/>
                  </a:lnTo>
                  <a:lnTo>
                    <a:pt x="2082" y="1710"/>
                  </a:lnTo>
                  <a:cubicBezTo>
                    <a:pt x="1955" y="1671"/>
                    <a:pt x="1838" y="1632"/>
                    <a:pt x="1760" y="1544"/>
                  </a:cubicBezTo>
                  <a:cubicBezTo>
                    <a:pt x="1711" y="1544"/>
                    <a:pt x="1672" y="1505"/>
                    <a:pt x="1672" y="1505"/>
                  </a:cubicBezTo>
                  <a:cubicBezTo>
                    <a:pt x="1555" y="1466"/>
                    <a:pt x="1467" y="1388"/>
                    <a:pt x="1349" y="1349"/>
                  </a:cubicBezTo>
                  <a:cubicBezTo>
                    <a:pt x="1222" y="1427"/>
                    <a:pt x="1144" y="1544"/>
                    <a:pt x="1027" y="1632"/>
                  </a:cubicBezTo>
                  <a:cubicBezTo>
                    <a:pt x="900" y="1789"/>
                    <a:pt x="734" y="1955"/>
                    <a:pt x="656" y="2121"/>
                  </a:cubicBezTo>
                  <a:cubicBezTo>
                    <a:pt x="1" y="3059"/>
                    <a:pt x="577" y="4153"/>
                    <a:pt x="1144" y="5335"/>
                  </a:cubicBezTo>
                  <a:cubicBezTo>
                    <a:pt x="1711" y="6430"/>
                    <a:pt x="2287" y="7573"/>
                    <a:pt x="2004" y="8755"/>
                  </a:cubicBezTo>
                  <a:cubicBezTo>
                    <a:pt x="2004" y="8873"/>
                    <a:pt x="1955" y="9000"/>
                    <a:pt x="1916" y="9166"/>
                  </a:cubicBezTo>
                  <a:cubicBezTo>
                    <a:pt x="1838" y="9410"/>
                    <a:pt x="1760" y="9654"/>
                    <a:pt x="1760" y="9899"/>
                  </a:cubicBezTo>
                  <a:cubicBezTo>
                    <a:pt x="1838" y="10338"/>
                    <a:pt x="2287" y="10631"/>
                    <a:pt x="2737" y="10915"/>
                  </a:cubicBezTo>
                  <a:cubicBezTo>
                    <a:pt x="2932" y="11032"/>
                    <a:pt x="3098" y="11159"/>
                    <a:pt x="3265" y="11276"/>
                  </a:cubicBezTo>
                  <a:cubicBezTo>
                    <a:pt x="4281" y="12097"/>
                    <a:pt x="4730" y="13602"/>
                    <a:pt x="4447" y="15312"/>
                  </a:cubicBezTo>
                  <a:cubicBezTo>
                    <a:pt x="4320" y="16045"/>
                    <a:pt x="4076" y="16739"/>
                    <a:pt x="3870" y="17422"/>
                  </a:cubicBezTo>
                  <a:cubicBezTo>
                    <a:pt x="3665" y="18038"/>
                    <a:pt x="3470" y="18693"/>
                    <a:pt x="3343" y="19299"/>
                  </a:cubicBezTo>
                  <a:cubicBezTo>
                    <a:pt x="3343" y="19426"/>
                    <a:pt x="3304" y="19543"/>
                    <a:pt x="3304" y="19670"/>
                  </a:cubicBezTo>
                  <a:cubicBezTo>
                    <a:pt x="3265" y="19709"/>
                    <a:pt x="3265" y="19748"/>
                    <a:pt x="3265" y="19787"/>
                  </a:cubicBezTo>
                  <a:cubicBezTo>
                    <a:pt x="3265" y="19865"/>
                    <a:pt x="3265" y="19953"/>
                    <a:pt x="3225" y="20031"/>
                  </a:cubicBezTo>
                  <a:lnTo>
                    <a:pt x="3225" y="20158"/>
                  </a:lnTo>
                  <a:lnTo>
                    <a:pt x="3225" y="20403"/>
                  </a:lnTo>
                  <a:cubicBezTo>
                    <a:pt x="3225" y="20442"/>
                    <a:pt x="3225" y="20520"/>
                    <a:pt x="3177" y="20559"/>
                  </a:cubicBezTo>
                  <a:lnTo>
                    <a:pt x="3177" y="20764"/>
                  </a:lnTo>
                  <a:lnTo>
                    <a:pt x="3177" y="20930"/>
                  </a:lnTo>
                  <a:lnTo>
                    <a:pt x="3177" y="21136"/>
                  </a:lnTo>
                  <a:lnTo>
                    <a:pt x="3177" y="21292"/>
                  </a:lnTo>
                  <a:lnTo>
                    <a:pt x="3177" y="21497"/>
                  </a:lnTo>
                  <a:cubicBezTo>
                    <a:pt x="3177" y="21575"/>
                    <a:pt x="3225" y="21624"/>
                    <a:pt x="3225" y="21663"/>
                  </a:cubicBezTo>
                  <a:lnTo>
                    <a:pt x="3225" y="21868"/>
                  </a:lnTo>
                  <a:lnTo>
                    <a:pt x="3225" y="22064"/>
                  </a:lnTo>
                  <a:cubicBezTo>
                    <a:pt x="3225" y="22113"/>
                    <a:pt x="3225" y="22191"/>
                    <a:pt x="3265" y="22230"/>
                  </a:cubicBezTo>
                  <a:lnTo>
                    <a:pt x="3265" y="22435"/>
                  </a:lnTo>
                  <a:cubicBezTo>
                    <a:pt x="3265" y="22474"/>
                    <a:pt x="3265" y="22552"/>
                    <a:pt x="3304" y="22601"/>
                  </a:cubicBezTo>
                  <a:lnTo>
                    <a:pt x="3304" y="22758"/>
                  </a:lnTo>
                  <a:cubicBezTo>
                    <a:pt x="3304" y="22846"/>
                    <a:pt x="3343" y="22924"/>
                    <a:pt x="3343" y="22963"/>
                  </a:cubicBezTo>
                  <a:lnTo>
                    <a:pt x="3343" y="23129"/>
                  </a:lnTo>
                  <a:cubicBezTo>
                    <a:pt x="3382" y="23207"/>
                    <a:pt x="3382" y="23285"/>
                    <a:pt x="3382" y="23334"/>
                  </a:cubicBezTo>
                  <a:cubicBezTo>
                    <a:pt x="3382" y="23373"/>
                    <a:pt x="3421" y="23451"/>
                    <a:pt x="3421" y="23490"/>
                  </a:cubicBezTo>
                  <a:cubicBezTo>
                    <a:pt x="3421" y="23578"/>
                    <a:pt x="3421" y="23617"/>
                    <a:pt x="3470" y="23696"/>
                  </a:cubicBezTo>
                  <a:lnTo>
                    <a:pt x="3470" y="23862"/>
                  </a:lnTo>
                  <a:cubicBezTo>
                    <a:pt x="3509" y="23901"/>
                    <a:pt x="3509" y="23979"/>
                    <a:pt x="3509" y="24067"/>
                  </a:cubicBezTo>
                  <a:cubicBezTo>
                    <a:pt x="3548" y="24106"/>
                    <a:pt x="3548" y="24145"/>
                    <a:pt x="3548" y="24184"/>
                  </a:cubicBezTo>
                  <a:cubicBezTo>
                    <a:pt x="3548" y="24262"/>
                    <a:pt x="3587" y="24350"/>
                    <a:pt x="3587" y="24428"/>
                  </a:cubicBezTo>
                  <a:cubicBezTo>
                    <a:pt x="3587" y="24468"/>
                    <a:pt x="3587" y="24468"/>
                    <a:pt x="3626" y="24507"/>
                  </a:cubicBezTo>
                  <a:cubicBezTo>
                    <a:pt x="3626" y="24673"/>
                    <a:pt x="3665" y="24839"/>
                    <a:pt x="3714" y="24995"/>
                  </a:cubicBezTo>
                  <a:lnTo>
                    <a:pt x="3909" y="25044"/>
                  </a:lnTo>
                  <a:cubicBezTo>
                    <a:pt x="4236" y="25068"/>
                    <a:pt x="4588" y="25106"/>
                    <a:pt x="4897" y="25106"/>
                  </a:cubicBezTo>
                  <a:cubicBezTo>
                    <a:pt x="5096" y="25106"/>
                    <a:pt x="5278" y="25090"/>
                    <a:pt x="5424" y="25044"/>
                  </a:cubicBezTo>
                  <a:lnTo>
                    <a:pt x="5541" y="24995"/>
                  </a:lnTo>
                  <a:lnTo>
                    <a:pt x="5668" y="25083"/>
                  </a:lnTo>
                  <a:cubicBezTo>
                    <a:pt x="6410" y="25651"/>
                    <a:pt x="6918" y="25869"/>
                    <a:pt x="7310" y="25869"/>
                  </a:cubicBezTo>
                  <a:cubicBezTo>
                    <a:pt x="7841" y="25869"/>
                    <a:pt x="8157" y="25468"/>
                    <a:pt x="8551" y="24995"/>
                  </a:cubicBezTo>
                  <a:cubicBezTo>
                    <a:pt x="8983" y="24460"/>
                    <a:pt x="9466" y="23835"/>
                    <a:pt x="10344" y="23835"/>
                  </a:cubicBezTo>
                  <a:cubicBezTo>
                    <a:pt x="10796" y="23835"/>
                    <a:pt x="11352" y="24000"/>
                    <a:pt x="12059" y="24428"/>
                  </a:cubicBezTo>
                  <a:cubicBezTo>
                    <a:pt x="12664" y="24839"/>
                    <a:pt x="13153" y="25445"/>
                    <a:pt x="13602" y="26021"/>
                  </a:cubicBezTo>
                  <a:cubicBezTo>
                    <a:pt x="14052" y="26627"/>
                    <a:pt x="14462" y="27194"/>
                    <a:pt x="15029" y="27487"/>
                  </a:cubicBezTo>
                  <a:cubicBezTo>
                    <a:pt x="15528" y="27785"/>
                    <a:pt x="16417" y="27950"/>
                    <a:pt x="17649" y="27950"/>
                  </a:cubicBezTo>
                  <a:cubicBezTo>
                    <a:pt x="17913" y="27950"/>
                    <a:pt x="18193" y="27942"/>
                    <a:pt x="18488" y="27927"/>
                  </a:cubicBezTo>
                  <a:cubicBezTo>
                    <a:pt x="18732" y="27927"/>
                    <a:pt x="19055" y="27848"/>
                    <a:pt x="19387" y="27731"/>
                  </a:cubicBezTo>
                  <a:cubicBezTo>
                    <a:pt x="19788" y="27643"/>
                    <a:pt x="20198" y="27526"/>
                    <a:pt x="20608" y="27526"/>
                  </a:cubicBezTo>
                  <a:cubicBezTo>
                    <a:pt x="20765" y="27526"/>
                    <a:pt x="20892" y="27526"/>
                    <a:pt x="21058" y="27604"/>
                  </a:cubicBezTo>
                  <a:cubicBezTo>
                    <a:pt x="21419" y="27682"/>
                    <a:pt x="21703" y="28054"/>
                    <a:pt x="21986" y="28415"/>
                  </a:cubicBezTo>
                  <a:cubicBezTo>
                    <a:pt x="22152" y="28659"/>
                    <a:pt x="22358" y="28904"/>
                    <a:pt x="22563" y="29031"/>
                  </a:cubicBezTo>
                  <a:cubicBezTo>
                    <a:pt x="23172" y="29381"/>
                    <a:pt x="24038" y="29666"/>
                    <a:pt x="24778" y="29666"/>
                  </a:cubicBezTo>
                  <a:cubicBezTo>
                    <a:pt x="25070" y="29666"/>
                    <a:pt x="25343" y="29622"/>
                    <a:pt x="25572" y="29519"/>
                  </a:cubicBezTo>
                  <a:cubicBezTo>
                    <a:pt x="25650" y="29441"/>
                    <a:pt x="25777" y="29070"/>
                    <a:pt x="25817" y="28904"/>
                  </a:cubicBezTo>
                  <a:cubicBezTo>
                    <a:pt x="25944" y="28620"/>
                    <a:pt x="25983" y="28464"/>
                    <a:pt x="26139" y="28376"/>
                  </a:cubicBezTo>
                  <a:cubicBezTo>
                    <a:pt x="26387" y="28272"/>
                    <a:pt x="26595" y="28237"/>
                    <a:pt x="26779" y="28237"/>
                  </a:cubicBezTo>
                  <a:cubicBezTo>
                    <a:pt x="26871" y="28237"/>
                    <a:pt x="26957" y="28246"/>
                    <a:pt x="27038" y="28259"/>
                  </a:cubicBezTo>
                  <a:cubicBezTo>
                    <a:pt x="27141" y="28259"/>
                    <a:pt x="27221" y="28269"/>
                    <a:pt x="27302" y="28269"/>
                  </a:cubicBezTo>
                  <a:cubicBezTo>
                    <a:pt x="27382" y="28269"/>
                    <a:pt x="27463" y="28259"/>
                    <a:pt x="27566" y="28220"/>
                  </a:cubicBezTo>
                  <a:cubicBezTo>
                    <a:pt x="27732" y="28171"/>
                    <a:pt x="27937" y="28171"/>
                    <a:pt x="28181" y="28171"/>
                  </a:cubicBezTo>
                  <a:cubicBezTo>
                    <a:pt x="28826" y="28093"/>
                    <a:pt x="29764" y="28054"/>
                    <a:pt x="29852" y="27565"/>
                  </a:cubicBezTo>
                  <a:cubicBezTo>
                    <a:pt x="29891" y="27321"/>
                    <a:pt x="29803" y="27194"/>
                    <a:pt x="29764" y="27155"/>
                  </a:cubicBezTo>
                  <a:cubicBezTo>
                    <a:pt x="29442" y="26705"/>
                    <a:pt x="28220" y="26666"/>
                    <a:pt x="27243" y="26666"/>
                  </a:cubicBezTo>
                  <a:cubicBezTo>
                    <a:pt x="26266" y="26627"/>
                    <a:pt x="25406" y="26588"/>
                    <a:pt x="25045" y="26217"/>
                  </a:cubicBezTo>
                  <a:lnTo>
                    <a:pt x="24918" y="26099"/>
                  </a:lnTo>
                  <a:lnTo>
                    <a:pt x="24966" y="25933"/>
                  </a:lnTo>
                  <a:cubicBezTo>
                    <a:pt x="25455" y="24917"/>
                    <a:pt x="24673" y="24262"/>
                    <a:pt x="23413" y="23373"/>
                  </a:cubicBezTo>
                  <a:cubicBezTo>
                    <a:pt x="22807" y="22924"/>
                    <a:pt x="22279" y="22513"/>
                    <a:pt x="21986" y="22025"/>
                  </a:cubicBezTo>
                  <a:cubicBezTo>
                    <a:pt x="21380" y="20725"/>
                    <a:pt x="21253" y="19670"/>
                    <a:pt x="21703" y="18888"/>
                  </a:cubicBezTo>
                  <a:cubicBezTo>
                    <a:pt x="22563" y="17422"/>
                    <a:pt x="25162" y="17266"/>
                    <a:pt x="27243" y="17139"/>
                  </a:cubicBezTo>
                  <a:cubicBezTo>
                    <a:pt x="27409" y="17139"/>
                    <a:pt x="27605" y="17100"/>
                    <a:pt x="27732" y="17100"/>
                  </a:cubicBezTo>
                  <a:lnTo>
                    <a:pt x="27566" y="16533"/>
                  </a:lnTo>
                  <a:cubicBezTo>
                    <a:pt x="27282" y="15673"/>
                    <a:pt x="26999" y="14862"/>
                    <a:pt x="26715" y="14003"/>
                  </a:cubicBezTo>
                  <a:cubicBezTo>
                    <a:pt x="23830" y="14322"/>
                    <a:pt x="20914" y="14494"/>
                    <a:pt x="18015" y="14494"/>
                  </a:cubicBezTo>
                  <a:cubicBezTo>
                    <a:pt x="17194" y="14494"/>
                    <a:pt x="16374" y="14480"/>
                    <a:pt x="15557" y="14452"/>
                  </a:cubicBezTo>
                  <a:lnTo>
                    <a:pt x="15391" y="14452"/>
                  </a:lnTo>
                  <a:lnTo>
                    <a:pt x="15312" y="14296"/>
                  </a:lnTo>
                  <a:cubicBezTo>
                    <a:pt x="14990" y="13113"/>
                    <a:pt x="15312" y="11726"/>
                    <a:pt x="16251" y="10465"/>
                  </a:cubicBezTo>
                  <a:cubicBezTo>
                    <a:pt x="16739" y="9772"/>
                    <a:pt x="17345" y="9166"/>
                    <a:pt x="17960" y="8550"/>
                  </a:cubicBezTo>
                  <a:cubicBezTo>
                    <a:pt x="18283" y="8267"/>
                    <a:pt x="18566" y="7944"/>
                    <a:pt x="18899" y="7612"/>
                  </a:cubicBezTo>
                  <a:cubicBezTo>
                    <a:pt x="19104" y="7368"/>
                    <a:pt x="19387" y="7085"/>
                    <a:pt x="19465" y="6762"/>
                  </a:cubicBezTo>
                  <a:cubicBezTo>
                    <a:pt x="19670" y="6029"/>
                    <a:pt x="19143" y="5414"/>
                    <a:pt x="18527" y="4720"/>
                  </a:cubicBezTo>
                  <a:cubicBezTo>
                    <a:pt x="18078" y="4153"/>
                    <a:pt x="17589" y="3586"/>
                    <a:pt x="17433" y="2893"/>
                  </a:cubicBezTo>
                  <a:cubicBezTo>
                    <a:pt x="17267" y="2199"/>
                    <a:pt x="17433" y="1544"/>
                    <a:pt x="17589" y="899"/>
                  </a:cubicBezTo>
                  <a:cubicBezTo>
                    <a:pt x="17676" y="572"/>
                    <a:pt x="17753" y="293"/>
                    <a:pt x="17792" y="1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0" name="Google Shape;3930;p60"/>
            <p:cNvSpPr/>
            <p:nvPr/>
          </p:nvSpPr>
          <p:spPr>
            <a:xfrm>
              <a:off x="3050596" y="3621454"/>
              <a:ext cx="15" cy="3000"/>
            </a:xfrm>
            <a:custGeom>
              <a:avLst/>
              <a:gdLst/>
              <a:ahLst/>
              <a:cxnLst/>
              <a:rect l="l" t="t" r="r" b="b"/>
              <a:pathLst>
                <a:path w="1" h="206" extrusionOk="0">
                  <a:moveTo>
                    <a:pt x="0" y="205"/>
                  </a:move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1" name="Google Shape;3931;p60"/>
            <p:cNvSpPr/>
            <p:nvPr/>
          </p:nvSpPr>
          <p:spPr>
            <a:xfrm>
              <a:off x="3050596" y="3627280"/>
              <a:ext cx="583" cy="2432"/>
            </a:xfrm>
            <a:custGeom>
              <a:avLst/>
              <a:gdLst/>
              <a:ahLst/>
              <a:cxnLst/>
              <a:rect l="l" t="t" r="r" b="b"/>
              <a:pathLst>
                <a:path w="40" h="167" extrusionOk="0">
                  <a:moveTo>
                    <a:pt x="40" y="167"/>
                  </a:moveTo>
                  <a:cubicBezTo>
                    <a:pt x="0" y="128"/>
                    <a:pt x="0" y="50"/>
                    <a:pt x="0" y="1"/>
                  </a:cubicBezTo>
                  <a:cubicBezTo>
                    <a:pt x="0" y="50"/>
                    <a:pt x="0" y="128"/>
                    <a:pt x="40" y="1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2" name="Google Shape;3932;p60"/>
            <p:cNvSpPr/>
            <p:nvPr/>
          </p:nvSpPr>
          <p:spPr>
            <a:xfrm>
              <a:off x="3049882" y="3616036"/>
              <a:ext cx="15" cy="3015"/>
            </a:xfrm>
            <a:custGeom>
              <a:avLst/>
              <a:gdLst/>
              <a:ahLst/>
              <a:cxnLst/>
              <a:rect l="l" t="t" r="r" b="b"/>
              <a:pathLst>
                <a:path w="1" h="207" extrusionOk="0">
                  <a:moveTo>
                    <a:pt x="1" y="206"/>
                  </a:move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3" name="Google Shape;3933;p60"/>
            <p:cNvSpPr/>
            <p:nvPr/>
          </p:nvSpPr>
          <p:spPr>
            <a:xfrm>
              <a:off x="3051164" y="3632698"/>
              <a:ext cx="583" cy="2432"/>
            </a:xfrm>
            <a:custGeom>
              <a:avLst/>
              <a:gdLst/>
              <a:ahLst/>
              <a:cxnLst/>
              <a:rect l="l" t="t" r="r" b="b"/>
              <a:pathLst>
                <a:path w="40" h="167" extrusionOk="0">
                  <a:moveTo>
                    <a:pt x="40" y="166"/>
                  </a:moveTo>
                  <a:cubicBezTo>
                    <a:pt x="1" y="117"/>
                    <a:pt x="1" y="39"/>
                    <a:pt x="1" y="0"/>
                  </a:cubicBezTo>
                  <a:cubicBezTo>
                    <a:pt x="1" y="39"/>
                    <a:pt x="1" y="117"/>
                    <a:pt x="40" y="16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4" name="Google Shape;3934;p60"/>
            <p:cNvSpPr/>
            <p:nvPr/>
          </p:nvSpPr>
          <p:spPr>
            <a:xfrm>
              <a:off x="3050596" y="3599533"/>
              <a:ext cx="15" cy="3568"/>
            </a:xfrm>
            <a:custGeom>
              <a:avLst/>
              <a:gdLst/>
              <a:ahLst/>
              <a:cxnLst/>
              <a:rect l="l" t="t" r="r" b="b"/>
              <a:pathLst>
                <a:path w="1" h="245" extrusionOk="0">
                  <a:moveTo>
                    <a:pt x="0" y="245"/>
                  </a:move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5" name="Google Shape;3935;p60"/>
            <p:cNvSpPr/>
            <p:nvPr/>
          </p:nvSpPr>
          <p:spPr>
            <a:xfrm>
              <a:off x="3049882" y="3610778"/>
              <a:ext cx="15" cy="3000"/>
            </a:xfrm>
            <a:custGeom>
              <a:avLst/>
              <a:gdLst/>
              <a:ahLst/>
              <a:cxnLst/>
              <a:rect l="l" t="t" r="r" b="b"/>
              <a:pathLst>
                <a:path w="1" h="206" extrusionOk="0">
                  <a:moveTo>
                    <a:pt x="1" y="206"/>
                  </a:move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6" name="Google Shape;3936;p60"/>
            <p:cNvSpPr/>
            <p:nvPr/>
          </p:nvSpPr>
          <p:spPr>
            <a:xfrm>
              <a:off x="3051732" y="3587007"/>
              <a:ext cx="583" cy="5418"/>
            </a:xfrm>
            <a:custGeom>
              <a:avLst/>
              <a:gdLst/>
              <a:ahLst/>
              <a:cxnLst/>
              <a:rect l="l" t="t" r="r" b="b"/>
              <a:pathLst>
                <a:path w="40" h="372" extrusionOk="0">
                  <a:moveTo>
                    <a:pt x="1" y="372"/>
                  </a:moveTo>
                  <a:cubicBezTo>
                    <a:pt x="1" y="245"/>
                    <a:pt x="40" y="128"/>
                    <a:pt x="40" y="1"/>
                  </a:cubicBezTo>
                  <a:cubicBezTo>
                    <a:pt x="40" y="128"/>
                    <a:pt x="1" y="245"/>
                    <a:pt x="1" y="37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7" name="Google Shape;3937;p60"/>
            <p:cNvSpPr/>
            <p:nvPr/>
          </p:nvSpPr>
          <p:spPr>
            <a:xfrm>
              <a:off x="3050596" y="3594130"/>
              <a:ext cx="583" cy="3568"/>
            </a:xfrm>
            <a:custGeom>
              <a:avLst/>
              <a:gdLst/>
              <a:ahLst/>
              <a:cxnLst/>
              <a:rect l="l" t="t" r="r" b="b"/>
              <a:pathLst>
                <a:path w="40" h="245" extrusionOk="0">
                  <a:moveTo>
                    <a:pt x="0" y="244"/>
                  </a:moveTo>
                  <a:cubicBezTo>
                    <a:pt x="40" y="166"/>
                    <a:pt x="40" y="78"/>
                    <a:pt x="40" y="0"/>
                  </a:cubicBezTo>
                  <a:cubicBezTo>
                    <a:pt x="40" y="78"/>
                    <a:pt x="40" y="166"/>
                    <a:pt x="0" y="2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8" name="Google Shape;3938;p60"/>
            <p:cNvSpPr/>
            <p:nvPr/>
          </p:nvSpPr>
          <p:spPr>
            <a:xfrm>
              <a:off x="3051732" y="3637388"/>
              <a:ext cx="583" cy="3000"/>
            </a:xfrm>
            <a:custGeom>
              <a:avLst/>
              <a:gdLst/>
              <a:ahLst/>
              <a:cxnLst/>
              <a:rect l="l" t="t" r="r" b="b"/>
              <a:pathLst>
                <a:path w="40" h="206" extrusionOk="0">
                  <a:moveTo>
                    <a:pt x="40" y="206"/>
                  </a:moveTo>
                  <a:cubicBezTo>
                    <a:pt x="40" y="167"/>
                    <a:pt x="1" y="89"/>
                    <a:pt x="1" y="1"/>
                  </a:cubicBezTo>
                  <a:cubicBezTo>
                    <a:pt x="1" y="89"/>
                    <a:pt x="40" y="167"/>
                    <a:pt x="40" y="20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39" name="Google Shape;3939;p60"/>
            <p:cNvSpPr/>
            <p:nvPr/>
          </p:nvSpPr>
          <p:spPr>
            <a:xfrm>
              <a:off x="3049882" y="3605374"/>
              <a:ext cx="15" cy="3000"/>
            </a:xfrm>
            <a:custGeom>
              <a:avLst/>
              <a:gdLst/>
              <a:ahLst/>
              <a:cxnLst/>
              <a:rect l="l" t="t" r="r" b="b"/>
              <a:pathLst>
                <a:path w="1" h="206" extrusionOk="0">
                  <a:moveTo>
                    <a:pt x="1" y="205"/>
                  </a:move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0" name="Google Shape;3940;p60"/>
            <p:cNvSpPr/>
            <p:nvPr/>
          </p:nvSpPr>
          <p:spPr>
            <a:xfrm>
              <a:off x="3054150" y="3653468"/>
              <a:ext cx="583" cy="3000"/>
            </a:xfrm>
            <a:custGeom>
              <a:avLst/>
              <a:gdLst/>
              <a:ahLst/>
              <a:cxnLst/>
              <a:rect l="l" t="t" r="r" b="b"/>
              <a:pathLst>
                <a:path w="40" h="206" extrusionOk="0">
                  <a:moveTo>
                    <a:pt x="40" y="206"/>
                  </a:moveTo>
                  <a:cubicBezTo>
                    <a:pt x="40" y="118"/>
                    <a:pt x="40" y="40"/>
                    <a:pt x="1" y="1"/>
                  </a:cubicBezTo>
                  <a:cubicBezTo>
                    <a:pt x="40" y="40"/>
                    <a:pt x="40" y="118"/>
                    <a:pt x="40" y="20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1" name="Google Shape;3941;p60"/>
            <p:cNvSpPr/>
            <p:nvPr/>
          </p:nvSpPr>
          <p:spPr>
            <a:xfrm>
              <a:off x="3052300" y="3642791"/>
              <a:ext cx="583" cy="3015"/>
            </a:xfrm>
            <a:custGeom>
              <a:avLst/>
              <a:gdLst/>
              <a:ahLst/>
              <a:cxnLst/>
              <a:rect l="l" t="t" r="r" b="b"/>
              <a:pathLst>
                <a:path w="40" h="207" extrusionOk="0">
                  <a:moveTo>
                    <a:pt x="40" y="206"/>
                  </a:moveTo>
                  <a:cubicBezTo>
                    <a:pt x="40" y="157"/>
                    <a:pt x="40" y="79"/>
                    <a:pt x="1" y="1"/>
                  </a:cubicBezTo>
                  <a:cubicBezTo>
                    <a:pt x="40" y="79"/>
                    <a:pt x="40" y="157"/>
                    <a:pt x="40" y="20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2" name="Google Shape;3942;p60"/>
            <p:cNvSpPr/>
            <p:nvPr/>
          </p:nvSpPr>
          <p:spPr>
            <a:xfrm>
              <a:off x="3056437" y="3662862"/>
              <a:ext cx="1282" cy="7137"/>
            </a:xfrm>
            <a:custGeom>
              <a:avLst/>
              <a:gdLst/>
              <a:ahLst/>
              <a:cxnLst/>
              <a:rect l="l" t="t" r="r" b="b"/>
              <a:pathLst>
                <a:path w="88" h="490" extrusionOk="0">
                  <a:moveTo>
                    <a:pt x="88" y="489"/>
                  </a:moveTo>
                  <a:lnTo>
                    <a:pt x="88" y="489"/>
                  </a:lnTo>
                  <a:cubicBezTo>
                    <a:pt x="39" y="333"/>
                    <a:pt x="0" y="167"/>
                    <a:pt x="0" y="1"/>
                  </a:cubicBezTo>
                  <a:cubicBezTo>
                    <a:pt x="0" y="167"/>
                    <a:pt x="39" y="333"/>
                    <a:pt x="88" y="48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3" name="Google Shape;3943;p60"/>
            <p:cNvSpPr/>
            <p:nvPr/>
          </p:nvSpPr>
          <p:spPr>
            <a:xfrm>
              <a:off x="3018568" y="3325566"/>
              <a:ext cx="4719" cy="4151"/>
            </a:xfrm>
            <a:custGeom>
              <a:avLst/>
              <a:gdLst/>
              <a:ahLst/>
              <a:cxnLst/>
              <a:rect l="l" t="t" r="r" b="b"/>
              <a:pathLst>
                <a:path w="324" h="285" extrusionOk="0">
                  <a:moveTo>
                    <a:pt x="284" y="1"/>
                  </a:moveTo>
                  <a:cubicBezTo>
                    <a:pt x="196" y="79"/>
                    <a:pt x="118" y="196"/>
                    <a:pt x="1" y="284"/>
                  </a:cubicBezTo>
                  <a:cubicBezTo>
                    <a:pt x="118" y="196"/>
                    <a:pt x="196" y="79"/>
                    <a:pt x="3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4" name="Google Shape;3944;p60"/>
            <p:cNvSpPr/>
            <p:nvPr/>
          </p:nvSpPr>
          <p:spPr>
            <a:xfrm>
              <a:off x="3053436" y="3648064"/>
              <a:ext cx="728" cy="3000"/>
            </a:xfrm>
            <a:custGeom>
              <a:avLst/>
              <a:gdLst/>
              <a:ahLst/>
              <a:cxnLst/>
              <a:rect l="l" t="t" r="r" b="b"/>
              <a:pathLst>
                <a:path w="50" h="206" extrusionOk="0">
                  <a:moveTo>
                    <a:pt x="50" y="206"/>
                  </a:moveTo>
                  <a:cubicBezTo>
                    <a:pt x="1" y="127"/>
                    <a:pt x="1" y="88"/>
                    <a:pt x="1" y="0"/>
                  </a:cubicBezTo>
                  <a:cubicBezTo>
                    <a:pt x="1" y="88"/>
                    <a:pt x="1" y="127"/>
                    <a:pt x="50" y="20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5" name="Google Shape;3945;p60"/>
            <p:cNvSpPr/>
            <p:nvPr/>
          </p:nvSpPr>
          <p:spPr>
            <a:xfrm>
              <a:off x="3055286" y="3658172"/>
              <a:ext cx="583" cy="3568"/>
            </a:xfrm>
            <a:custGeom>
              <a:avLst/>
              <a:gdLst/>
              <a:ahLst/>
              <a:cxnLst/>
              <a:rect l="l" t="t" r="r" b="b"/>
              <a:pathLst>
                <a:path w="40" h="245" extrusionOk="0">
                  <a:moveTo>
                    <a:pt x="40" y="244"/>
                  </a:moveTo>
                  <a:cubicBezTo>
                    <a:pt x="40" y="166"/>
                    <a:pt x="1" y="78"/>
                    <a:pt x="1" y="0"/>
                  </a:cubicBezTo>
                  <a:cubicBezTo>
                    <a:pt x="1" y="78"/>
                    <a:pt x="40" y="166"/>
                    <a:pt x="40" y="2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6" name="Google Shape;3946;p60"/>
            <p:cNvSpPr/>
            <p:nvPr/>
          </p:nvSpPr>
          <p:spPr>
            <a:xfrm>
              <a:off x="3143666" y="3316608"/>
              <a:ext cx="44991" cy="1151"/>
            </a:xfrm>
            <a:custGeom>
              <a:avLst/>
              <a:gdLst/>
              <a:ahLst/>
              <a:cxnLst/>
              <a:rect l="l" t="t" r="r" b="b"/>
              <a:pathLst>
                <a:path w="3089" h="79" extrusionOk="0">
                  <a:moveTo>
                    <a:pt x="3089" y="0"/>
                  </a:moveTo>
                  <a:cubicBezTo>
                    <a:pt x="2072" y="78"/>
                    <a:pt x="1056" y="78"/>
                    <a:pt x="1" y="39"/>
                  </a:cubicBezTo>
                  <a:cubicBezTo>
                    <a:pt x="1056" y="78"/>
                    <a:pt x="2072" y="78"/>
                    <a:pt x="30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7" name="Google Shape;3947;p60"/>
            <p:cNvSpPr/>
            <p:nvPr/>
          </p:nvSpPr>
          <p:spPr>
            <a:xfrm>
              <a:off x="3249132" y="3306500"/>
              <a:ext cx="13108" cy="2432"/>
            </a:xfrm>
            <a:custGeom>
              <a:avLst/>
              <a:gdLst/>
              <a:ahLst/>
              <a:cxnLst/>
              <a:rect l="l" t="t" r="r" b="b"/>
              <a:pathLst>
                <a:path w="900" h="167" extrusionOk="0">
                  <a:moveTo>
                    <a:pt x="0" y="167"/>
                  </a:moveTo>
                  <a:cubicBezTo>
                    <a:pt x="293" y="128"/>
                    <a:pt x="616" y="40"/>
                    <a:pt x="899" y="0"/>
                  </a:cubicBezTo>
                  <a:cubicBezTo>
                    <a:pt x="616" y="40"/>
                    <a:pt x="293" y="128"/>
                    <a:pt x="0" y="1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8" name="Google Shape;3948;p60"/>
            <p:cNvSpPr/>
            <p:nvPr/>
          </p:nvSpPr>
          <p:spPr>
            <a:xfrm>
              <a:off x="3023272" y="3325566"/>
              <a:ext cx="4704" cy="2301"/>
            </a:xfrm>
            <a:custGeom>
              <a:avLst/>
              <a:gdLst/>
              <a:ahLst/>
              <a:cxnLst/>
              <a:rect l="l" t="t" r="r" b="b"/>
              <a:pathLst>
                <a:path w="323" h="158" extrusionOk="0">
                  <a:moveTo>
                    <a:pt x="0" y="1"/>
                  </a:moveTo>
                  <a:cubicBezTo>
                    <a:pt x="118" y="40"/>
                    <a:pt x="206" y="118"/>
                    <a:pt x="323" y="157"/>
                  </a:cubicBezTo>
                  <a:cubicBezTo>
                    <a:pt x="206" y="118"/>
                    <a:pt x="118" y="4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49" name="Google Shape;3949;p60"/>
            <p:cNvSpPr/>
            <p:nvPr/>
          </p:nvSpPr>
          <p:spPr>
            <a:xfrm>
              <a:off x="3234333" y="3309486"/>
              <a:ext cx="13108" cy="2432"/>
            </a:xfrm>
            <a:custGeom>
              <a:avLst/>
              <a:gdLst/>
              <a:ahLst/>
              <a:cxnLst/>
              <a:rect l="l" t="t" r="r" b="b"/>
              <a:pathLst>
                <a:path w="900" h="167" extrusionOk="0">
                  <a:moveTo>
                    <a:pt x="0" y="167"/>
                  </a:moveTo>
                  <a:cubicBezTo>
                    <a:pt x="283" y="128"/>
                    <a:pt x="577" y="40"/>
                    <a:pt x="899" y="1"/>
                  </a:cubicBezTo>
                  <a:cubicBezTo>
                    <a:pt x="577" y="40"/>
                    <a:pt x="283" y="128"/>
                    <a:pt x="0" y="1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0" name="Google Shape;3950;p60"/>
            <p:cNvSpPr/>
            <p:nvPr/>
          </p:nvSpPr>
          <p:spPr>
            <a:xfrm>
              <a:off x="3188643" y="3316040"/>
              <a:ext cx="14245" cy="583"/>
            </a:xfrm>
            <a:custGeom>
              <a:avLst/>
              <a:gdLst/>
              <a:ahLst/>
              <a:cxnLst/>
              <a:rect l="l" t="t" r="r" b="b"/>
              <a:pathLst>
                <a:path w="978" h="40" extrusionOk="0">
                  <a:moveTo>
                    <a:pt x="1" y="39"/>
                  </a:moveTo>
                  <a:cubicBezTo>
                    <a:pt x="333" y="39"/>
                    <a:pt x="655" y="0"/>
                    <a:pt x="978" y="0"/>
                  </a:cubicBezTo>
                  <a:cubicBezTo>
                    <a:pt x="655" y="0"/>
                    <a:pt x="333" y="39"/>
                    <a:pt x="1" y="3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1" name="Google Shape;3951;p60"/>
            <p:cNvSpPr/>
            <p:nvPr/>
          </p:nvSpPr>
          <p:spPr>
            <a:xfrm>
              <a:off x="3029244" y="3328420"/>
              <a:ext cx="4719" cy="2432"/>
            </a:xfrm>
            <a:custGeom>
              <a:avLst/>
              <a:gdLst/>
              <a:ahLst/>
              <a:cxnLst/>
              <a:rect l="l" t="t" r="r" b="b"/>
              <a:pathLst>
                <a:path w="324" h="167" extrusionOk="0">
                  <a:moveTo>
                    <a:pt x="1" y="0"/>
                  </a:moveTo>
                  <a:cubicBezTo>
                    <a:pt x="79" y="88"/>
                    <a:pt x="196" y="127"/>
                    <a:pt x="323" y="166"/>
                  </a:cubicBezTo>
                  <a:cubicBezTo>
                    <a:pt x="196" y="127"/>
                    <a:pt x="79" y="88"/>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2" name="Google Shape;3952;p60"/>
            <p:cNvSpPr/>
            <p:nvPr/>
          </p:nvSpPr>
          <p:spPr>
            <a:xfrm>
              <a:off x="3204155" y="3314190"/>
              <a:ext cx="13677" cy="1296"/>
            </a:xfrm>
            <a:custGeom>
              <a:avLst/>
              <a:gdLst/>
              <a:ahLst/>
              <a:cxnLst/>
              <a:rect l="l" t="t" r="r" b="b"/>
              <a:pathLst>
                <a:path w="939" h="89" extrusionOk="0">
                  <a:moveTo>
                    <a:pt x="1" y="88"/>
                  </a:moveTo>
                  <a:cubicBezTo>
                    <a:pt x="284" y="88"/>
                    <a:pt x="606" y="49"/>
                    <a:pt x="939" y="0"/>
                  </a:cubicBezTo>
                  <a:cubicBezTo>
                    <a:pt x="606" y="49"/>
                    <a:pt x="284" y="88"/>
                    <a:pt x="1" y="8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3" name="Google Shape;3953;p60"/>
            <p:cNvSpPr/>
            <p:nvPr/>
          </p:nvSpPr>
          <p:spPr>
            <a:xfrm>
              <a:off x="3218953" y="3311904"/>
              <a:ext cx="13677" cy="2301"/>
            </a:xfrm>
            <a:custGeom>
              <a:avLst/>
              <a:gdLst/>
              <a:ahLst/>
              <a:cxnLst/>
              <a:rect l="l" t="t" r="r" b="b"/>
              <a:pathLst>
                <a:path w="939" h="158" extrusionOk="0">
                  <a:moveTo>
                    <a:pt x="1" y="157"/>
                  </a:moveTo>
                  <a:cubicBezTo>
                    <a:pt x="323" y="118"/>
                    <a:pt x="607" y="79"/>
                    <a:pt x="939" y="1"/>
                  </a:cubicBezTo>
                  <a:cubicBezTo>
                    <a:pt x="607" y="79"/>
                    <a:pt x="323" y="118"/>
                    <a:pt x="1" y="15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4" name="Google Shape;3954;p60"/>
            <p:cNvSpPr/>
            <p:nvPr/>
          </p:nvSpPr>
          <p:spPr>
            <a:xfrm>
              <a:off x="3230197" y="3084195"/>
              <a:ext cx="302442" cy="470231"/>
            </a:xfrm>
            <a:custGeom>
              <a:avLst/>
              <a:gdLst/>
              <a:ahLst/>
              <a:cxnLst/>
              <a:rect l="l" t="t" r="r" b="b"/>
              <a:pathLst>
                <a:path w="20765" h="32285" extrusionOk="0">
                  <a:moveTo>
                    <a:pt x="17550" y="1"/>
                  </a:moveTo>
                  <a:cubicBezTo>
                    <a:pt x="16407" y="79"/>
                    <a:pt x="15224" y="118"/>
                    <a:pt x="14091" y="157"/>
                  </a:cubicBezTo>
                  <a:cubicBezTo>
                    <a:pt x="12869" y="245"/>
                    <a:pt x="11609" y="284"/>
                    <a:pt x="10339" y="362"/>
                  </a:cubicBezTo>
                  <a:cubicBezTo>
                    <a:pt x="10221" y="401"/>
                    <a:pt x="10094" y="401"/>
                    <a:pt x="9977" y="401"/>
                  </a:cubicBezTo>
                  <a:cubicBezTo>
                    <a:pt x="9772" y="450"/>
                    <a:pt x="9606" y="450"/>
                    <a:pt x="9450" y="450"/>
                  </a:cubicBezTo>
                  <a:cubicBezTo>
                    <a:pt x="9244" y="489"/>
                    <a:pt x="9039" y="489"/>
                    <a:pt x="8873" y="528"/>
                  </a:cubicBezTo>
                  <a:lnTo>
                    <a:pt x="8511" y="528"/>
                  </a:lnTo>
                  <a:cubicBezTo>
                    <a:pt x="8306" y="568"/>
                    <a:pt x="8140" y="568"/>
                    <a:pt x="7945" y="607"/>
                  </a:cubicBezTo>
                  <a:cubicBezTo>
                    <a:pt x="7818" y="607"/>
                    <a:pt x="7700" y="646"/>
                    <a:pt x="7573" y="646"/>
                  </a:cubicBezTo>
                  <a:cubicBezTo>
                    <a:pt x="7407" y="646"/>
                    <a:pt x="7251" y="695"/>
                    <a:pt x="7085" y="734"/>
                  </a:cubicBezTo>
                  <a:cubicBezTo>
                    <a:pt x="6968" y="734"/>
                    <a:pt x="6841" y="734"/>
                    <a:pt x="6674" y="773"/>
                  </a:cubicBezTo>
                  <a:cubicBezTo>
                    <a:pt x="6674" y="812"/>
                    <a:pt x="6635" y="851"/>
                    <a:pt x="6635" y="890"/>
                  </a:cubicBezTo>
                  <a:cubicBezTo>
                    <a:pt x="6479" y="1183"/>
                    <a:pt x="6274" y="1506"/>
                    <a:pt x="6108" y="1828"/>
                  </a:cubicBezTo>
                  <a:lnTo>
                    <a:pt x="2815" y="7574"/>
                  </a:lnTo>
                  <a:cubicBezTo>
                    <a:pt x="2121" y="8795"/>
                    <a:pt x="1545" y="9928"/>
                    <a:pt x="1711" y="11072"/>
                  </a:cubicBezTo>
                  <a:cubicBezTo>
                    <a:pt x="1750" y="11638"/>
                    <a:pt x="1994" y="12127"/>
                    <a:pt x="2238" y="12703"/>
                  </a:cubicBezTo>
                  <a:cubicBezTo>
                    <a:pt x="2483" y="13270"/>
                    <a:pt x="2766" y="13925"/>
                    <a:pt x="2815" y="14570"/>
                  </a:cubicBezTo>
                  <a:lnTo>
                    <a:pt x="2815" y="14736"/>
                  </a:lnTo>
                  <a:cubicBezTo>
                    <a:pt x="2815" y="15263"/>
                    <a:pt x="2688" y="15752"/>
                    <a:pt x="2571" y="16241"/>
                  </a:cubicBezTo>
                  <a:cubicBezTo>
                    <a:pt x="2404" y="16768"/>
                    <a:pt x="2277" y="17306"/>
                    <a:pt x="2326" y="17794"/>
                  </a:cubicBezTo>
                  <a:cubicBezTo>
                    <a:pt x="2326" y="17872"/>
                    <a:pt x="2365" y="17911"/>
                    <a:pt x="2365" y="17990"/>
                  </a:cubicBezTo>
                  <a:cubicBezTo>
                    <a:pt x="2522" y="18566"/>
                    <a:pt x="2932" y="19094"/>
                    <a:pt x="3382" y="19621"/>
                  </a:cubicBezTo>
                  <a:cubicBezTo>
                    <a:pt x="3987" y="20354"/>
                    <a:pt x="4681" y="21126"/>
                    <a:pt x="4398" y="22103"/>
                  </a:cubicBezTo>
                  <a:cubicBezTo>
                    <a:pt x="4281" y="22553"/>
                    <a:pt x="3987" y="22875"/>
                    <a:pt x="3704" y="23207"/>
                  </a:cubicBezTo>
                  <a:cubicBezTo>
                    <a:pt x="3382" y="23530"/>
                    <a:pt x="3059" y="23852"/>
                    <a:pt x="2766" y="24146"/>
                  </a:cubicBezTo>
                  <a:cubicBezTo>
                    <a:pt x="2160" y="24712"/>
                    <a:pt x="1593" y="25318"/>
                    <a:pt x="1105" y="25973"/>
                  </a:cubicBezTo>
                  <a:cubicBezTo>
                    <a:pt x="323" y="27077"/>
                    <a:pt x="1" y="28210"/>
                    <a:pt x="206" y="29187"/>
                  </a:cubicBezTo>
                  <a:cubicBezTo>
                    <a:pt x="849" y="29203"/>
                    <a:pt x="1492" y="29210"/>
                    <a:pt x="2135" y="29210"/>
                  </a:cubicBezTo>
                  <a:cubicBezTo>
                    <a:pt x="5194" y="29210"/>
                    <a:pt x="8249" y="29038"/>
                    <a:pt x="11277" y="28699"/>
                  </a:cubicBezTo>
                  <a:lnTo>
                    <a:pt x="11482" y="28699"/>
                  </a:lnTo>
                  <a:lnTo>
                    <a:pt x="11560" y="28865"/>
                  </a:lnTo>
                  <a:cubicBezTo>
                    <a:pt x="11853" y="29803"/>
                    <a:pt x="12176" y="30692"/>
                    <a:pt x="12459" y="31591"/>
                  </a:cubicBezTo>
                  <a:lnTo>
                    <a:pt x="12703" y="32285"/>
                  </a:lnTo>
                  <a:cubicBezTo>
                    <a:pt x="13075" y="32246"/>
                    <a:pt x="13319" y="32207"/>
                    <a:pt x="13563" y="32158"/>
                  </a:cubicBezTo>
                  <a:cubicBezTo>
                    <a:pt x="14052" y="32080"/>
                    <a:pt x="14579" y="32041"/>
                    <a:pt x="15068" y="32041"/>
                  </a:cubicBezTo>
                  <a:cubicBezTo>
                    <a:pt x="15801" y="32002"/>
                    <a:pt x="16534" y="31963"/>
                    <a:pt x="17179" y="31718"/>
                  </a:cubicBezTo>
                  <a:cubicBezTo>
                    <a:pt x="17550" y="31591"/>
                    <a:pt x="17833" y="31347"/>
                    <a:pt x="18117" y="31142"/>
                  </a:cubicBezTo>
                  <a:cubicBezTo>
                    <a:pt x="18605" y="30780"/>
                    <a:pt x="19094" y="30409"/>
                    <a:pt x="19866" y="30370"/>
                  </a:cubicBezTo>
                  <a:cubicBezTo>
                    <a:pt x="20198" y="30370"/>
                    <a:pt x="20481" y="30497"/>
                    <a:pt x="20765" y="30653"/>
                  </a:cubicBezTo>
                  <a:cubicBezTo>
                    <a:pt x="20765" y="30536"/>
                    <a:pt x="20765" y="30370"/>
                    <a:pt x="20726" y="30253"/>
                  </a:cubicBezTo>
                  <a:cubicBezTo>
                    <a:pt x="20726" y="30008"/>
                    <a:pt x="20686" y="29764"/>
                    <a:pt x="20686" y="29520"/>
                  </a:cubicBezTo>
                  <a:cubicBezTo>
                    <a:pt x="20647" y="29315"/>
                    <a:pt x="20647" y="29070"/>
                    <a:pt x="20599" y="28865"/>
                  </a:cubicBezTo>
                  <a:cubicBezTo>
                    <a:pt x="20599" y="28660"/>
                    <a:pt x="20559" y="28416"/>
                    <a:pt x="20559" y="28210"/>
                  </a:cubicBezTo>
                  <a:cubicBezTo>
                    <a:pt x="20520" y="27966"/>
                    <a:pt x="20520" y="27722"/>
                    <a:pt x="20481" y="27478"/>
                  </a:cubicBezTo>
                  <a:cubicBezTo>
                    <a:pt x="20481" y="27272"/>
                    <a:pt x="20481" y="27077"/>
                    <a:pt x="20442" y="26872"/>
                  </a:cubicBezTo>
                  <a:cubicBezTo>
                    <a:pt x="20442" y="26588"/>
                    <a:pt x="20403" y="26344"/>
                    <a:pt x="20403" y="26100"/>
                  </a:cubicBezTo>
                  <a:cubicBezTo>
                    <a:pt x="20403" y="25895"/>
                    <a:pt x="20354" y="25689"/>
                    <a:pt x="20354" y="25523"/>
                  </a:cubicBezTo>
                  <a:cubicBezTo>
                    <a:pt x="20315" y="25240"/>
                    <a:pt x="20315" y="24957"/>
                    <a:pt x="20315" y="24712"/>
                  </a:cubicBezTo>
                  <a:cubicBezTo>
                    <a:pt x="20276" y="24507"/>
                    <a:pt x="20276" y="24341"/>
                    <a:pt x="20276" y="24185"/>
                  </a:cubicBezTo>
                  <a:cubicBezTo>
                    <a:pt x="20237" y="23901"/>
                    <a:pt x="20237" y="23608"/>
                    <a:pt x="20237" y="23325"/>
                  </a:cubicBezTo>
                  <a:cubicBezTo>
                    <a:pt x="20198" y="23168"/>
                    <a:pt x="20198" y="23002"/>
                    <a:pt x="20198" y="22797"/>
                  </a:cubicBezTo>
                  <a:cubicBezTo>
                    <a:pt x="20198" y="22514"/>
                    <a:pt x="20159" y="22230"/>
                    <a:pt x="20159" y="21947"/>
                  </a:cubicBezTo>
                  <a:cubicBezTo>
                    <a:pt x="20159" y="21781"/>
                    <a:pt x="20110" y="21615"/>
                    <a:pt x="20110" y="21458"/>
                  </a:cubicBezTo>
                  <a:cubicBezTo>
                    <a:pt x="20110" y="21048"/>
                    <a:pt x="20071" y="20599"/>
                    <a:pt x="20071" y="20149"/>
                  </a:cubicBezTo>
                  <a:cubicBezTo>
                    <a:pt x="19954" y="17628"/>
                    <a:pt x="19787" y="15058"/>
                    <a:pt x="19582" y="12459"/>
                  </a:cubicBezTo>
                  <a:lnTo>
                    <a:pt x="19582" y="12332"/>
                  </a:lnTo>
                  <a:cubicBezTo>
                    <a:pt x="19543" y="11971"/>
                    <a:pt x="19504" y="11560"/>
                    <a:pt x="19504" y="11199"/>
                  </a:cubicBezTo>
                  <a:cubicBezTo>
                    <a:pt x="19465" y="11111"/>
                    <a:pt x="19465" y="11033"/>
                    <a:pt x="19465" y="10954"/>
                  </a:cubicBezTo>
                  <a:cubicBezTo>
                    <a:pt x="19426" y="10622"/>
                    <a:pt x="19377" y="10261"/>
                    <a:pt x="19338" y="9928"/>
                  </a:cubicBezTo>
                  <a:lnTo>
                    <a:pt x="19338" y="9606"/>
                  </a:lnTo>
                  <a:cubicBezTo>
                    <a:pt x="19299" y="9283"/>
                    <a:pt x="19260" y="8951"/>
                    <a:pt x="19221" y="8629"/>
                  </a:cubicBezTo>
                  <a:cubicBezTo>
                    <a:pt x="19221" y="8512"/>
                    <a:pt x="19182" y="8385"/>
                    <a:pt x="19182" y="8267"/>
                  </a:cubicBezTo>
                  <a:cubicBezTo>
                    <a:pt x="19133" y="7974"/>
                    <a:pt x="19094" y="7691"/>
                    <a:pt x="19055" y="7368"/>
                  </a:cubicBezTo>
                  <a:cubicBezTo>
                    <a:pt x="19016" y="7241"/>
                    <a:pt x="19016" y="7085"/>
                    <a:pt x="18976" y="6958"/>
                  </a:cubicBezTo>
                  <a:cubicBezTo>
                    <a:pt x="18937" y="6675"/>
                    <a:pt x="18889" y="6391"/>
                    <a:pt x="18849" y="6108"/>
                  </a:cubicBezTo>
                  <a:cubicBezTo>
                    <a:pt x="18849" y="5981"/>
                    <a:pt x="18810" y="5824"/>
                    <a:pt x="18771" y="5658"/>
                  </a:cubicBezTo>
                  <a:cubicBezTo>
                    <a:pt x="18732" y="5414"/>
                    <a:pt x="18693" y="5131"/>
                    <a:pt x="18644" y="4847"/>
                  </a:cubicBezTo>
                  <a:cubicBezTo>
                    <a:pt x="18605" y="4681"/>
                    <a:pt x="18605" y="4554"/>
                    <a:pt x="18566" y="4398"/>
                  </a:cubicBezTo>
                  <a:cubicBezTo>
                    <a:pt x="18527" y="4115"/>
                    <a:pt x="18488" y="3870"/>
                    <a:pt x="18400" y="3577"/>
                  </a:cubicBezTo>
                  <a:cubicBezTo>
                    <a:pt x="18361" y="3421"/>
                    <a:pt x="18361" y="3255"/>
                    <a:pt x="18322" y="3089"/>
                  </a:cubicBezTo>
                  <a:cubicBezTo>
                    <a:pt x="18244" y="2844"/>
                    <a:pt x="18205" y="2600"/>
                    <a:pt x="18156" y="2356"/>
                  </a:cubicBezTo>
                  <a:cubicBezTo>
                    <a:pt x="18117" y="2199"/>
                    <a:pt x="18078" y="2033"/>
                    <a:pt x="18038" y="1867"/>
                  </a:cubicBezTo>
                  <a:cubicBezTo>
                    <a:pt x="17960" y="1584"/>
                    <a:pt x="17911" y="1339"/>
                    <a:pt x="17833" y="1095"/>
                  </a:cubicBezTo>
                  <a:cubicBezTo>
                    <a:pt x="17794" y="939"/>
                    <a:pt x="17755" y="773"/>
                    <a:pt x="17716" y="607"/>
                  </a:cubicBezTo>
                  <a:cubicBezTo>
                    <a:pt x="17667" y="401"/>
                    <a:pt x="17589" y="206"/>
                    <a:pt x="1755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5" name="Google Shape;3955;p60"/>
            <p:cNvSpPr/>
            <p:nvPr/>
          </p:nvSpPr>
          <p:spPr>
            <a:xfrm>
              <a:off x="3271183" y="3097157"/>
              <a:ext cx="55667" cy="97352"/>
            </a:xfrm>
            <a:custGeom>
              <a:avLst/>
              <a:gdLst/>
              <a:ahLst/>
              <a:cxnLst/>
              <a:rect l="l" t="t" r="r" b="b"/>
              <a:pathLst>
                <a:path w="3822" h="6684" extrusionOk="0">
                  <a:moveTo>
                    <a:pt x="1" y="6684"/>
                  </a:moveTo>
                  <a:lnTo>
                    <a:pt x="3294" y="938"/>
                  </a:lnTo>
                  <a:cubicBezTo>
                    <a:pt x="3460" y="616"/>
                    <a:pt x="3665" y="293"/>
                    <a:pt x="3821" y="0"/>
                  </a:cubicBezTo>
                  <a:cubicBezTo>
                    <a:pt x="3665" y="293"/>
                    <a:pt x="3460" y="616"/>
                    <a:pt x="3294" y="93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6" name="Google Shape;3956;p60"/>
            <p:cNvSpPr/>
            <p:nvPr/>
          </p:nvSpPr>
          <p:spPr>
            <a:xfrm>
              <a:off x="3264075" y="3343364"/>
              <a:ext cx="583" cy="2855"/>
            </a:xfrm>
            <a:custGeom>
              <a:avLst/>
              <a:gdLst/>
              <a:ahLst/>
              <a:cxnLst/>
              <a:rect l="l" t="t" r="r" b="b"/>
              <a:pathLst>
                <a:path w="40" h="196" extrusionOk="0">
                  <a:moveTo>
                    <a:pt x="39" y="196"/>
                  </a:moveTo>
                  <a:cubicBezTo>
                    <a:pt x="39" y="117"/>
                    <a:pt x="0" y="78"/>
                    <a:pt x="0" y="0"/>
                  </a:cubicBezTo>
                  <a:cubicBezTo>
                    <a:pt x="0" y="78"/>
                    <a:pt x="39" y="117"/>
                    <a:pt x="39" y="19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7" name="Google Shape;3957;p60"/>
            <p:cNvSpPr/>
            <p:nvPr/>
          </p:nvSpPr>
          <p:spPr>
            <a:xfrm>
              <a:off x="3271183" y="3296392"/>
              <a:ext cx="15" cy="2432"/>
            </a:xfrm>
            <a:custGeom>
              <a:avLst/>
              <a:gdLst/>
              <a:ahLst/>
              <a:cxnLst/>
              <a:rect l="l" t="t" r="r" b="b"/>
              <a:pathLst>
                <a:path w="1" h="167" extrusionOk="0">
                  <a:moveTo>
                    <a:pt x="1" y="1"/>
                  </a:moveTo>
                  <a:lnTo>
                    <a:pt x="1" y="1"/>
                  </a:lnTo>
                  <a:lnTo>
                    <a:pt x="1" y="167"/>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8" name="Google Shape;3958;p60"/>
            <p:cNvSpPr/>
            <p:nvPr/>
          </p:nvSpPr>
          <p:spPr>
            <a:xfrm>
              <a:off x="3493489" y="3048044"/>
              <a:ext cx="307132" cy="492792"/>
            </a:xfrm>
            <a:custGeom>
              <a:avLst/>
              <a:gdLst/>
              <a:ahLst/>
              <a:cxnLst/>
              <a:rect l="l" t="t" r="r" b="b"/>
              <a:pathLst>
                <a:path w="21087" h="33834" extrusionOk="0">
                  <a:moveTo>
                    <a:pt x="14657" y="1"/>
                  </a:moveTo>
                  <a:cubicBezTo>
                    <a:pt x="14452" y="40"/>
                    <a:pt x="14296" y="40"/>
                    <a:pt x="14091" y="79"/>
                  </a:cubicBezTo>
                  <a:cubicBezTo>
                    <a:pt x="12254" y="323"/>
                    <a:pt x="10387" y="734"/>
                    <a:pt x="8589" y="1095"/>
                  </a:cubicBezTo>
                  <a:cubicBezTo>
                    <a:pt x="6801" y="1467"/>
                    <a:pt x="4964" y="1867"/>
                    <a:pt x="3137" y="2112"/>
                  </a:cubicBezTo>
                  <a:cubicBezTo>
                    <a:pt x="2893" y="2151"/>
                    <a:pt x="2609" y="2199"/>
                    <a:pt x="2326" y="2239"/>
                  </a:cubicBezTo>
                  <a:lnTo>
                    <a:pt x="2160" y="2239"/>
                  </a:lnTo>
                  <a:cubicBezTo>
                    <a:pt x="1955" y="2278"/>
                    <a:pt x="1750" y="2278"/>
                    <a:pt x="1544" y="2317"/>
                  </a:cubicBezTo>
                  <a:cubicBezTo>
                    <a:pt x="1349" y="2317"/>
                    <a:pt x="1183" y="2317"/>
                    <a:pt x="1017" y="2356"/>
                  </a:cubicBezTo>
                  <a:lnTo>
                    <a:pt x="812" y="2356"/>
                  </a:lnTo>
                  <a:cubicBezTo>
                    <a:pt x="528" y="2395"/>
                    <a:pt x="245" y="2395"/>
                    <a:pt x="1" y="2444"/>
                  </a:cubicBezTo>
                  <a:cubicBezTo>
                    <a:pt x="40" y="2600"/>
                    <a:pt x="79" y="2805"/>
                    <a:pt x="128" y="2971"/>
                  </a:cubicBezTo>
                  <a:cubicBezTo>
                    <a:pt x="167" y="3177"/>
                    <a:pt x="245" y="3333"/>
                    <a:pt x="284" y="3499"/>
                  </a:cubicBezTo>
                  <a:cubicBezTo>
                    <a:pt x="323" y="3743"/>
                    <a:pt x="411" y="3988"/>
                    <a:pt x="450" y="4232"/>
                  </a:cubicBezTo>
                  <a:cubicBezTo>
                    <a:pt x="489" y="4398"/>
                    <a:pt x="528" y="4593"/>
                    <a:pt x="567" y="4760"/>
                  </a:cubicBezTo>
                  <a:cubicBezTo>
                    <a:pt x="616" y="5004"/>
                    <a:pt x="694" y="5248"/>
                    <a:pt x="733" y="5492"/>
                  </a:cubicBezTo>
                  <a:cubicBezTo>
                    <a:pt x="772" y="5658"/>
                    <a:pt x="812" y="5815"/>
                    <a:pt x="860" y="6020"/>
                  </a:cubicBezTo>
                  <a:cubicBezTo>
                    <a:pt x="899" y="6264"/>
                    <a:pt x="939" y="6509"/>
                    <a:pt x="978" y="6753"/>
                  </a:cubicBezTo>
                  <a:cubicBezTo>
                    <a:pt x="1017" y="6919"/>
                    <a:pt x="1056" y="7085"/>
                    <a:pt x="1105" y="7281"/>
                  </a:cubicBezTo>
                  <a:cubicBezTo>
                    <a:pt x="1144" y="7525"/>
                    <a:pt x="1183" y="7769"/>
                    <a:pt x="1222" y="8013"/>
                  </a:cubicBezTo>
                  <a:cubicBezTo>
                    <a:pt x="1222" y="8179"/>
                    <a:pt x="1261" y="8385"/>
                    <a:pt x="1300" y="8551"/>
                  </a:cubicBezTo>
                  <a:cubicBezTo>
                    <a:pt x="1349" y="8795"/>
                    <a:pt x="1388" y="9039"/>
                    <a:pt x="1388" y="9284"/>
                  </a:cubicBezTo>
                  <a:cubicBezTo>
                    <a:pt x="1427" y="9440"/>
                    <a:pt x="1466" y="9645"/>
                    <a:pt x="1466" y="9811"/>
                  </a:cubicBezTo>
                  <a:cubicBezTo>
                    <a:pt x="1505" y="10056"/>
                    <a:pt x="1544" y="10300"/>
                    <a:pt x="1593" y="10583"/>
                  </a:cubicBezTo>
                  <a:cubicBezTo>
                    <a:pt x="1593" y="10749"/>
                    <a:pt x="1632" y="10906"/>
                    <a:pt x="1632" y="11111"/>
                  </a:cubicBezTo>
                  <a:cubicBezTo>
                    <a:pt x="1671" y="11355"/>
                    <a:pt x="1710" y="11599"/>
                    <a:pt x="1710" y="11844"/>
                  </a:cubicBezTo>
                  <a:cubicBezTo>
                    <a:pt x="1750" y="12010"/>
                    <a:pt x="1750" y="12215"/>
                    <a:pt x="1789" y="12371"/>
                  </a:cubicBezTo>
                  <a:cubicBezTo>
                    <a:pt x="1838" y="12616"/>
                    <a:pt x="1838" y="12899"/>
                    <a:pt x="1877" y="13143"/>
                  </a:cubicBezTo>
                  <a:cubicBezTo>
                    <a:pt x="1877" y="13309"/>
                    <a:pt x="1916" y="13475"/>
                    <a:pt x="1916" y="13632"/>
                  </a:cubicBezTo>
                  <a:cubicBezTo>
                    <a:pt x="1955" y="13925"/>
                    <a:pt x="1955" y="14208"/>
                    <a:pt x="1994" y="14453"/>
                  </a:cubicBezTo>
                  <a:cubicBezTo>
                    <a:pt x="1994" y="14609"/>
                    <a:pt x="1994" y="14775"/>
                    <a:pt x="2033" y="14941"/>
                  </a:cubicBezTo>
                  <a:cubicBezTo>
                    <a:pt x="2033" y="15225"/>
                    <a:pt x="2082" y="15508"/>
                    <a:pt x="2082" y="15791"/>
                  </a:cubicBezTo>
                  <a:cubicBezTo>
                    <a:pt x="2121" y="15918"/>
                    <a:pt x="2121" y="16075"/>
                    <a:pt x="2121" y="16202"/>
                  </a:cubicBezTo>
                  <a:cubicBezTo>
                    <a:pt x="2160" y="16524"/>
                    <a:pt x="2160" y="16807"/>
                    <a:pt x="2199" y="17101"/>
                  </a:cubicBezTo>
                  <a:lnTo>
                    <a:pt x="2199" y="17501"/>
                  </a:lnTo>
                  <a:cubicBezTo>
                    <a:pt x="2238" y="17833"/>
                    <a:pt x="2238" y="18156"/>
                    <a:pt x="2277" y="18478"/>
                  </a:cubicBezTo>
                  <a:lnTo>
                    <a:pt x="2277" y="18762"/>
                  </a:lnTo>
                  <a:cubicBezTo>
                    <a:pt x="2326" y="19133"/>
                    <a:pt x="2326" y="19495"/>
                    <a:pt x="2365" y="19866"/>
                  </a:cubicBezTo>
                  <a:lnTo>
                    <a:pt x="2365" y="20071"/>
                  </a:lnTo>
                  <a:cubicBezTo>
                    <a:pt x="2404" y="20921"/>
                    <a:pt x="2443" y="21781"/>
                    <a:pt x="2482" y="22631"/>
                  </a:cubicBezTo>
                  <a:cubicBezTo>
                    <a:pt x="2522" y="23081"/>
                    <a:pt x="2522" y="23530"/>
                    <a:pt x="2570" y="23980"/>
                  </a:cubicBezTo>
                  <a:lnTo>
                    <a:pt x="2570" y="24224"/>
                  </a:lnTo>
                  <a:cubicBezTo>
                    <a:pt x="2609" y="24585"/>
                    <a:pt x="2609" y="24957"/>
                    <a:pt x="2649" y="25318"/>
                  </a:cubicBezTo>
                  <a:lnTo>
                    <a:pt x="2649" y="25484"/>
                  </a:lnTo>
                  <a:cubicBezTo>
                    <a:pt x="2649" y="25895"/>
                    <a:pt x="2688" y="26295"/>
                    <a:pt x="2688" y="26706"/>
                  </a:cubicBezTo>
                  <a:cubicBezTo>
                    <a:pt x="2688" y="26745"/>
                    <a:pt x="2727" y="26784"/>
                    <a:pt x="2727" y="26823"/>
                  </a:cubicBezTo>
                  <a:cubicBezTo>
                    <a:pt x="2727" y="27233"/>
                    <a:pt x="2766" y="27644"/>
                    <a:pt x="2815" y="28093"/>
                  </a:cubicBezTo>
                  <a:lnTo>
                    <a:pt x="2815" y="28210"/>
                  </a:lnTo>
                  <a:cubicBezTo>
                    <a:pt x="2815" y="28621"/>
                    <a:pt x="2854" y="29021"/>
                    <a:pt x="2893" y="29432"/>
                  </a:cubicBezTo>
                  <a:lnTo>
                    <a:pt x="2893" y="29637"/>
                  </a:lnTo>
                  <a:cubicBezTo>
                    <a:pt x="2932" y="29999"/>
                    <a:pt x="2971" y="30409"/>
                    <a:pt x="3010" y="30819"/>
                  </a:cubicBezTo>
                  <a:lnTo>
                    <a:pt x="3010" y="31064"/>
                  </a:lnTo>
                  <a:cubicBezTo>
                    <a:pt x="3059" y="31425"/>
                    <a:pt x="3098" y="31797"/>
                    <a:pt x="3137" y="32158"/>
                  </a:cubicBezTo>
                  <a:lnTo>
                    <a:pt x="3137" y="32490"/>
                  </a:lnTo>
                  <a:cubicBezTo>
                    <a:pt x="3176" y="32813"/>
                    <a:pt x="3215" y="33135"/>
                    <a:pt x="3254" y="33419"/>
                  </a:cubicBezTo>
                  <a:cubicBezTo>
                    <a:pt x="3665" y="33663"/>
                    <a:pt x="3987" y="33829"/>
                    <a:pt x="4359" y="33829"/>
                  </a:cubicBezTo>
                  <a:cubicBezTo>
                    <a:pt x="4420" y="33832"/>
                    <a:pt x="4481" y="33834"/>
                    <a:pt x="4542" y="33834"/>
                  </a:cubicBezTo>
                  <a:cubicBezTo>
                    <a:pt x="5235" y="33834"/>
                    <a:pt x="5831" y="33628"/>
                    <a:pt x="6352" y="33223"/>
                  </a:cubicBezTo>
                  <a:lnTo>
                    <a:pt x="4964" y="30087"/>
                  </a:lnTo>
                  <a:lnTo>
                    <a:pt x="5257" y="29999"/>
                  </a:lnTo>
                  <a:cubicBezTo>
                    <a:pt x="8306" y="29315"/>
                    <a:pt x="11443" y="28777"/>
                    <a:pt x="14579" y="28416"/>
                  </a:cubicBezTo>
                  <a:cubicBezTo>
                    <a:pt x="16612" y="28210"/>
                    <a:pt x="18605" y="28044"/>
                    <a:pt x="20647" y="27966"/>
                  </a:cubicBezTo>
                  <a:lnTo>
                    <a:pt x="20647" y="27927"/>
                  </a:lnTo>
                  <a:cubicBezTo>
                    <a:pt x="21087" y="26383"/>
                    <a:pt x="20970" y="24585"/>
                    <a:pt x="20315" y="23120"/>
                  </a:cubicBezTo>
                  <a:cubicBezTo>
                    <a:pt x="20237" y="22914"/>
                    <a:pt x="20159" y="22758"/>
                    <a:pt x="20071" y="22592"/>
                  </a:cubicBezTo>
                  <a:cubicBezTo>
                    <a:pt x="19787" y="21986"/>
                    <a:pt x="19504" y="21371"/>
                    <a:pt x="19465" y="20677"/>
                  </a:cubicBezTo>
                  <a:cubicBezTo>
                    <a:pt x="19465" y="20110"/>
                    <a:pt x="19709" y="19495"/>
                    <a:pt x="20159" y="19133"/>
                  </a:cubicBezTo>
                  <a:cubicBezTo>
                    <a:pt x="20354" y="18967"/>
                    <a:pt x="20559" y="18850"/>
                    <a:pt x="20803" y="18811"/>
                  </a:cubicBezTo>
                  <a:cubicBezTo>
                    <a:pt x="20403" y="17667"/>
                    <a:pt x="19992" y="16485"/>
                    <a:pt x="19543" y="15264"/>
                  </a:cubicBezTo>
                  <a:cubicBezTo>
                    <a:pt x="18449" y="12254"/>
                    <a:pt x="17344" y="9117"/>
                    <a:pt x="16494" y="6108"/>
                  </a:cubicBezTo>
                  <a:lnTo>
                    <a:pt x="1473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59" name="Google Shape;3959;p60"/>
            <p:cNvSpPr/>
            <p:nvPr/>
          </p:nvSpPr>
          <p:spPr>
            <a:xfrm>
              <a:off x="3529639" y="3377665"/>
              <a:ext cx="1296" cy="19648"/>
            </a:xfrm>
            <a:custGeom>
              <a:avLst/>
              <a:gdLst/>
              <a:ahLst/>
              <a:cxnLst/>
              <a:rect l="l" t="t" r="r" b="b"/>
              <a:pathLst>
                <a:path w="89" h="1349" extrusionOk="0">
                  <a:moveTo>
                    <a:pt x="88" y="1349"/>
                  </a:moveTo>
                  <a:cubicBezTo>
                    <a:pt x="40" y="899"/>
                    <a:pt x="40" y="450"/>
                    <a:pt x="0" y="0"/>
                  </a:cubicBezTo>
                  <a:cubicBezTo>
                    <a:pt x="40" y="450"/>
                    <a:pt x="40" y="899"/>
                    <a:pt x="88" y="134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0" name="Google Shape;3960;p60"/>
            <p:cNvSpPr/>
            <p:nvPr/>
          </p:nvSpPr>
          <p:spPr>
            <a:xfrm>
              <a:off x="3527935" y="3337378"/>
              <a:ext cx="15" cy="3015"/>
            </a:xfrm>
            <a:custGeom>
              <a:avLst/>
              <a:gdLst/>
              <a:ahLst/>
              <a:cxnLst/>
              <a:rect l="l" t="t" r="r" b="b"/>
              <a:pathLst>
                <a:path w="1" h="207" extrusionOk="0">
                  <a:moveTo>
                    <a:pt x="0" y="206"/>
                  </a:move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1" name="Google Shape;3961;p60"/>
            <p:cNvSpPr/>
            <p:nvPr/>
          </p:nvSpPr>
          <p:spPr>
            <a:xfrm>
              <a:off x="3525517" y="3297106"/>
              <a:ext cx="15" cy="5855"/>
            </a:xfrm>
            <a:custGeom>
              <a:avLst/>
              <a:gdLst/>
              <a:ahLst/>
              <a:cxnLst/>
              <a:rect l="l" t="t" r="r" b="b"/>
              <a:pathLst>
                <a:path w="1" h="402" extrusionOk="0">
                  <a:moveTo>
                    <a:pt x="0" y="401"/>
                  </a:move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2" name="Google Shape;3962;p60"/>
            <p:cNvSpPr/>
            <p:nvPr/>
          </p:nvSpPr>
          <p:spPr>
            <a:xfrm>
              <a:off x="3523798" y="3278040"/>
              <a:ext cx="583" cy="5986"/>
            </a:xfrm>
            <a:custGeom>
              <a:avLst/>
              <a:gdLst/>
              <a:ahLst/>
              <a:cxnLst/>
              <a:rect l="l" t="t" r="r" b="b"/>
              <a:pathLst>
                <a:path w="40" h="411" extrusionOk="0">
                  <a:moveTo>
                    <a:pt x="40" y="411"/>
                  </a:moveTo>
                  <a:cubicBezTo>
                    <a:pt x="40" y="284"/>
                    <a:pt x="40" y="127"/>
                    <a:pt x="1" y="0"/>
                  </a:cubicBezTo>
                  <a:cubicBezTo>
                    <a:pt x="40" y="127"/>
                    <a:pt x="40" y="284"/>
                    <a:pt x="40" y="41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3" name="Google Shape;3963;p60"/>
            <p:cNvSpPr/>
            <p:nvPr/>
          </p:nvSpPr>
          <p:spPr>
            <a:xfrm>
              <a:off x="3526653" y="3317176"/>
              <a:ext cx="15" cy="4136"/>
            </a:xfrm>
            <a:custGeom>
              <a:avLst/>
              <a:gdLst/>
              <a:ahLst/>
              <a:cxnLst/>
              <a:rect l="l" t="t" r="r" b="b"/>
              <a:pathLst>
                <a:path w="1" h="284" extrusionOk="0">
                  <a:moveTo>
                    <a:pt x="0" y="284"/>
                  </a:move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4" name="Google Shape;3964;p60"/>
            <p:cNvSpPr/>
            <p:nvPr/>
          </p:nvSpPr>
          <p:spPr>
            <a:xfrm>
              <a:off x="3537329" y="3500477"/>
              <a:ext cx="1864" cy="15963"/>
            </a:xfrm>
            <a:custGeom>
              <a:avLst/>
              <a:gdLst/>
              <a:ahLst/>
              <a:cxnLst/>
              <a:rect l="l" t="t" r="r" b="b"/>
              <a:pathLst>
                <a:path w="128" h="1096" extrusionOk="0">
                  <a:moveTo>
                    <a:pt x="127" y="1095"/>
                  </a:moveTo>
                  <a:cubicBezTo>
                    <a:pt x="88" y="734"/>
                    <a:pt x="49" y="362"/>
                    <a:pt x="0" y="1"/>
                  </a:cubicBezTo>
                  <a:cubicBezTo>
                    <a:pt x="49" y="362"/>
                    <a:pt x="88" y="734"/>
                    <a:pt x="127" y="109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5" name="Google Shape;3965;p60"/>
            <p:cNvSpPr/>
            <p:nvPr/>
          </p:nvSpPr>
          <p:spPr>
            <a:xfrm>
              <a:off x="3530921" y="3400852"/>
              <a:ext cx="1151" cy="15963"/>
            </a:xfrm>
            <a:custGeom>
              <a:avLst/>
              <a:gdLst/>
              <a:ahLst/>
              <a:cxnLst/>
              <a:rect l="l" t="t" r="r" b="b"/>
              <a:pathLst>
                <a:path w="79" h="1096" extrusionOk="0">
                  <a:moveTo>
                    <a:pt x="79" y="1095"/>
                  </a:moveTo>
                  <a:cubicBezTo>
                    <a:pt x="39" y="734"/>
                    <a:pt x="39" y="362"/>
                    <a:pt x="0" y="1"/>
                  </a:cubicBezTo>
                  <a:cubicBezTo>
                    <a:pt x="39" y="362"/>
                    <a:pt x="39" y="734"/>
                    <a:pt x="79" y="109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6" name="Google Shape;3966;p60"/>
            <p:cNvSpPr/>
            <p:nvPr/>
          </p:nvSpPr>
          <p:spPr>
            <a:xfrm>
              <a:off x="3522517" y="3258538"/>
              <a:ext cx="583" cy="7137"/>
            </a:xfrm>
            <a:custGeom>
              <a:avLst/>
              <a:gdLst/>
              <a:ahLst/>
              <a:cxnLst/>
              <a:rect l="l" t="t" r="r" b="b"/>
              <a:pathLst>
                <a:path w="40" h="490" extrusionOk="0">
                  <a:moveTo>
                    <a:pt x="40" y="489"/>
                  </a:moveTo>
                  <a:cubicBezTo>
                    <a:pt x="1" y="323"/>
                    <a:pt x="1" y="157"/>
                    <a:pt x="1" y="1"/>
                  </a:cubicBezTo>
                  <a:cubicBezTo>
                    <a:pt x="1" y="157"/>
                    <a:pt x="1" y="323"/>
                    <a:pt x="40" y="48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7" name="Google Shape;3967;p60"/>
            <p:cNvSpPr/>
            <p:nvPr/>
          </p:nvSpPr>
          <p:spPr>
            <a:xfrm>
              <a:off x="3535611" y="3479707"/>
              <a:ext cx="1733" cy="17230"/>
            </a:xfrm>
            <a:custGeom>
              <a:avLst/>
              <a:gdLst/>
              <a:ahLst/>
              <a:cxnLst/>
              <a:rect l="l" t="t" r="r" b="b"/>
              <a:pathLst>
                <a:path w="119" h="1183" extrusionOk="0">
                  <a:moveTo>
                    <a:pt x="118" y="1182"/>
                  </a:moveTo>
                  <a:cubicBezTo>
                    <a:pt x="79" y="772"/>
                    <a:pt x="40" y="362"/>
                    <a:pt x="1" y="0"/>
                  </a:cubicBezTo>
                  <a:cubicBezTo>
                    <a:pt x="40" y="362"/>
                    <a:pt x="79" y="772"/>
                    <a:pt x="118" y="118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8" name="Google Shape;3968;p60"/>
            <p:cNvSpPr/>
            <p:nvPr/>
          </p:nvSpPr>
          <p:spPr>
            <a:xfrm>
              <a:off x="3534474" y="3458923"/>
              <a:ext cx="1151" cy="17798"/>
            </a:xfrm>
            <a:custGeom>
              <a:avLst/>
              <a:gdLst/>
              <a:ahLst/>
              <a:cxnLst/>
              <a:rect l="l" t="t" r="r" b="b"/>
              <a:pathLst>
                <a:path w="79" h="1222" extrusionOk="0">
                  <a:moveTo>
                    <a:pt x="79" y="1222"/>
                  </a:moveTo>
                  <a:cubicBezTo>
                    <a:pt x="40" y="811"/>
                    <a:pt x="1" y="411"/>
                    <a:pt x="1" y="0"/>
                  </a:cubicBezTo>
                  <a:cubicBezTo>
                    <a:pt x="1" y="411"/>
                    <a:pt x="40" y="811"/>
                    <a:pt x="79" y="122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69" name="Google Shape;3969;p60"/>
            <p:cNvSpPr/>
            <p:nvPr/>
          </p:nvSpPr>
          <p:spPr>
            <a:xfrm>
              <a:off x="3533193" y="3438707"/>
              <a:ext cx="1296" cy="18527"/>
            </a:xfrm>
            <a:custGeom>
              <a:avLst/>
              <a:gdLst/>
              <a:ahLst/>
              <a:cxnLst/>
              <a:rect l="l" t="t" r="r" b="b"/>
              <a:pathLst>
                <a:path w="89" h="1272" extrusionOk="0">
                  <a:moveTo>
                    <a:pt x="89" y="1271"/>
                  </a:moveTo>
                  <a:cubicBezTo>
                    <a:pt x="40" y="822"/>
                    <a:pt x="1" y="411"/>
                    <a:pt x="1" y="1"/>
                  </a:cubicBezTo>
                  <a:cubicBezTo>
                    <a:pt x="1" y="411"/>
                    <a:pt x="40" y="822"/>
                    <a:pt x="89" y="127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0" name="Google Shape;3970;p60"/>
            <p:cNvSpPr/>
            <p:nvPr/>
          </p:nvSpPr>
          <p:spPr>
            <a:xfrm>
              <a:off x="3532057" y="3419219"/>
              <a:ext cx="583" cy="17798"/>
            </a:xfrm>
            <a:custGeom>
              <a:avLst/>
              <a:gdLst/>
              <a:ahLst/>
              <a:cxnLst/>
              <a:rect l="l" t="t" r="r" b="b"/>
              <a:pathLst>
                <a:path w="40" h="1222" extrusionOk="0">
                  <a:moveTo>
                    <a:pt x="40" y="1222"/>
                  </a:moveTo>
                  <a:cubicBezTo>
                    <a:pt x="40" y="811"/>
                    <a:pt x="1" y="411"/>
                    <a:pt x="1" y="0"/>
                  </a:cubicBezTo>
                  <a:cubicBezTo>
                    <a:pt x="1" y="411"/>
                    <a:pt x="40" y="811"/>
                    <a:pt x="40" y="122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1" name="Google Shape;3971;p60"/>
            <p:cNvSpPr/>
            <p:nvPr/>
          </p:nvSpPr>
          <p:spPr>
            <a:xfrm>
              <a:off x="3511272" y="3164754"/>
              <a:ext cx="1165" cy="7836"/>
            </a:xfrm>
            <a:custGeom>
              <a:avLst/>
              <a:gdLst/>
              <a:ahLst/>
              <a:cxnLst/>
              <a:rect l="l" t="t" r="r" b="b"/>
              <a:pathLst>
                <a:path w="80" h="538" extrusionOk="0">
                  <a:moveTo>
                    <a:pt x="79" y="538"/>
                  </a:moveTo>
                  <a:cubicBezTo>
                    <a:pt x="40" y="372"/>
                    <a:pt x="1" y="166"/>
                    <a:pt x="1" y="0"/>
                  </a:cubicBezTo>
                  <a:cubicBezTo>
                    <a:pt x="1" y="166"/>
                    <a:pt x="40" y="372"/>
                    <a:pt x="79" y="53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2" name="Google Shape;3972;p60"/>
            <p:cNvSpPr/>
            <p:nvPr/>
          </p:nvSpPr>
          <p:spPr>
            <a:xfrm>
              <a:off x="3500043" y="3109669"/>
              <a:ext cx="1719" cy="7705"/>
            </a:xfrm>
            <a:custGeom>
              <a:avLst/>
              <a:gdLst/>
              <a:ahLst/>
              <a:cxnLst/>
              <a:rect l="l" t="t" r="r" b="b"/>
              <a:pathLst>
                <a:path w="118" h="529" extrusionOk="0">
                  <a:moveTo>
                    <a:pt x="117" y="529"/>
                  </a:moveTo>
                  <a:cubicBezTo>
                    <a:pt x="78" y="362"/>
                    <a:pt x="39" y="167"/>
                    <a:pt x="0" y="1"/>
                  </a:cubicBezTo>
                  <a:cubicBezTo>
                    <a:pt x="39" y="167"/>
                    <a:pt x="78" y="362"/>
                    <a:pt x="117" y="52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3" name="Google Shape;3973;p60"/>
            <p:cNvSpPr/>
            <p:nvPr/>
          </p:nvSpPr>
          <p:spPr>
            <a:xfrm>
              <a:off x="3495338" y="3091317"/>
              <a:ext cx="2287" cy="7705"/>
            </a:xfrm>
            <a:custGeom>
              <a:avLst/>
              <a:gdLst/>
              <a:ahLst/>
              <a:cxnLst/>
              <a:rect l="l" t="t" r="r" b="b"/>
              <a:pathLst>
                <a:path w="157" h="529" extrusionOk="0">
                  <a:moveTo>
                    <a:pt x="157" y="528"/>
                  </a:moveTo>
                  <a:cubicBezTo>
                    <a:pt x="118" y="362"/>
                    <a:pt x="40" y="206"/>
                    <a:pt x="1" y="0"/>
                  </a:cubicBezTo>
                  <a:cubicBezTo>
                    <a:pt x="40" y="206"/>
                    <a:pt x="118" y="362"/>
                    <a:pt x="157" y="52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4" name="Google Shape;3974;p60"/>
            <p:cNvSpPr/>
            <p:nvPr/>
          </p:nvSpPr>
          <p:spPr>
            <a:xfrm>
              <a:off x="3504165" y="3128035"/>
              <a:ext cx="1864" cy="7690"/>
            </a:xfrm>
            <a:custGeom>
              <a:avLst/>
              <a:gdLst/>
              <a:ahLst/>
              <a:cxnLst/>
              <a:rect l="l" t="t" r="r" b="b"/>
              <a:pathLst>
                <a:path w="128" h="528" extrusionOk="0">
                  <a:moveTo>
                    <a:pt x="127" y="528"/>
                  </a:moveTo>
                  <a:cubicBezTo>
                    <a:pt x="79" y="323"/>
                    <a:pt x="39" y="166"/>
                    <a:pt x="0" y="0"/>
                  </a:cubicBezTo>
                  <a:cubicBezTo>
                    <a:pt x="39" y="166"/>
                    <a:pt x="79" y="323"/>
                    <a:pt x="127" y="52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5" name="Google Shape;3975;p60"/>
            <p:cNvSpPr/>
            <p:nvPr/>
          </p:nvSpPr>
          <p:spPr>
            <a:xfrm>
              <a:off x="3539179" y="3521261"/>
              <a:ext cx="1719" cy="13531"/>
            </a:xfrm>
            <a:custGeom>
              <a:avLst/>
              <a:gdLst/>
              <a:ahLst/>
              <a:cxnLst/>
              <a:rect l="l" t="t" r="r" b="b"/>
              <a:pathLst>
                <a:path w="118" h="929" extrusionOk="0">
                  <a:moveTo>
                    <a:pt x="117" y="929"/>
                  </a:moveTo>
                  <a:lnTo>
                    <a:pt x="117" y="929"/>
                  </a:lnTo>
                  <a:cubicBezTo>
                    <a:pt x="78" y="645"/>
                    <a:pt x="39" y="323"/>
                    <a:pt x="0" y="0"/>
                  </a:cubicBezTo>
                  <a:cubicBezTo>
                    <a:pt x="39" y="323"/>
                    <a:pt x="78" y="645"/>
                    <a:pt x="117" y="92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6" name="Google Shape;3976;p60"/>
            <p:cNvSpPr/>
            <p:nvPr/>
          </p:nvSpPr>
          <p:spPr>
            <a:xfrm>
              <a:off x="3518395" y="3220538"/>
              <a:ext cx="1151" cy="7705"/>
            </a:xfrm>
            <a:custGeom>
              <a:avLst/>
              <a:gdLst/>
              <a:ahLst/>
              <a:cxnLst/>
              <a:rect l="l" t="t" r="r" b="b"/>
              <a:pathLst>
                <a:path w="79" h="529" extrusionOk="0">
                  <a:moveTo>
                    <a:pt x="79" y="528"/>
                  </a:moveTo>
                  <a:cubicBezTo>
                    <a:pt x="40" y="372"/>
                    <a:pt x="40" y="167"/>
                    <a:pt x="0" y="1"/>
                  </a:cubicBezTo>
                  <a:cubicBezTo>
                    <a:pt x="40" y="167"/>
                    <a:pt x="40" y="372"/>
                    <a:pt x="79" y="52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7" name="Google Shape;3977;p60"/>
            <p:cNvSpPr/>
            <p:nvPr/>
          </p:nvSpPr>
          <p:spPr>
            <a:xfrm>
              <a:off x="3520812" y="3239472"/>
              <a:ext cx="583" cy="7122"/>
            </a:xfrm>
            <a:custGeom>
              <a:avLst/>
              <a:gdLst/>
              <a:ahLst/>
              <a:cxnLst/>
              <a:rect l="l" t="t" r="r" b="b"/>
              <a:pathLst>
                <a:path w="40" h="489" extrusionOk="0">
                  <a:moveTo>
                    <a:pt x="40" y="489"/>
                  </a:moveTo>
                  <a:cubicBezTo>
                    <a:pt x="40" y="332"/>
                    <a:pt x="1" y="166"/>
                    <a:pt x="1" y="0"/>
                  </a:cubicBezTo>
                  <a:cubicBezTo>
                    <a:pt x="1" y="166"/>
                    <a:pt x="40" y="332"/>
                    <a:pt x="40" y="48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8" name="Google Shape;3978;p60"/>
            <p:cNvSpPr/>
            <p:nvPr/>
          </p:nvSpPr>
          <p:spPr>
            <a:xfrm>
              <a:off x="3507719" y="3146387"/>
              <a:ext cx="1864" cy="7705"/>
            </a:xfrm>
            <a:custGeom>
              <a:avLst/>
              <a:gdLst/>
              <a:ahLst/>
              <a:cxnLst/>
              <a:rect l="l" t="t" r="r" b="b"/>
              <a:pathLst>
                <a:path w="128" h="529" extrusionOk="0">
                  <a:moveTo>
                    <a:pt x="128" y="529"/>
                  </a:moveTo>
                  <a:cubicBezTo>
                    <a:pt x="79" y="333"/>
                    <a:pt x="40" y="167"/>
                    <a:pt x="1" y="1"/>
                  </a:cubicBezTo>
                  <a:cubicBezTo>
                    <a:pt x="40" y="167"/>
                    <a:pt x="79" y="333"/>
                    <a:pt x="128" y="52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79" name="Google Shape;3979;p60"/>
            <p:cNvSpPr/>
            <p:nvPr/>
          </p:nvSpPr>
          <p:spPr>
            <a:xfrm>
              <a:off x="3513705" y="3183251"/>
              <a:ext cx="1151" cy="7705"/>
            </a:xfrm>
            <a:custGeom>
              <a:avLst/>
              <a:gdLst/>
              <a:ahLst/>
              <a:cxnLst/>
              <a:rect l="l" t="t" r="r" b="b"/>
              <a:pathLst>
                <a:path w="79" h="529" extrusionOk="0">
                  <a:moveTo>
                    <a:pt x="78" y="528"/>
                  </a:moveTo>
                  <a:cubicBezTo>
                    <a:pt x="78" y="362"/>
                    <a:pt x="39" y="157"/>
                    <a:pt x="0" y="1"/>
                  </a:cubicBezTo>
                  <a:cubicBezTo>
                    <a:pt x="39" y="157"/>
                    <a:pt x="78" y="362"/>
                    <a:pt x="78" y="52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0" name="Google Shape;3980;p60"/>
            <p:cNvSpPr/>
            <p:nvPr/>
          </p:nvSpPr>
          <p:spPr>
            <a:xfrm>
              <a:off x="3516691" y="3202186"/>
              <a:ext cx="583" cy="7690"/>
            </a:xfrm>
            <a:custGeom>
              <a:avLst/>
              <a:gdLst/>
              <a:ahLst/>
              <a:cxnLst/>
              <a:rect l="l" t="t" r="r" b="b"/>
              <a:pathLst>
                <a:path w="40" h="528" extrusionOk="0">
                  <a:moveTo>
                    <a:pt x="39" y="528"/>
                  </a:moveTo>
                  <a:cubicBezTo>
                    <a:pt x="39" y="323"/>
                    <a:pt x="0" y="166"/>
                    <a:pt x="0" y="0"/>
                  </a:cubicBezTo>
                  <a:cubicBezTo>
                    <a:pt x="0" y="166"/>
                    <a:pt x="39" y="323"/>
                    <a:pt x="39" y="52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1" name="Google Shape;3981;p60"/>
            <p:cNvSpPr/>
            <p:nvPr/>
          </p:nvSpPr>
          <p:spPr>
            <a:xfrm>
              <a:off x="3715925" y="3043456"/>
              <a:ext cx="401353" cy="455768"/>
            </a:xfrm>
            <a:custGeom>
              <a:avLst/>
              <a:gdLst/>
              <a:ahLst/>
              <a:cxnLst/>
              <a:rect l="l" t="t" r="r" b="b"/>
              <a:pathLst>
                <a:path w="27556" h="31292" extrusionOk="0">
                  <a:moveTo>
                    <a:pt x="5658" y="1"/>
                  </a:moveTo>
                  <a:cubicBezTo>
                    <a:pt x="3740" y="1"/>
                    <a:pt x="1869" y="73"/>
                    <a:pt x="1" y="267"/>
                  </a:cubicBezTo>
                  <a:lnTo>
                    <a:pt x="1711" y="6257"/>
                  </a:lnTo>
                  <a:cubicBezTo>
                    <a:pt x="2522" y="9266"/>
                    <a:pt x="3665" y="12403"/>
                    <a:pt x="4760" y="15412"/>
                  </a:cubicBezTo>
                  <a:cubicBezTo>
                    <a:pt x="5248" y="16722"/>
                    <a:pt x="5698" y="18021"/>
                    <a:pt x="6147" y="19282"/>
                  </a:cubicBezTo>
                  <a:lnTo>
                    <a:pt x="6264" y="19692"/>
                  </a:lnTo>
                  <a:lnTo>
                    <a:pt x="5864" y="19653"/>
                  </a:lnTo>
                  <a:cubicBezTo>
                    <a:pt x="5807" y="19636"/>
                    <a:pt x="5751" y="19629"/>
                    <a:pt x="5698" y="19629"/>
                  </a:cubicBezTo>
                  <a:cubicBezTo>
                    <a:pt x="5480" y="19629"/>
                    <a:pt x="5303" y="19756"/>
                    <a:pt x="5209" y="19858"/>
                  </a:cubicBezTo>
                  <a:cubicBezTo>
                    <a:pt x="4887" y="20103"/>
                    <a:pt x="4681" y="20591"/>
                    <a:pt x="4720" y="20992"/>
                  </a:cubicBezTo>
                  <a:cubicBezTo>
                    <a:pt x="4720" y="21568"/>
                    <a:pt x="5004" y="22096"/>
                    <a:pt x="5287" y="22663"/>
                  </a:cubicBezTo>
                  <a:cubicBezTo>
                    <a:pt x="5375" y="22868"/>
                    <a:pt x="5453" y="23034"/>
                    <a:pt x="5531" y="23229"/>
                  </a:cubicBezTo>
                  <a:cubicBezTo>
                    <a:pt x="5571" y="23317"/>
                    <a:pt x="5619" y="23435"/>
                    <a:pt x="5659" y="23523"/>
                  </a:cubicBezTo>
                  <a:lnTo>
                    <a:pt x="5659" y="23562"/>
                  </a:lnTo>
                  <a:cubicBezTo>
                    <a:pt x="5698" y="23679"/>
                    <a:pt x="5737" y="23767"/>
                    <a:pt x="5776" y="23845"/>
                  </a:cubicBezTo>
                  <a:cubicBezTo>
                    <a:pt x="6020" y="24617"/>
                    <a:pt x="6147" y="25389"/>
                    <a:pt x="6147" y="26210"/>
                  </a:cubicBezTo>
                  <a:lnTo>
                    <a:pt x="6147" y="26249"/>
                  </a:lnTo>
                  <a:lnTo>
                    <a:pt x="6147" y="26493"/>
                  </a:lnTo>
                  <a:lnTo>
                    <a:pt x="6147" y="26649"/>
                  </a:lnTo>
                  <a:lnTo>
                    <a:pt x="6147" y="26737"/>
                  </a:lnTo>
                  <a:cubicBezTo>
                    <a:pt x="6108" y="27265"/>
                    <a:pt x="6020" y="27793"/>
                    <a:pt x="5903" y="28281"/>
                  </a:cubicBezTo>
                  <a:cubicBezTo>
                    <a:pt x="5903" y="28281"/>
                    <a:pt x="5903" y="28320"/>
                    <a:pt x="5942" y="28320"/>
                  </a:cubicBezTo>
                  <a:cubicBezTo>
                    <a:pt x="5942" y="28359"/>
                    <a:pt x="5942" y="28359"/>
                    <a:pt x="5981" y="28408"/>
                  </a:cubicBezTo>
                  <a:cubicBezTo>
                    <a:pt x="5981" y="28447"/>
                    <a:pt x="6020" y="28486"/>
                    <a:pt x="6059" y="28565"/>
                  </a:cubicBezTo>
                  <a:cubicBezTo>
                    <a:pt x="6147" y="28692"/>
                    <a:pt x="6186" y="28848"/>
                    <a:pt x="6264" y="29014"/>
                  </a:cubicBezTo>
                  <a:cubicBezTo>
                    <a:pt x="6352" y="29219"/>
                    <a:pt x="6430" y="29424"/>
                    <a:pt x="6548" y="29581"/>
                  </a:cubicBezTo>
                  <a:cubicBezTo>
                    <a:pt x="7024" y="30374"/>
                    <a:pt x="8032" y="30554"/>
                    <a:pt x="9048" y="30554"/>
                  </a:cubicBezTo>
                  <a:cubicBezTo>
                    <a:pt x="9345" y="30554"/>
                    <a:pt x="9643" y="30539"/>
                    <a:pt x="9929" y="30519"/>
                  </a:cubicBezTo>
                  <a:lnTo>
                    <a:pt x="19299" y="29786"/>
                  </a:lnTo>
                  <a:lnTo>
                    <a:pt x="19622" y="29786"/>
                  </a:lnTo>
                  <a:cubicBezTo>
                    <a:pt x="19700" y="29747"/>
                    <a:pt x="19827" y="29747"/>
                    <a:pt x="19905" y="29747"/>
                  </a:cubicBezTo>
                  <a:lnTo>
                    <a:pt x="20110" y="29747"/>
                  </a:lnTo>
                  <a:cubicBezTo>
                    <a:pt x="20149" y="29747"/>
                    <a:pt x="20188" y="29786"/>
                    <a:pt x="20188" y="29786"/>
                  </a:cubicBezTo>
                  <a:lnTo>
                    <a:pt x="20433" y="29786"/>
                  </a:lnTo>
                  <a:cubicBezTo>
                    <a:pt x="20472" y="29786"/>
                    <a:pt x="20521" y="29825"/>
                    <a:pt x="20599" y="29825"/>
                  </a:cubicBezTo>
                  <a:lnTo>
                    <a:pt x="20638" y="29825"/>
                  </a:lnTo>
                  <a:cubicBezTo>
                    <a:pt x="20716" y="29874"/>
                    <a:pt x="20804" y="29874"/>
                    <a:pt x="20882" y="29913"/>
                  </a:cubicBezTo>
                  <a:cubicBezTo>
                    <a:pt x="21292" y="30069"/>
                    <a:pt x="21576" y="30362"/>
                    <a:pt x="21898" y="30607"/>
                  </a:cubicBezTo>
                  <a:cubicBezTo>
                    <a:pt x="22064" y="30724"/>
                    <a:pt x="22182" y="30890"/>
                    <a:pt x="22348" y="30968"/>
                  </a:cubicBezTo>
                  <a:cubicBezTo>
                    <a:pt x="22625" y="31167"/>
                    <a:pt x="22946" y="31291"/>
                    <a:pt x="23230" y="31291"/>
                  </a:cubicBezTo>
                  <a:cubicBezTo>
                    <a:pt x="23407" y="31291"/>
                    <a:pt x="23569" y="31243"/>
                    <a:pt x="23696" y="31134"/>
                  </a:cubicBezTo>
                  <a:cubicBezTo>
                    <a:pt x="23980" y="30802"/>
                    <a:pt x="23853" y="30314"/>
                    <a:pt x="23735" y="29786"/>
                  </a:cubicBezTo>
                  <a:cubicBezTo>
                    <a:pt x="23569" y="29141"/>
                    <a:pt x="23403" y="28447"/>
                    <a:pt x="23940" y="27959"/>
                  </a:cubicBezTo>
                  <a:cubicBezTo>
                    <a:pt x="24224" y="27675"/>
                    <a:pt x="24585" y="27627"/>
                    <a:pt x="24918" y="27548"/>
                  </a:cubicBezTo>
                  <a:lnTo>
                    <a:pt x="25690" y="27431"/>
                  </a:lnTo>
                  <a:cubicBezTo>
                    <a:pt x="25318" y="26649"/>
                    <a:pt x="25074" y="25917"/>
                    <a:pt x="24830" y="25184"/>
                  </a:cubicBezTo>
                  <a:lnTo>
                    <a:pt x="24791" y="25106"/>
                  </a:lnTo>
                  <a:lnTo>
                    <a:pt x="24830" y="25066"/>
                  </a:lnTo>
                  <a:cubicBezTo>
                    <a:pt x="25074" y="24255"/>
                    <a:pt x="25406" y="23474"/>
                    <a:pt x="25729" y="22741"/>
                  </a:cubicBezTo>
                  <a:cubicBezTo>
                    <a:pt x="26051" y="21969"/>
                    <a:pt x="26334" y="21275"/>
                    <a:pt x="26579" y="20542"/>
                  </a:cubicBezTo>
                  <a:cubicBezTo>
                    <a:pt x="26667" y="20259"/>
                    <a:pt x="26706" y="19897"/>
                    <a:pt x="26745" y="19526"/>
                  </a:cubicBezTo>
                  <a:cubicBezTo>
                    <a:pt x="26784" y="19126"/>
                    <a:pt x="26823" y="18676"/>
                    <a:pt x="26950" y="18344"/>
                  </a:cubicBezTo>
                  <a:cubicBezTo>
                    <a:pt x="27067" y="18060"/>
                    <a:pt x="27312" y="17816"/>
                    <a:pt x="27556" y="17611"/>
                  </a:cubicBezTo>
                  <a:cubicBezTo>
                    <a:pt x="27400" y="17533"/>
                    <a:pt x="27233" y="17416"/>
                    <a:pt x="27116" y="17289"/>
                  </a:cubicBezTo>
                  <a:lnTo>
                    <a:pt x="27067" y="17289"/>
                  </a:lnTo>
                  <a:cubicBezTo>
                    <a:pt x="26989" y="17249"/>
                    <a:pt x="26950" y="17171"/>
                    <a:pt x="26872" y="17122"/>
                  </a:cubicBezTo>
                  <a:lnTo>
                    <a:pt x="26823" y="17083"/>
                  </a:lnTo>
                  <a:cubicBezTo>
                    <a:pt x="26745" y="17044"/>
                    <a:pt x="26706" y="17005"/>
                    <a:pt x="26667" y="16927"/>
                  </a:cubicBezTo>
                  <a:cubicBezTo>
                    <a:pt x="26628" y="16927"/>
                    <a:pt x="26628" y="16878"/>
                    <a:pt x="26579" y="16878"/>
                  </a:cubicBezTo>
                  <a:cubicBezTo>
                    <a:pt x="26540" y="16839"/>
                    <a:pt x="26501" y="16800"/>
                    <a:pt x="26461" y="16722"/>
                  </a:cubicBezTo>
                  <a:cubicBezTo>
                    <a:pt x="26422" y="16722"/>
                    <a:pt x="26383" y="16683"/>
                    <a:pt x="26383" y="16683"/>
                  </a:cubicBezTo>
                  <a:cubicBezTo>
                    <a:pt x="26334" y="16595"/>
                    <a:pt x="26295" y="16556"/>
                    <a:pt x="26256" y="16517"/>
                  </a:cubicBezTo>
                  <a:cubicBezTo>
                    <a:pt x="26217" y="16478"/>
                    <a:pt x="26217" y="16478"/>
                    <a:pt x="26178" y="16438"/>
                  </a:cubicBezTo>
                  <a:cubicBezTo>
                    <a:pt x="26139" y="16351"/>
                    <a:pt x="26051" y="16272"/>
                    <a:pt x="26012" y="16194"/>
                  </a:cubicBezTo>
                  <a:cubicBezTo>
                    <a:pt x="25807" y="15823"/>
                    <a:pt x="25650" y="15461"/>
                    <a:pt x="25523" y="15090"/>
                  </a:cubicBezTo>
                  <a:cubicBezTo>
                    <a:pt x="25445" y="14924"/>
                    <a:pt x="25406" y="14768"/>
                    <a:pt x="25318" y="14601"/>
                  </a:cubicBezTo>
                  <a:cubicBezTo>
                    <a:pt x="24468" y="12481"/>
                    <a:pt x="22592" y="11142"/>
                    <a:pt x="20560" y="9755"/>
                  </a:cubicBezTo>
                  <a:cubicBezTo>
                    <a:pt x="18723" y="8455"/>
                    <a:pt x="16807" y="7068"/>
                    <a:pt x="15791" y="5075"/>
                  </a:cubicBezTo>
                  <a:cubicBezTo>
                    <a:pt x="15752" y="4957"/>
                    <a:pt x="15674" y="4830"/>
                    <a:pt x="15635" y="4752"/>
                  </a:cubicBezTo>
                  <a:cubicBezTo>
                    <a:pt x="15391" y="4224"/>
                    <a:pt x="15146" y="3687"/>
                    <a:pt x="14697" y="3443"/>
                  </a:cubicBezTo>
                  <a:cubicBezTo>
                    <a:pt x="14414" y="3286"/>
                    <a:pt x="14081" y="3247"/>
                    <a:pt x="13720" y="3198"/>
                  </a:cubicBezTo>
                  <a:cubicBezTo>
                    <a:pt x="13593" y="3159"/>
                    <a:pt x="13476" y="3159"/>
                    <a:pt x="13348" y="3120"/>
                  </a:cubicBezTo>
                  <a:cubicBezTo>
                    <a:pt x="12655" y="3003"/>
                    <a:pt x="12166" y="2671"/>
                    <a:pt x="11971" y="2221"/>
                  </a:cubicBezTo>
                  <a:cubicBezTo>
                    <a:pt x="11844" y="1899"/>
                    <a:pt x="11922" y="1449"/>
                    <a:pt x="12215" y="1166"/>
                  </a:cubicBezTo>
                  <a:cubicBezTo>
                    <a:pt x="12254" y="1088"/>
                    <a:pt x="12332" y="1049"/>
                    <a:pt x="12459" y="961"/>
                  </a:cubicBezTo>
                  <a:cubicBezTo>
                    <a:pt x="12371" y="922"/>
                    <a:pt x="12332" y="844"/>
                    <a:pt x="12293" y="756"/>
                  </a:cubicBezTo>
                  <a:lnTo>
                    <a:pt x="12293" y="717"/>
                  </a:lnTo>
                  <a:cubicBezTo>
                    <a:pt x="12254" y="638"/>
                    <a:pt x="12215" y="599"/>
                    <a:pt x="12215" y="560"/>
                  </a:cubicBezTo>
                  <a:cubicBezTo>
                    <a:pt x="12166" y="511"/>
                    <a:pt x="12166" y="511"/>
                    <a:pt x="12166" y="472"/>
                  </a:cubicBezTo>
                  <a:cubicBezTo>
                    <a:pt x="12127" y="433"/>
                    <a:pt x="12127" y="394"/>
                    <a:pt x="12088" y="355"/>
                  </a:cubicBezTo>
                  <a:cubicBezTo>
                    <a:pt x="12088" y="316"/>
                    <a:pt x="12088" y="267"/>
                    <a:pt x="12049" y="228"/>
                  </a:cubicBezTo>
                  <a:lnTo>
                    <a:pt x="12049" y="189"/>
                  </a:lnTo>
                  <a:lnTo>
                    <a:pt x="12010" y="189"/>
                  </a:lnTo>
                  <a:cubicBezTo>
                    <a:pt x="9802" y="83"/>
                    <a:pt x="7703" y="1"/>
                    <a:pt x="5658" y="1"/>
                  </a:cubicBez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2" name="Google Shape;3982;p60"/>
            <p:cNvSpPr/>
            <p:nvPr/>
          </p:nvSpPr>
          <p:spPr>
            <a:xfrm>
              <a:off x="3805456" y="3425190"/>
              <a:ext cx="15" cy="583"/>
            </a:xfrm>
            <a:custGeom>
              <a:avLst/>
              <a:gdLst/>
              <a:ahLst/>
              <a:cxnLst/>
              <a:rect l="l" t="t" r="r" b="b"/>
              <a:pathLst>
                <a:path w="1" h="40" extrusionOk="0">
                  <a:moveTo>
                    <a:pt x="0" y="1"/>
                  </a:moveTo>
                  <a:lnTo>
                    <a:pt x="0" y="4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3" name="Google Shape;3983;p60"/>
            <p:cNvSpPr/>
            <p:nvPr/>
          </p:nvSpPr>
          <p:spPr>
            <a:xfrm>
              <a:off x="3801888" y="3432910"/>
              <a:ext cx="3568" cy="22474"/>
            </a:xfrm>
            <a:custGeom>
              <a:avLst/>
              <a:gdLst/>
              <a:ahLst/>
              <a:cxnLst/>
              <a:rect l="l" t="t" r="r" b="b"/>
              <a:pathLst>
                <a:path w="245" h="1543" extrusionOk="0">
                  <a:moveTo>
                    <a:pt x="245" y="1"/>
                  </a:moveTo>
                  <a:lnTo>
                    <a:pt x="245" y="1"/>
                  </a:lnTo>
                  <a:cubicBezTo>
                    <a:pt x="206" y="528"/>
                    <a:pt x="118" y="1015"/>
                    <a:pt x="1" y="1542"/>
                  </a:cubicBezTo>
                  <a:cubicBezTo>
                    <a:pt x="118" y="1054"/>
                    <a:pt x="206" y="528"/>
                    <a:pt x="2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4" name="Google Shape;3984;p60"/>
            <p:cNvSpPr/>
            <p:nvPr/>
          </p:nvSpPr>
          <p:spPr>
            <a:xfrm>
              <a:off x="3800038" y="3390759"/>
              <a:ext cx="15" cy="15"/>
            </a:xfrm>
            <a:custGeom>
              <a:avLst/>
              <a:gdLst/>
              <a:ahLst/>
              <a:cxnLst/>
              <a:rect l="l" t="t" r="r" b="b"/>
              <a:pathLst>
                <a:path w="1" h="1" extrusionOk="0">
                  <a:moveTo>
                    <a:pt x="1" y="0"/>
                  </a:move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5" name="Google Shape;3985;p60"/>
            <p:cNvSpPr/>
            <p:nvPr/>
          </p:nvSpPr>
          <p:spPr>
            <a:xfrm>
              <a:off x="3805456" y="3429327"/>
              <a:ext cx="15" cy="2287"/>
            </a:xfrm>
            <a:custGeom>
              <a:avLst/>
              <a:gdLst/>
              <a:ahLst/>
              <a:cxnLst/>
              <a:rect l="l" t="t" r="r" b="b"/>
              <a:pathLst>
                <a:path w="1" h="157" extrusionOk="0">
                  <a:moveTo>
                    <a:pt x="0" y="0"/>
                  </a:moveTo>
                  <a:lnTo>
                    <a:pt x="0" y="15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6" name="Google Shape;3986;p60"/>
            <p:cNvSpPr/>
            <p:nvPr/>
          </p:nvSpPr>
          <p:spPr>
            <a:xfrm>
              <a:off x="3798334" y="3386054"/>
              <a:ext cx="15" cy="583"/>
            </a:xfrm>
            <a:custGeom>
              <a:avLst/>
              <a:gdLst/>
              <a:ahLst/>
              <a:cxnLst/>
              <a:rect l="l" t="t" r="r" b="b"/>
              <a:pathLst>
                <a:path w="1" h="40" extrusionOk="0">
                  <a:moveTo>
                    <a:pt x="1" y="1"/>
                  </a:moveTo>
                  <a:lnTo>
                    <a:pt x="1" y="4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7" name="Google Shape;3987;p60"/>
            <p:cNvSpPr/>
            <p:nvPr/>
          </p:nvSpPr>
          <p:spPr>
            <a:xfrm>
              <a:off x="3896109" y="2987920"/>
              <a:ext cx="427541" cy="307351"/>
            </a:xfrm>
            <a:custGeom>
              <a:avLst/>
              <a:gdLst/>
              <a:ahLst/>
              <a:cxnLst/>
              <a:rect l="l" t="t" r="r" b="b"/>
              <a:pathLst>
                <a:path w="29354" h="21102" extrusionOk="0">
                  <a:moveTo>
                    <a:pt x="12044" y="0"/>
                  </a:moveTo>
                  <a:cubicBezTo>
                    <a:pt x="11379" y="0"/>
                    <a:pt x="10712" y="196"/>
                    <a:pt x="10016" y="416"/>
                  </a:cubicBezTo>
                  <a:cubicBezTo>
                    <a:pt x="9693" y="504"/>
                    <a:pt x="9371" y="621"/>
                    <a:pt x="9000" y="660"/>
                  </a:cubicBezTo>
                  <a:cubicBezTo>
                    <a:pt x="8399" y="820"/>
                    <a:pt x="7775" y="879"/>
                    <a:pt x="7123" y="879"/>
                  </a:cubicBezTo>
                  <a:cubicBezTo>
                    <a:pt x="6937" y="879"/>
                    <a:pt x="6748" y="874"/>
                    <a:pt x="6557" y="865"/>
                  </a:cubicBezTo>
                  <a:cubicBezTo>
                    <a:pt x="6440" y="826"/>
                    <a:pt x="6273" y="826"/>
                    <a:pt x="6146" y="787"/>
                  </a:cubicBezTo>
                  <a:cubicBezTo>
                    <a:pt x="5893" y="765"/>
                    <a:pt x="5635" y="742"/>
                    <a:pt x="5385" y="742"/>
                  </a:cubicBezTo>
                  <a:cubicBezTo>
                    <a:pt x="5201" y="742"/>
                    <a:pt x="5020" y="754"/>
                    <a:pt x="4847" y="787"/>
                  </a:cubicBezTo>
                  <a:cubicBezTo>
                    <a:pt x="4241" y="865"/>
                    <a:pt x="3625" y="1237"/>
                    <a:pt x="3137" y="1598"/>
                  </a:cubicBezTo>
                  <a:cubicBezTo>
                    <a:pt x="2570" y="2009"/>
                    <a:pt x="1876" y="2702"/>
                    <a:pt x="1261" y="3308"/>
                  </a:cubicBezTo>
                  <a:cubicBezTo>
                    <a:pt x="1017" y="3552"/>
                    <a:pt x="821" y="3758"/>
                    <a:pt x="577" y="3963"/>
                  </a:cubicBezTo>
                  <a:lnTo>
                    <a:pt x="489" y="4041"/>
                  </a:lnTo>
                  <a:lnTo>
                    <a:pt x="245" y="4041"/>
                  </a:lnTo>
                  <a:lnTo>
                    <a:pt x="245" y="4080"/>
                  </a:lnTo>
                  <a:cubicBezTo>
                    <a:pt x="284" y="4129"/>
                    <a:pt x="284" y="4168"/>
                    <a:pt x="333" y="4207"/>
                  </a:cubicBezTo>
                  <a:lnTo>
                    <a:pt x="333" y="4246"/>
                  </a:lnTo>
                  <a:cubicBezTo>
                    <a:pt x="372" y="4324"/>
                    <a:pt x="411" y="4373"/>
                    <a:pt x="450" y="4451"/>
                  </a:cubicBezTo>
                  <a:lnTo>
                    <a:pt x="450" y="4490"/>
                  </a:lnTo>
                  <a:cubicBezTo>
                    <a:pt x="489" y="4530"/>
                    <a:pt x="528" y="4569"/>
                    <a:pt x="577" y="4618"/>
                  </a:cubicBezTo>
                  <a:cubicBezTo>
                    <a:pt x="577" y="4618"/>
                    <a:pt x="577" y="4657"/>
                    <a:pt x="616" y="4657"/>
                  </a:cubicBezTo>
                  <a:cubicBezTo>
                    <a:pt x="655" y="4735"/>
                    <a:pt x="694" y="4774"/>
                    <a:pt x="733" y="4862"/>
                  </a:cubicBezTo>
                  <a:lnTo>
                    <a:pt x="1261" y="5546"/>
                  </a:lnTo>
                  <a:lnTo>
                    <a:pt x="450" y="5223"/>
                  </a:lnTo>
                  <a:lnTo>
                    <a:pt x="333" y="5223"/>
                  </a:lnTo>
                  <a:cubicBezTo>
                    <a:pt x="284" y="5223"/>
                    <a:pt x="284" y="5262"/>
                    <a:pt x="284" y="5262"/>
                  </a:cubicBezTo>
                  <a:cubicBezTo>
                    <a:pt x="245" y="5262"/>
                    <a:pt x="245" y="5262"/>
                    <a:pt x="245" y="5301"/>
                  </a:cubicBezTo>
                  <a:lnTo>
                    <a:pt x="206" y="5301"/>
                  </a:lnTo>
                  <a:lnTo>
                    <a:pt x="206" y="5350"/>
                  </a:lnTo>
                  <a:cubicBezTo>
                    <a:pt x="166" y="5350"/>
                    <a:pt x="166" y="5350"/>
                    <a:pt x="127" y="5389"/>
                  </a:cubicBezTo>
                  <a:cubicBezTo>
                    <a:pt x="39" y="5507"/>
                    <a:pt x="0" y="5712"/>
                    <a:pt x="88" y="5839"/>
                  </a:cubicBezTo>
                  <a:cubicBezTo>
                    <a:pt x="245" y="6200"/>
                    <a:pt x="694" y="6367"/>
                    <a:pt x="1105" y="6445"/>
                  </a:cubicBezTo>
                  <a:cubicBezTo>
                    <a:pt x="1183" y="6445"/>
                    <a:pt x="1310" y="6484"/>
                    <a:pt x="1427" y="6484"/>
                  </a:cubicBezTo>
                  <a:cubicBezTo>
                    <a:pt x="1837" y="6572"/>
                    <a:pt x="2238" y="6611"/>
                    <a:pt x="2609" y="6816"/>
                  </a:cubicBezTo>
                  <a:cubicBezTo>
                    <a:pt x="3176" y="7178"/>
                    <a:pt x="3459" y="7744"/>
                    <a:pt x="3704" y="8321"/>
                  </a:cubicBezTo>
                  <a:cubicBezTo>
                    <a:pt x="3753" y="8438"/>
                    <a:pt x="3831" y="8526"/>
                    <a:pt x="3870" y="8643"/>
                  </a:cubicBezTo>
                  <a:cubicBezTo>
                    <a:pt x="4847" y="10558"/>
                    <a:pt x="6684" y="11858"/>
                    <a:pt x="8511" y="13167"/>
                  </a:cubicBezTo>
                  <a:cubicBezTo>
                    <a:pt x="10465" y="14545"/>
                    <a:pt x="12498" y="15972"/>
                    <a:pt x="13436" y="18209"/>
                  </a:cubicBezTo>
                  <a:cubicBezTo>
                    <a:pt x="13475" y="18375"/>
                    <a:pt x="13563" y="18541"/>
                    <a:pt x="13602" y="18737"/>
                  </a:cubicBezTo>
                  <a:cubicBezTo>
                    <a:pt x="13768" y="19069"/>
                    <a:pt x="13885" y="19431"/>
                    <a:pt x="14090" y="19714"/>
                  </a:cubicBezTo>
                  <a:cubicBezTo>
                    <a:pt x="14130" y="19802"/>
                    <a:pt x="14169" y="19880"/>
                    <a:pt x="14208" y="19958"/>
                  </a:cubicBezTo>
                  <a:cubicBezTo>
                    <a:pt x="14257" y="19958"/>
                    <a:pt x="14257" y="20007"/>
                    <a:pt x="14296" y="20007"/>
                  </a:cubicBezTo>
                  <a:cubicBezTo>
                    <a:pt x="14335" y="20085"/>
                    <a:pt x="14374" y="20124"/>
                    <a:pt x="14413" y="20164"/>
                  </a:cubicBezTo>
                  <a:cubicBezTo>
                    <a:pt x="14413" y="20164"/>
                    <a:pt x="14452" y="20203"/>
                    <a:pt x="14452" y="20251"/>
                  </a:cubicBezTo>
                  <a:cubicBezTo>
                    <a:pt x="14501" y="20291"/>
                    <a:pt x="14540" y="20291"/>
                    <a:pt x="14579" y="20330"/>
                  </a:cubicBezTo>
                  <a:lnTo>
                    <a:pt x="14657" y="20408"/>
                  </a:lnTo>
                  <a:lnTo>
                    <a:pt x="14784" y="20535"/>
                  </a:lnTo>
                  <a:cubicBezTo>
                    <a:pt x="14823" y="20535"/>
                    <a:pt x="14862" y="20574"/>
                    <a:pt x="14862" y="20574"/>
                  </a:cubicBezTo>
                  <a:cubicBezTo>
                    <a:pt x="14941" y="20613"/>
                    <a:pt x="14989" y="20652"/>
                    <a:pt x="15029" y="20691"/>
                  </a:cubicBezTo>
                  <a:cubicBezTo>
                    <a:pt x="15029" y="20740"/>
                    <a:pt x="15068" y="20740"/>
                    <a:pt x="15107" y="20740"/>
                  </a:cubicBezTo>
                  <a:lnTo>
                    <a:pt x="15234" y="20857"/>
                  </a:lnTo>
                  <a:cubicBezTo>
                    <a:pt x="15273" y="20896"/>
                    <a:pt x="15273" y="20896"/>
                    <a:pt x="15312" y="20896"/>
                  </a:cubicBezTo>
                  <a:cubicBezTo>
                    <a:pt x="15390" y="20984"/>
                    <a:pt x="15478" y="21023"/>
                    <a:pt x="15595" y="21102"/>
                  </a:cubicBezTo>
                  <a:cubicBezTo>
                    <a:pt x="15673" y="21023"/>
                    <a:pt x="15722" y="20935"/>
                    <a:pt x="15761" y="20857"/>
                  </a:cubicBezTo>
                  <a:cubicBezTo>
                    <a:pt x="15918" y="20251"/>
                    <a:pt x="15800" y="19763"/>
                    <a:pt x="15634" y="19274"/>
                  </a:cubicBezTo>
                  <a:cubicBezTo>
                    <a:pt x="15429" y="18541"/>
                    <a:pt x="15234" y="17809"/>
                    <a:pt x="16611" y="17154"/>
                  </a:cubicBezTo>
                  <a:cubicBezTo>
                    <a:pt x="16919" y="17012"/>
                    <a:pt x="17215" y="16961"/>
                    <a:pt x="17495" y="16961"/>
                  </a:cubicBezTo>
                  <a:cubicBezTo>
                    <a:pt x="17774" y="16961"/>
                    <a:pt x="18038" y="17012"/>
                    <a:pt x="18282" y="17076"/>
                  </a:cubicBezTo>
                  <a:cubicBezTo>
                    <a:pt x="18565" y="17103"/>
                    <a:pt x="18807" y="17148"/>
                    <a:pt x="19051" y="17148"/>
                  </a:cubicBezTo>
                  <a:cubicBezTo>
                    <a:pt x="19161" y="17148"/>
                    <a:pt x="19271" y="17139"/>
                    <a:pt x="19386" y="17115"/>
                  </a:cubicBezTo>
                  <a:cubicBezTo>
                    <a:pt x="19826" y="16949"/>
                    <a:pt x="20070" y="16705"/>
                    <a:pt x="20364" y="16343"/>
                  </a:cubicBezTo>
                  <a:cubicBezTo>
                    <a:pt x="20520" y="16177"/>
                    <a:pt x="20686" y="15972"/>
                    <a:pt x="20891" y="15766"/>
                  </a:cubicBezTo>
                  <a:cubicBezTo>
                    <a:pt x="21253" y="15444"/>
                    <a:pt x="21663" y="15161"/>
                    <a:pt x="22025" y="14916"/>
                  </a:cubicBezTo>
                  <a:cubicBezTo>
                    <a:pt x="22806" y="14340"/>
                    <a:pt x="23490" y="13812"/>
                    <a:pt x="23979" y="13040"/>
                  </a:cubicBezTo>
                  <a:cubicBezTo>
                    <a:pt x="24223" y="12679"/>
                    <a:pt x="24350" y="12141"/>
                    <a:pt x="24468" y="11614"/>
                  </a:cubicBezTo>
                  <a:cubicBezTo>
                    <a:pt x="24595" y="11047"/>
                    <a:pt x="24712" y="10480"/>
                    <a:pt x="25005" y="9992"/>
                  </a:cubicBezTo>
                  <a:cubicBezTo>
                    <a:pt x="25611" y="8966"/>
                    <a:pt x="26177" y="8770"/>
                    <a:pt x="26832" y="8526"/>
                  </a:cubicBezTo>
                  <a:cubicBezTo>
                    <a:pt x="27203" y="8399"/>
                    <a:pt x="27565" y="8233"/>
                    <a:pt x="28014" y="7989"/>
                  </a:cubicBezTo>
                  <a:cubicBezTo>
                    <a:pt x="28913" y="7461"/>
                    <a:pt x="29031" y="7138"/>
                    <a:pt x="29353" y="6445"/>
                  </a:cubicBezTo>
                  <a:lnTo>
                    <a:pt x="29353" y="6406"/>
                  </a:lnTo>
                  <a:lnTo>
                    <a:pt x="22562" y="2859"/>
                  </a:lnTo>
                  <a:cubicBezTo>
                    <a:pt x="21405" y="2264"/>
                    <a:pt x="20274" y="1754"/>
                    <a:pt x="19148" y="1754"/>
                  </a:cubicBezTo>
                  <a:cubicBezTo>
                    <a:pt x="18885" y="1754"/>
                    <a:pt x="18623" y="1781"/>
                    <a:pt x="18361" y="1842"/>
                  </a:cubicBezTo>
                  <a:cubicBezTo>
                    <a:pt x="17921" y="1969"/>
                    <a:pt x="17510" y="2214"/>
                    <a:pt x="17061" y="2458"/>
                  </a:cubicBezTo>
                  <a:cubicBezTo>
                    <a:pt x="16817" y="2575"/>
                    <a:pt x="16533" y="2741"/>
                    <a:pt x="16250" y="2859"/>
                  </a:cubicBezTo>
                  <a:cubicBezTo>
                    <a:pt x="15988" y="2978"/>
                    <a:pt x="15478" y="3167"/>
                    <a:pt x="14919" y="3167"/>
                  </a:cubicBezTo>
                  <a:cubicBezTo>
                    <a:pt x="14519" y="3167"/>
                    <a:pt x="14094" y="3070"/>
                    <a:pt x="13719" y="2781"/>
                  </a:cubicBezTo>
                  <a:lnTo>
                    <a:pt x="13475" y="2575"/>
                  </a:lnTo>
                  <a:lnTo>
                    <a:pt x="13719" y="2370"/>
                  </a:lnTo>
                  <a:cubicBezTo>
                    <a:pt x="14051" y="2087"/>
                    <a:pt x="14051" y="1725"/>
                    <a:pt x="13963" y="1442"/>
                  </a:cubicBezTo>
                  <a:cubicBezTo>
                    <a:pt x="13807" y="787"/>
                    <a:pt x="13231" y="172"/>
                    <a:pt x="12625" y="54"/>
                  </a:cubicBezTo>
                  <a:cubicBezTo>
                    <a:pt x="12431" y="17"/>
                    <a:pt x="12238" y="0"/>
                    <a:pt x="1204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8" name="Google Shape;3988;p60"/>
            <p:cNvSpPr/>
            <p:nvPr/>
          </p:nvSpPr>
          <p:spPr>
            <a:xfrm>
              <a:off x="3575897" y="3450096"/>
              <a:ext cx="746602" cy="565078"/>
            </a:xfrm>
            <a:custGeom>
              <a:avLst/>
              <a:gdLst/>
              <a:ahLst/>
              <a:cxnLst/>
              <a:rect l="l" t="t" r="r" b="b"/>
              <a:pathLst>
                <a:path w="51260" h="38797" extrusionOk="0">
                  <a:moveTo>
                    <a:pt x="35509" y="1"/>
                  </a:moveTo>
                  <a:lnTo>
                    <a:pt x="34610" y="157"/>
                  </a:lnTo>
                  <a:cubicBezTo>
                    <a:pt x="34287" y="196"/>
                    <a:pt x="34043" y="245"/>
                    <a:pt x="33877" y="401"/>
                  </a:cubicBezTo>
                  <a:cubicBezTo>
                    <a:pt x="33594" y="685"/>
                    <a:pt x="33672" y="1095"/>
                    <a:pt x="33838" y="1750"/>
                  </a:cubicBezTo>
                  <a:cubicBezTo>
                    <a:pt x="33955" y="2356"/>
                    <a:pt x="34121" y="3049"/>
                    <a:pt x="33672" y="3538"/>
                  </a:cubicBezTo>
                  <a:cubicBezTo>
                    <a:pt x="33633" y="3577"/>
                    <a:pt x="33594" y="3616"/>
                    <a:pt x="33554" y="3616"/>
                  </a:cubicBezTo>
                  <a:cubicBezTo>
                    <a:pt x="33554" y="3665"/>
                    <a:pt x="33554" y="3665"/>
                    <a:pt x="33506" y="3665"/>
                  </a:cubicBezTo>
                  <a:lnTo>
                    <a:pt x="33467" y="3704"/>
                  </a:lnTo>
                  <a:cubicBezTo>
                    <a:pt x="33427" y="3704"/>
                    <a:pt x="33427" y="3743"/>
                    <a:pt x="33427" y="3743"/>
                  </a:cubicBezTo>
                  <a:cubicBezTo>
                    <a:pt x="33388" y="3743"/>
                    <a:pt x="33349" y="3743"/>
                    <a:pt x="33349" y="3782"/>
                  </a:cubicBezTo>
                  <a:lnTo>
                    <a:pt x="33310" y="3782"/>
                  </a:lnTo>
                  <a:cubicBezTo>
                    <a:pt x="33261" y="3782"/>
                    <a:pt x="33261" y="3821"/>
                    <a:pt x="33222" y="3821"/>
                  </a:cubicBezTo>
                  <a:lnTo>
                    <a:pt x="33183" y="3821"/>
                  </a:lnTo>
                  <a:cubicBezTo>
                    <a:pt x="33144" y="3821"/>
                    <a:pt x="33144" y="3821"/>
                    <a:pt x="33105" y="3860"/>
                  </a:cubicBezTo>
                  <a:lnTo>
                    <a:pt x="32529" y="3860"/>
                  </a:lnTo>
                  <a:cubicBezTo>
                    <a:pt x="32529" y="3821"/>
                    <a:pt x="32489" y="3821"/>
                    <a:pt x="32489" y="3821"/>
                  </a:cubicBezTo>
                  <a:lnTo>
                    <a:pt x="32411" y="3821"/>
                  </a:lnTo>
                  <a:cubicBezTo>
                    <a:pt x="32372" y="3821"/>
                    <a:pt x="32372" y="3782"/>
                    <a:pt x="32333" y="3782"/>
                  </a:cubicBezTo>
                  <a:lnTo>
                    <a:pt x="32245" y="3782"/>
                  </a:lnTo>
                  <a:lnTo>
                    <a:pt x="32206" y="3743"/>
                  </a:lnTo>
                  <a:cubicBezTo>
                    <a:pt x="32167" y="3743"/>
                    <a:pt x="32128" y="3743"/>
                    <a:pt x="32128" y="3704"/>
                  </a:cubicBezTo>
                  <a:lnTo>
                    <a:pt x="32040" y="3704"/>
                  </a:lnTo>
                  <a:lnTo>
                    <a:pt x="32001" y="3665"/>
                  </a:lnTo>
                  <a:cubicBezTo>
                    <a:pt x="31962" y="3665"/>
                    <a:pt x="31962" y="3616"/>
                    <a:pt x="31923" y="3616"/>
                  </a:cubicBezTo>
                  <a:cubicBezTo>
                    <a:pt x="31923" y="3616"/>
                    <a:pt x="31884" y="3616"/>
                    <a:pt x="31845" y="3577"/>
                  </a:cubicBezTo>
                  <a:lnTo>
                    <a:pt x="31796" y="3577"/>
                  </a:lnTo>
                  <a:cubicBezTo>
                    <a:pt x="31757" y="3538"/>
                    <a:pt x="31718" y="3499"/>
                    <a:pt x="31678" y="3499"/>
                  </a:cubicBezTo>
                  <a:cubicBezTo>
                    <a:pt x="31512" y="3372"/>
                    <a:pt x="31356" y="3215"/>
                    <a:pt x="31190" y="3088"/>
                  </a:cubicBezTo>
                  <a:cubicBezTo>
                    <a:pt x="30906" y="2805"/>
                    <a:pt x="30623" y="2600"/>
                    <a:pt x="30291" y="2483"/>
                  </a:cubicBezTo>
                  <a:cubicBezTo>
                    <a:pt x="30065" y="2389"/>
                    <a:pt x="29811" y="2360"/>
                    <a:pt x="29553" y="2360"/>
                  </a:cubicBezTo>
                  <a:cubicBezTo>
                    <a:pt x="29352" y="2360"/>
                    <a:pt x="29148" y="2378"/>
                    <a:pt x="28952" y="2395"/>
                  </a:cubicBezTo>
                  <a:lnTo>
                    <a:pt x="19582" y="3088"/>
                  </a:lnTo>
                  <a:cubicBezTo>
                    <a:pt x="19270" y="3117"/>
                    <a:pt x="18944" y="3137"/>
                    <a:pt x="18616" y="3137"/>
                  </a:cubicBezTo>
                  <a:cubicBezTo>
                    <a:pt x="17492" y="3137"/>
                    <a:pt x="16350" y="2900"/>
                    <a:pt x="15722" y="1955"/>
                  </a:cubicBezTo>
                  <a:cubicBezTo>
                    <a:pt x="15595" y="1750"/>
                    <a:pt x="15478" y="1505"/>
                    <a:pt x="15390" y="1261"/>
                  </a:cubicBezTo>
                  <a:cubicBezTo>
                    <a:pt x="15351" y="1134"/>
                    <a:pt x="15273" y="1017"/>
                    <a:pt x="15233" y="890"/>
                  </a:cubicBezTo>
                  <a:cubicBezTo>
                    <a:pt x="15233" y="851"/>
                    <a:pt x="15233" y="851"/>
                    <a:pt x="15185" y="851"/>
                  </a:cubicBezTo>
                  <a:cubicBezTo>
                    <a:pt x="10104" y="1056"/>
                    <a:pt x="5013" y="1711"/>
                    <a:pt x="0" y="2805"/>
                  </a:cubicBezTo>
                  <a:lnTo>
                    <a:pt x="1104" y="5287"/>
                  </a:lnTo>
                  <a:cubicBezTo>
                    <a:pt x="1221" y="5170"/>
                    <a:pt x="1309" y="5082"/>
                    <a:pt x="1427" y="4964"/>
                  </a:cubicBezTo>
                  <a:lnTo>
                    <a:pt x="1554" y="4837"/>
                  </a:lnTo>
                  <a:lnTo>
                    <a:pt x="1710" y="4886"/>
                  </a:lnTo>
                  <a:cubicBezTo>
                    <a:pt x="1798" y="4925"/>
                    <a:pt x="1876" y="4964"/>
                    <a:pt x="1993" y="5043"/>
                  </a:cubicBezTo>
                  <a:cubicBezTo>
                    <a:pt x="2326" y="5170"/>
                    <a:pt x="3058" y="5492"/>
                    <a:pt x="3303" y="5492"/>
                  </a:cubicBezTo>
                  <a:cubicBezTo>
                    <a:pt x="3586" y="5453"/>
                    <a:pt x="3869" y="5131"/>
                    <a:pt x="4114" y="4837"/>
                  </a:cubicBezTo>
                  <a:cubicBezTo>
                    <a:pt x="4358" y="4554"/>
                    <a:pt x="4641" y="4193"/>
                    <a:pt x="5052" y="4153"/>
                  </a:cubicBezTo>
                  <a:cubicBezTo>
                    <a:pt x="5138" y="4138"/>
                    <a:pt x="5225" y="4132"/>
                    <a:pt x="5312" y="4132"/>
                  </a:cubicBezTo>
                  <a:cubicBezTo>
                    <a:pt x="5966" y="4132"/>
                    <a:pt x="6643" y="4524"/>
                    <a:pt x="7289" y="4886"/>
                  </a:cubicBezTo>
                  <a:cubicBezTo>
                    <a:pt x="7739" y="5131"/>
                    <a:pt x="8149" y="5375"/>
                    <a:pt x="8511" y="5453"/>
                  </a:cubicBezTo>
                  <a:cubicBezTo>
                    <a:pt x="8677" y="5499"/>
                    <a:pt x="8843" y="5518"/>
                    <a:pt x="9019" y="5518"/>
                  </a:cubicBezTo>
                  <a:cubicBezTo>
                    <a:pt x="9143" y="5518"/>
                    <a:pt x="9272" y="5508"/>
                    <a:pt x="9410" y="5492"/>
                  </a:cubicBezTo>
                  <a:cubicBezTo>
                    <a:pt x="9497" y="5492"/>
                    <a:pt x="9583" y="5491"/>
                    <a:pt x="9671" y="5491"/>
                  </a:cubicBezTo>
                  <a:cubicBezTo>
                    <a:pt x="10073" y="5491"/>
                    <a:pt x="10481" y="5517"/>
                    <a:pt x="10915" y="5815"/>
                  </a:cubicBezTo>
                  <a:cubicBezTo>
                    <a:pt x="11276" y="6059"/>
                    <a:pt x="11481" y="6508"/>
                    <a:pt x="11726" y="6958"/>
                  </a:cubicBezTo>
                  <a:cubicBezTo>
                    <a:pt x="11931" y="7446"/>
                    <a:pt x="12175" y="7935"/>
                    <a:pt x="12546" y="8179"/>
                  </a:cubicBezTo>
                  <a:cubicBezTo>
                    <a:pt x="12826" y="8378"/>
                    <a:pt x="13133" y="8460"/>
                    <a:pt x="13453" y="8460"/>
                  </a:cubicBezTo>
                  <a:cubicBezTo>
                    <a:pt x="14251" y="8460"/>
                    <a:pt x="15136" y="7953"/>
                    <a:pt x="15917" y="7485"/>
                  </a:cubicBezTo>
                  <a:cubicBezTo>
                    <a:pt x="16084" y="7407"/>
                    <a:pt x="16250" y="7329"/>
                    <a:pt x="16367" y="7241"/>
                  </a:cubicBezTo>
                  <a:lnTo>
                    <a:pt x="16455" y="7202"/>
                  </a:lnTo>
                  <a:lnTo>
                    <a:pt x="16533" y="7202"/>
                  </a:lnTo>
                  <a:cubicBezTo>
                    <a:pt x="17471" y="7202"/>
                    <a:pt x="18204" y="6635"/>
                    <a:pt x="18898" y="6108"/>
                  </a:cubicBezTo>
                  <a:cubicBezTo>
                    <a:pt x="19503" y="5658"/>
                    <a:pt x="20119" y="5170"/>
                    <a:pt x="20891" y="5082"/>
                  </a:cubicBezTo>
                  <a:cubicBezTo>
                    <a:pt x="20939" y="5079"/>
                    <a:pt x="20986" y="5078"/>
                    <a:pt x="21030" y="5078"/>
                  </a:cubicBezTo>
                  <a:cubicBezTo>
                    <a:pt x="21698" y="5078"/>
                    <a:pt x="21964" y="5344"/>
                    <a:pt x="22230" y="5619"/>
                  </a:cubicBezTo>
                  <a:cubicBezTo>
                    <a:pt x="22396" y="5736"/>
                    <a:pt x="22562" y="5902"/>
                    <a:pt x="22806" y="6020"/>
                  </a:cubicBezTo>
                  <a:cubicBezTo>
                    <a:pt x="24028" y="6674"/>
                    <a:pt x="24389" y="7163"/>
                    <a:pt x="24878" y="7896"/>
                  </a:cubicBezTo>
                  <a:cubicBezTo>
                    <a:pt x="25122" y="8218"/>
                    <a:pt x="25366" y="8590"/>
                    <a:pt x="25777" y="9039"/>
                  </a:cubicBezTo>
                  <a:cubicBezTo>
                    <a:pt x="26421" y="9811"/>
                    <a:pt x="26959" y="9928"/>
                    <a:pt x="27692" y="10094"/>
                  </a:cubicBezTo>
                  <a:cubicBezTo>
                    <a:pt x="27936" y="10133"/>
                    <a:pt x="28258" y="10212"/>
                    <a:pt x="28581" y="10339"/>
                  </a:cubicBezTo>
                  <a:cubicBezTo>
                    <a:pt x="30457" y="10905"/>
                    <a:pt x="30574" y="11394"/>
                    <a:pt x="30906" y="12987"/>
                  </a:cubicBezTo>
                  <a:cubicBezTo>
                    <a:pt x="30946" y="13143"/>
                    <a:pt x="30985" y="13348"/>
                    <a:pt x="31063" y="13592"/>
                  </a:cubicBezTo>
                  <a:cubicBezTo>
                    <a:pt x="31190" y="14169"/>
                    <a:pt x="31512" y="14736"/>
                    <a:pt x="31845" y="15302"/>
                  </a:cubicBezTo>
                  <a:cubicBezTo>
                    <a:pt x="32167" y="15879"/>
                    <a:pt x="32489" y="16485"/>
                    <a:pt x="32616" y="17100"/>
                  </a:cubicBezTo>
                  <a:cubicBezTo>
                    <a:pt x="32734" y="17628"/>
                    <a:pt x="32577" y="18116"/>
                    <a:pt x="32450" y="18517"/>
                  </a:cubicBezTo>
                  <a:cubicBezTo>
                    <a:pt x="32284" y="19094"/>
                    <a:pt x="32167" y="19543"/>
                    <a:pt x="32450" y="20188"/>
                  </a:cubicBezTo>
                  <a:cubicBezTo>
                    <a:pt x="32685" y="20816"/>
                    <a:pt x="34609" y="22523"/>
                    <a:pt x="35663" y="22523"/>
                  </a:cubicBezTo>
                  <a:cubicBezTo>
                    <a:pt x="35708" y="22523"/>
                    <a:pt x="35751" y="22520"/>
                    <a:pt x="35792" y="22514"/>
                  </a:cubicBezTo>
                  <a:cubicBezTo>
                    <a:pt x="35997" y="22514"/>
                    <a:pt x="36281" y="22387"/>
                    <a:pt x="36359" y="21781"/>
                  </a:cubicBezTo>
                  <a:lnTo>
                    <a:pt x="36486" y="20677"/>
                  </a:lnTo>
                  <a:lnTo>
                    <a:pt x="36847" y="21742"/>
                  </a:lnTo>
                  <a:cubicBezTo>
                    <a:pt x="37131" y="22631"/>
                    <a:pt x="37375" y="23852"/>
                    <a:pt x="37658" y="25113"/>
                  </a:cubicBezTo>
                  <a:cubicBezTo>
                    <a:pt x="38196" y="27761"/>
                    <a:pt x="38802" y="30780"/>
                    <a:pt x="40062" y="32197"/>
                  </a:cubicBezTo>
                  <a:cubicBezTo>
                    <a:pt x="40306" y="32441"/>
                    <a:pt x="40717" y="32646"/>
                    <a:pt x="41166" y="32852"/>
                  </a:cubicBezTo>
                  <a:cubicBezTo>
                    <a:pt x="41616" y="33057"/>
                    <a:pt x="42055" y="33262"/>
                    <a:pt x="42388" y="33545"/>
                  </a:cubicBezTo>
                  <a:cubicBezTo>
                    <a:pt x="43365" y="34395"/>
                    <a:pt x="43853" y="35294"/>
                    <a:pt x="44342" y="36398"/>
                  </a:cubicBezTo>
                  <a:cubicBezTo>
                    <a:pt x="44625" y="37004"/>
                    <a:pt x="44831" y="37532"/>
                    <a:pt x="44948" y="37942"/>
                  </a:cubicBezTo>
                  <a:cubicBezTo>
                    <a:pt x="45142" y="38537"/>
                    <a:pt x="45223" y="38797"/>
                    <a:pt x="45655" y="38797"/>
                  </a:cubicBezTo>
                  <a:cubicBezTo>
                    <a:pt x="45962" y="38797"/>
                    <a:pt x="46446" y="38666"/>
                    <a:pt x="47273" y="38431"/>
                  </a:cubicBezTo>
                  <a:cubicBezTo>
                    <a:pt x="47723" y="38304"/>
                    <a:pt x="48123" y="38226"/>
                    <a:pt x="48456" y="38187"/>
                  </a:cubicBezTo>
                  <a:cubicBezTo>
                    <a:pt x="49794" y="37903"/>
                    <a:pt x="50166" y="37815"/>
                    <a:pt x="50488" y="36027"/>
                  </a:cubicBezTo>
                  <a:cubicBezTo>
                    <a:pt x="51260" y="31796"/>
                    <a:pt x="50898" y="27966"/>
                    <a:pt x="49384" y="24380"/>
                  </a:cubicBezTo>
                  <a:cubicBezTo>
                    <a:pt x="48495" y="22230"/>
                    <a:pt x="47029" y="19866"/>
                    <a:pt x="45358" y="17745"/>
                  </a:cubicBezTo>
                  <a:cubicBezTo>
                    <a:pt x="44625" y="16856"/>
                    <a:pt x="44420" y="16035"/>
                    <a:pt x="44176" y="15224"/>
                  </a:cubicBezTo>
                  <a:cubicBezTo>
                    <a:pt x="44010" y="14530"/>
                    <a:pt x="43814" y="13798"/>
                    <a:pt x="43326" y="13026"/>
                  </a:cubicBezTo>
                  <a:cubicBezTo>
                    <a:pt x="42632" y="11922"/>
                    <a:pt x="41860" y="10788"/>
                    <a:pt x="41166" y="9684"/>
                  </a:cubicBezTo>
                  <a:cubicBezTo>
                    <a:pt x="39124" y="6596"/>
                    <a:pt x="37014" y="3372"/>
                    <a:pt x="3550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89" name="Google Shape;3989;p60"/>
            <p:cNvSpPr/>
            <p:nvPr/>
          </p:nvSpPr>
          <p:spPr>
            <a:xfrm>
              <a:off x="3332239" y="2845241"/>
              <a:ext cx="678307" cy="241968"/>
            </a:xfrm>
            <a:custGeom>
              <a:avLst/>
              <a:gdLst/>
              <a:ahLst/>
              <a:cxnLst/>
              <a:rect l="l" t="t" r="r" b="b"/>
              <a:pathLst>
                <a:path w="46571" h="16613" extrusionOk="0">
                  <a:moveTo>
                    <a:pt x="46209" y="1"/>
                  </a:moveTo>
                  <a:cubicBezTo>
                    <a:pt x="45027" y="196"/>
                    <a:pt x="43883" y="323"/>
                    <a:pt x="42867" y="490"/>
                  </a:cubicBezTo>
                  <a:cubicBezTo>
                    <a:pt x="41568" y="646"/>
                    <a:pt x="40268" y="773"/>
                    <a:pt x="38959" y="929"/>
                  </a:cubicBezTo>
                  <a:lnTo>
                    <a:pt x="38558" y="978"/>
                  </a:lnTo>
                  <a:cubicBezTo>
                    <a:pt x="38069" y="1017"/>
                    <a:pt x="37532" y="1095"/>
                    <a:pt x="37004" y="1173"/>
                  </a:cubicBezTo>
                  <a:lnTo>
                    <a:pt x="36887" y="1173"/>
                  </a:lnTo>
                  <a:cubicBezTo>
                    <a:pt x="36604" y="1222"/>
                    <a:pt x="36359" y="1222"/>
                    <a:pt x="36066" y="1261"/>
                  </a:cubicBezTo>
                  <a:cubicBezTo>
                    <a:pt x="35988" y="1301"/>
                    <a:pt x="35871" y="1301"/>
                    <a:pt x="35783" y="1301"/>
                  </a:cubicBezTo>
                  <a:cubicBezTo>
                    <a:pt x="35578" y="1340"/>
                    <a:pt x="35334" y="1340"/>
                    <a:pt x="35138" y="1379"/>
                  </a:cubicBezTo>
                  <a:cubicBezTo>
                    <a:pt x="35011" y="1418"/>
                    <a:pt x="34894" y="1418"/>
                    <a:pt x="34767" y="1418"/>
                  </a:cubicBezTo>
                  <a:cubicBezTo>
                    <a:pt x="34562" y="1467"/>
                    <a:pt x="34356" y="1506"/>
                    <a:pt x="34161" y="1506"/>
                  </a:cubicBezTo>
                  <a:cubicBezTo>
                    <a:pt x="34034" y="1545"/>
                    <a:pt x="33868" y="1545"/>
                    <a:pt x="33751" y="1584"/>
                  </a:cubicBezTo>
                  <a:cubicBezTo>
                    <a:pt x="33545" y="1584"/>
                    <a:pt x="33379" y="1623"/>
                    <a:pt x="33184" y="1662"/>
                  </a:cubicBezTo>
                  <a:cubicBezTo>
                    <a:pt x="33018" y="1662"/>
                    <a:pt x="32852" y="1711"/>
                    <a:pt x="32695" y="1711"/>
                  </a:cubicBezTo>
                  <a:cubicBezTo>
                    <a:pt x="32529" y="1750"/>
                    <a:pt x="32363" y="1750"/>
                    <a:pt x="32207" y="1789"/>
                  </a:cubicBezTo>
                  <a:cubicBezTo>
                    <a:pt x="31874" y="1828"/>
                    <a:pt x="31552" y="1906"/>
                    <a:pt x="31230" y="1955"/>
                  </a:cubicBezTo>
                  <a:cubicBezTo>
                    <a:pt x="28699" y="2356"/>
                    <a:pt x="26139" y="2883"/>
                    <a:pt x="23696" y="3372"/>
                  </a:cubicBezTo>
                  <a:lnTo>
                    <a:pt x="15107" y="5170"/>
                  </a:lnTo>
                  <a:cubicBezTo>
                    <a:pt x="13720" y="5453"/>
                    <a:pt x="12332" y="5737"/>
                    <a:pt x="10905" y="5903"/>
                  </a:cubicBezTo>
                  <a:cubicBezTo>
                    <a:pt x="10710" y="5942"/>
                    <a:pt x="10466" y="5942"/>
                    <a:pt x="10221" y="5981"/>
                  </a:cubicBezTo>
                  <a:lnTo>
                    <a:pt x="10055" y="5981"/>
                  </a:lnTo>
                  <a:cubicBezTo>
                    <a:pt x="9811" y="6020"/>
                    <a:pt x="9606" y="6020"/>
                    <a:pt x="9362" y="6059"/>
                  </a:cubicBezTo>
                  <a:lnTo>
                    <a:pt x="8668" y="6059"/>
                  </a:lnTo>
                  <a:cubicBezTo>
                    <a:pt x="8590" y="6059"/>
                    <a:pt x="8551" y="6108"/>
                    <a:pt x="8511" y="6108"/>
                  </a:cubicBezTo>
                  <a:lnTo>
                    <a:pt x="5580" y="6108"/>
                  </a:lnTo>
                  <a:cubicBezTo>
                    <a:pt x="5336" y="6108"/>
                    <a:pt x="5131" y="6108"/>
                    <a:pt x="4925" y="6059"/>
                  </a:cubicBezTo>
                  <a:lnTo>
                    <a:pt x="4925" y="6108"/>
                  </a:lnTo>
                  <a:cubicBezTo>
                    <a:pt x="4886" y="6147"/>
                    <a:pt x="4886" y="6186"/>
                    <a:pt x="4847" y="6225"/>
                  </a:cubicBezTo>
                  <a:cubicBezTo>
                    <a:pt x="4847" y="6264"/>
                    <a:pt x="4847" y="6264"/>
                    <a:pt x="4798" y="6264"/>
                  </a:cubicBezTo>
                  <a:cubicBezTo>
                    <a:pt x="4798" y="6303"/>
                    <a:pt x="4759" y="6352"/>
                    <a:pt x="4759" y="6391"/>
                  </a:cubicBezTo>
                  <a:lnTo>
                    <a:pt x="4720" y="6430"/>
                  </a:lnTo>
                  <a:cubicBezTo>
                    <a:pt x="4681" y="6469"/>
                    <a:pt x="4681" y="6509"/>
                    <a:pt x="4642" y="6548"/>
                  </a:cubicBezTo>
                  <a:lnTo>
                    <a:pt x="4603" y="6597"/>
                  </a:lnTo>
                  <a:cubicBezTo>
                    <a:pt x="4603" y="6636"/>
                    <a:pt x="4554" y="6636"/>
                    <a:pt x="4554" y="6675"/>
                  </a:cubicBezTo>
                  <a:cubicBezTo>
                    <a:pt x="4515" y="6675"/>
                    <a:pt x="4515" y="6714"/>
                    <a:pt x="4476" y="6714"/>
                  </a:cubicBezTo>
                  <a:cubicBezTo>
                    <a:pt x="4476" y="6753"/>
                    <a:pt x="4437" y="6792"/>
                    <a:pt x="4437" y="6792"/>
                  </a:cubicBezTo>
                  <a:cubicBezTo>
                    <a:pt x="4398" y="6841"/>
                    <a:pt x="4398" y="6841"/>
                    <a:pt x="4359" y="6841"/>
                  </a:cubicBezTo>
                  <a:cubicBezTo>
                    <a:pt x="4310" y="6880"/>
                    <a:pt x="4310" y="6880"/>
                    <a:pt x="4271" y="6919"/>
                  </a:cubicBezTo>
                  <a:cubicBezTo>
                    <a:pt x="4271" y="6919"/>
                    <a:pt x="4232" y="6958"/>
                    <a:pt x="4193" y="6958"/>
                  </a:cubicBezTo>
                  <a:cubicBezTo>
                    <a:pt x="4193" y="6997"/>
                    <a:pt x="4153" y="6997"/>
                    <a:pt x="4153" y="6997"/>
                  </a:cubicBezTo>
                  <a:cubicBezTo>
                    <a:pt x="4114" y="7036"/>
                    <a:pt x="4026" y="7085"/>
                    <a:pt x="3987" y="7124"/>
                  </a:cubicBezTo>
                  <a:cubicBezTo>
                    <a:pt x="3870" y="7163"/>
                    <a:pt x="3704" y="7241"/>
                    <a:pt x="3577" y="7281"/>
                  </a:cubicBezTo>
                  <a:cubicBezTo>
                    <a:pt x="3382" y="7368"/>
                    <a:pt x="3176" y="7408"/>
                    <a:pt x="3049" y="7525"/>
                  </a:cubicBezTo>
                  <a:cubicBezTo>
                    <a:pt x="2766" y="7730"/>
                    <a:pt x="2649" y="8140"/>
                    <a:pt x="2561" y="8590"/>
                  </a:cubicBezTo>
                  <a:lnTo>
                    <a:pt x="1955" y="11238"/>
                  </a:lnTo>
                  <a:lnTo>
                    <a:pt x="1545" y="11189"/>
                  </a:lnTo>
                  <a:lnTo>
                    <a:pt x="1545" y="11394"/>
                  </a:lnTo>
                  <a:cubicBezTo>
                    <a:pt x="1505" y="11482"/>
                    <a:pt x="1505" y="11599"/>
                    <a:pt x="1505" y="11678"/>
                  </a:cubicBezTo>
                  <a:cubicBezTo>
                    <a:pt x="1505" y="11805"/>
                    <a:pt x="1466" y="11883"/>
                    <a:pt x="1466" y="12010"/>
                  </a:cubicBezTo>
                  <a:cubicBezTo>
                    <a:pt x="1466" y="12088"/>
                    <a:pt x="1427" y="12215"/>
                    <a:pt x="1427" y="12293"/>
                  </a:cubicBezTo>
                  <a:cubicBezTo>
                    <a:pt x="1427" y="12371"/>
                    <a:pt x="1378" y="12498"/>
                    <a:pt x="1378" y="12616"/>
                  </a:cubicBezTo>
                  <a:cubicBezTo>
                    <a:pt x="1339" y="12704"/>
                    <a:pt x="1339" y="12782"/>
                    <a:pt x="1300" y="12860"/>
                  </a:cubicBezTo>
                  <a:cubicBezTo>
                    <a:pt x="1300" y="12987"/>
                    <a:pt x="1261" y="13104"/>
                    <a:pt x="1261" y="13192"/>
                  </a:cubicBezTo>
                  <a:cubicBezTo>
                    <a:pt x="1222" y="13270"/>
                    <a:pt x="1222" y="13348"/>
                    <a:pt x="1183" y="13475"/>
                  </a:cubicBezTo>
                  <a:cubicBezTo>
                    <a:pt x="1183" y="13554"/>
                    <a:pt x="1134" y="13681"/>
                    <a:pt x="1095" y="13798"/>
                  </a:cubicBezTo>
                  <a:cubicBezTo>
                    <a:pt x="1095" y="13876"/>
                    <a:pt x="1056" y="13964"/>
                    <a:pt x="1017" y="14042"/>
                  </a:cubicBezTo>
                  <a:cubicBezTo>
                    <a:pt x="1017" y="14169"/>
                    <a:pt x="978" y="14247"/>
                    <a:pt x="939" y="14365"/>
                  </a:cubicBezTo>
                  <a:cubicBezTo>
                    <a:pt x="890" y="14453"/>
                    <a:pt x="890" y="14531"/>
                    <a:pt x="851" y="14609"/>
                  </a:cubicBezTo>
                  <a:cubicBezTo>
                    <a:pt x="812" y="14736"/>
                    <a:pt x="773" y="14853"/>
                    <a:pt x="734" y="14980"/>
                  </a:cubicBezTo>
                  <a:cubicBezTo>
                    <a:pt x="694" y="15019"/>
                    <a:pt x="694" y="15097"/>
                    <a:pt x="646" y="15146"/>
                  </a:cubicBezTo>
                  <a:cubicBezTo>
                    <a:pt x="567" y="15342"/>
                    <a:pt x="528" y="15508"/>
                    <a:pt x="450" y="15713"/>
                  </a:cubicBezTo>
                  <a:cubicBezTo>
                    <a:pt x="323" y="15918"/>
                    <a:pt x="245" y="16123"/>
                    <a:pt x="118" y="16319"/>
                  </a:cubicBezTo>
                  <a:lnTo>
                    <a:pt x="118" y="16368"/>
                  </a:lnTo>
                  <a:cubicBezTo>
                    <a:pt x="79" y="16446"/>
                    <a:pt x="40" y="16524"/>
                    <a:pt x="1" y="16612"/>
                  </a:cubicBezTo>
                  <a:cubicBezTo>
                    <a:pt x="79" y="16612"/>
                    <a:pt x="157" y="16612"/>
                    <a:pt x="245" y="16563"/>
                  </a:cubicBezTo>
                  <a:cubicBezTo>
                    <a:pt x="362" y="16563"/>
                    <a:pt x="489" y="16563"/>
                    <a:pt x="646" y="16524"/>
                  </a:cubicBezTo>
                  <a:cubicBezTo>
                    <a:pt x="812" y="16524"/>
                    <a:pt x="978" y="16485"/>
                    <a:pt x="1134" y="16485"/>
                  </a:cubicBezTo>
                  <a:cubicBezTo>
                    <a:pt x="1300" y="16446"/>
                    <a:pt x="1427" y="16446"/>
                    <a:pt x="1584" y="16446"/>
                  </a:cubicBezTo>
                  <a:cubicBezTo>
                    <a:pt x="1750" y="16407"/>
                    <a:pt x="1916" y="16407"/>
                    <a:pt x="2072" y="16407"/>
                  </a:cubicBezTo>
                  <a:cubicBezTo>
                    <a:pt x="2199" y="16368"/>
                    <a:pt x="2356" y="16368"/>
                    <a:pt x="2522" y="16368"/>
                  </a:cubicBezTo>
                  <a:cubicBezTo>
                    <a:pt x="2649" y="16319"/>
                    <a:pt x="2805" y="16319"/>
                    <a:pt x="2932" y="16319"/>
                  </a:cubicBezTo>
                  <a:cubicBezTo>
                    <a:pt x="3137" y="16280"/>
                    <a:pt x="3294" y="16280"/>
                    <a:pt x="3460" y="16280"/>
                  </a:cubicBezTo>
                  <a:cubicBezTo>
                    <a:pt x="3538" y="16280"/>
                    <a:pt x="3626" y="16241"/>
                    <a:pt x="3704" y="16241"/>
                  </a:cubicBezTo>
                  <a:cubicBezTo>
                    <a:pt x="4847" y="16163"/>
                    <a:pt x="5981" y="16123"/>
                    <a:pt x="7085" y="16075"/>
                  </a:cubicBezTo>
                  <a:cubicBezTo>
                    <a:pt x="8267" y="16036"/>
                    <a:pt x="9528" y="15957"/>
                    <a:pt x="10710" y="15879"/>
                  </a:cubicBezTo>
                  <a:cubicBezTo>
                    <a:pt x="11150" y="15830"/>
                    <a:pt x="11521" y="15830"/>
                    <a:pt x="11883" y="15791"/>
                  </a:cubicBezTo>
                  <a:cubicBezTo>
                    <a:pt x="12010" y="15791"/>
                    <a:pt x="12088" y="15752"/>
                    <a:pt x="12176" y="15752"/>
                  </a:cubicBezTo>
                  <a:cubicBezTo>
                    <a:pt x="12293" y="15752"/>
                    <a:pt x="12420" y="15752"/>
                    <a:pt x="12498" y="15713"/>
                  </a:cubicBezTo>
                  <a:cubicBezTo>
                    <a:pt x="12742" y="15713"/>
                    <a:pt x="12948" y="15674"/>
                    <a:pt x="13192" y="15674"/>
                  </a:cubicBezTo>
                  <a:cubicBezTo>
                    <a:pt x="13231" y="15674"/>
                    <a:pt x="13270" y="15635"/>
                    <a:pt x="13309" y="15635"/>
                  </a:cubicBezTo>
                  <a:cubicBezTo>
                    <a:pt x="13593" y="15586"/>
                    <a:pt x="13886" y="15586"/>
                    <a:pt x="14169" y="15547"/>
                  </a:cubicBezTo>
                  <a:cubicBezTo>
                    <a:pt x="15957" y="15303"/>
                    <a:pt x="17794" y="14902"/>
                    <a:pt x="19543" y="14531"/>
                  </a:cubicBezTo>
                  <a:cubicBezTo>
                    <a:pt x="21370" y="14120"/>
                    <a:pt x="23246" y="13759"/>
                    <a:pt x="25123" y="13515"/>
                  </a:cubicBezTo>
                  <a:cubicBezTo>
                    <a:pt x="26993" y="13259"/>
                    <a:pt x="28998" y="13098"/>
                    <a:pt x="31347" y="13098"/>
                  </a:cubicBezTo>
                  <a:cubicBezTo>
                    <a:pt x="31600" y="13098"/>
                    <a:pt x="31857" y="13100"/>
                    <a:pt x="32119" y="13104"/>
                  </a:cubicBezTo>
                  <a:cubicBezTo>
                    <a:pt x="32119" y="13065"/>
                    <a:pt x="32158" y="13026"/>
                    <a:pt x="32158" y="12987"/>
                  </a:cubicBezTo>
                  <a:cubicBezTo>
                    <a:pt x="32158" y="12948"/>
                    <a:pt x="32158" y="12899"/>
                    <a:pt x="32207" y="12860"/>
                  </a:cubicBezTo>
                  <a:cubicBezTo>
                    <a:pt x="32207" y="12782"/>
                    <a:pt x="32246" y="12704"/>
                    <a:pt x="32246" y="12616"/>
                  </a:cubicBezTo>
                  <a:cubicBezTo>
                    <a:pt x="32246" y="12577"/>
                    <a:pt x="32285" y="12537"/>
                    <a:pt x="32285" y="12537"/>
                  </a:cubicBezTo>
                  <a:cubicBezTo>
                    <a:pt x="32285" y="12410"/>
                    <a:pt x="32324" y="12332"/>
                    <a:pt x="32324" y="12254"/>
                  </a:cubicBezTo>
                  <a:cubicBezTo>
                    <a:pt x="32363" y="12254"/>
                    <a:pt x="32363" y="12215"/>
                    <a:pt x="32363" y="12166"/>
                  </a:cubicBezTo>
                  <a:cubicBezTo>
                    <a:pt x="32402" y="12088"/>
                    <a:pt x="32402" y="11971"/>
                    <a:pt x="32451" y="11883"/>
                  </a:cubicBezTo>
                  <a:cubicBezTo>
                    <a:pt x="32607" y="11433"/>
                    <a:pt x="32773" y="10994"/>
                    <a:pt x="33096" y="10622"/>
                  </a:cubicBezTo>
                  <a:cubicBezTo>
                    <a:pt x="33584" y="10095"/>
                    <a:pt x="34278" y="9968"/>
                    <a:pt x="34933" y="9850"/>
                  </a:cubicBezTo>
                  <a:cubicBezTo>
                    <a:pt x="35461" y="9723"/>
                    <a:pt x="35949" y="9645"/>
                    <a:pt x="36311" y="9362"/>
                  </a:cubicBezTo>
                  <a:cubicBezTo>
                    <a:pt x="36643" y="9157"/>
                    <a:pt x="36848" y="8834"/>
                    <a:pt x="37092" y="8463"/>
                  </a:cubicBezTo>
                  <a:cubicBezTo>
                    <a:pt x="37288" y="8219"/>
                    <a:pt x="37493" y="7935"/>
                    <a:pt x="37698" y="7730"/>
                  </a:cubicBezTo>
                  <a:cubicBezTo>
                    <a:pt x="38187" y="7241"/>
                    <a:pt x="38841" y="6958"/>
                    <a:pt x="39408" y="6714"/>
                  </a:cubicBezTo>
                  <a:lnTo>
                    <a:pt x="45642" y="4027"/>
                  </a:lnTo>
                  <a:cubicBezTo>
                    <a:pt x="46004" y="3861"/>
                    <a:pt x="46375" y="3704"/>
                    <a:pt x="46492" y="3372"/>
                  </a:cubicBezTo>
                  <a:cubicBezTo>
                    <a:pt x="46570" y="3177"/>
                    <a:pt x="46570" y="2932"/>
                    <a:pt x="46531" y="2688"/>
                  </a:cubicBezTo>
                  <a:lnTo>
                    <a:pt x="4620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0" name="Google Shape;3990;p60"/>
            <p:cNvSpPr/>
            <p:nvPr/>
          </p:nvSpPr>
          <p:spPr>
            <a:xfrm>
              <a:off x="3398568" y="2941312"/>
              <a:ext cx="714" cy="1151"/>
            </a:xfrm>
            <a:custGeom>
              <a:avLst/>
              <a:gdLst/>
              <a:ahLst/>
              <a:cxnLst/>
              <a:rect l="l" t="t" r="r" b="b"/>
              <a:pathLst>
                <a:path w="49" h="79" extrusionOk="0">
                  <a:moveTo>
                    <a:pt x="49" y="1"/>
                  </a:moveTo>
                  <a:cubicBezTo>
                    <a:pt x="49" y="40"/>
                    <a:pt x="0" y="40"/>
                    <a:pt x="0" y="79"/>
                  </a:cubicBezTo>
                  <a:cubicBezTo>
                    <a:pt x="0" y="40"/>
                    <a:pt x="49" y="40"/>
                    <a:pt x="4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1" name="Google Shape;3991;p60"/>
            <p:cNvSpPr/>
            <p:nvPr/>
          </p:nvSpPr>
          <p:spPr>
            <a:xfrm>
              <a:off x="3396850" y="2943016"/>
              <a:ext cx="583" cy="1151"/>
            </a:xfrm>
            <a:custGeom>
              <a:avLst/>
              <a:gdLst/>
              <a:ahLst/>
              <a:cxnLst/>
              <a:rect l="l" t="t" r="r" b="b"/>
              <a:pathLst>
                <a:path w="40" h="79" extrusionOk="0">
                  <a:moveTo>
                    <a:pt x="40" y="1"/>
                  </a:moveTo>
                  <a:cubicBezTo>
                    <a:pt x="40" y="40"/>
                    <a:pt x="1" y="79"/>
                    <a:pt x="1" y="79"/>
                  </a:cubicBezTo>
                  <a:cubicBezTo>
                    <a:pt x="1" y="79"/>
                    <a:pt x="40" y="40"/>
                    <a:pt x="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2" name="Google Shape;3992;p60"/>
            <p:cNvSpPr/>
            <p:nvPr/>
          </p:nvSpPr>
          <p:spPr>
            <a:xfrm>
              <a:off x="3354728" y="2970340"/>
              <a:ext cx="14813" cy="38583"/>
            </a:xfrm>
            <a:custGeom>
              <a:avLst/>
              <a:gdLst/>
              <a:ahLst/>
              <a:cxnLst/>
              <a:rect l="l" t="t" r="r" b="b"/>
              <a:pathLst>
                <a:path w="1017" h="2649" extrusionOk="0">
                  <a:moveTo>
                    <a:pt x="1" y="2600"/>
                  </a:moveTo>
                  <a:lnTo>
                    <a:pt x="1" y="2600"/>
                  </a:lnTo>
                  <a:lnTo>
                    <a:pt x="411" y="2649"/>
                  </a:lnTo>
                  <a:lnTo>
                    <a:pt x="1017" y="1"/>
                  </a:lnTo>
                  <a:lnTo>
                    <a:pt x="411" y="264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3" name="Google Shape;3993;p60"/>
            <p:cNvSpPr/>
            <p:nvPr/>
          </p:nvSpPr>
          <p:spPr>
            <a:xfrm>
              <a:off x="3394432" y="2944866"/>
              <a:ext cx="1296" cy="1151"/>
            </a:xfrm>
            <a:custGeom>
              <a:avLst/>
              <a:gdLst/>
              <a:ahLst/>
              <a:cxnLst/>
              <a:rect l="l" t="t" r="r" b="b"/>
              <a:pathLst>
                <a:path w="89" h="79" extrusionOk="0">
                  <a:moveTo>
                    <a:pt x="89" y="1"/>
                  </a:moveTo>
                  <a:cubicBezTo>
                    <a:pt x="40" y="40"/>
                    <a:pt x="40" y="40"/>
                    <a:pt x="1" y="79"/>
                  </a:cubicBezTo>
                  <a:cubicBezTo>
                    <a:pt x="40" y="40"/>
                    <a:pt x="40" y="40"/>
                    <a:pt x="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4" name="Google Shape;3994;p60"/>
            <p:cNvSpPr/>
            <p:nvPr/>
          </p:nvSpPr>
          <p:spPr>
            <a:xfrm>
              <a:off x="3402836" y="2934190"/>
              <a:ext cx="1151" cy="1733"/>
            </a:xfrm>
            <a:custGeom>
              <a:avLst/>
              <a:gdLst/>
              <a:ahLst/>
              <a:cxnLst/>
              <a:rect l="l" t="t" r="r" b="b"/>
              <a:pathLst>
                <a:path w="79" h="119" extrusionOk="0">
                  <a:moveTo>
                    <a:pt x="78" y="1"/>
                  </a:moveTo>
                  <a:cubicBezTo>
                    <a:pt x="39" y="40"/>
                    <a:pt x="39" y="79"/>
                    <a:pt x="0" y="118"/>
                  </a:cubicBezTo>
                  <a:cubicBezTo>
                    <a:pt x="39" y="79"/>
                    <a:pt x="39" y="40"/>
                    <a:pt x="7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5" name="Google Shape;3995;p60"/>
            <p:cNvSpPr/>
            <p:nvPr/>
          </p:nvSpPr>
          <p:spPr>
            <a:xfrm>
              <a:off x="3392728" y="2946584"/>
              <a:ext cx="583" cy="583"/>
            </a:xfrm>
            <a:custGeom>
              <a:avLst/>
              <a:gdLst/>
              <a:ahLst/>
              <a:cxnLst/>
              <a:rect l="l" t="t" r="r" b="b"/>
              <a:pathLst>
                <a:path w="40" h="40" extrusionOk="0">
                  <a:moveTo>
                    <a:pt x="40" y="0"/>
                  </a:moveTo>
                  <a:cubicBezTo>
                    <a:pt x="40" y="39"/>
                    <a:pt x="0" y="39"/>
                    <a:pt x="0" y="39"/>
                  </a:cubicBezTo>
                  <a:cubicBezTo>
                    <a:pt x="0" y="39"/>
                    <a:pt x="40" y="39"/>
                    <a:pt x="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6" name="Google Shape;3996;p60"/>
            <p:cNvSpPr/>
            <p:nvPr/>
          </p:nvSpPr>
          <p:spPr>
            <a:xfrm>
              <a:off x="3401554" y="2936476"/>
              <a:ext cx="583" cy="1864"/>
            </a:xfrm>
            <a:custGeom>
              <a:avLst/>
              <a:gdLst/>
              <a:ahLst/>
              <a:cxnLst/>
              <a:rect l="l" t="t" r="r" b="b"/>
              <a:pathLst>
                <a:path w="40" h="128" extrusionOk="0">
                  <a:moveTo>
                    <a:pt x="39" y="0"/>
                  </a:moveTo>
                  <a:cubicBezTo>
                    <a:pt x="39" y="39"/>
                    <a:pt x="0" y="88"/>
                    <a:pt x="0" y="127"/>
                  </a:cubicBezTo>
                  <a:cubicBezTo>
                    <a:pt x="0" y="88"/>
                    <a:pt x="39" y="39"/>
                    <a:pt x="3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7" name="Google Shape;3997;p60"/>
            <p:cNvSpPr/>
            <p:nvPr/>
          </p:nvSpPr>
          <p:spPr>
            <a:xfrm>
              <a:off x="3399850" y="2938894"/>
              <a:ext cx="1151" cy="1719"/>
            </a:xfrm>
            <a:custGeom>
              <a:avLst/>
              <a:gdLst/>
              <a:ahLst/>
              <a:cxnLst/>
              <a:rect l="l" t="t" r="r" b="b"/>
              <a:pathLst>
                <a:path w="79" h="118" extrusionOk="0">
                  <a:moveTo>
                    <a:pt x="78" y="0"/>
                  </a:moveTo>
                  <a:cubicBezTo>
                    <a:pt x="39" y="39"/>
                    <a:pt x="39" y="79"/>
                    <a:pt x="0" y="118"/>
                  </a:cubicBezTo>
                  <a:cubicBezTo>
                    <a:pt x="39" y="79"/>
                    <a:pt x="39" y="39"/>
                    <a:pt x="7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8" name="Google Shape;3998;p60"/>
            <p:cNvSpPr/>
            <p:nvPr/>
          </p:nvSpPr>
          <p:spPr>
            <a:xfrm>
              <a:off x="3403972" y="2933490"/>
              <a:ext cx="9555" cy="714"/>
            </a:xfrm>
            <a:custGeom>
              <a:avLst/>
              <a:gdLst/>
              <a:ahLst/>
              <a:cxnLst/>
              <a:rect l="l" t="t" r="r" b="b"/>
              <a:pathLst>
                <a:path w="656" h="49" extrusionOk="0">
                  <a:moveTo>
                    <a:pt x="0" y="0"/>
                  </a:moveTo>
                  <a:cubicBezTo>
                    <a:pt x="206" y="49"/>
                    <a:pt x="411" y="49"/>
                    <a:pt x="655" y="49"/>
                  </a:cubicBezTo>
                  <a:cubicBezTo>
                    <a:pt x="411" y="49"/>
                    <a:pt x="206" y="49"/>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999" name="Google Shape;3999;p60"/>
            <p:cNvSpPr/>
            <p:nvPr/>
          </p:nvSpPr>
          <p:spPr>
            <a:xfrm>
              <a:off x="3871203" y="2859486"/>
              <a:ext cx="22634" cy="2855"/>
            </a:xfrm>
            <a:custGeom>
              <a:avLst/>
              <a:gdLst/>
              <a:ahLst/>
              <a:cxnLst/>
              <a:rect l="l" t="t" r="r" b="b"/>
              <a:pathLst>
                <a:path w="1554" h="196" extrusionOk="0">
                  <a:moveTo>
                    <a:pt x="1554" y="0"/>
                  </a:moveTo>
                  <a:lnTo>
                    <a:pt x="1554" y="0"/>
                  </a:lnTo>
                  <a:cubicBezTo>
                    <a:pt x="1281" y="22"/>
                    <a:pt x="993" y="56"/>
                    <a:pt x="700" y="95"/>
                  </a:cubicBezTo>
                  <a:lnTo>
                    <a:pt x="700" y="95"/>
                  </a:lnTo>
                  <a:cubicBezTo>
                    <a:pt x="892" y="74"/>
                    <a:pt x="1081" y="57"/>
                    <a:pt x="1261" y="39"/>
                  </a:cubicBezTo>
                  <a:lnTo>
                    <a:pt x="1554" y="0"/>
                  </a:lnTo>
                  <a:close/>
                  <a:moveTo>
                    <a:pt x="700" y="95"/>
                  </a:moveTo>
                  <a:cubicBezTo>
                    <a:pt x="465" y="121"/>
                    <a:pt x="227" y="152"/>
                    <a:pt x="0" y="195"/>
                  </a:cubicBezTo>
                  <a:cubicBezTo>
                    <a:pt x="234" y="161"/>
                    <a:pt x="469" y="126"/>
                    <a:pt x="700" y="9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0" name="Google Shape;4000;p60"/>
            <p:cNvSpPr/>
            <p:nvPr/>
          </p:nvSpPr>
          <p:spPr>
            <a:xfrm>
              <a:off x="3801320" y="2870147"/>
              <a:ext cx="7137" cy="1165"/>
            </a:xfrm>
            <a:custGeom>
              <a:avLst/>
              <a:gdLst/>
              <a:ahLst/>
              <a:cxnLst/>
              <a:rect l="l" t="t" r="r" b="b"/>
              <a:pathLst>
                <a:path w="490" h="80" extrusionOk="0">
                  <a:moveTo>
                    <a:pt x="489" y="1"/>
                  </a:moveTo>
                  <a:cubicBezTo>
                    <a:pt x="323" y="40"/>
                    <a:pt x="157" y="40"/>
                    <a:pt x="1" y="79"/>
                  </a:cubicBezTo>
                  <a:cubicBezTo>
                    <a:pt x="157" y="40"/>
                    <a:pt x="323" y="40"/>
                    <a:pt x="4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1" name="Google Shape;4001;p60"/>
            <p:cNvSpPr/>
            <p:nvPr/>
          </p:nvSpPr>
          <p:spPr>
            <a:xfrm>
              <a:off x="3446662" y="2934190"/>
              <a:ext cx="9555" cy="15"/>
            </a:xfrm>
            <a:custGeom>
              <a:avLst/>
              <a:gdLst/>
              <a:ahLst/>
              <a:cxnLst/>
              <a:rect l="l" t="t" r="r" b="b"/>
              <a:pathLst>
                <a:path w="656" h="1" extrusionOk="0">
                  <a:moveTo>
                    <a:pt x="655" y="1"/>
                  </a:move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2" name="Google Shape;4002;p60"/>
            <p:cNvSpPr/>
            <p:nvPr/>
          </p:nvSpPr>
          <p:spPr>
            <a:xfrm>
              <a:off x="3829780" y="2865880"/>
              <a:ext cx="8841" cy="1296"/>
            </a:xfrm>
            <a:custGeom>
              <a:avLst/>
              <a:gdLst/>
              <a:ahLst/>
              <a:cxnLst/>
              <a:rect l="l" t="t" r="r" b="b"/>
              <a:pathLst>
                <a:path w="607" h="89" extrusionOk="0">
                  <a:moveTo>
                    <a:pt x="607" y="1"/>
                  </a:moveTo>
                  <a:cubicBezTo>
                    <a:pt x="402" y="50"/>
                    <a:pt x="196" y="89"/>
                    <a:pt x="1" y="89"/>
                  </a:cubicBezTo>
                  <a:cubicBezTo>
                    <a:pt x="196" y="89"/>
                    <a:pt x="402" y="50"/>
                    <a:pt x="60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3" name="Google Shape;4003;p60"/>
            <p:cNvSpPr/>
            <p:nvPr/>
          </p:nvSpPr>
          <p:spPr>
            <a:xfrm>
              <a:off x="3815550" y="2868298"/>
              <a:ext cx="8273" cy="1165"/>
            </a:xfrm>
            <a:custGeom>
              <a:avLst/>
              <a:gdLst/>
              <a:ahLst/>
              <a:cxnLst/>
              <a:rect l="l" t="t" r="r" b="b"/>
              <a:pathLst>
                <a:path w="568" h="80" extrusionOk="0">
                  <a:moveTo>
                    <a:pt x="568" y="1"/>
                  </a:moveTo>
                  <a:cubicBezTo>
                    <a:pt x="362" y="1"/>
                    <a:pt x="196" y="40"/>
                    <a:pt x="1" y="79"/>
                  </a:cubicBezTo>
                  <a:cubicBezTo>
                    <a:pt x="196" y="40"/>
                    <a:pt x="362" y="1"/>
                    <a:pt x="5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4" name="Google Shape;4004;p60"/>
            <p:cNvSpPr/>
            <p:nvPr/>
          </p:nvSpPr>
          <p:spPr>
            <a:xfrm>
              <a:off x="3468582" y="2932340"/>
              <a:ext cx="10123" cy="1165"/>
            </a:xfrm>
            <a:custGeom>
              <a:avLst/>
              <a:gdLst/>
              <a:ahLst/>
              <a:cxnLst/>
              <a:rect l="l" t="t" r="r" b="b"/>
              <a:pathLst>
                <a:path w="695" h="80" extrusionOk="0">
                  <a:moveTo>
                    <a:pt x="694" y="1"/>
                  </a:moveTo>
                  <a:cubicBezTo>
                    <a:pt x="450" y="40"/>
                    <a:pt x="245" y="40"/>
                    <a:pt x="1" y="79"/>
                  </a:cubicBezTo>
                  <a:cubicBezTo>
                    <a:pt x="245" y="40"/>
                    <a:pt x="450" y="40"/>
                    <a:pt x="69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5" name="Google Shape;4005;p60"/>
            <p:cNvSpPr/>
            <p:nvPr/>
          </p:nvSpPr>
          <p:spPr>
            <a:xfrm>
              <a:off x="3481108" y="2931204"/>
              <a:ext cx="9977" cy="1151"/>
            </a:xfrm>
            <a:custGeom>
              <a:avLst/>
              <a:gdLst/>
              <a:ahLst/>
              <a:cxnLst/>
              <a:rect l="l" t="t" r="r" b="b"/>
              <a:pathLst>
                <a:path w="685" h="79" extrusionOk="0">
                  <a:moveTo>
                    <a:pt x="684" y="1"/>
                  </a:moveTo>
                  <a:cubicBezTo>
                    <a:pt x="489" y="40"/>
                    <a:pt x="245" y="40"/>
                    <a:pt x="0" y="79"/>
                  </a:cubicBezTo>
                  <a:cubicBezTo>
                    <a:pt x="245" y="40"/>
                    <a:pt x="489" y="40"/>
                    <a:pt x="68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6" name="Google Shape;4006;p60"/>
            <p:cNvSpPr/>
            <p:nvPr/>
          </p:nvSpPr>
          <p:spPr>
            <a:xfrm>
              <a:off x="3458474" y="2933490"/>
              <a:ext cx="8987" cy="15"/>
            </a:xfrm>
            <a:custGeom>
              <a:avLst/>
              <a:gdLst/>
              <a:ahLst/>
              <a:cxnLst/>
              <a:rect l="l" t="t" r="r" b="b"/>
              <a:pathLst>
                <a:path w="617" h="1" extrusionOk="0">
                  <a:moveTo>
                    <a:pt x="616" y="0"/>
                  </a:move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7" name="Google Shape;4007;p60"/>
            <p:cNvSpPr/>
            <p:nvPr/>
          </p:nvSpPr>
          <p:spPr>
            <a:xfrm>
              <a:off x="3435986" y="2934190"/>
              <a:ext cx="8273" cy="15"/>
            </a:xfrm>
            <a:custGeom>
              <a:avLst/>
              <a:gdLst/>
              <a:ahLst/>
              <a:cxnLst/>
              <a:rect l="l" t="t" r="r" b="b"/>
              <a:pathLst>
                <a:path w="568" h="1" extrusionOk="0">
                  <a:moveTo>
                    <a:pt x="568" y="1"/>
                  </a:move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8" name="Google Shape;4008;p60"/>
            <p:cNvSpPr/>
            <p:nvPr/>
          </p:nvSpPr>
          <p:spPr>
            <a:xfrm>
              <a:off x="3424756" y="2934190"/>
              <a:ext cx="9394" cy="15"/>
            </a:xfrm>
            <a:custGeom>
              <a:avLst/>
              <a:gdLst/>
              <a:ahLst/>
              <a:cxnLst/>
              <a:rect l="l" t="t" r="r" b="b"/>
              <a:pathLst>
                <a:path w="645" h="1" extrusionOk="0">
                  <a:moveTo>
                    <a:pt x="606" y="1"/>
                  </a:moveTo>
                  <a:lnTo>
                    <a:pt x="645"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09" name="Google Shape;4009;p60"/>
            <p:cNvSpPr/>
            <p:nvPr/>
          </p:nvSpPr>
          <p:spPr>
            <a:xfrm>
              <a:off x="3414648" y="2934190"/>
              <a:ext cx="8258" cy="15"/>
            </a:xfrm>
            <a:custGeom>
              <a:avLst/>
              <a:gdLst/>
              <a:ahLst/>
              <a:cxnLst/>
              <a:rect l="l" t="t" r="r" b="b"/>
              <a:pathLst>
                <a:path w="567" h="1" extrusionOk="0">
                  <a:moveTo>
                    <a:pt x="567" y="1"/>
                  </a:move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0" name="Google Shape;4010;p60"/>
            <p:cNvSpPr/>
            <p:nvPr/>
          </p:nvSpPr>
          <p:spPr>
            <a:xfrm>
              <a:off x="3857541" y="2862326"/>
              <a:ext cx="11972" cy="1296"/>
            </a:xfrm>
            <a:custGeom>
              <a:avLst/>
              <a:gdLst/>
              <a:ahLst/>
              <a:cxnLst/>
              <a:rect l="l" t="t" r="r" b="b"/>
              <a:pathLst>
                <a:path w="822" h="89" extrusionOk="0">
                  <a:moveTo>
                    <a:pt x="821" y="0"/>
                  </a:moveTo>
                  <a:cubicBezTo>
                    <a:pt x="538" y="49"/>
                    <a:pt x="293" y="49"/>
                    <a:pt x="0" y="88"/>
                  </a:cubicBezTo>
                  <a:cubicBezTo>
                    <a:pt x="293" y="49"/>
                    <a:pt x="538" y="49"/>
                    <a:pt x="82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1" name="Google Shape;4011;p60"/>
            <p:cNvSpPr/>
            <p:nvPr/>
          </p:nvSpPr>
          <p:spPr>
            <a:xfrm>
              <a:off x="3844024" y="2864176"/>
              <a:ext cx="9394" cy="1151"/>
            </a:xfrm>
            <a:custGeom>
              <a:avLst/>
              <a:gdLst/>
              <a:ahLst/>
              <a:cxnLst/>
              <a:rect l="l" t="t" r="r" b="b"/>
              <a:pathLst>
                <a:path w="645" h="79" extrusionOk="0">
                  <a:moveTo>
                    <a:pt x="645" y="1"/>
                  </a:moveTo>
                  <a:cubicBezTo>
                    <a:pt x="440" y="40"/>
                    <a:pt x="196" y="40"/>
                    <a:pt x="0" y="79"/>
                  </a:cubicBezTo>
                  <a:cubicBezTo>
                    <a:pt x="196" y="40"/>
                    <a:pt x="440" y="40"/>
                    <a:pt x="645"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2" name="Google Shape;4012;p60"/>
            <p:cNvSpPr/>
            <p:nvPr/>
          </p:nvSpPr>
          <p:spPr>
            <a:xfrm>
              <a:off x="3893837" y="2852363"/>
              <a:ext cx="62775" cy="7137"/>
            </a:xfrm>
            <a:custGeom>
              <a:avLst/>
              <a:gdLst/>
              <a:ahLst/>
              <a:cxnLst/>
              <a:rect l="l" t="t" r="r" b="b"/>
              <a:pathLst>
                <a:path w="4310" h="490" extrusionOk="0">
                  <a:moveTo>
                    <a:pt x="4309" y="1"/>
                  </a:moveTo>
                  <a:lnTo>
                    <a:pt x="4309" y="1"/>
                  </a:lnTo>
                  <a:cubicBezTo>
                    <a:pt x="3088" y="118"/>
                    <a:pt x="1866" y="284"/>
                    <a:pt x="645" y="401"/>
                  </a:cubicBezTo>
                  <a:cubicBezTo>
                    <a:pt x="624" y="408"/>
                    <a:pt x="605" y="414"/>
                    <a:pt x="586" y="418"/>
                  </a:cubicBezTo>
                  <a:lnTo>
                    <a:pt x="586" y="418"/>
                  </a:lnTo>
                  <a:cubicBezTo>
                    <a:pt x="1833" y="272"/>
                    <a:pt x="3071" y="149"/>
                    <a:pt x="4309" y="1"/>
                  </a:cubicBezTo>
                  <a:close/>
                  <a:moveTo>
                    <a:pt x="586" y="418"/>
                  </a:moveTo>
                  <a:lnTo>
                    <a:pt x="586" y="418"/>
                  </a:lnTo>
                  <a:cubicBezTo>
                    <a:pt x="525" y="425"/>
                    <a:pt x="463" y="433"/>
                    <a:pt x="402" y="440"/>
                  </a:cubicBezTo>
                  <a:lnTo>
                    <a:pt x="402" y="440"/>
                  </a:lnTo>
                  <a:cubicBezTo>
                    <a:pt x="456" y="439"/>
                    <a:pt x="515" y="436"/>
                    <a:pt x="586" y="418"/>
                  </a:cubicBezTo>
                  <a:close/>
                  <a:moveTo>
                    <a:pt x="402" y="440"/>
                  </a:moveTo>
                  <a:cubicBezTo>
                    <a:pt x="388" y="440"/>
                    <a:pt x="375" y="440"/>
                    <a:pt x="362" y="440"/>
                  </a:cubicBezTo>
                  <a:lnTo>
                    <a:pt x="244" y="440"/>
                  </a:lnTo>
                  <a:cubicBezTo>
                    <a:pt x="224" y="451"/>
                    <a:pt x="205" y="460"/>
                    <a:pt x="186" y="466"/>
                  </a:cubicBezTo>
                  <a:lnTo>
                    <a:pt x="186" y="466"/>
                  </a:lnTo>
                  <a:lnTo>
                    <a:pt x="401" y="440"/>
                  </a:lnTo>
                  <a:cubicBezTo>
                    <a:pt x="401" y="440"/>
                    <a:pt x="402" y="440"/>
                    <a:pt x="402" y="440"/>
                  </a:cubicBezTo>
                  <a:close/>
                  <a:moveTo>
                    <a:pt x="186" y="466"/>
                  </a:moveTo>
                  <a:lnTo>
                    <a:pt x="0" y="489"/>
                  </a:lnTo>
                  <a:cubicBezTo>
                    <a:pt x="61" y="489"/>
                    <a:pt x="121" y="489"/>
                    <a:pt x="186" y="46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3" name="Google Shape;4013;p60"/>
            <p:cNvSpPr/>
            <p:nvPr/>
          </p:nvSpPr>
          <p:spPr>
            <a:xfrm>
              <a:off x="3956597" y="2845241"/>
              <a:ext cx="48676" cy="7137"/>
            </a:xfrm>
            <a:custGeom>
              <a:avLst/>
              <a:gdLst/>
              <a:ahLst/>
              <a:cxnLst/>
              <a:rect l="l" t="t" r="r" b="b"/>
              <a:pathLst>
                <a:path w="3342" h="490" extrusionOk="0">
                  <a:moveTo>
                    <a:pt x="3342" y="1"/>
                  </a:moveTo>
                  <a:lnTo>
                    <a:pt x="3342" y="1"/>
                  </a:lnTo>
                  <a:cubicBezTo>
                    <a:pt x="2574" y="110"/>
                    <a:pt x="1791" y="223"/>
                    <a:pt x="1015" y="338"/>
                  </a:cubicBezTo>
                  <a:lnTo>
                    <a:pt x="1015" y="338"/>
                  </a:lnTo>
                  <a:cubicBezTo>
                    <a:pt x="1754" y="235"/>
                    <a:pt x="2539" y="134"/>
                    <a:pt x="3342" y="1"/>
                  </a:cubicBezTo>
                  <a:close/>
                  <a:moveTo>
                    <a:pt x="1015" y="338"/>
                  </a:moveTo>
                  <a:cubicBezTo>
                    <a:pt x="665" y="387"/>
                    <a:pt x="326" y="436"/>
                    <a:pt x="0" y="490"/>
                  </a:cubicBezTo>
                  <a:cubicBezTo>
                    <a:pt x="336" y="439"/>
                    <a:pt x="675" y="388"/>
                    <a:pt x="1015" y="33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4" name="Google Shape;4014;p60"/>
            <p:cNvSpPr/>
            <p:nvPr/>
          </p:nvSpPr>
          <p:spPr>
            <a:xfrm>
              <a:off x="3889555" y="2858772"/>
              <a:ext cx="9555" cy="1296"/>
            </a:xfrm>
            <a:custGeom>
              <a:avLst/>
              <a:gdLst/>
              <a:ahLst/>
              <a:cxnLst/>
              <a:rect l="l" t="t" r="r" b="b"/>
              <a:pathLst>
                <a:path w="656" h="89" extrusionOk="0">
                  <a:moveTo>
                    <a:pt x="538" y="0"/>
                  </a:moveTo>
                  <a:cubicBezTo>
                    <a:pt x="506" y="18"/>
                    <a:pt x="476" y="29"/>
                    <a:pt x="446" y="36"/>
                  </a:cubicBezTo>
                  <a:lnTo>
                    <a:pt x="446" y="36"/>
                  </a:lnTo>
                  <a:cubicBezTo>
                    <a:pt x="517" y="28"/>
                    <a:pt x="586" y="17"/>
                    <a:pt x="656" y="0"/>
                  </a:cubicBezTo>
                  <a:close/>
                  <a:moveTo>
                    <a:pt x="446" y="36"/>
                  </a:moveTo>
                  <a:cubicBezTo>
                    <a:pt x="409" y="41"/>
                    <a:pt x="371" y="45"/>
                    <a:pt x="333" y="49"/>
                  </a:cubicBezTo>
                  <a:lnTo>
                    <a:pt x="333" y="49"/>
                  </a:lnTo>
                  <a:cubicBezTo>
                    <a:pt x="370" y="48"/>
                    <a:pt x="407" y="46"/>
                    <a:pt x="446" y="36"/>
                  </a:cubicBezTo>
                  <a:close/>
                  <a:moveTo>
                    <a:pt x="333" y="49"/>
                  </a:moveTo>
                  <a:lnTo>
                    <a:pt x="333" y="49"/>
                  </a:lnTo>
                  <a:cubicBezTo>
                    <a:pt x="320" y="49"/>
                    <a:pt x="307" y="49"/>
                    <a:pt x="294" y="49"/>
                  </a:cubicBezTo>
                  <a:lnTo>
                    <a:pt x="170" y="66"/>
                  </a:lnTo>
                  <a:lnTo>
                    <a:pt x="170" y="66"/>
                  </a:lnTo>
                  <a:cubicBezTo>
                    <a:pt x="226" y="59"/>
                    <a:pt x="280" y="54"/>
                    <a:pt x="333" y="49"/>
                  </a:cubicBezTo>
                  <a:close/>
                  <a:moveTo>
                    <a:pt x="170" y="66"/>
                  </a:moveTo>
                  <a:cubicBezTo>
                    <a:pt x="115" y="72"/>
                    <a:pt x="59" y="79"/>
                    <a:pt x="1" y="88"/>
                  </a:cubicBezTo>
                  <a:lnTo>
                    <a:pt x="170" y="6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5" name="Google Shape;4015;p60"/>
            <p:cNvSpPr/>
            <p:nvPr/>
          </p:nvSpPr>
          <p:spPr>
            <a:xfrm>
              <a:off x="3333944" y="3082913"/>
              <a:ext cx="15" cy="728"/>
            </a:xfrm>
            <a:custGeom>
              <a:avLst/>
              <a:gdLst/>
              <a:ahLst/>
              <a:cxnLst/>
              <a:rect l="l" t="t" r="r" b="b"/>
              <a:pathLst>
                <a:path w="1" h="50" extrusionOk="0">
                  <a:moveTo>
                    <a:pt x="1" y="1"/>
                  </a:moveTo>
                  <a:lnTo>
                    <a:pt x="1" y="5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6" name="Google Shape;4016;p60"/>
            <p:cNvSpPr/>
            <p:nvPr/>
          </p:nvSpPr>
          <p:spPr>
            <a:xfrm>
              <a:off x="3341634" y="3063425"/>
              <a:ext cx="1296" cy="2432"/>
            </a:xfrm>
            <a:custGeom>
              <a:avLst/>
              <a:gdLst/>
              <a:ahLst/>
              <a:cxnLst/>
              <a:rect l="l" t="t" r="r" b="b"/>
              <a:pathLst>
                <a:path w="89" h="167" extrusionOk="0">
                  <a:moveTo>
                    <a:pt x="89" y="0"/>
                  </a:moveTo>
                  <a:cubicBezTo>
                    <a:pt x="49" y="39"/>
                    <a:pt x="49" y="117"/>
                    <a:pt x="1" y="166"/>
                  </a:cubicBezTo>
                  <a:cubicBezTo>
                    <a:pt x="49" y="117"/>
                    <a:pt x="49" y="39"/>
                    <a:pt x="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7" name="Google Shape;4017;p60"/>
            <p:cNvSpPr/>
            <p:nvPr/>
          </p:nvSpPr>
          <p:spPr>
            <a:xfrm>
              <a:off x="3353024" y="3020152"/>
              <a:ext cx="583" cy="4151"/>
            </a:xfrm>
            <a:custGeom>
              <a:avLst/>
              <a:gdLst/>
              <a:ahLst/>
              <a:cxnLst/>
              <a:rect l="l" t="t" r="r" b="b"/>
              <a:pathLst>
                <a:path w="40" h="285" extrusionOk="0">
                  <a:moveTo>
                    <a:pt x="39" y="1"/>
                  </a:moveTo>
                  <a:cubicBezTo>
                    <a:pt x="39" y="79"/>
                    <a:pt x="0" y="206"/>
                    <a:pt x="0" y="284"/>
                  </a:cubicBezTo>
                  <a:cubicBezTo>
                    <a:pt x="0" y="206"/>
                    <a:pt x="39" y="79"/>
                    <a:pt x="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8" name="Google Shape;4018;p60"/>
            <p:cNvSpPr/>
            <p:nvPr/>
          </p:nvSpPr>
          <p:spPr>
            <a:xfrm>
              <a:off x="3349470" y="3037383"/>
              <a:ext cx="1151" cy="4136"/>
            </a:xfrm>
            <a:custGeom>
              <a:avLst/>
              <a:gdLst/>
              <a:ahLst/>
              <a:cxnLst/>
              <a:rect l="l" t="t" r="r" b="b"/>
              <a:pathLst>
                <a:path w="79" h="284" extrusionOk="0">
                  <a:moveTo>
                    <a:pt x="78" y="0"/>
                  </a:moveTo>
                  <a:cubicBezTo>
                    <a:pt x="39" y="78"/>
                    <a:pt x="39" y="156"/>
                    <a:pt x="0" y="283"/>
                  </a:cubicBezTo>
                  <a:cubicBezTo>
                    <a:pt x="39" y="156"/>
                    <a:pt x="39" y="78"/>
                    <a:pt x="78"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19" name="Google Shape;4019;p60"/>
            <p:cNvSpPr/>
            <p:nvPr/>
          </p:nvSpPr>
          <p:spPr>
            <a:xfrm>
              <a:off x="3354160" y="3011195"/>
              <a:ext cx="583" cy="4136"/>
            </a:xfrm>
            <a:custGeom>
              <a:avLst/>
              <a:gdLst/>
              <a:ahLst/>
              <a:cxnLst/>
              <a:rect l="l" t="t" r="r" b="b"/>
              <a:pathLst>
                <a:path w="40" h="284" extrusionOk="0">
                  <a:moveTo>
                    <a:pt x="40" y="0"/>
                  </a:moveTo>
                  <a:cubicBezTo>
                    <a:pt x="0" y="88"/>
                    <a:pt x="0" y="205"/>
                    <a:pt x="0" y="284"/>
                  </a:cubicBezTo>
                  <a:cubicBezTo>
                    <a:pt x="0" y="205"/>
                    <a:pt x="0" y="88"/>
                    <a:pt x="4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0" name="Google Shape;4020;p60"/>
            <p:cNvSpPr/>
            <p:nvPr/>
          </p:nvSpPr>
          <p:spPr>
            <a:xfrm>
              <a:off x="3347037" y="3046194"/>
              <a:ext cx="1165" cy="3583"/>
            </a:xfrm>
            <a:custGeom>
              <a:avLst/>
              <a:gdLst/>
              <a:ahLst/>
              <a:cxnLst/>
              <a:rect l="l" t="t" r="r" b="b"/>
              <a:pathLst>
                <a:path w="80" h="246" extrusionOk="0">
                  <a:moveTo>
                    <a:pt x="79" y="1"/>
                  </a:moveTo>
                  <a:cubicBezTo>
                    <a:pt x="79" y="79"/>
                    <a:pt x="40" y="167"/>
                    <a:pt x="1" y="245"/>
                  </a:cubicBezTo>
                  <a:cubicBezTo>
                    <a:pt x="40" y="167"/>
                    <a:pt x="79" y="79"/>
                    <a:pt x="7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1" name="Google Shape;4021;p60"/>
            <p:cNvSpPr/>
            <p:nvPr/>
          </p:nvSpPr>
          <p:spPr>
            <a:xfrm>
              <a:off x="3351174" y="3028979"/>
              <a:ext cx="1151" cy="3568"/>
            </a:xfrm>
            <a:custGeom>
              <a:avLst/>
              <a:gdLst/>
              <a:ahLst/>
              <a:cxnLst/>
              <a:rect l="l" t="t" r="r" b="b"/>
              <a:pathLst>
                <a:path w="79" h="245" extrusionOk="0">
                  <a:moveTo>
                    <a:pt x="78" y="1"/>
                  </a:moveTo>
                  <a:cubicBezTo>
                    <a:pt x="39" y="89"/>
                    <a:pt x="39" y="167"/>
                    <a:pt x="0" y="245"/>
                  </a:cubicBezTo>
                  <a:cubicBezTo>
                    <a:pt x="39" y="167"/>
                    <a:pt x="39" y="89"/>
                    <a:pt x="7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2" name="Google Shape;4022;p60"/>
            <p:cNvSpPr/>
            <p:nvPr/>
          </p:nvSpPr>
          <p:spPr>
            <a:xfrm>
              <a:off x="3344620" y="3054453"/>
              <a:ext cx="1296" cy="3568"/>
            </a:xfrm>
            <a:custGeom>
              <a:avLst/>
              <a:gdLst/>
              <a:ahLst/>
              <a:cxnLst/>
              <a:rect l="l" t="t" r="r" b="b"/>
              <a:pathLst>
                <a:path w="89" h="245" extrusionOk="0">
                  <a:moveTo>
                    <a:pt x="89" y="1"/>
                  </a:moveTo>
                  <a:cubicBezTo>
                    <a:pt x="40" y="89"/>
                    <a:pt x="40" y="167"/>
                    <a:pt x="1" y="245"/>
                  </a:cubicBezTo>
                  <a:cubicBezTo>
                    <a:pt x="40" y="167"/>
                    <a:pt x="40" y="89"/>
                    <a:pt x="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3" name="Google Shape;4023;p60"/>
            <p:cNvSpPr/>
            <p:nvPr/>
          </p:nvSpPr>
          <p:spPr>
            <a:xfrm>
              <a:off x="3335808" y="3085913"/>
              <a:ext cx="5841" cy="583"/>
            </a:xfrm>
            <a:custGeom>
              <a:avLst/>
              <a:gdLst/>
              <a:ahLst/>
              <a:cxnLst/>
              <a:rect l="l" t="t" r="r" b="b"/>
              <a:pathLst>
                <a:path w="401" h="40" extrusionOk="0">
                  <a:moveTo>
                    <a:pt x="0" y="39"/>
                  </a:moveTo>
                  <a:cubicBezTo>
                    <a:pt x="117" y="39"/>
                    <a:pt x="244" y="39"/>
                    <a:pt x="401" y="0"/>
                  </a:cubicBezTo>
                  <a:cubicBezTo>
                    <a:pt x="244" y="39"/>
                    <a:pt x="117" y="39"/>
                    <a:pt x="0" y="3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4" name="Google Shape;4024;p60"/>
            <p:cNvSpPr/>
            <p:nvPr/>
          </p:nvSpPr>
          <p:spPr>
            <a:xfrm>
              <a:off x="3386188" y="3076519"/>
              <a:ext cx="102042" cy="5273"/>
            </a:xfrm>
            <a:custGeom>
              <a:avLst/>
              <a:gdLst/>
              <a:ahLst/>
              <a:cxnLst/>
              <a:rect l="l" t="t" r="r" b="b"/>
              <a:pathLst>
                <a:path w="7006" h="362" extrusionOk="0">
                  <a:moveTo>
                    <a:pt x="7006" y="0"/>
                  </a:moveTo>
                  <a:cubicBezTo>
                    <a:pt x="6586" y="28"/>
                    <a:pt x="6156" y="56"/>
                    <a:pt x="5724" y="82"/>
                  </a:cubicBezTo>
                  <a:lnTo>
                    <a:pt x="5724" y="82"/>
                  </a:lnTo>
                  <a:cubicBezTo>
                    <a:pt x="6051" y="66"/>
                    <a:pt x="6381" y="51"/>
                    <a:pt x="6713" y="39"/>
                  </a:cubicBezTo>
                  <a:lnTo>
                    <a:pt x="7006" y="0"/>
                  </a:lnTo>
                  <a:close/>
                  <a:moveTo>
                    <a:pt x="5724" y="82"/>
                  </a:moveTo>
                  <a:lnTo>
                    <a:pt x="5724" y="82"/>
                  </a:lnTo>
                  <a:cubicBezTo>
                    <a:pt x="4933" y="121"/>
                    <a:pt x="4155" y="168"/>
                    <a:pt x="3381" y="196"/>
                  </a:cubicBezTo>
                  <a:cubicBezTo>
                    <a:pt x="4143" y="170"/>
                    <a:pt x="4938" y="129"/>
                    <a:pt x="5724" y="82"/>
                  </a:cubicBezTo>
                  <a:close/>
                  <a:moveTo>
                    <a:pt x="3381" y="196"/>
                  </a:moveTo>
                  <a:cubicBezTo>
                    <a:pt x="3333" y="198"/>
                    <a:pt x="3286" y="200"/>
                    <a:pt x="3238" y="202"/>
                  </a:cubicBezTo>
                  <a:lnTo>
                    <a:pt x="3238" y="202"/>
                  </a:lnTo>
                  <a:cubicBezTo>
                    <a:pt x="3286" y="200"/>
                    <a:pt x="3333" y="198"/>
                    <a:pt x="3381" y="196"/>
                  </a:cubicBezTo>
                  <a:close/>
                  <a:moveTo>
                    <a:pt x="3238" y="202"/>
                  </a:moveTo>
                  <a:cubicBezTo>
                    <a:pt x="2179" y="248"/>
                    <a:pt x="1094" y="287"/>
                    <a:pt x="0" y="362"/>
                  </a:cubicBezTo>
                  <a:cubicBezTo>
                    <a:pt x="1096" y="324"/>
                    <a:pt x="2146" y="251"/>
                    <a:pt x="3238" y="20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5" name="Google Shape;4025;p60"/>
            <p:cNvSpPr/>
            <p:nvPr/>
          </p:nvSpPr>
          <p:spPr>
            <a:xfrm>
              <a:off x="3374944" y="3082345"/>
              <a:ext cx="7690" cy="583"/>
            </a:xfrm>
            <a:custGeom>
              <a:avLst/>
              <a:gdLst/>
              <a:ahLst/>
              <a:cxnLst/>
              <a:rect l="l" t="t" r="r" b="b"/>
              <a:pathLst>
                <a:path w="528" h="40" extrusionOk="0">
                  <a:moveTo>
                    <a:pt x="0" y="40"/>
                  </a:moveTo>
                  <a:cubicBezTo>
                    <a:pt x="205" y="1"/>
                    <a:pt x="362" y="1"/>
                    <a:pt x="528" y="1"/>
                  </a:cubicBezTo>
                  <a:cubicBezTo>
                    <a:pt x="362" y="1"/>
                    <a:pt x="205" y="1"/>
                    <a:pt x="0" y="4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6" name="Google Shape;4026;p60"/>
            <p:cNvSpPr/>
            <p:nvPr/>
          </p:nvSpPr>
          <p:spPr>
            <a:xfrm>
              <a:off x="3348756" y="3084763"/>
              <a:ext cx="6554" cy="583"/>
            </a:xfrm>
            <a:custGeom>
              <a:avLst/>
              <a:gdLst/>
              <a:ahLst/>
              <a:cxnLst/>
              <a:rect l="l" t="t" r="r" b="b"/>
              <a:pathLst>
                <a:path w="450" h="40" extrusionOk="0">
                  <a:moveTo>
                    <a:pt x="0" y="40"/>
                  </a:moveTo>
                  <a:cubicBezTo>
                    <a:pt x="166" y="1"/>
                    <a:pt x="293" y="1"/>
                    <a:pt x="450" y="1"/>
                  </a:cubicBezTo>
                  <a:cubicBezTo>
                    <a:pt x="293" y="1"/>
                    <a:pt x="166" y="1"/>
                    <a:pt x="0" y="4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7" name="Google Shape;4027;p60"/>
            <p:cNvSpPr/>
            <p:nvPr/>
          </p:nvSpPr>
          <p:spPr>
            <a:xfrm>
              <a:off x="3362418" y="3083627"/>
              <a:ext cx="6554" cy="583"/>
            </a:xfrm>
            <a:custGeom>
              <a:avLst/>
              <a:gdLst/>
              <a:ahLst/>
              <a:cxnLst/>
              <a:rect l="l" t="t" r="r" b="b"/>
              <a:pathLst>
                <a:path w="450" h="40" extrusionOk="0">
                  <a:moveTo>
                    <a:pt x="0" y="40"/>
                  </a:moveTo>
                  <a:cubicBezTo>
                    <a:pt x="127" y="1"/>
                    <a:pt x="284" y="1"/>
                    <a:pt x="450" y="1"/>
                  </a:cubicBezTo>
                  <a:cubicBezTo>
                    <a:pt x="284" y="1"/>
                    <a:pt x="127" y="1"/>
                    <a:pt x="0" y="4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8" name="Google Shape;4028;p60"/>
            <p:cNvSpPr/>
            <p:nvPr/>
          </p:nvSpPr>
          <p:spPr>
            <a:xfrm>
              <a:off x="3509568" y="3074101"/>
              <a:ext cx="4719" cy="583"/>
            </a:xfrm>
            <a:custGeom>
              <a:avLst/>
              <a:gdLst/>
              <a:ahLst/>
              <a:cxnLst/>
              <a:rect l="l" t="t" r="r" b="b"/>
              <a:pathLst>
                <a:path w="324" h="40" extrusionOk="0">
                  <a:moveTo>
                    <a:pt x="323" y="0"/>
                  </a:moveTo>
                  <a:cubicBezTo>
                    <a:pt x="196" y="39"/>
                    <a:pt x="118" y="39"/>
                    <a:pt x="1" y="39"/>
                  </a:cubicBezTo>
                  <a:cubicBezTo>
                    <a:pt x="118" y="39"/>
                    <a:pt x="245" y="39"/>
                    <a:pt x="32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29" name="Google Shape;4029;p60"/>
            <p:cNvSpPr/>
            <p:nvPr/>
          </p:nvSpPr>
          <p:spPr>
            <a:xfrm>
              <a:off x="3524366" y="3072950"/>
              <a:ext cx="1733" cy="583"/>
            </a:xfrm>
            <a:custGeom>
              <a:avLst/>
              <a:gdLst/>
              <a:ahLst/>
              <a:cxnLst/>
              <a:rect l="l" t="t" r="r" b="b"/>
              <a:pathLst>
                <a:path w="119" h="40" extrusionOk="0">
                  <a:moveTo>
                    <a:pt x="118" y="1"/>
                  </a:moveTo>
                  <a:cubicBezTo>
                    <a:pt x="79" y="1"/>
                    <a:pt x="40" y="40"/>
                    <a:pt x="1" y="40"/>
                  </a:cubicBezTo>
                  <a:cubicBezTo>
                    <a:pt x="40" y="40"/>
                    <a:pt x="79" y="1"/>
                    <a:pt x="11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0" name="Google Shape;4030;p60"/>
            <p:cNvSpPr/>
            <p:nvPr/>
          </p:nvSpPr>
          <p:spPr>
            <a:xfrm>
              <a:off x="3488216" y="3075237"/>
              <a:ext cx="17099" cy="1296"/>
            </a:xfrm>
            <a:custGeom>
              <a:avLst/>
              <a:gdLst/>
              <a:ahLst/>
              <a:cxnLst/>
              <a:rect l="l" t="t" r="r" b="b"/>
              <a:pathLst>
                <a:path w="1174" h="89" extrusionOk="0">
                  <a:moveTo>
                    <a:pt x="1174" y="0"/>
                  </a:moveTo>
                  <a:cubicBezTo>
                    <a:pt x="947" y="0"/>
                    <a:pt x="721" y="20"/>
                    <a:pt x="491" y="48"/>
                  </a:cubicBezTo>
                  <a:lnTo>
                    <a:pt x="491" y="48"/>
                  </a:lnTo>
                  <a:cubicBezTo>
                    <a:pt x="731" y="33"/>
                    <a:pt x="954" y="24"/>
                    <a:pt x="1174" y="0"/>
                  </a:cubicBezTo>
                  <a:close/>
                  <a:moveTo>
                    <a:pt x="491" y="48"/>
                  </a:moveTo>
                  <a:lnTo>
                    <a:pt x="491" y="48"/>
                  </a:lnTo>
                  <a:cubicBezTo>
                    <a:pt x="336" y="57"/>
                    <a:pt x="174" y="69"/>
                    <a:pt x="1" y="88"/>
                  </a:cubicBezTo>
                  <a:lnTo>
                    <a:pt x="196" y="88"/>
                  </a:lnTo>
                  <a:cubicBezTo>
                    <a:pt x="295" y="74"/>
                    <a:pt x="393" y="60"/>
                    <a:pt x="491" y="4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1" name="Google Shape;4031;p60"/>
            <p:cNvSpPr/>
            <p:nvPr/>
          </p:nvSpPr>
          <p:spPr>
            <a:xfrm>
              <a:off x="3483948" y="3076519"/>
              <a:ext cx="7137" cy="583"/>
            </a:xfrm>
            <a:custGeom>
              <a:avLst/>
              <a:gdLst/>
              <a:ahLst/>
              <a:cxnLst/>
              <a:rect l="l" t="t" r="r" b="b"/>
              <a:pathLst>
                <a:path w="490" h="40" extrusionOk="0">
                  <a:moveTo>
                    <a:pt x="294" y="0"/>
                  </a:moveTo>
                  <a:lnTo>
                    <a:pt x="264" y="4"/>
                  </a:lnTo>
                  <a:lnTo>
                    <a:pt x="264" y="4"/>
                  </a:lnTo>
                  <a:cubicBezTo>
                    <a:pt x="340" y="0"/>
                    <a:pt x="416" y="0"/>
                    <a:pt x="489" y="0"/>
                  </a:cubicBezTo>
                  <a:close/>
                  <a:moveTo>
                    <a:pt x="264" y="4"/>
                  </a:moveTo>
                  <a:cubicBezTo>
                    <a:pt x="177" y="9"/>
                    <a:pt x="89" y="19"/>
                    <a:pt x="1" y="39"/>
                  </a:cubicBezTo>
                  <a:lnTo>
                    <a:pt x="264" y="4"/>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2" name="Google Shape;4032;p60"/>
            <p:cNvSpPr/>
            <p:nvPr/>
          </p:nvSpPr>
          <p:spPr>
            <a:xfrm>
              <a:off x="3807728" y="2758579"/>
              <a:ext cx="664208" cy="316104"/>
            </a:xfrm>
            <a:custGeom>
              <a:avLst/>
              <a:gdLst/>
              <a:ahLst/>
              <a:cxnLst/>
              <a:rect l="l" t="t" r="r" b="b"/>
              <a:pathLst>
                <a:path w="45603" h="21703" extrusionOk="0">
                  <a:moveTo>
                    <a:pt x="43971" y="0"/>
                  </a:moveTo>
                  <a:cubicBezTo>
                    <a:pt x="42505" y="372"/>
                    <a:pt x="41001" y="694"/>
                    <a:pt x="39457" y="1016"/>
                  </a:cubicBezTo>
                  <a:cubicBezTo>
                    <a:pt x="39251" y="1104"/>
                    <a:pt x="39007" y="1143"/>
                    <a:pt x="38802" y="1183"/>
                  </a:cubicBezTo>
                  <a:cubicBezTo>
                    <a:pt x="38519" y="1261"/>
                    <a:pt x="38274" y="1310"/>
                    <a:pt x="37991" y="1349"/>
                  </a:cubicBezTo>
                  <a:cubicBezTo>
                    <a:pt x="37620" y="1427"/>
                    <a:pt x="37297" y="1505"/>
                    <a:pt x="36936" y="1593"/>
                  </a:cubicBezTo>
                  <a:cubicBezTo>
                    <a:pt x="36730" y="1632"/>
                    <a:pt x="36525" y="1671"/>
                    <a:pt x="36320" y="1710"/>
                  </a:cubicBezTo>
                  <a:cubicBezTo>
                    <a:pt x="35910" y="1837"/>
                    <a:pt x="35509" y="1915"/>
                    <a:pt x="35099" y="1994"/>
                  </a:cubicBezTo>
                  <a:cubicBezTo>
                    <a:pt x="34893" y="2042"/>
                    <a:pt x="34688" y="2082"/>
                    <a:pt x="34532" y="2121"/>
                  </a:cubicBezTo>
                  <a:cubicBezTo>
                    <a:pt x="34122" y="2199"/>
                    <a:pt x="33672" y="2287"/>
                    <a:pt x="33271" y="2404"/>
                  </a:cubicBezTo>
                  <a:cubicBezTo>
                    <a:pt x="33066" y="2443"/>
                    <a:pt x="32861" y="2482"/>
                    <a:pt x="32695" y="2531"/>
                  </a:cubicBezTo>
                  <a:cubicBezTo>
                    <a:pt x="32245" y="2609"/>
                    <a:pt x="31845" y="2687"/>
                    <a:pt x="31434" y="2775"/>
                  </a:cubicBezTo>
                  <a:cubicBezTo>
                    <a:pt x="31229" y="2814"/>
                    <a:pt x="31024" y="2853"/>
                    <a:pt x="30829" y="2893"/>
                  </a:cubicBezTo>
                  <a:cubicBezTo>
                    <a:pt x="30418" y="2971"/>
                    <a:pt x="30008" y="3059"/>
                    <a:pt x="29607" y="3137"/>
                  </a:cubicBezTo>
                  <a:cubicBezTo>
                    <a:pt x="29363" y="3176"/>
                    <a:pt x="29158" y="3264"/>
                    <a:pt x="28914" y="3303"/>
                  </a:cubicBezTo>
                  <a:cubicBezTo>
                    <a:pt x="28542" y="3381"/>
                    <a:pt x="28142" y="3420"/>
                    <a:pt x="27770" y="3508"/>
                  </a:cubicBezTo>
                  <a:cubicBezTo>
                    <a:pt x="27526" y="3586"/>
                    <a:pt x="27243" y="3625"/>
                    <a:pt x="26998" y="3664"/>
                  </a:cubicBezTo>
                  <a:cubicBezTo>
                    <a:pt x="26676" y="3752"/>
                    <a:pt x="26305" y="3792"/>
                    <a:pt x="25943" y="3870"/>
                  </a:cubicBezTo>
                  <a:cubicBezTo>
                    <a:pt x="25650" y="3909"/>
                    <a:pt x="25367" y="3997"/>
                    <a:pt x="25083" y="4036"/>
                  </a:cubicBezTo>
                  <a:cubicBezTo>
                    <a:pt x="24761" y="4114"/>
                    <a:pt x="24429" y="4153"/>
                    <a:pt x="24145" y="4241"/>
                  </a:cubicBezTo>
                  <a:cubicBezTo>
                    <a:pt x="23823" y="4280"/>
                    <a:pt x="23500" y="4319"/>
                    <a:pt x="23168" y="4397"/>
                  </a:cubicBezTo>
                  <a:cubicBezTo>
                    <a:pt x="22885" y="4436"/>
                    <a:pt x="22601" y="4485"/>
                    <a:pt x="22279" y="4563"/>
                  </a:cubicBezTo>
                  <a:cubicBezTo>
                    <a:pt x="21947" y="4603"/>
                    <a:pt x="21624" y="4681"/>
                    <a:pt x="21253" y="4730"/>
                  </a:cubicBezTo>
                  <a:cubicBezTo>
                    <a:pt x="21009" y="4769"/>
                    <a:pt x="20725" y="4847"/>
                    <a:pt x="20442" y="4886"/>
                  </a:cubicBezTo>
                  <a:cubicBezTo>
                    <a:pt x="20080" y="4925"/>
                    <a:pt x="19748" y="5013"/>
                    <a:pt x="19387" y="5052"/>
                  </a:cubicBezTo>
                  <a:cubicBezTo>
                    <a:pt x="19103" y="5091"/>
                    <a:pt x="18859" y="5130"/>
                    <a:pt x="18566" y="5218"/>
                  </a:cubicBezTo>
                  <a:cubicBezTo>
                    <a:pt x="18204" y="5257"/>
                    <a:pt x="17882" y="5296"/>
                    <a:pt x="17510" y="5374"/>
                  </a:cubicBezTo>
                  <a:cubicBezTo>
                    <a:pt x="17227" y="5414"/>
                    <a:pt x="16944" y="5462"/>
                    <a:pt x="16660" y="5501"/>
                  </a:cubicBezTo>
                  <a:cubicBezTo>
                    <a:pt x="16328" y="5541"/>
                    <a:pt x="15967" y="5619"/>
                    <a:pt x="15634" y="5658"/>
                  </a:cubicBezTo>
                  <a:cubicBezTo>
                    <a:pt x="15556" y="5658"/>
                    <a:pt x="15517" y="5658"/>
                    <a:pt x="15439" y="5707"/>
                  </a:cubicBezTo>
                  <a:lnTo>
                    <a:pt x="15312" y="5707"/>
                  </a:lnTo>
                  <a:lnTo>
                    <a:pt x="14862" y="5785"/>
                  </a:lnTo>
                  <a:cubicBezTo>
                    <a:pt x="14579" y="5824"/>
                    <a:pt x="14335" y="5863"/>
                    <a:pt x="14091" y="5902"/>
                  </a:cubicBezTo>
                  <a:lnTo>
                    <a:pt x="14374" y="8589"/>
                  </a:lnTo>
                  <a:cubicBezTo>
                    <a:pt x="14413" y="8833"/>
                    <a:pt x="14462" y="9166"/>
                    <a:pt x="14335" y="9488"/>
                  </a:cubicBezTo>
                  <a:cubicBezTo>
                    <a:pt x="14130" y="10055"/>
                    <a:pt x="13524" y="10299"/>
                    <a:pt x="13192" y="10465"/>
                  </a:cubicBezTo>
                  <a:lnTo>
                    <a:pt x="6967" y="13113"/>
                  </a:lnTo>
                  <a:cubicBezTo>
                    <a:pt x="6440" y="13358"/>
                    <a:pt x="5863" y="13602"/>
                    <a:pt x="5423" y="14012"/>
                  </a:cubicBezTo>
                  <a:cubicBezTo>
                    <a:pt x="5218" y="14208"/>
                    <a:pt x="5052" y="14452"/>
                    <a:pt x="4886" y="14696"/>
                  </a:cubicBezTo>
                  <a:cubicBezTo>
                    <a:pt x="4603" y="15067"/>
                    <a:pt x="4358" y="15478"/>
                    <a:pt x="3958" y="15722"/>
                  </a:cubicBezTo>
                  <a:cubicBezTo>
                    <a:pt x="3508" y="16045"/>
                    <a:pt x="2932" y="16162"/>
                    <a:pt x="2365" y="16289"/>
                  </a:cubicBezTo>
                  <a:cubicBezTo>
                    <a:pt x="1759" y="16406"/>
                    <a:pt x="1183" y="16533"/>
                    <a:pt x="821" y="16895"/>
                  </a:cubicBezTo>
                  <a:cubicBezTo>
                    <a:pt x="538" y="17188"/>
                    <a:pt x="411" y="17588"/>
                    <a:pt x="294" y="17999"/>
                  </a:cubicBezTo>
                  <a:cubicBezTo>
                    <a:pt x="245" y="18077"/>
                    <a:pt x="245" y="18165"/>
                    <a:pt x="206" y="18282"/>
                  </a:cubicBezTo>
                  <a:lnTo>
                    <a:pt x="206" y="18321"/>
                  </a:lnTo>
                  <a:cubicBezTo>
                    <a:pt x="167" y="18409"/>
                    <a:pt x="127" y="18487"/>
                    <a:pt x="127" y="18605"/>
                  </a:cubicBezTo>
                  <a:lnTo>
                    <a:pt x="88" y="18654"/>
                  </a:lnTo>
                  <a:cubicBezTo>
                    <a:pt x="88" y="18732"/>
                    <a:pt x="49" y="18849"/>
                    <a:pt x="49" y="18937"/>
                  </a:cubicBezTo>
                  <a:cubicBezTo>
                    <a:pt x="0" y="18976"/>
                    <a:pt x="0" y="18976"/>
                    <a:pt x="0" y="19015"/>
                  </a:cubicBezTo>
                  <a:lnTo>
                    <a:pt x="0" y="19054"/>
                  </a:lnTo>
                  <a:cubicBezTo>
                    <a:pt x="2199" y="19054"/>
                    <a:pt x="4397" y="19181"/>
                    <a:pt x="6401" y="19298"/>
                  </a:cubicBezTo>
                  <a:cubicBezTo>
                    <a:pt x="6557" y="19093"/>
                    <a:pt x="6762" y="18898"/>
                    <a:pt x="6967" y="18693"/>
                  </a:cubicBezTo>
                  <a:cubicBezTo>
                    <a:pt x="7573" y="18077"/>
                    <a:pt x="8267" y="17383"/>
                    <a:pt x="8922" y="16944"/>
                  </a:cubicBezTo>
                  <a:cubicBezTo>
                    <a:pt x="9488" y="16533"/>
                    <a:pt x="10143" y="16123"/>
                    <a:pt x="10837" y="16006"/>
                  </a:cubicBezTo>
                  <a:cubicBezTo>
                    <a:pt x="10989" y="15978"/>
                    <a:pt x="11142" y="15968"/>
                    <a:pt x="11293" y="15968"/>
                  </a:cubicBezTo>
                  <a:cubicBezTo>
                    <a:pt x="11627" y="15968"/>
                    <a:pt x="11954" y="16018"/>
                    <a:pt x="12263" y="16045"/>
                  </a:cubicBezTo>
                  <a:cubicBezTo>
                    <a:pt x="12381" y="16045"/>
                    <a:pt x="12547" y="16084"/>
                    <a:pt x="12664" y="16084"/>
                  </a:cubicBezTo>
                  <a:cubicBezTo>
                    <a:pt x="12905" y="16108"/>
                    <a:pt x="13148" y="16121"/>
                    <a:pt x="13391" y="16121"/>
                  </a:cubicBezTo>
                  <a:cubicBezTo>
                    <a:pt x="13924" y="16121"/>
                    <a:pt x="14459" y="16059"/>
                    <a:pt x="14989" y="15918"/>
                  </a:cubicBezTo>
                  <a:cubicBezTo>
                    <a:pt x="15312" y="15839"/>
                    <a:pt x="15634" y="15761"/>
                    <a:pt x="15967" y="15673"/>
                  </a:cubicBezTo>
                  <a:cubicBezTo>
                    <a:pt x="16644" y="15458"/>
                    <a:pt x="17349" y="15242"/>
                    <a:pt x="18079" y="15242"/>
                  </a:cubicBezTo>
                  <a:cubicBezTo>
                    <a:pt x="18307" y="15242"/>
                    <a:pt x="18538" y="15263"/>
                    <a:pt x="18771" y="15312"/>
                  </a:cubicBezTo>
                  <a:cubicBezTo>
                    <a:pt x="19592" y="15478"/>
                    <a:pt x="20325" y="16211"/>
                    <a:pt x="20520" y="17061"/>
                  </a:cubicBezTo>
                  <a:cubicBezTo>
                    <a:pt x="20647" y="17510"/>
                    <a:pt x="20569" y="17960"/>
                    <a:pt x="20325" y="18282"/>
                  </a:cubicBezTo>
                  <a:cubicBezTo>
                    <a:pt x="20510" y="18360"/>
                    <a:pt x="20718" y="18397"/>
                    <a:pt x="20940" y="18397"/>
                  </a:cubicBezTo>
                  <a:cubicBezTo>
                    <a:pt x="21304" y="18397"/>
                    <a:pt x="21706" y="18298"/>
                    <a:pt x="22113" y="18116"/>
                  </a:cubicBezTo>
                  <a:cubicBezTo>
                    <a:pt x="22396" y="17999"/>
                    <a:pt x="22640" y="17872"/>
                    <a:pt x="22885" y="17755"/>
                  </a:cubicBezTo>
                  <a:cubicBezTo>
                    <a:pt x="23334" y="17510"/>
                    <a:pt x="23823" y="17266"/>
                    <a:pt x="24311" y="17100"/>
                  </a:cubicBezTo>
                  <a:cubicBezTo>
                    <a:pt x="24389" y="17100"/>
                    <a:pt x="24516" y="17061"/>
                    <a:pt x="24595" y="17061"/>
                  </a:cubicBezTo>
                  <a:lnTo>
                    <a:pt x="24673" y="17061"/>
                  </a:lnTo>
                  <a:cubicBezTo>
                    <a:pt x="24722" y="17022"/>
                    <a:pt x="24800" y="17022"/>
                    <a:pt x="24839" y="17022"/>
                  </a:cubicBezTo>
                  <a:lnTo>
                    <a:pt x="25122" y="17022"/>
                  </a:lnTo>
                  <a:cubicBezTo>
                    <a:pt x="25122" y="17022"/>
                    <a:pt x="25161" y="16983"/>
                    <a:pt x="25210" y="16983"/>
                  </a:cubicBezTo>
                  <a:lnTo>
                    <a:pt x="25249" y="16983"/>
                  </a:lnTo>
                  <a:cubicBezTo>
                    <a:pt x="25288" y="16983"/>
                    <a:pt x="25367" y="16983"/>
                    <a:pt x="25406" y="17022"/>
                  </a:cubicBezTo>
                  <a:lnTo>
                    <a:pt x="25777" y="17022"/>
                  </a:lnTo>
                  <a:cubicBezTo>
                    <a:pt x="25855" y="17061"/>
                    <a:pt x="25943" y="17061"/>
                    <a:pt x="25982" y="17061"/>
                  </a:cubicBezTo>
                  <a:lnTo>
                    <a:pt x="26060" y="17061"/>
                  </a:lnTo>
                  <a:cubicBezTo>
                    <a:pt x="26138" y="17100"/>
                    <a:pt x="26187" y="17100"/>
                    <a:pt x="26265" y="17100"/>
                  </a:cubicBezTo>
                  <a:cubicBezTo>
                    <a:pt x="26265" y="17139"/>
                    <a:pt x="26305" y="17139"/>
                    <a:pt x="26344" y="17139"/>
                  </a:cubicBezTo>
                  <a:cubicBezTo>
                    <a:pt x="26510" y="17188"/>
                    <a:pt x="26676" y="17227"/>
                    <a:pt x="26871" y="17305"/>
                  </a:cubicBezTo>
                  <a:lnTo>
                    <a:pt x="26920" y="17305"/>
                  </a:lnTo>
                  <a:cubicBezTo>
                    <a:pt x="26959" y="17305"/>
                    <a:pt x="27037" y="17344"/>
                    <a:pt x="27116" y="17383"/>
                  </a:cubicBezTo>
                  <a:lnTo>
                    <a:pt x="27204" y="17383"/>
                  </a:lnTo>
                  <a:cubicBezTo>
                    <a:pt x="27243" y="17432"/>
                    <a:pt x="27321" y="17471"/>
                    <a:pt x="27409" y="17471"/>
                  </a:cubicBezTo>
                  <a:cubicBezTo>
                    <a:pt x="27409" y="17510"/>
                    <a:pt x="27448" y="17510"/>
                    <a:pt x="27448" y="17510"/>
                  </a:cubicBezTo>
                  <a:cubicBezTo>
                    <a:pt x="27604" y="17588"/>
                    <a:pt x="27809" y="17676"/>
                    <a:pt x="27975" y="17755"/>
                  </a:cubicBezTo>
                  <a:lnTo>
                    <a:pt x="28054" y="17755"/>
                  </a:lnTo>
                  <a:cubicBezTo>
                    <a:pt x="28093" y="17794"/>
                    <a:pt x="28181" y="17833"/>
                    <a:pt x="28259" y="17872"/>
                  </a:cubicBezTo>
                  <a:cubicBezTo>
                    <a:pt x="28259" y="17872"/>
                    <a:pt x="28298" y="17872"/>
                    <a:pt x="28337" y="17921"/>
                  </a:cubicBezTo>
                  <a:cubicBezTo>
                    <a:pt x="28386" y="17960"/>
                    <a:pt x="28464" y="17960"/>
                    <a:pt x="28503" y="17999"/>
                  </a:cubicBezTo>
                  <a:cubicBezTo>
                    <a:pt x="28542" y="17999"/>
                    <a:pt x="28542" y="18038"/>
                    <a:pt x="28581" y="18038"/>
                  </a:cubicBezTo>
                  <a:cubicBezTo>
                    <a:pt x="28669" y="18077"/>
                    <a:pt x="28747" y="18116"/>
                    <a:pt x="28826" y="18165"/>
                  </a:cubicBezTo>
                  <a:lnTo>
                    <a:pt x="35665" y="21702"/>
                  </a:lnTo>
                  <a:cubicBezTo>
                    <a:pt x="35665" y="21624"/>
                    <a:pt x="35714" y="21536"/>
                    <a:pt x="35753" y="21458"/>
                  </a:cubicBezTo>
                  <a:cubicBezTo>
                    <a:pt x="36281" y="20442"/>
                    <a:pt x="36809" y="20070"/>
                    <a:pt x="37424" y="19631"/>
                  </a:cubicBezTo>
                  <a:cubicBezTo>
                    <a:pt x="37708" y="19425"/>
                    <a:pt x="37991" y="19220"/>
                    <a:pt x="38313" y="18937"/>
                  </a:cubicBezTo>
                  <a:cubicBezTo>
                    <a:pt x="39418" y="17921"/>
                    <a:pt x="40678" y="15556"/>
                    <a:pt x="41167" y="14579"/>
                  </a:cubicBezTo>
                  <a:lnTo>
                    <a:pt x="41206" y="14501"/>
                  </a:lnTo>
                  <a:lnTo>
                    <a:pt x="41333" y="14452"/>
                  </a:lnTo>
                  <a:cubicBezTo>
                    <a:pt x="41939" y="14374"/>
                    <a:pt x="42222" y="14051"/>
                    <a:pt x="42261" y="13846"/>
                  </a:cubicBezTo>
                  <a:cubicBezTo>
                    <a:pt x="42310" y="13602"/>
                    <a:pt x="42066" y="13358"/>
                    <a:pt x="41694" y="13152"/>
                  </a:cubicBezTo>
                  <a:lnTo>
                    <a:pt x="41450" y="13035"/>
                  </a:lnTo>
                  <a:lnTo>
                    <a:pt x="41577" y="12791"/>
                  </a:lnTo>
                  <a:cubicBezTo>
                    <a:pt x="42017" y="12097"/>
                    <a:pt x="41616" y="11687"/>
                    <a:pt x="40922" y="11081"/>
                  </a:cubicBezTo>
                  <a:cubicBezTo>
                    <a:pt x="40473" y="10749"/>
                    <a:pt x="40023" y="10387"/>
                    <a:pt x="40062" y="9859"/>
                  </a:cubicBezTo>
                  <a:cubicBezTo>
                    <a:pt x="40111" y="9488"/>
                    <a:pt x="40434" y="9078"/>
                    <a:pt x="41128" y="8677"/>
                  </a:cubicBezTo>
                  <a:cubicBezTo>
                    <a:pt x="41410" y="8524"/>
                    <a:pt x="41805" y="8482"/>
                    <a:pt x="42260" y="8482"/>
                  </a:cubicBezTo>
                  <a:cubicBezTo>
                    <a:pt x="42529" y="8482"/>
                    <a:pt x="42820" y="8496"/>
                    <a:pt x="43121" y="8511"/>
                  </a:cubicBezTo>
                  <a:cubicBezTo>
                    <a:pt x="43477" y="8542"/>
                    <a:pt x="43846" y="8574"/>
                    <a:pt x="44186" y="8574"/>
                  </a:cubicBezTo>
                  <a:cubicBezTo>
                    <a:pt x="44704" y="8574"/>
                    <a:pt x="45156" y="8499"/>
                    <a:pt x="45398" y="8228"/>
                  </a:cubicBezTo>
                  <a:cubicBezTo>
                    <a:pt x="45564" y="8062"/>
                    <a:pt x="45603" y="7817"/>
                    <a:pt x="45603" y="7456"/>
                  </a:cubicBezTo>
                  <a:lnTo>
                    <a:pt x="45603" y="7456"/>
                  </a:lnTo>
                  <a:cubicBezTo>
                    <a:pt x="45548" y="7459"/>
                    <a:pt x="45493" y="7461"/>
                    <a:pt x="45438" y="7461"/>
                  </a:cubicBezTo>
                  <a:cubicBezTo>
                    <a:pt x="44834" y="7461"/>
                    <a:pt x="44203" y="7272"/>
                    <a:pt x="43531" y="7084"/>
                  </a:cubicBezTo>
                  <a:cubicBezTo>
                    <a:pt x="43160" y="7006"/>
                    <a:pt x="42798" y="6879"/>
                    <a:pt x="42466" y="6840"/>
                  </a:cubicBezTo>
                  <a:lnTo>
                    <a:pt x="42310" y="6801"/>
                  </a:lnTo>
                  <a:cubicBezTo>
                    <a:pt x="41411" y="6635"/>
                    <a:pt x="40356" y="6479"/>
                    <a:pt x="39867" y="5746"/>
                  </a:cubicBezTo>
                  <a:cubicBezTo>
                    <a:pt x="39574" y="5335"/>
                    <a:pt x="39496" y="4847"/>
                    <a:pt x="39623" y="4241"/>
                  </a:cubicBezTo>
                  <a:lnTo>
                    <a:pt x="39662" y="3997"/>
                  </a:lnTo>
                  <a:lnTo>
                    <a:pt x="39945" y="4036"/>
                  </a:lnTo>
                  <a:cubicBezTo>
                    <a:pt x="40231" y="4118"/>
                    <a:pt x="40509" y="4158"/>
                    <a:pt x="40784" y="4158"/>
                  </a:cubicBezTo>
                  <a:cubicBezTo>
                    <a:pt x="41325" y="4158"/>
                    <a:pt x="41850" y="4002"/>
                    <a:pt x="42388" y="3704"/>
                  </a:cubicBezTo>
                  <a:lnTo>
                    <a:pt x="42388" y="3664"/>
                  </a:lnTo>
                  <a:cubicBezTo>
                    <a:pt x="42632" y="3264"/>
                    <a:pt x="42877" y="2853"/>
                    <a:pt x="43082" y="2687"/>
                  </a:cubicBezTo>
                  <a:cubicBezTo>
                    <a:pt x="43326" y="2570"/>
                    <a:pt x="43609" y="2531"/>
                    <a:pt x="43854" y="2531"/>
                  </a:cubicBezTo>
                  <a:cubicBezTo>
                    <a:pt x="44020" y="2531"/>
                    <a:pt x="44215" y="2531"/>
                    <a:pt x="44264" y="2482"/>
                  </a:cubicBezTo>
                  <a:cubicBezTo>
                    <a:pt x="44547" y="2238"/>
                    <a:pt x="44665" y="1955"/>
                    <a:pt x="44704" y="1593"/>
                  </a:cubicBezTo>
                  <a:cubicBezTo>
                    <a:pt x="44704" y="1104"/>
                    <a:pt x="44420" y="489"/>
                    <a:pt x="4397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3" name="Google Shape;4033;p60"/>
            <p:cNvSpPr/>
            <p:nvPr/>
          </p:nvSpPr>
          <p:spPr>
            <a:xfrm>
              <a:off x="4030733" y="2841687"/>
              <a:ext cx="1864" cy="15"/>
            </a:xfrm>
            <a:custGeom>
              <a:avLst/>
              <a:gdLst/>
              <a:ahLst/>
              <a:cxnLst/>
              <a:rect l="l" t="t" r="r" b="b"/>
              <a:pathLst>
                <a:path w="128" h="1" extrusionOk="0">
                  <a:moveTo>
                    <a:pt x="128" y="1"/>
                  </a:move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4" name="Google Shape;4034;p60"/>
            <p:cNvSpPr/>
            <p:nvPr/>
          </p:nvSpPr>
          <p:spPr>
            <a:xfrm>
              <a:off x="4012949" y="2842823"/>
              <a:ext cx="11259" cy="1733"/>
            </a:xfrm>
            <a:custGeom>
              <a:avLst/>
              <a:gdLst/>
              <a:ahLst/>
              <a:cxnLst/>
              <a:rect l="l" t="t" r="r" b="b"/>
              <a:pathLst>
                <a:path w="773" h="119" extrusionOk="0">
                  <a:moveTo>
                    <a:pt x="1" y="118"/>
                  </a:moveTo>
                  <a:cubicBezTo>
                    <a:pt x="245" y="79"/>
                    <a:pt x="489" y="40"/>
                    <a:pt x="772" y="1"/>
                  </a:cubicBezTo>
                  <a:lnTo>
                    <a:pt x="772" y="1"/>
                  </a:lnTo>
                  <a:cubicBezTo>
                    <a:pt x="489" y="40"/>
                    <a:pt x="245" y="79"/>
                    <a:pt x="1" y="11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5" name="Google Shape;4035;p60"/>
            <p:cNvSpPr/>
            <p:nvPr/>
          </p:nvSpPr>
          <p:spPr>
            <a:xfrm>
              <a:off x="4024193" y="2841687"/>
              <a:ext cx="6554" cy="1151"/>
            </a:xfrm>
            <a:custGeom>
              <a:avLst/>
              <a:gdLst/>
              <a:ahLst/>
              <a:cxnLst/>
              <a:rect l="l" t="t" r="r" b="b"/>
              <a:pathLst>
                <a:path w="450" h="79" extrusionOk="0">
                  <a:moveTo>
                    <a:pt x="450" y="1"/>
                  </a:moveTo>
                  <a:lnTo>
                    <a:pt x="268" y="32"/>
                  </a:lnTo>
                  <a:lnTo>
                    <a:pt x="268" y="32"/>
                  </a:lnTo>
                  <a:cubicBezTo>
                    <a:pt x="327" y="24"/>
                    <a:pt x="388" y="15"/>
                    <a:pt x="450" y="1"/>
                  </a:cubicBezTo>
                  <a:close/>
                  <a:moveTo>
                    <a:pt x="268" y="32"/>
                  </a:moveTo>
                  <a:cubicBezTo>
                    <a:pt x="171" y="45"/>
                    <a:pt x="80" y="54"/>
                    <a:pt x="0" y="79"/>
                  </a:cubicBezTo>
                  <a:lnTo>
                    <a:pt x="268" y="32"/>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6" name="Google Shape;4036;p60"/>
            <p:cNvSpPr/>
            <p:nvPr/>
          </p:nvSpPr>
          <p:spPr>
            <a:xfrm>
              <a:off x="4292321" y="2789457"/>
              <a:ext cx="18366" cy="4136"/>
            </a:xfrm>
            <a:custGeom>
              <a:avLst/>
              <a:gdLst/>
              <a:ahLst/>
              <a:cxnLst/>
              <a:rect l="l" t="t" r="r" b="b"/>
              <a:pathLst>
                <a:path w="1261" h="284" extrusionOk="0">
                  <a:moveTo>
                    <a:pt x="0" y="284"/>
                  </a:moveTo>
                  <a:cubicBezTo>
                    <a:pt x="401" y="167"/>
                    <a:pt x="851" y="79"/>
                    <a:pt x="1261" y="1"/>
                  </a:cubicBezTo>
                  <a:cubicBezTo>
                    <a:pt x="851" y="79"/>
                    <a:pt x="401" y="167"/>
                    <a:pt x="0" y="28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7" name="Google Shape;4037;p60"/>
            <p:cNvSpPr/>
            <p:nvPr/>
          </p:nvSpPr>
          <p:spPr>
            <a:xfrm>
              <a:off x="4238954" y="2800701"/>
              <a:ext cx="17798" cy="3568"/>
            </a:xfrm>
            <a:custGeom>
              <a:avLst/>
              <a:gdLst/>
              <a:ahLst/>
              <a:cxnLst/>
              <a:rect l="l" t="t" r="r" b="b"/>
              <a:pathLst>
                <a:path w="1222" h="245" extrusionOk="0">
                  <a:moveTo>
                    <a:pt x="0" y="245"/>
                  </a:moveTo>
                  <a:cubicBezTo>
                    <a:pt x="401" y="167"/>
                    <a:pt x="811" y="79"/>
                    <a:pt x="1222" y="1"/>
                  </a:cubicBezTo>
                  <a:cubicBezTo>
                    <a:pt x="811" y="79"/>
                    <a:pt x="401" y="167"/>
                    <a:pt x="0" y="24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8" name="Google Shape;4038;p60"/>
            <p:cNvSpPr/>
            <p:nvPr/>
          </p:nvSpPr>
          <p:spPr>
            <a:xfrm>
              <a:off x="4265565" y="2795443"/>
              <a:ext cx="18366" cy="3568"/>
            </a:xfrm>
            <a:custGeom>
              <a:avLst/>
              <a:gdLst/>
              <a:ahLst/>
              <a:cxnLst/>
              <a:rect l="l" t="t" r="r" b="b"/>
              <a:pathLst>
                <a:path w="1261" h="245" extrusionOk="0">
                  <a:moveTo>
                    <a:pt x="0" y="244"/>
                  </a:moveTo>
                  <a:cubicBezTo>
                    <a:pt x="411" y="156"/>
                    <a:pt x="811" y="78"/>
                    <a:pt x="1261" y="0"/>
                  </a:cubicBezTo>
                  <a:cubicBezTo>
                    <a:pt x="811" y="78"/>
                    <a:pt x="411" y="156"/>
                    <a:pt x="0" y="2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39" name="Google Shape;4039;p60"/>
            <p:cNvSpPr/>
            <p:nvPr/>
          </p:nvSpPr>
          <p:spPr>
            <a:xfrm>
              <a:off x="4318931" y="2783486"/>
              <a:ext cx="17813" cy="4136"/>
            </a:xfrm>
            <a:custGeom>
              <a:avLst/>
              <a:gdLst/>
              <a:ahLst/>
              <a:cxnLst/>
              <a:rect l="l" t="t" r="r" b="b"/>
              <a:pathLst>
                <a:path w="1223" h="284" extrusionOk="0">
                  <a:moveTo>
                    <a:pt x="1" y="284"/>
                  </a:moveTo>
                  <a:cubicBezTo>
                    <a:pt x="411" y="205"/>
                    <a:pt x="812" y="127"/>
                    <a:pt x="1222" y="0"/>
                  </a:cubicBezTo>
                  <a:cubicBezTo>
                    <a:pt x="812" y="127"/>
                    <a:pt x="411" y="205"/>
                    <a:pt x="1" y="28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0" name="Google Shape;4040;p60"/>
            <p:cNvSpPr/>
            <p:nvPr/>
          </p:nvSpPr>
          <p:spPr>
            <a:xfrm>
              <a:off x="4372865" y="2773377"/>
              <a:ext cx="9555" cy="2432"/>
            </a:xfrm>
            <a:custGeom>
              <a:avLst/>
              <a:gdLst/>
              <a:ahLst/>
              <a:cxnLst/>
              <a:rect l="l" t="t" r="r" b="b"/>
              <a:pathLst>
                <a:path w="656" h="167" extrusionOk="0">
                  <a:moveTo>
                    <a:pt x="1" y="167"/>
                  </a:moveTo>
                  <a:cubicBezTo>
                    <a:pt x="206" y="127"/>
                    <a:pt x="450" y="88"/>
                    <a:pt x="656" y="0"/>
                  </a:cubicBezTo>
                  <a:cubicBezTo>
                    <a:pt x="450" y="88"/>
                    <a:pt x="206" y="127"/>
                    <a:pt x="1" y="1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1" name="Google Shape;4041;p60"/>
            <p:cNvSpPr/>
            <p:nvPr/>
          </p:nvSpPr>
          <p:spPr>
            <a:xfrm>
              <a:off x="4105452" y="2827457"/>
              <a:ext cx="11827" cy="2287"/>
            </a:xfrm>
            <a:custGeom>
              <a:avLst/>
              <a:gdLst/>
              <a:ahLst/>
              <a:cxnLst/>
              <a:rect l="l" t="t" r="r" b="b"/>
              <a:pathLst>
                <a:path w="812" h="157" extrusionOk="0">
                  <a:moveTo>
                    <a:pt x="1" y="157"/>
                  </a:moveTo>
                  <a:cubicBezTo>
                    <a:pt x="284" y="118"/>
                    <a:pt x="568" y="40"/>
                    <a:pt x="812" y="1"/>
                  </a:cubicBezTo>
                  <a:cubicBezTo>
                    <a:pt x="568" y="40"/>
                    <a:pt x="284" y="118"/>
                    <a:pt x="1" y="15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2" name="Google Shape;4042;p60"/>
            <p:cNvSpPr/>
            <p:nvPr/>
          </p:nvSpPr>
          <p:spPr>
            <a:xfrm>
              <a:off x="4185588" y="2811946"/>
              <a:ext cx="15381" cy="3000"/>
            </a:xfrm>
            <a:custGeom>
              <a:avLst/>
              <a:gdLst/>
              <a:ahLst/>
              <a:cxnLst/>
              <a:rect l="l" t="t" r="r" b="b"/>
              <a:pathLst>
                <a:path w="1056" h="206" extrusionOk="0">
                  <a:moveTo>
                    <a:pt x="0" y="206"/>
                  </a:moveTo>
                  <a:cubicBezTo>
                    <a:pt x="362" y="128"/>
                    <a:pt x="733" y="88"/>
                    <a:pt x="1055" y="0"/>
                  </a:cubicBezTo>
                  <a:cubicBezTo>
                    <a:pt x="733" y="88"/>
                    <a:pt x="362" y="128"/>
                    <a:pt x="0" y="20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3" name="Google Shape;4043;p60"/>
            <p:cNvSpPr/>
            <p:nvPr/>
          </p:nvSpPr>
          <p:spPr>
            <a:xfrm>
              <a:off x="4159400" y="2817349"/>
              <a:ext cx="13677" cy="3000"/>
            </a:xfrm>
            <a:custGeom>
              <a:avLst/>
              <a:gdLst/>
              <a:ahLst/>
              <a:cxnLst/>
              <a:rect l="l" t="t" r="r" b="b"/>
              <a:pathLst>
                <a:path w="939" h="206" extrusionOk="0">
                  <a:moveTo>
                    <a:pt x="0" y="206"/>
                  </a:moveTo>
                  <a:cubicBezTo>
                    <a:pt x="284" y="118"/>
                    <a:pt x="616" y="79"/>
                    <a:pt x="938" y="1"/>
                  </a:cubicBezTo>
                  <a:cubicBezTo>
                    <a:pt x="616" y="79"/>
                    <a:pt x="284" y="118"/>
                    <a:pt x="0" y="20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4" name="Google Shape;4044;p60"/>
            <p:cNvSpPr/>
            <p:nvPr/>
          </p:nvSpPr>
          <p:spPr>
            <a:xfrm>
              <a:off x="4132207" y="2822622"/>
              <a:ext cx="12977" cy="2432"/>
            </a:xfrm>
            <a:custGeom>
              <a:avLst/>
              <a:gdLst/>
              <a:ahLst/>
              <a:cxnLst/>
              <a:rect l="l" t="t" r="r" b="b"/>
              <a:pathLst>
                <a:path w="891" h="167" extrusionOk="0">
                  <a:moveTo>
                    <a:pt x="1" y="166"/>
                  </a:moveTo>
                  <a:cubicBezTo>
                    <a:pt x="323" y="88"/>
                    <a:pt x="607" y="39"/>
                    <a:pt x="890" y="0"/>
                  </a:cubicBezTo>
                  <a:cubicBezTo>
                    <a:pt x="607" y="39"/>
                    <a:pt x="323" y="88"/>
                    <a:pt x="1" y="16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5" name="Google Shape;4045;p60"/>
            <p:cNvSpPr/>
            <p:nvPr/>
          </p:nvSpPr>
          <p:spPr>
            <a:xfrm>
              <a:off x="4032583" y="2840974"/>
              <a:ext cx="2869" cy="728"/>
            </a:xfrm>
            <a:custGeom>
              <a:avLst/>
              <a:gdLst/>
              <a:ahLst/>
              <a:cxnLst/>
              <a:rect l="l" t="t" r="r" b="b"/>
              <a:pathLst>
                <a:path w="197" h="50" extrusionOk="0">
                  <a:moveTo>
                    <a:pt x="196" y="1"/>
                  </a:moveTo>
                  <a:cubicBezTo>
                    <a:pt x="118" y="1"/>
                    <a:pt x="79" y="1"/>
                    <a:pt x="1" y="50"/>
                  </a:cubicBezTo>
                  <a:lnTo>
                    <a:pt x="1" y="50"/>
                  </a:lnTo>
                  <a:cubicBezTo>
                    <a:pt x="79" y="1"/>
                    <a:pt x="118" y="1"/>
                    <a:pt x="1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6" name="Google Shape;4046;p60"/>
            <p:cNvSpPr/>
            <p:nvPr/>
          </p:nvSpPr>
          <p:spPr>
            <a:xfrm>
              <a:off x="4212198" y="2806673"/>
              <a:ext cx="16662" cy="3015"/>
            </a:xfrm>
            <a:custGeom>
              <a:avLst/>
              <a:gdLst/>
              <a:ahLst/>
              <a:cxnLst/>
              <a:rect l="l" t="t" r="r" b="b"/>
              <a:pathLst>
                <a:path w="1144" h="207" extrusionOk="0">
                  <a:moveTo>
                    <a:pt x="0" y="206"/>
                  </a:moveTo>
                  <a:cubicBezTo>
                    <a:pt x="372" y="118"/>
                    <a:pt x="772" y="79"/>
                    <a:pt x="1144" y="1"/>
                  </a:cubicBezTo>
                  <a:cubicBezTo>
                    <a:pt x="772" y="79"/>
                    <a:pt x="372" y="118"/>
                    <a:pt x="0" y="20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7" name="Google Shape;4047;p60"/>
            <p:cNvSpPr/>
            <p:nvPr/>
          </p:nvSpPr>
          <p:spPr>
            <a:xfrm>
              <a:off x="4078128" y="2832147"/>
              <a:ext cx="11972" cy="2447"/>
            </a:xfrm>
            <a:custGeom>
              <a:avLst/>
              <a:gdLst/>
              <a:ahLst/>
              <a:cxnLst/>
              <a:rect l="l" t="t" r="r" b="b"/>
              <a:pathLst>
                <a:path w="822" h="168" extrusionOk="0">
                  <a:moveTo>
                    <a:pt x="1" y="167"/>
                  </a:moveTo>
                  <a:cubicBezTo>
                    <a:pt x="294" y="79"/>
                    <a:pt x="538" y="40"/>
                    <a:pt x="822" y="1"/>
                  </a:cubicBezTo>
                  <a:cubicBezTo>
                    <a:pt x="538" y="40"/>
                    <a:pt x="294" y="79"/>
                    <a:pt x="1" y="1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8" name="Google Shape;4048;p60"/>
            <p:cNvSpPr/>
            <p:nvPr/>
          </p:nvSpPr>
          <p:spPr>
            <a:xfrm>
              <a:off x="4345687" y="2778213"/>
              <a:ext cx="15381" cy="3568"/>
            </a:xfrm>
            <a:custGeom>
              <a:avLst/>
              <a:gdLst/>
              <a:ahLst/>
              <a:cxnLst/>
              <a:rect l="l" t="t" r="r" b="b"/>
              <a:pathLst>
                <a:path w="1056" h="245" extrusionOk="0">
                  <a:moveTo>
                    <a:pt x="1" y="245"/>
                  </a:moveTo>
                  <a:cubicBezTo>
                    <a:pt x="362" y="157"/>
                    <a:pt x="685" y="79"/>
                    <a:pt x="1056" y="1"/>
                  </a:cubicBezTo>
                  <a:cubicBezTo>
                    <a:pt x="685" y="79"/>
                    <a:pt x="362" y="157"/>
                    <a:pt x="1" y="24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49" name="Google Shape;4049;p60"/>
            <p:cNvSpPr/>
            <p:nvPr/>
          </p:nvSpPr>
          <p:spPr>
            <a:xfrm>
              <a:off x="4050381" y="2836852"/>
              <a:ext cx="12395" cy="1864"/>
            </a:xfrm>
            <a:custGeom>
              <a:avLst/>
              <a:gdLst/>
              <a:ahLst/>
              <a:cxnLst/>
              <a:rect l="l" t="t" r="r" b="b"/>
              <a:pathLst>
                <a:path w="851" h="128" extrusionOk="0">
                  <a:moveTo>
                    <a:pt x="0" y="127"/>
                  </a:moveTo>
                  <a:cubicBezTo>
                    <a:pt x="284" y="88"/>
                    <a:pt x="567" y="40"/>
                    <a:pt x="850" y="0"/>
                  </a:cubicBezTo>
                  <a:cubicBezTo>
                    <a:pt x="567" y="40"/>
                    <a:pt x="284" y="88"/>
                    <a:pt x="0" y="12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0" name="Google Shape;4050;p60"/>
            <p:cNvSpPr/>
            <p:nvPr/>
          </p:nvSpPr>
          <p:spPr>
            <a:xfrm>
              <a:off x="4024193" y="2841687"/>
              <a:ext cx="8404" cy="1151"/>
            </a:xfrm>
            <a:custGeom>
              <a:avLst/>
              <a:gdLst/>
              <a:ahLst/>
              <a:cxnLst/>
              <a:rect l="l" t="t" r="r" b="b"/>
              <a:pathLst>
                <a:path w="577" h="79" extrusionOk="0">
                  <a:moveTo>
                    <a:pt x="450" y="1"/>
                  </a:moveTo>
                  <a:cubicBezTo>
                    <a:pt x="437" y="4"/>
                    <a:pt x="424" y="6"/>
                    <a:pt x="412" y="9"/>
                  </a:cubicBezTo>
                  <a:lnTo>
                    <a:pt x="412" y="9"/>
                  </a:lnTo>
                  <a:cubicBezTo>
                    <a:pt x="465" y="4"/>
                    <a:pt x="519" y="1"/>
                    <a:pt x="577" y="1"/>
                  </a:cubicBezTo>
                  <a:close/>
                  <a:moveTo>
                    <a:pt x="412" y="9"/>
                  </a:moveTo>
                  <a:cubicBezTo>
                    <a:pt x="336" y="17"/>
                    <a:pt x="262" y="29"/>
                    <a:pt x="186" y="43"/>
                  </a:cubicBezTo>
                  <a:lnTo>
                    <a:pt x="186" y="43"/>
                  </a:lnTo>
                  <a:cubicBezTo>
                    <a:pt x="257" y="33"/>
                    <a:pt x="333" y="25"/>
                    <a:pt x="412" y="9"/>
                  </a:cubicBezTo>
                  <a:close/>
                  <a:moveTo>
                    <a:pt x="186" y="43"/>
                  </a:moveTo>
                  <a:cubicBezTo>
                    <a:pt x="120" y="52"/>
                    <a:pt x="57" y="61"/>
                    <a:pt x="0" y="79"/>
                  </a:cubicBezTo>
                  <a:cubicBezTo>
                    <a:pt x="66" y="66"/>
                    <a:pt x="127" y="54"/>
                    <a:pt x="186" y="4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1" name="Google Shape;4051;p60"/>
            <p:cNvSpPr/>
            <p:nvPr/>
          </p:nvSpPr>
          <p:spPr>
            <a:xfrm>
              <a:off x="4182588" y="3006490"/>
              <a:ext cx="583" cy="15"/>
            </a:xfrm>
            <a:custGeom>
              <a:avLst/>
              <a:gdLst/>
              <a:ahLst/>
              <a:cxnLst/>
              <a:rect l="l" t="t" r="r" b="b"/>
              <a:pathLst>
                <a:path w="40" h="1" extrusionOk="0">
                  <a:moveTo>
                    <a:pt x="40" y="1"/>
                  </a:move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2" name="Google Shape;4052;p60"/>
            <p:cNvSpPr/>
            <p:nvPr/>
          </p:nvSpPr>
          <p:spPr>
            <a:xfrm>
              <a:off x="4173630" y="3005922"/>
              <a:ext cx="1296" cy="583"/>
            </a:xfrm>
            <a:custGeom>
              <a:avLst/>
              <a:gdLst/>
              <a:ahLst/>
              <a:cxnLst/>
              <a:rect l="l" t="t" r="r" b="b"/>
              <a:pathLst>
                <a:path w="89" h="40" extrusionOk="0">
                  <a:moveTo>
                    <a:pt x="0" y="40"/>
                  </a:moveTo>
                  <a:cubicBezTo>
                    <a:pt x="0" y="40"/>
                    <a:pt x="39" y="1"/>
                    <a:pt x="88" y="1"/>
                  </a:cubicBezTo>
                  <a:cubicBezTo>
                    <a:pt x="39" y="1"/>
                    <a:pt x="0" y="40"/>
                    <a:pt x="0" y="4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3" name="Google Shape;4053;p60"/>
            <p:cNvSpPr/>
            <p:nvPr/>
          </p:nvSpPr>
          <p:spPr>
            <a:xfrm>
              <a:off x="4186156" y="3007058"/>
              <a:ext cx="1151" cy="15"/>
            </a:xfrm>
            <a:custGeom>
              <a:avLst/>
              <a:gdLst/>
              <a:ahLst/>
              <a:cxnLst/>
              <a:rect l="l" t="t" r="r" b="b"/>
              <a:pathLst>
                <a:path w="79" h="1" extrusionOk="0">
                  <a:moveTo>
                    <a:pt x="78" y="1"/>
                  </a:move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4" name="Google Shape;4054;p60"/>
            <p:cNvSpPr/>
            <p:nvPr/>
          </p:nvSpPr>
          <p:spPr>
            <a:xfrm>
              <a:off x="4190278" y="3007626"/>
              <a:ext cx="1151" cy="583"/>
            </a:xfrm>
            <a:custGeom>
              <a:avLst/>
              <a:gdLst/>
              <a:ahLst/>
              <a:cxnLst/>
              <a:rect l="l" t="t" r="r" b="b"/>
              <a:pathLst>
                <a:path w="79" h="40" extrusionOk="0">
                  <a:moveTo>
                    <a:pt x="79" y="40"/>
                  </a:moveTo>
                  <a:cubicBezTo>
                    <a:pt x="40" y="40"/>
                    <a:pt x="0" y="40"/>
                    <a:pt x="0" y="1"/>
                  </a:cubicBezTo>
                  <a:cubicBezTo>
                    <a:pt x="0" y="40"/>
                    <a:pt x="40" y="40"/>
                    <a:pt x="79" y="4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5" name="Google Shape;4055;p60"/>
            <p:cNvSpPr/>
            <p:nvPr/>
          </p:nvSpPr>
          <p:spPr>
            <a:xfrm>
              <a:off x="4199105" y="3010627"/>
              <a:ext cx="728" cy="15"/>
            </a:xfrm>
            <a:custGeom>
              <a:avLst/>
              <a:gdLst/>
              <a:ahLst/>
              <a:cxnLst/>
              <a:rect l="l" t="t" r="r" b="b"/>
              <a:pathLst>
                <a:path w="50" h="1" extrusionOk="0">
                  <a:moveTo>
                    <a:pt x="49" y="0"/>
                  </a:move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6" name="Google Shape;4056;p60"/>
            <p:cNvSpPr/>
            <p:nvPr/>
          </p:nvSpPr>
          <p:spPr>
            <a:xfrm>
              <a:off x="4177752" y="3006490"/>
              <a:ext cx="728" cy="15"/>
            </a:xfrm>
            <a:custGeom>
              <a:avLst/>
              <a:gdLst/>
              <a:ahLst/>
              <a:cxnLst/>
              <a:rect l="l" t="t" r="r" b="b"/>
              <a:pathLst>
                <a:path w="50" h="1" extrusionOk="0">
                  <a:moveTo>
                    <a:pt x="49" y="1"/>
                  </a:move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7" name="Google Shape;4057;p60"/>
            <p:cNvSpPr/>
            <p:nvPr/>
          </p:nvSpPr>
          <p:spPr>
            <a:xfrm>
              <a:off x="4227565" y="3023138"/>
              <a:ext cx="99639" cy="51546"/>
            </a:xfrm>
            <a:custGeom>
              <a:avLst/>
              <a:gdLst/>
              <a:ahLst/>
              <a:cxnLst/>
              <a:rect l="l" t="t" r="r" b="b"/>
              <a:pathLst>
                <a:path w="6841" h="3539" extrusionOk="0">
                  <a:moveTo>
                    <a:pt x="6840" y="3538"/>
                  </a:moveTo>
                  <a:lnTo>
                    <a:pt x="6840" y="3538"/>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8" name="Google Shape;4058;p60"/>
            <p:cNvSpPr/>
            <p:nvPr/>
          </p:nvSpPr>
          <p:spPr>
            <a:xfrm>
              <a:off x="4222875" y="3020720"/>
              <a:ext cx="1151" cy="583"/>
            </a:xfrm>
            <a:custGeom>
              <a:avLst/>
              <a:gdLst/>
              <a:ahLst/>
              <a:cxnLst/>
              <a:rect l="l" t="t" r="r" b="b"/>
              <a:pathLst>
                <a:path w="79" h="40" extrusionOk="0">
                  <a:moveTo>
                    <a:pt x="78" y="40"/>
                  </a:moveTo>
                  <a:cubicBezTo>
                    <a:pt x="39" y="40"/>
                    <a:pt x="39" y="1"/>
                    <a:pt x="0" y="1"/>
                  </a:cubicBezTo>
                  <a:cubicBezTo>
                    <a:pt x="39" y="1"/>
                    <a:pt x="39" y="40"/>
                    <a:pt x="78" y="4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59" name="Google Shape;4059;p60"/>
            <p:cNvSpPr/>
            <p:nvPr/>
          </p:nvSpPr>
          <p:spPr>
            <a:xfrm>
              <a:off x="4219306" y="3018871"/>
              <a:ext cx="1151" cy="728"/>
            </a:xfrm>
            <a:custGeom>
              <a:avLst/>
              <a:gdLst/>
              <a:ahLst/>
              <a:cxnLst/>
              <a:rect l="l" t="t" r="r" b="b"/>
              <a:pathLst>
                <a:path w="79" h="50" extrusionOk="0">
                  <a:moveTo>
                    <a:pt x="79" y="50"/>
                  </a:moveTo>
                  <a:cubicBezTo>
                    <a:pt x="40" y="1"/>
                    <a:pt x="1" y="1"/>
                    <a:pt x="1" y="1"/>
                  </a:cubicBezTo>
                  <a:cubicBezTo>
                    <a:pt x="1" y="1"/>
                    <a:pt x="40" y="1"/>
                    <a:pt x="79" y="5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0" name="Google Shape;4060;p60"/>
            <p:cNvSpPr/>
            <p:nvPr/>
          </p:nvSpPr>
          <p:spPr>
            <a:xfrm>
              <a:off x="4215184" y="3017166"/>
              <a:ext cx="1151" cy="15"/>
            </a:xfrm>
            <a:custGeom>
              <a:avLst/>
              <a:gdLst/>
              <a:ahLst/>
              <a:cxnLst/>
              <a:rect l="l" t="t" r="r" b="b"/>
              <a:pathLst>
                <a:path w="79" h="1" extrusionOk="0">
                  <a:moveTo>
                    <a:pt x="79" y="1"/>
                  </a:move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1" name="Google Shape;4061;p60"/>
            <p:cNvSpPr/>
            <p:nvPr/>
          </p:nvSpPr>
          <p:spPr>
            <a:xfrm>
              <a:off x="4202658" y="3011763"/>
              <a:ext cx="1296" cy="15"/>
            </a:xfrm>
            <a:custGeom>
              <a:avLst/>
              <a:gdLst/>
              <a:ahLst/>
              <a:cxnLst/>
              <a:rect l="l" t="t" r="r" b="b"/>
              <a:pathLst>
                <a:path w="89" h="1" extrusionOk="0">
                  <a:moveTo>
                    <a:pt x="89" y="0"/>
                  </a:move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2" name="Google Shape;4062;p60"/>
            <p:cNvSpPr/>
            <p:nvPr/>
          </p:nvSpPr>
          <p:spPr>
            <a:xfrm>
              <a:off x="4169494" y="3006490"/>
              <a:ext cx="1864" cy="15"/>
            </a:xfrm>
            <a:custGeom>
              <a:avLst/>
              <a:gdLst/>
              <a:ahLst/>
              <a:cxnLst/>
              <a:rect l="l" t="t" r="r" b="b"/>
              <a:pathLst>
                <a:path w="128" h="1" extrusionOk="0">
                  <a:moveTo>
                    <a:pt x="128" y="1"/>
                  </a:move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3" name="Google Shape;4063;p60"/>
            <p:cNvSpPr/>
            <p:nvPr/>
          </p:nvSpPr>
          <p:spPr>
            <a:xfrm>
              <a:off x="4206926" y="3013045"/>
              <a:ext cx="583" cy="583"/>
            </a:xfrm>
            <a:custGeom>
              <a:avLst/>
              <a:gdLst/>
              <a:ahLst/>
              <a:cxnLst/>
              <a:rect l="l" t="t" r="r" b="b"/>
              <a:pathLst>
                <a:path w="40" h="40" extrusionOk="0">
                  <a:moveTo>
                    <a:pt x="40" y="39"/>
                  </a:moveTo>
                  <a:cubicBezTo>
                    <a:pt x="40" y="39"/>
                    <a:pt x="1" y="39"/>
                    <a:pt x="1" y="0"/>
                  </a:cubicBezTo>
                  <a:cubicBezTo>
                    <a:pt x="1" y="39"/>
                    <a:pt x="40" y="39"/>
                    <a:pt x="40" y="3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4" name="Google Shape;4064;p60"/>
            <p:cNvSpPr/>
            <p:nvPr/>
          </p:nvSpPr>
          <p:spPr>
            <a:xfrm>
              <a:off x="4165940" y="3007058"/>
              <a:ext cx="1151" cy="15"/>
            </a:xfrm>
            <a:custGeom>
              <a:avLst/>
              <a:gdLst/>
              <a:ahLst/>
              <a:cxnLst/>
              <a:rect l="l" t="t" r="r" b="b"/>
              <a:pathLst>
                <a:path w="79" h="1" extrusionOk="0">
                  <a:moveTo>
                    <a:pt x="79" y="1"/>
                  </a:move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5" name="Google Shape;4065;p60"/>
            <p:cNvSpPr/>
            <p:nvPr/>
          </p:nvSpPr>
          <p:spPr>
            <a:xfrm>
              <a:off x="3807728" y="3035533"/>
              <a:ext cx="15" cy="583"/>
            </a:xfrm>
            <a:custGeom>
              <a:avLst/>
              <a:gdLst/>
              <a:ahLst/>
              <a:cxnLst/>
              <a:rect l="l" t="t" r="r" b="b"/>
              <a:pathLst>
                <a:path w="1" h="40" extrusionOk="0">
                  <a:moveTo>
                    <a:pt x="0" y="39"/>
                  </a:moveTo>
                  <a:lnTo>
                    <a:pt x="0" y="0"/>
                  </a:lnTo>
                  <a:lnTo>
                    <a:pt x="0" y="3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6" name="Google Shape;4066;p60"/>
            <p:cNvSpPr/>
            <p:nvPr/>
          </p:nvSpPr>
          <p:spPr>
            <a:xfrm>
              <a:off x="3809578" y="3025425"/>
              <a:ext cx="1151" cy="4136"/>
            </a:xfrm>
            <a:custGeom>
              <a:avLst/>
              <a:gdLst/>
              <a:ahLst/>
              <a:cxnLst/>
              <a:rect l="l" t="t" r="r" b="b"/>
              <a:pathLst>
                <a:path w="79" h="284" extrusionOk="0">
                  <a:moveTo>
                    <a:pt x="79" y="0"/>
                  </a:moveTo>
                  <a:cubicBezTo>
                    <a:pt x="40" y="88"/>
                    <a:pt x="0" y="166"/>
                    <a:pt x="0" y="284"/>
                  </a:cubicBezTo>
                  <a:cubicBezTo>
                    <a:pt x="0" y="166"/>
                    <a:pt x="40" y="88"/>
                    <a:pt x="7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7" name="Google Shape;4067;p60"/>
            <p:cNvSpPr/>
            <p:nvPr/>
          </p:nvSpPr>
          <p:spPr>
            <a:xfrm>
              <a:off x="3808442" y="3030260"/>
              <a:ext cx="583" cy="4136"/>
            </a:xfrm>
            <a:custGeom>
              <a:avLst/>
              <a:gdLst/>
              <a:ahLst/>
              <a:cxnLst/>
              <a:rect l="l" t="t" r="r" b="b"/>
              <a:pathLst>
                <a:path w="40" h="284" extrusionOk="0">
                  <a:moveTo>
                    <a:pt x="39" y="1"/>
                  </a:moveTo>
                  <a:cubicBezTo>
                    <a:pt x="39" y="79"/>
                    <a:pt x="0" y="196"/>
                    <a:pt x="0" y="284"/>
                  </a:cubicBezTo>
                  <a:cubicBezTo>
                    <a:pt x="0" y="196"/>
                    <a:pt x="39" y="79"/>
                    <a:pt x="3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8" name="Google Shape;4068;p60"/>
            <p:cNvSpPr/>
            <p:nvPr/>
          </p:nvSpPr>
          <p:spPr>
            <a:xfrm>
              <a:off x="3810714" y="3020720"/>
              <a:ext cx="1296" cy="4151"/>
            </a:xfrm>
            <a:custGeom>
              <a:avLst/>
              <a:gdLst/>
              <a:ahLst/>
              <a:cxnLst/>
              <a:rect l="l" t="t" r="r" b="b"/>
              <a:pathLst>
                <a:path w="89" h="285" extrusionOk="0">
                  <a:moveTo>
                    <a:pt x="89" y="1"/>
                  </a:moveTo>
                  <a:cubicBezTo>
                    <a:pt x="40" y="79"/>
                    <a:pt x="40" y="167"/>
                    <a:pt x="1" y="284"/>
                  </a:cubicBezTo>
                  <a:cubicBezTo>
                    <a:pt x="40" y="167"/>
                    <a:pt x="40" y="79"/>
                    <a:pt x="89"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69" name="Google Shape;4069;p60"/>
            <p:cNvSpPr/>
            <p:nvPr/>
          </p:nvSpPr>
          <p:spPr>
            <a:xfrm>
              <a:off x="4216320" y="2285363"/>
              <a:ext cx="290062" cy="326445"/>
            </a:xfrm>
            <a:custGeom>
              <a:avLst/>
              <a:gdLst/>
              <a:ahLst/>
              <a:cxnLst/>
              <a:rect l="l" t="t" r="r" b="b"/>
              <a:pathLst>
                <a:path w="19915" h="22413" extrusionOk="0">
                  <a:moveTo>
                    <a:pt x="14296" y="1"/>
                  </a:moveTo>
                  <a:cubicBezTo>
                    <a:pt x="14257" y="206"/>
                    <a:pt x="14208" y="372"/>
                    <a:pt x="14169" y="577"/>
                  </a:cubicBezTo>
                  <a:cubicBezTo>
                    <a:pt x="14169" y="617"/>
                    <a:pt x="14130" y="617"/>
                    <a:pt x="14130" y="656"/>
                  </a:cubicBezTo>
                  <a:cubicBezTo>
                    <a:pt x="14091" y="822"/>
                    <a:pt x="14052" y="1017"/>
                    <a:pt x="13964" y="1183"/>
                  </a:cubicBezTo>
                  <a:cubicBezTo>
                    <a:pt x="13964" y="1222"/>
                    <a:pt x="13964" y="1261"/>
                    <a:pt x="13925" y="1261"/>
                  </a:cubicBezTo>
                  <a:cubicBezTo>
                    <a:pt x="13886" y="1467"/>
                    <a:pt x="13807" y="1633"/>
                    <a:pt x="13768" y="1799"/>
                  </a:cubicBezTo>
                  <a:cubicBezTo>
                    <a:pt x="13719" y="1838"/>
                    <a:pt x="13719" y="1838"/>
                    <a:pt x="13719" y="1877"/>
                  </a:cubicBezTo>
                  <a:cubicBezTo>
                    <a:pt x="13641" y="2043"/>
                    <a:pt x="13563" y="2239"/>
                    <a:pt x="13475" y="2405"/>
                  </a:cubicBezTo>
                  <a:cubicBezTo>
                    <a:pt x="13114" y="3265"/>
                    <a:pt x="12830" y="3997"/>
                    <a:pt x="13192" y="4486"/>
                  </a:cubicBezTo>
                  <a:cubicBezTo>
                    <a:pt x="13319" y="4642"/>
                    <a:pt x="13475" y="4769"/>
                    <a:pt x="13680" y="4887"/>
                  </a:cubicBezTo>
                  <a:lnTo>
                    <a:pt x="13768" y="4974"/>
                  </a:lnTo>
                  <a:cubicBezTo>
                    <a:pt x="14540" y="5463"/>
                    <a:pt x="15146" y="6147"/>
                    <a:pt x="15596" y="6929"/>
                  </a:cubicBezTo>
                  <a:cubicBezTo>
                    <a:pt x="15801" y="7212"/>
                    <a:pt x="16045" y="7701"/>
                    <a:pt x="15918" y="8189"/>
                  </a:cubicBezTo>
                  <a:cubicBezTo>
                    <a:pt x="15879" y="8473"/>
                    <a:pt x="15723" y="8756"/>
                    <a:pt x="15556" y="8961"/>
                  </a:cubicBezTo>
                  <a:lnTo>
                    <a:pt x="13886" y="11443"/>
                  </a:lnTo>
                  <a:lnTo>
                    <a:pt x="13768" y="11482"/>
                  </a:lnTo>
                  <a:cubicBezTo>
                    <a:pt x="9449" y="12420"/>
                    <a:pt x="5013" y="13475"/>
                    <a:pt x="733" y="14453"/>
                  </a:cubicBezTo>
                  <a:cubicBezTo>
                    <a:pt x="489" y="14541"/>
                    <a:pt x="245" y="14580"/>
                    <a:pt x="1" y="14619"/>
                  </a:cubicBezTo>
                  <a:lnTo>
                    <a:pt x="1" y="14658"/>
                  </a:lnTo>
                  <a:cubicBezTo>
                    <a:pt x="40" y="14697"/>
                    <a:pt x="40" y="14697"/>
                    <a:pt x="40" y="14746"/>
                  </a:cubicBezTo>
                  <a:cubicBezTo>
                    <a:pt x="89" y="14785"/>
                    <a:pt x="89" y="14785"/>
                    <a:pt x="128" y="14824"/>
                  </a:cubicBezTo>
                  <a:cubicBezTo>
                    <a:pt x="128" y="14824"/>
                    <a:pt x="128" y="14863"/>
                    <a:pt x="167" y="14863"/>
                  </a:cubicBezTo>
                  <a:cubicBezTo>
                    <a:pt x="167" y="14902"/>
                    <a:pt x="206" y="14941"/>
                    <a:pt x="245" y="15029"/>
                  </a:cubicBezTo>
                  <a:cubicBezTo>
                    <a:pt x="284" y="15068"/>
                    <a:pt x="333" y="15107"/>
                    <a:pt x="372" y="15146"/>
                  </a:cubicBezTo>
                  <a:cubicBezTo>
                    <a:pt x="411" y="15146"/>
                    <a:pt x="411" y="15146"/>
                    <a:pt x="411" y="15185"/>
                  </a:cubicBezTo>
                  <a:cubicBezTo>
                    <a:pt x="450" y="15234"/>
                    <a:pt x="489" y="15234"/>
                    <a:pt x="528" y="15273"/>
                  </a:cubicBezTo>
                  <a:cubicBezTo>
                    <a:pt x="528" y="15273"/>
                    <a:pt x="528" y="15312"/>
                    <a:pt x="577" y="15312"/>
                  </a:cubicBezTo>
                  <a:cubicBezTo>
                    <a:pt x="616" y="15352"/>
                    <a:pt x="655" y="15352"/>
                    <a:pt x="655" y="15391"/>
                  </a:cubicBezTo>
                  <a:cubicBezTo>
                    <a:pt x="694" y="15391"/>
                    <a:pt x="694" y="15391"/>
                    <a:pt x="733" y="15430"/>
                  </a:cubicBezTo>
                  <a:cubicBezTo>
                    <a:pt x="773" y="15479"/>
                    <a:pt x="821" y="15479"/>
                    <a:pt x="861" y="15518"/>
                  </a:cubicBezTo>
                  <a:cubicBezTo>
                    <a:pt x="1017" y="15596"/>
                    <a:pt x="1144" y="15674"/>
                    <a:pt x="1310" y="15762"/>
                  </a:cubicBezTo>
                  <a:cubicBezTo>
                    <a:pt x="1672" y="15879"/>
                    <a:pt x="2043" y="16006"/>
                    <a:pt x="2483" y="16045"/>
                  </a:cubicBezTo>
                  <a:lnTo>
                    <a:pt x="2531" y="16045"/>
                  </a:lnTo>
                  <a:cubicBezTo>
                    <a:pt x="2649" y="16084"/>
                    <a:pt x="2815" y="16084"/>
                    <a:pt x="2971" y="16084"/>
                  </a:cubicBezTo>
                  <a:cubicBezTo>
                    <a:pt x="3137" y="16123"/>
                    <a:pt x="3342" y="16123"/>
                    <a:pt x="3509" y="16211"/>
                  </a:cubicBezTo>
                  <a:cubicBezTo>
                    <a:pt x="3870" y="16407"/>
                    <a:pt x="3948" y="16778"/>
                    <a:pt x="4036" y="17101"/>
                  </a:cubicBezTo>
                  <a:cubicBezTo>
                    <a:pt x="4075" y="17267"/>
                    <a:pt x="4075" y="17433"/>
                    <a:pt x="4153" y="17550"/>
                  </a:cubicBezTo>
                  <a:cubicBezTo>
                    <a:pt x="4398" y="18000"/>
                    <a:pt x="5052" y="18039"/>
                    <a:pt x="5707" y="18039"/>
                  </a:cubicBezTo>
                  <a:cubicBezTo>
                    <a:pt x="6723" y="18039"/>
                    <a:pt x="7417" y="18410"/>
                    <a:pt x="7534" y="19055"/>
                  </a:cubicBezTo>
                  <a:cubicBezTo>
                    <a:pt x="7612" y="19504"/>
                    <a:pt x="7417" y="19876"/>
                    <a:pt x="7251" y="20198"/>
                  </a:cubicBezTo>
                  <a:cubicBezTo>
                    <a:pt x="7173" y="20364"/>
                    <a:pt x="7085" y="20481"/>
                    <a:pt x="7046" y="20648"/>
                  </a:cubicBezTo>
                  <a:cubicBezTo>
                    <a:pt x="7007" y="20687"/>
                    <a:pt x="7007" y="20726"/>
                    <a:pt x="7007" y="20765"/>
                  </a:cubicBezTo>
                  <a:lnTo>
                    <a:pt x="6968" y="20804"/>
                  </a:lnTo>
                  <a:lnTo>
                    <a:pt x="6968" y="20931"/>
                  </a:lnTo>
                  <a:lnTo>
                    <a:pt x="6968" y="20970"/>
                  </a:lnTo>
                  <a:lnTo>
                    <a:pt x="6968" y="21048"/>
                  </a:lnTo>
                  <a:lnTo>
                    <a:pt x="6968" y="21136"/>
                  </a:lnTo>
                  <a:lnTo>
                    <a:pt x="6968" y="21214"/>
                  </a:lnTo>
                  <a:lnTo>
                    <a:pt x="6968" y="21292"/>
                  </a:lnTo>
                  <a:lnTo>
                    <a:pt x="6968" y="21380"/>
                  </a:lnTo>
                  <a:lnTo>
                    <a:pt x="6968" y="21419"/>
                  </a:lnTo>
                  <a:cubicBezTo>
                    <a:pt x="6968" y="21459"/>
                    <a:pt x="7007" y="21498"/>
                    <a:pt x="7007" y="21498"/>
                  </a:cubicBezTo>
                  <a:lnTo>
                    <a:pt x="7007" y="21586"/>
                  </a:lnTo>
                  <a:cubicBezTo>
                    <a:pt x="7007" y="21625"/>
                    <a:pt x="7046" y="21664"/>
                    <a:pt x="7046" y="21664"/>
                  </a:cubicBezTo>
                  <a:lnTo>
                    <a:pt x="7046" y="21742"/>
                  </a:lnTo>
                  <a:cubicBezTo>
                    <a:pt x="7906" y="21625"/>
                    <a:pt x="8472" y="21380"/>
                    <a:pt x="8677" y="21048"/>
                  </a:cubicBezTo>
                  <a:cubicBezTo>
                    <a:pt x="8961" y="20648"/>
                    <a:pt x="8756" y="19749"/>
                    <a:pt x="8550" y="18898"/>
                  </a:cubicBezTo>
                  <a:cubicBezTo>
                    <a:pt x="8345" y="18166"/>
                    <a:pt x="8189" y="17433"/>
                    <a:pt x="8267" y="16895"/>
                  </a:cubicBezTo>
                  <a:cubicBezTo>
                    <a:pt x="8433" y="15840"/>
                    <a:pt x="8756" y="14541"/>
                    <a:pt x="9489" y="14335"/>
                  </a:cubicBezTo>
                  <a:cubicBezTo>
                    <a:pt x="9567" y="14311"/>
                    <a:pt x="9647" y="14299"/>
                    <a:pt x="9729" y="14299"/>
                  </a:cubicBezTo>
                  <a:cubicBezTo>
                    <a:pt x="10071" y="14299"/>
                    <a:pt x="10433" y="14515"/>
                    <a:pt x="10788" y="14941"/>
                  </a:cubicBezTo>
                  <a:cubicBezTo>
                    <a:pt x="11853" y="16250"/>
                    <a:pt x="11892" y="19465"/>
                    <a:pt x="11892" y="21175"/>
                  </a:cubicBezTo>
                  <a:cubicBezTo>
                    <a:pt x="12625" y="21175"/>
                    <a:pt x="13436" y="21498"/>
                    <a:pt x="14208" y="21830"/>
                  </a:cubicBezTo>
                  <a:cubicBezTo>
                    <a:pt x="14957" y="22107"/>
                    <a:pt x="15706" y="22413"/>
                    <a:pt x="16275" y="22413"/>
                  </a:cubicBezTo>
                  <a:cubicBezTo>
                    <a:pt x="16448" y="22413"/>
                    <a:pt x="16604" y="22385"/>
                    <a:pt x="16739" y="22318"/>
                  </a:cubicBezTo>
                  <a:cubicBezTo>
                    <a:pt x="17022" y="22152"/>
                    <a:pt x="17227" y="21781"/>
                    <a:pt x="17345" y="21214"/>
                  </a:cubicBezTo>
                  <a:cubicBezTo>
                    <a:pt x="17550" y="20159"/>
                    <a:pt x="16407" y="18811"/>
                    <a:pt x="15390" y="17628"/>
                  </a:cubicBezTo>
                  <a:cubicBezTo>
                    <a:pt x="14296" y="16329"/>
                    <a:pt x="13280" y="15146"/>
                    <a:pt x="13886" y="14169"/>
                  </a:cubicBezTo>
                  <a:cubicBezTo>
                    <a:pt x="14204" y="13681"/>
                    <a:pt x="14573" y="13506"/>
                    <a:pt x="14959" y="13506"/>
                  </a:cubicBezTo>
                  <a:cubicBezTo>
                    <a:pt x="15507" y="13506"/>
                    <a:pt x="16090" y="13859"/>
                    <a:pt x="16612" y="14169"/>
                  </a:cubicBezTo>
                  <a:cubicBezTo>
                    <a:pt x="17193" y="14527"/>
                    <a:pt x="17675" y="14797"/>
                    <a:pt x="18105" y="14797"/>
                  </a:cubicBezTo>
                  <a:cubicBezTo>
                    <a:pt x="18462" y="14797"/>
                    <a:pt x="18783" y="14609"/>
                    <a:pt x="19094" y="14130"/>
                  </a:cubicBezTo>
                  <a:cubicBezTo>
                    <a:pt x="19338" y="13769"/>
                    <a:pt x="19221" y="12743"/>
                    <a:pt x="19142" y="11932"/>
                  </a:cubicBezTo>
                  <a:cubicBezTo>
                    <a:pt x="19094" y="11443"/>
                    <a:pt x="19055" y="10954"/>
                    <a:pt x="19094" y="10632"/>
                  </a:cubicBezTo>
                  <a:cubicBezTo>
                    <a:pt x="19142" y="10143"/>
                    <a:pt x="19260" y="9694"/>
                    <a:pt x="19387" y="9245"/>
                  </a:cubicBezTo>
                  <a:cubicBezTo>
                    <a:pt x="19543" y="8590"/>
                    <a:pt x="19709" y="7984"/>
                    <a:pt x="19670" y="7368"/>
                  </a:cubicBezTo>
                  <a:cubicBezTo>
                    <a:pt x="19582" y="6479"/>
                    <a:pt x="19055" y="5991"/>
                    <a:pt x="18566" y="5541"/>
                  </a:cubicBezTo>
                  <a:cubicBezTo>
                    <a:pt x="17999" y="5014"/>
                    <a:pt x="17433" y="4486"/>
                    <a:pt x="17550" y="3460"/>
                  </a:cubicBezTo>
                  <a:lnTo>
                    <a:pt x="17550" y="3382"/>
                  </a:lnTo>
                  <a:lnTo>
                    <a:pt x="17589" y="3304"/>
                  </a:lnTo>
                  <a:cubicBezTo>
                    <a:pt x="18204" y="2727"/>
                    <a:pt x="18937" y="2239"/>
                    <a:pt x="19914" y="1750"/>
                  </a:cubicBezTo>
                  <a:lnTo>
                    <a:pt x="19875" y="1750"/>
                  </a:lnTo>
                  <a:cubicBezTo>
                    <a:pt x="19748" y="1672"/>
                    <a:pt x="19631" y="1594"/>
                    <a:pt x="19504" y="1555"/>
                  </a:cubicBezTo>
                  <a:cubicBezTo>
                    <a:pt x="19465" y="1506"/>
                    <a:pt x="19465" y="1506"/>
                    <a:pt x="19426" y="1506"/>
                  </a:cubicBezTo>
                  <a:cubicBezTo>
                    <a:pt x="19299" y="1428"/>
                    <a:pt x="19182" y="1388"/>
                    <a:pt x="19055" y="1310"/>
                  </a:cubicBezTo>
                  <a:lnTo>
                    <a:pt x="18976" y="1310"/>
                  </a:lnTo>
                  <a:cubicBezTo>
                    <a:pt x="18849" y="1222"/>
                    <a:pt x="18732" y="1183"/>
                    <a:pt x="18605" y="1144"/>
                  </a:cubicBezTo>
                  <a:lnTo>
                    <a:pt x="18566" y="1144"/>
                  </a:lnTo>
                  <a:cubicBezTo>
                    <a:pt x="18449" y="1105"/>
                    <a:pt x="18322" y="1066"/>
                    <a:pt x="18204" y="1017"/>
                  </a:cubicBezTo>
                  <a:lnTo>
                    <a:pt x="18165" y="978"/>
                  </a:lnTo>
                  <a:cubicBezTo>
                    <a:pt x="18038" y="939"/>
                    <a:pt x="17921" y="939"/>
                    <a:pt x="17794" y="900"/>
                  </a:cubicBezTo>
                  <a:cubicBezTo>
                    <a:pt x="17794" y="900"/>
                    <a:pt x="17755" y="900"/>
                    <a:pt x="17716" y="861"/>
                  </a:cubicBezTo>
                  <a:cubicBezTo>
                    <a:pt x="17628" y="861"/>
                    <a:pt x="17511" y="822"/>
                    <a:pt x="17384" y="822"/>
                  </a:cubicBezTo>
                  <a:cubicBezTo>
                    <a:pt x="17345" y="822"/>
                    <a:pt x="17345" y="773"/>
                    <a:pt x="17305" y="773"/>
                  </a:cubicBezTo>
                  <a:cubicBezTo>
                    <a:pt x="17188" y="773"/>
                    <a:pt x="17100" y="773"/>
                    <a:pt x="16983" y="734"/>
                  </a:cubicBezTo>
                  <a:lnTo>
                    <a:pt x="16573" y="734"/>
                  </a:lnTo>
                  <a:lnTo>
                    <a:pt x="16289" y="695"/>
                  </a:lnTo>
                  <a:cubicBezTo>
                    <a:pt x="15918" y="695"/>
                    <a:pt x="15517" y="695"/>
                    <a:pt x="15146" y="529"/>
                  </a:cubicBezTo>
                  <a:cubicBezTo>
                    <a:pt x="14863" y="450"/>
                    <a:pt x="14618" y="245"/>
                    <a:pt x="14374" y="40"/>
                  </a:cubicBezTo>
                  <a:cubicBezTo>
                    <a:pt x="14335" y="40"/>
                    <a:pt x="14335" y="1"/>
                    <a:pt x="1429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0" name="Google Shape;4070;p60"/>
            <p:cNvSpPr/>
            <p:nvPr/>
          </p:nvSpPr>
          <p:spPr>
            <a:xfrm>
              <a:off x="4486720" y="2302025"/>
              <a:ext cx="597" cy="15"/>
            </a:xfrm>
            <a:custGeom>
              <a:avLst/>
              <a:gdLst/>
              <a:ahLst/>
              <a:cxnLst/>
              <a:rect l="l" t="t" r="r" b="b"/>
              <a:pathLst>
                <a:path w="41" h="1" extrusionOk="0">
                  <a:moveTo>
                    <a:pt x="1" y="0"/>
                  </a:moveTo>
                  <a:lnTo>
                    <a:pt x="4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1" name="Google Shape;4071;p60"/>
            <p:cNvSpPr/>
            <p:nvPr/>
          </p:nvSpPr>
          <p:spPr>
            <a:xfrm>
              <a:off x="4480894" y="2299607"/>
              <a:ext cx="583" cy="583"/>
            </a:xfrm>
            <a:custGeom>
              <a:avLst/>
              <a:gdLst/>
              <a:ahLst/>
              <a:cxnLst/>
              <a:rect l="l" t="t" r="r" b="b"/>
              <a:pathLst>
                <a:path w="40" h="40" extrusionOk="0">
                  <a:moveTo>
                    <a:pt x="0" y="0"/>
                  </a:moveTo>
                  <a:lnTo>
                    <a:pt x="39" y="3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2" name="Google Shape;4072;p60"/>
            <p:cNvSpPr/>
            <p:nvPr/>
          </p:nvSpPr>
          <p:spPr>
            <a:xfrm>
              <a:off x="4492706" y="2304443"/>
              <a:ext cx="1151" cy="15"/>
            </a:xfrm>
            <a:custGeom>
              <a:avLst/>
              <a:gdLst/>
              <a:ahLst/>
              <a:cxnLst/>
              <a:rect l="l" t="t" r="r" b="b"/>
              <a:pathLst>
                <a:path w="79" h="1" extrusionOk="0">
                  <a:moveTo>
                    <a:pt x="0" y="0"/>
                  </a:moveTo>
                  <a:lnTo>
                    <a:pt x="7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3" name="Google Shape;4073;p60"/>
            <p:cNvSpPr/>
            <p:nvPr/>
          </p:nvSpPr>
          <p:spPr>
            <a:xfrm>
              <a:off x="4505800" y="2310837"/>
              <a:ext cx="583" cy="15"/>
            </a:xfrm>
            <a:custGeom>
              <a:avLst/>
              <a:gdLst/>
              <a:ahLst/>
              <a:cxnLst/>
              <a:rect l="l" t="t" r="r" b="b"/>
              <a:pathLst>
                <a:path w="40" h="1" extrusionOk="0">
                  <a:moveTo>
                    <a:pt x="39" y="1"/>
                  </a:moveTo>
                  <a:lnTo>
                    <a:pt x="0" y="1"/>
                  </a:lnTo>
                  <a:lnTo>
                    <a:pt x="39"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4" name="Google Shape;4074;p60"/>
            <p:cNvSpPr/>
            <p:nvPr/>
          </p:nvSpPr>
          <p:spPr>
            <a:xfrm>
              <a:off x="4499245" y="2307283"/>
              <a:ext cx="1151" cy="728"/>
            </a:xfrm>
            <a:custGeom>
              <a:avLst/>
              <a:gdLst/>
              <a:ahLst/>
              <a:cxnLst/>
              <a:rect l="l" t="t" r="r" b="b"/>
              <a:pathLst>
                <a:path w="79" h="50" extrusionOk="0">
                  <a:moveTo>
                    <a:pt x="1" y="1"/>
                  </a:moveTo>
                  <a:cubicBezTo>
                    <a:pt x="40" y="1"/>
                    <a:pt x="40" y="1"/>
                    <a:pt x="79" y="50"/>
                  </a:cubicBezTo>
                  <a:cubicBezTo>
                    <a:pt x="40" y="1"/>
                    <a:pt x="40"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5" name="Google Shape;4075;p60"/>
            <p:cNvSpPr/>
            <p:nvPr/>
          </p:nvSpPr>
          <p:spPr>
            <a:xfrm>
              <a:off x="4474339" y="2297888"/>
              <a:ext cx="1165" cy="583"/>
            </a:xfrm>
            <a:custGeom>
              <a:avLst/>
              <a:gdLst/>
              <a:ahLst/>
              <a:cxnLst/>
              <a:rect l="l" t="t" r="r" b="b"/>
              <a:pathLst>
                <a:path w="80" h="40" extrusionOk="0">
                  <a:moveTo>
                    <a:pt x="1" y="1"/>
                  </a:moveTo>
                  <a:cubicBezTo>
                    <a:pt x="40" y="40"/>
                    <a:pt x="79" y="40"/>
                    <a:pt x="79" y="40"/>
                  </a:cubicBezTo>
                  <a:cubicBezTo>
                    <a:pt x="79" y="40"/>
                    <a:pt x="40" y="40"/>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6" name="Google Shape;4076;p60"/>
            <p:cNvSpPr/>
            <p:nvPr/>
          </p:nvSpPr>
          <p:spPr>
            <a:xfrm>
              <a:off x="4463095" y="2296039"/>
              <a:ext cx="597" cy="15"/>
            </a:xfrm>
            <a:custGeom>
              <a:avLst/>
              <a:gdLst/>
              <a:ahLst/>
              <a:cxnLst/>
              <a:rect l="l" t="t" r="r" b="b"/>
              <a:pathLst>
                <a:path w="41" h="1" extrusionOk="0">
                  <a:moveTo>
                    <a:pt x="1" y="1"/>
                  </a:moveTo>
                  <a:lnTo>
                    <a:pt x="4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7" name="Google Shape;4077;p60"/>
            <p:cNvSpPr/>
            <p:nvPr/>
          </p:nvSpPr>
          <p:spPr>
            <a:xfrm>
              <a:off x="4468368" y="2296607"/>
              <a:ext cx="1151" cy="728"/>
            </a:xfrm>
            <a:custGeom>
              <a:avLst/>
              <a:gdLst/>
              <a:ahLst/>
              <a:cxnLst/>
              <a:rect l="l" t="t" r="r" b="b"/>
              <a:pathLst>
                <a:path w="79" h="50" extrusionOk="0">
                  <a:moveTo>
                    <a:pt x="0" y="1"/>
                  </a:moveTo>
                  <a:cubicBezTo>
                    <a:pt x="40" y="1"/>
                    <a:pt x="40" y="50"/>
                    <a:pt x="79" y="50"/>
                  </a:cubicBezTo>
                  <a:cubicBezTo>
                    <a:pt x="40" y="50"/>
                    <a:pt x="40"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8" name="Google Shape;4078;p60"/>
            <p:cNvSpPr/>
            <p:nvPr/>
          </p:nvSpPr>
          <p:spPr>
            <a:xfrm>
              <a:off x="4416851" y="2303729"/>
              <a:ext cx="2287" cy="7836"/>
            </a:xfrm>
            <a:custGeom>
              <a:avLst/>
              <a:gdLst/>
              <a:ahLst/>
              <a:cxnLst/>
              <a:rect l="l" t="t" r="r" b="b"/>
              <a:pathLst>
                <a:path w="157" h="538" extrusionOk="0">
                  <a:moveTo>
                    <a:pt x="0" y="538"/>
                  </a:moveTo>
                  <a:cubicBezTo>
                    <a:pt x="39" y="372"/>
                    <a:pt x="118" y="206"/>
                    <a:pt x="157" y="0"/>
                  </a:cubicBezTo>
                  <a:cubicBezTo>
                    <a:pt x="118" y="206"/>
                    <a:pt x="39" y="372"/>
                    <a:pt x="0" y="53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79" name="Google Shape;4079;p60"/>
            <p:cNvSpPr/>
            <p:nvPr/>
          </p:nvSpPr>
          <p:spPr>
            <a:xfrm>
              <a:off x="4412584" y="2312701"/>
              <a:ext cx="3568" cy="7690"/>
            </a:xfrm>
            <a:custGeom>
              <a:avLst/>
              <a:gdLst/>
              <a:ahLst/>
              <a:cxnLst/>
              <a:rect l="l" t="t" r="r" b="b"/>
              <a:pathLst>
                <a:path w="245" h="528" extrusionOk="0">
                  <a:moveTo>
                    <a:pt x="0" y="528"/>
                  </a:moveTo>
                  <a:cubicBezTo>
                    <a:pt x="88" y="362"/>
                    <a:pt x="166" y="166"/>
                    <a:pt x="244" y="0"/>
                  </a:cubicBezTo>
                  <a:cubicBezTo>
                    <a:pt x="166" y="166"/>
                    <a:pt x="88" y="362"/>
                    <a:pt x="0" y="52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0" name="Google Shape;4080;p60"/>
            <p:cNvSpPr/>
            <p:nvPr/>
          </p:nvSpPr>
          <p:spPr>
            <a:xfrm>
              <a:off x="4216320" y="2452598"/>
              <a:ext cx="200502" cy="45690"/>
            </a:xfrm>
            <a:custGeom>
              <a:avLst/>
              <a:gdLst/>
              <a:ahLst/>
              <a:cxnLst/>
              <a:rect l="l" t="t" r="r" b="b"/>
              <a:pathLst>
                <a:path w="13766" h="3137" extrusionOk="0">
                  <a:moveTo>
                    <a:pt x="13765" y="1"/>
                  </a:moveTo>
                  <a:cubicBezTo>
                    <a:pt x="9838" y="854"/>
                    <a:pt x="5846" y="1771"/>
                    <a:pt x="1937" y="2695"/>
                  </a:cubicBezTo>
                  <a:lnTo>
                    <a:pt x="1937" y="2695"/>
                  </a:lnTo>
                  <a:cubicBezTo>
                    <a:pt x="5840" y="1798"/>
                    <a:pt x="9851" y="851"/>
                    <a:pt x="13765" y="1"/>
                  </a:cubicBezTo>
                  <a:close/>
                  <a:moveTo>
                    <a:pt x="1937" y="2695"/>
                  </a:moveTo>
                  <a:lnTo>
                    <a:pt x="1937" y="2695"/>
                  </a:lnTo>
                  <a:cubicBezTo>
                    <a:pt x="1535" y="2787"/>
                    <a:pt x="1133" y="2879"/>
                    <a:pt x="733" y="2971"/>
                  </a:cubicBezTo>
                  <a:cubicBezTo>
                    <a:pt x="711" y="2979"/>
                    <a:pt x="689" y="2986"/>
                    <a:pt x="667" y="2993"/>
                  </a:cubicBezTo>
                  <a:lnTo>
                    <a:pt x="667" y="2993"/>
                  </a:lnTo>
                  <a:lnTo>
                    <a:pt x="773" y="2971"/>
                  </a:lnTo>
                  <a:cubicBezTo>
                    <a:pt x="1160" y="2879"/>
                    <a:pt x="1548" y="2787"/>
                    <a:pt x="1937" y="2695"/>
                  </a:cubicBezTo>
                  <a:close/>
                  <a:moveTo>
                    <a:pt x="667" y="2993"/>
                  </a:moveTo>
                  <a:lnTo>
                    <a:pt x="1" y="3137"/>
                  </a:lnTo>
                  <a:cubicBezTo>
                    <a:pt x="223" y="3101"/>
                    <a:pt x="445" y="3066"/>
                    <a:pt x="667" y="2993"/>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1" name="Google Shape;4081;p60"/>
            <p:cNvSpPr/>
            <p:nvPr/>
          </p:nvSpPr>
          <p:spPr>
            <a:xfrm>
              <a:off x="4422677" y="2285363"/>
              <a:ext cx="1864" cy="8419"/>
            </a:xfrm>
            <a:custGeom>
              <a:avLst/>
              <a:gdLst/>
              <a:ahLst/>
              <a:cxnLst/>
              <a:rect l="l" t="t" r="r" b="b"/>
              <a:pathLst>
                <a:path w="128" h="578" extrusionOk="0">
                  <a:moveTo>
                    <a:pt x="1" y="577"/>
                  </a:moveTo>
                  <a:cubicBezTo>
                    <a:pt x="40" y="372"/>
                    <a:pt x="89" y="206"/>
                    <a:pt x="128" y="1"/>
                  </a:cubicBezTo>
                  <a:cubicBezTo>
                    <a:pt x="89" y="206"/>
                    <a:pt x="40" y="372"/>
                    <a:pt x="1" y="57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2" name="Google Shape;4082;p60"/>
            <p:cNvSpPr/>
            <p:nvPr/>
          </p:nvSpPr>
          <p:spPr>
            <a:xfrm>
              <a:off x="4419691" y="2294903"/>
              <a:ext cx="2432" cy="7705"/>
            </a:xfrm>
            <a:custGeom>
              <a:avLst/>
              <a:gdLst/>
              <a:ahLst/>
              <a:cxnLst/>
              <a:rect l="l" t="t" r="r" b="b"/>
              <a:pathLst>
                <a:path w="167" h="529" extrusionOk="0">
                  <a:moveTo>
                    <a:pt x="1" y="528"/>
                  </a:moveTo>
                  <a:cubicBezTo>
                    <a:pt x="89" y="362"/>
                    <a:pt x="128" y="167"/>
                    <a:pt x="167" y="1"/>
                  </a:cubicBezTo>
                  <a:cubicBezTo>
                    <a:pt x="128" y="167"/>
                    <a:pt x="89" y="362"/>
                    <a:pt x="1" y="52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3" name="Google Shape;4083;p60"/>
            <p:cNvSpPr/>
            <p:nvPr/>
          </p:nvSpPr>
          <p:spPr>
            <a:xfrm>
              <a:off x="4222307" y="2506532"/>
              <a:ext cx="1719" cy="1296"/>
            </a:xfrm>
            <a:custGeom>
              <a:avLst/>
              <a:gdLst/>
              <a:ahLst/>
              <a:cxnLst/>
              <a:rect l="l" t="t" r="r" b="b"/>
              <a:pathLst>
                <a:path w="118" h="89" extrusionOk="0">
                  <a:moveTo>
                    <a:pt x="0" y="0"/>
                  </a:moveTo>
                  <a:cubicBezTo>
                    <a:pt x="39" y="49"/>
                    <a:pt x="78" y="49"/>
                    <a:pt x="117" y="88"/>
                  </a:cubicBezTo>
                  <a:cubicBezTo>
                    <a:pt x="78" y="49"/>
                    <a:pt x="39" y="49"/>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4" name="Google Shape;4084;p60"/>
            <p:cNvSpPr/>
            <p:nvPr/>
          </p:nvSpPr>
          <p:spPr>
            <a:xfrm>
              <a:off x="4228846" y="2511368"/>
              <a:ext cx="6554" cy="3568"/>
            </a:xfrm>
            <a:custGeom>
              <a:avLst/>
              <a:gdLst/>
              <a:ahLst/>
              <a:cxnLst/>
              <a:rect l="l" t="t" r="r" b="b"/>
              <a:pathLst>
                <a:path w="450" h="245" extrusionOk="0">
                  <a:moveTo>
                    <a:pt x="1" y="1"/>
                  </a:moveTo>
                  <a:lnTo>
                    <a:pt x="1" y="1"/>
                  </a:lnTo>
                  <a:cubicBezTo>
                    <a:pt x="83" y="55"/>
                    <a:pt x="170" y="91"/>
                    <a:pt x="255" y="138"/>
                  </a:cubicBezTo>
                  <a:lnTo>
                    <a:pt x="255" y="138"/>
                  </a:lnTo>
                  <a:cubicBezTo>
                    <a:pt x="171" y="91"/>
                    <a:pt x="91" y="46"/>
                    <a:pt x="1" y="1"/>
                  </a:cubicBezTo>
                  <a:close/>
                  <a:moveTo>
                    <a:pt x="255" y="138"/>
                  </a:moveTo>
                  <a:cubicBezTo>
                    <a:pt x="261" y="141"/>
                    <a:pt x="268" y="145"/>
                    <a:pt x="274" y="148"/>
                  </a:cubicBezTo>
                  <a:lnTo>
                    <a:pt x="274" y="148"/>
                  </a:lnTo>
                  <a:cubicBezTo>
                    <a:pt x="268" y="145"/>
                    <a:pt x="261" y="141"/>
                    <a:pt x="255" y="138"/>
                  </a:cubicBezTo>
                  <a:close/>
                  <a:moveTo>
                    <a:pt x="274" y="148"/>
                  </a:moveTo>
                  <a:cubicBezTo>
                    <a:pt x="304" y="165"/>
                    <a:pt x="333" y="184"/>
                    <a:pt x="362" y="206"/>
                  </a:cubicBezTo>
                  <a:lnTo>
                    <a:pt x="450" y="245"/>
                  </a:lnTo>
                  <a:cubicBezTo>
                    <a:pt x="387" y="212"/>
                    <a:pt x="329" y="180"/>
                    <a:pt x="274" y="14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5" name="Google Shape;4085;p60"/>
            <p:cNvSpPr/>
            <p:nvPr/>
          </p:nvSpPr>
          <p:spPr>
            <a:xfrm>
              <a:off x="4224724" y="2508382"/>
              <a:ext cx="1151" cy="1151"/>
            </a:xfrm>
            <a:custGeom>
              <a:avLst/>
              <a:gdLst/>
              <a:ahLst/>
              <a:cxnLst/>
              <a:rect l="l" t="t" r="r" b="b"/>
              <a:pathLst>
                <a:path w="79" h="79" extrusionOk="0">
                  <a:moveTo>
                    <a:pt x="0" y="0"/>
                  </a:moveTo>
                  <a:cubicBezTo>
                    <a:pt x="39" y="40"/>
                    <a:pt x="78" y="40"/>
                    <a:pt x="78" y="79"/>
                  </a:cubicBezTo>
                  <a:cubicBezTo>
                    <a:pt x="78" y="40"/>
                    <a:pt x="39" y="40"/>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6" name="Google Shape;4086;p60"/>
            <p:cNvSpPr/>
            <p:nvPr/>
          </p:nvSpPr>
          <p:spPr>
            <a:xfrm>
              <a:off x="4226996" y="2510086"/>
              <a:ext cx="1864" cy="1296"/>
            </a:xfrm>
            <a:custGeom>
              <a:avLst/>
              <a:gdLst/>
              <a:ahLst/>
              <a:cxnLst/>
              <a:rect l="l" t="t" r="r" b="b"/>
              <a:pathLst>
                <a:path w="128" h="89" extrusionOk="0">
                  <a:moveTo>
                    <a:pt x="0" y="1"/>
                  </a:moveTo>
                  <a:cubicBezTo>
                    <a:pt x="40" y="50"/>
                    <a:pt x="88" y="50"/>
                    <a:pt x="128" y="89"/>
                  </a:cubicBezTo>
                  <a:cubicBezTo>
                    <a:pt x="88" y="50"/>
                    <a:pt x="40" y="5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7" name="Google Shape;4087;p60"/>
            <p:cNvSpPr/>
            <p:nvPr/>
          </p:nvSpPr>
          <p:spPr>
            <a:xfrm>
              <a:off x="4219874" y="2504260"/>
              <a:ext cx="1864" cy="1719"/>
            </a:xfrm>
            <a:custGeom>
              <a:avLst/>
              <a:gdLst/>
              <a:ahLst/>
              <a:cxnLst/>
              <a:rect l="l" t="t" r="r" b="b"/>
              <a:pathLst>
                <a:path w="128" h="118" extrusionOk="0">
                  <a:moveTo>
                    <a:pt x="128" y="117"/>
                  </a:moveTo>
                  <a:cubicBezTo>
                    <a:pt x="89" y="78"/>
                    <a:pt x="40" y="39"/>
                    <a:pt x="1" y="0"/>
                  </a:cubicBezTo>
                  <a:cubicBezTo>
                    <a:pt x="40" y="39"/>
                    <a:pt x="89" y="78"/>
                    <a:pt x="128" y="11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8" name="Google Shape;4088;p60"/>
            <p:cNvSpPr/>
            <p:nvPr/>
          </p:nvSpPr>
          <p:spPr>
            <a:xfrm>
              <a:off x="4216320" y="2498274"/>
              <a:ext cx="15" cy="583"/>
            </a:xfrm>
            <a:custGeom>
              <a:avLst/>
              <a:gdLst/>
              <a:ahLst/>
              <a:cxnLst/>
              <a:rect l="l" t="t" r="r" b="b"/>
              <a:pathLst>
                <a:path w="1" h="40" extrusionOk="0">
                  <a:moveTo>
                    <a:pt x="1" y="40"/>
                  </a:move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89" name="Google Shape;4089;p60"/>
            <p:cNvSpPr/>
            <p:nvPr/>
          </p:nvSpPr>
          <p:spPr>
            <a:xfrm>
              <a:off x="4216888" y="2500123"/>
              <a:ext cx="1296" cy="1151"/>
            </a:xfrm>
            <a:custGeom>
              <a:avLst/>
              <a:gdLst/>
              <a:ahLst/>
              <a:cxnLst/>
              <a:rect l="l" t="t" r="r" b="b"/>
              <a:pathLst>
                <a:path w="89" h="79" extrusionOk="0">
                  <a:moveTo>
                    <a:pt x="1" y="1"/>
                  </a:moveTo>
                  <a:cubicBezTo>
                    <a:pt x="50" y="40"/>
                    <a:pt x="50" y="40"/>
                    <a:pt x="89" y="79"/>
                  </a:cubicBezTo>
                  <a:cubicBezTo>
                    <a:pt x="50" y="40"/>
                    <a:pt x="50" y="40"/>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0" name="Google Shape;4090;p60"/>
            <p:cNvSpPr/>
            <p:nvPr/>
          </p:nvSpPr>
          <p:spPr>
            <a:xfrm>
              <a:off x="4218738" y="2501828"/>
              <a:ext cx="1151" cy="2447"/>
            </a:xfrm>
            <a:custGeom>
              <a:avLst/>
              <a:gdLst/>
              <a:ahLst/>
              <a:cxnLst/>
              <a:rect l="l" t="t" r="r" b="b"/>
              <a:pathLst>
                <a:path w="79" h="168" extrusionOk="0">
                  <a:moveTo>
                    <a:pt x="1" y="1"/>
                  </a:moveTo>
                  <a:cubicBezTo>
                    <a:pt x="1" y="40"/>
                    <a:pt x="40" y="79"/>
                    <a:pt x="79" y="167"/>
                  </a:cubicBezTo>
                  <a:cubicBezTo>
                    <a:pt x="40" y="79"/>
                    <a:pt x="1" y="40"/>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1" name="Google Shape;4091;p60"/>
            <p:cNvSpPr/>
            <p:nvPr/>
          </p:nvSpPr>
          <p:spPr>
            <a:xfrm>
              <a:off x="4216320" y="2498274"/>
              <a:ext cx="15" cy="15"/>
            </a:xfrm>
            <a:custGeom>
              <a:avLst/>
              <a:gdLst/>
              <a:ahLst/>
              <a:cxnLst/>
              <a:rect l="l" t="t" r="r" b="b"/>
              <a:pathLst>
                <a:path w="1" h="1" extrusionOk="0">
                  <a:moveTo>
                    <a:pt x="1" y="1"/>
                  </a:moveTo>
                  <a:lnTo>
                    <a:pt x="1" y="1"/>
                  </a:lnTo>
                  <a:lnTo>
                    <a:pt x="1" y="1"/>
                  </a:ln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2" name="Google Shape;4092;p60"/>
            <p:cNvSpPr/>
            <p:nvPr/>
          </p:nvSpPr>
          <p:spPr>
            <a:xfrm>
              <a:off x="4318363" y="2599748"/>
              <a:ext cx="583" cy="1151"/>
            </a:xfrm>
            <a:custGeom>
              <a:avLst/>
              <a:gdLst/>
              <a:ahLst/>
              <a:cxnLst/>
              <a:rect l="l" t="t" r="r" b="b"/>
              <a:pathLst>
                <a:path w="40" h="79" extrusionOk="0">
                  <a:moveTo>
                    <a:pt x="40" y="79"/>
                  </a:moveTo>
                  <a:cubicBezTo>
                    <a:pt x="40" y="79"/>
                    <a:pt x="1" y="40"/>
                    <a:pt x="1" y="1"/>
                  </a:cubicBezTo>
                  <a:cubicBezTo>
                    <a:pt x="1" y="40"/>
                    <a:pt x="40" y="79"/>
                    <a:pt x="40" y="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3" name="Google Shape;4093;p60"/>
            <p:cNvSpPr/>
            <p:nvPr/>
          </p:nvSpPr>
          <p:spPr>
            <a:xfrm>
              <a:off x="4317795" y="2597330"/>
              <a:ext cx="583" cy="1151"/>
            </a:xfrm>
            <a:custGeom>
              <a:avLst/>
              <a:gdLst/>
              <a:ahLst/>
              <a:cxnLst/>
              <a:rect l="l" t="t" r="r" b="b"/>
              <a:pathLst>
                <a:path w="40" h="79" extrusionOk="0">
                  <a:moveTo>
                    <a:pt x="40" y="79"/>
                  </a:moveTo>
                  <a:cubicBezTo>
                    <a:pt x="40" y="79"/>
                    <a:pt x="1" y="40"/>
                    <a:pt x="1" y="0"/>
                  </a:cubicBezTo>
                  <a:cubicBezTo>
                    <a:pt x="1" y="40"/>
                    <a:pt x="40" y="79"/>
                    <a:pt x="40" y="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4" name="Google Shape;4094;p60"/>
            <p:cNvSpPr/>
            <p:nvPr/>
          </p:nvSpPr>
          <p:spPr>
            <a:xfrm>
              <a:off x="4317795" y="2590776"/>
              <a:ext cx="15" cy="1165"/>
            </a:xfrm>
            <a:custGeom>
              <a:avLst/>
              <a:gdLst/>
              <a:ahLst/>
              <a:cxnLst/>
              <a:rect l="l" t="t" r="r" b="b"/>
              <a:pathLst>
                <a:path w="1" h="80" extrusionOk="0">
                  <a:moveTo>
                    <a:pt x="1" y="79"/>
                  </a:move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5" name="Google Shape;4095;p60"/>
            <p:cNvSpPr/>
            <p:nvPr/>
          </p:nvSpPr>
          <p:spPr>
            <a:xfrm>
              <a:off x="4317795" y="2588358"/>
              <a:ext cx="15" cy="1864"/>
            </a:xfrm>
            <a:custGeom>
              <a:avLst/>
              <a:gdLst/>
              <a:ahLst/>
              <a:cxnLst/>
              <a:rect l="l" t="t" r="r" b="b"/>
              <a:pathLst>
                <a:path w="1" h="128" extrusionOk="0">
                  <a:moveTo>
                    <a:pt x="1" y="128"/>
                  </a:move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6" name="Google Shape;4096;p60"/>
            <p:cNvSpPr/>
            <p:nvPr/>
          </p:nvSpPr>
          <p:spPr>
            <a:xfrm>
              <a:off x="4317795" y="2595481"/>
              <a:ext cx="15" cy="1296"/>
            </a:xfrm>
            <a:custGeom>
              <a:avLst/>
              <a:gdLst/>
              <a:ahLst/>
              <a:cxnLst/>
              <a:rect l="l" t="t" r="r" b="b"/>
              <a:pathLst>
                <a:path w="1" h="89" extrusionOk="0">
                  <a:moveTo>
                    <a:pt x="1" y="88"/>
                  </a:move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7" name="Google Shape;4097;p60"/>
            <p:cNvSpPr/>
            <p:nvPr/>
          </p:nvSpPr>
          <p:spPr>
            <a:xfrm>
              <a:off x="4317795" y="2593208"/>
              <a:ext cx="15" cy="1151"/>
            </a:xfrm>
            <a:custGeom>
              <a:avLst/>
              <a:gdLst/>
              <a:ahLst/>
              <a:cxnLst/>
              <a:rect l="l" t="t" r="r" b="b"/>
              <a:pathLst>
                <a:path w="1" h="79" extrusionOk="0">
                  <a:moveTo>
                    <a:pt x="1" y="78"/>
                  </a:move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8" name="Google Shape;4098;p60"/>
            <p:cNvSpPr/>
            <p:nvPr/>
          </p:nvSpPr>
          <p:spPr>
            <a:xfrm>
              <a:off x="4318363" y="2586086"/>
              <a:ext cx="583" cy="1719"/>
            </a:xfrm>
            <a:custGeom>
              <a:avLst/>
              <a:gdLst/>
              <a:ahLst/>
              <a:cxnLst/>
              <a:rect l="l" t="t" r="r" b="b"/>
              <a:pathLst>
                <a:path w="40" h="118" extrusionOk="0">
                  <a:moveTo>
                    <a:pt x="1" y="118"/>
                  </a:moveTo>
                  <a:cubicBezTo>
                    <a:pt x="1" y="79"/>
                    <a:pt x="1" y="40"/>
                    <a:pt x="40" y="1"/>
                  </a:cubicBezTo>
                  <a:cubicBezTo>
                    <a:pt x="1" y="40"/>
                    <a:pt x="1" y="79"/>
                    <a:pt x="1" y="11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099" name="Google Shape;4099;p60"/>
            <p:cNvSpPr/>
            <p:nvPr/>
          </p:nvSpPr>
          <p:spPr>
            <a:xfrm>
              <a:off x="4253184" y="2519058"/>
              <a:ext cx="14245" cy="2432"/>
            </a:xfrm>
            <a:custGeom>
              <a:avLst/>
              <a:gdLst/>
              <a:ahLst/>
              <a:cxnLst/>
              <a:rect l="l" t="t" r="r" b="b"/>
              <a:pathLst>
                <a:path w="978" h="167" extrusionOk="0">
                  <a:moveTo>
                    <a:pt x="0" y="0"/>
                  </a:moveTo>
                  <a:cubicBezTo>
                    <a:pt x="118" y="39"/>
                    <a:pt x="284" y="39"/>
                    <a:pt x="440" y="39"/>
                  </a:cubicBezTo>
                  <a:cubicBezTo>
                    <a:pt x="606" y="78"/>
                    <a:pt x="811" y="78"/>
                    <a:pt x="978" y="166"/>
                  </a:cubicBezTo>
                  <a:cubicBezTo>
                    <a:pt x="811" y="78"/>
                    <a:pt x="606" y="78"/>
                    <a:pt x="440" y="39"/>
                  </a:cubicBezTo>
                  <a:cubicBezTo>
                    <a:pt x="284" y="39"/>
                    <a:pt x="118" y="39"/>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0" name="Google Shape;4100;p60"/>
            <p:cNvSpPr/>
            <p:nvPr/>
          </p:nvSpPr>
          <p:spPr>
            <a:xfrm>
              <a:off x="4235386" y="2514922"/>
              <a:ext cx="17099" cy="4151"/>
            </a:xfrm>
            <a:custGeom>
              <a:avLst/>
              <a:gdLst/>
              <a:ahLst/>
              <a:cxnLst/>
              <a:rect l="l" t="t" r="r" b="b"/>
              <a:pathLst>
                <a:path w="1174" h="285" extrusionOk="0">
                  <a:moveTo>
                    <a:pt x="1" y="1"/>
                  </a:moveTo>
                  <a:lnTo>
                    <a:pt x="118" y="40"/>
                  </a:lnTo>
                  <a:cubicBezTo>
                    <a:pt x="382" y="136"/>
                    <a:pt x="653" y="212"/>
                    <a:pt x="962" y="258"/>
                  </a:cubicBezTo>
                  <a:lnTo>
                    <a:pt x="962" y="258"/>
                  </a:lnTo>
                  <a:cubicBezTo>
                    <a:pt x="612" y="204"/>
                    <a:pt x="303" y="99"/>
                    <a:pt x="1" y="1"/>
                  </a:cubicBezTo>
                  <a:close/>
                  <a:moveTo>
                    <a:pt x="962" y="258"/>
                  </a:moveTo>
                  <a:lnTo>
                    <a:pt x="962" y="258"/>
                  </a:lnTo>
                  <a:cubicBezTo>
                    <a:pt x="1031" y="269"/>
                    <a:pt x="1101" y="278"/>
                    <a:pt x="1174" y="284"/>
                  </a:cubicBezTo>
                  <a:cubicBezTo>
                    <a:pt x="1101" y="277"/>
                    <a:pt x="1031" y="269"/>
                    <a:pt x="962" y="25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1" name="Google Shape;4101;p60"/>
            <p:cNvSpPr/>
            <p:nvPr/>
          </p:nvSpPr>
          <p:spPr>
            <a:xfrm>
              <a:off x="4234119" y="2514353"/>
              <a:ext cx="3000" cy="1165"/>
            </a:xfrm>
            <a:custGeom>
              <a:avLst/>
              <a:gdLst/>
              <a:ahLst/>
              <a:cxnLst/>
              <a:rect l="l" t="t" r="r" b="b"/>
              <a:pathLst>
                <a:path w="206" h="80" extrusionOk="0">
                  <a:moveTo>
                    <a:pt x="0" y="1"/>
                  </a:moveTo>
                  <a:lnTo>
                    <a:pt x="88" y="40"/>
                  </a:lnTo>
                  <a:lnTo>
                    <a:pt x="205" y="79"/>
                  </a:lnTo>
                  <a:cubicBezTo>
                    <a:pt x="127" y="40"/>
                    <a:pt x="39"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2" name="Google Shape;4102;p60"/>
            <p:cNvSpPr/>
            <p:nvPr/>
          </p:nvSpPr>
          <p:spPr>
            <a:xfrm>
              <a:off x="4502814" y="2163832"/>
              <a:ext cx="145315" cy="138207"/>
            </a:xfrm>
            <a:custGeom>
              <a:avLst/>
              <a:gdLst/>
              <a:ahLst/>
              <a:cxnLst/>
              <a:rect l="l" t="t" r="r" b="b"/>
              <a:pathLst>
                <a:path w="9977" h="9489" extrusionOk="0">
                  <a:moveTo>
                    <a:pt x="8511" y="0"/>
                  </a:moveTo>
                  <a:cubicBezTo>
                    <a:pt x="8140" y="127"/>
                    <a:pt x="7778" y="245"/>
                    <a:pt x="7446" y="372"/>
                  </a:cubicBezTo>
                  <a:cubicBezTo>
                    <a:pt x="5042" y="1183"/>
                    <a:pt x="2560" y="2033"/>
                    <a:pt x="0" y="2443"/>
                  </a:cubicBezTo>
                  <a:lnTo>
                    <a:pt x="0" y="2521"/>
                  </a:lnTo>
                  <a:lnTo>
                    <a:pt x="0" y="2648"/>
                  </a:lnTo>
                  <a:lnTo>
                    <a:pt x="0" y="2687"/>
                  </a:lnTo>
                  <a:cubicBezTo>
                    <a:pt x="0" y="2726"/>
                    <a:pt x="39" y="2766"/>
                    <a:pt x="39" y="2814"/>
                  </a:cubicBezTo>
                  <a:lnTo>
                    <a:pt x="39" y="2893"/>
                  </a:lnTo>
                  <a:cubicBezTo>
                    <a:pt x="78" y="2932"/>
                    <a:pt x="78" y="2971"/>
                    <a:pt x="117" y="3059"/>
                  </a:cubicBezTo>
                  <a:cubicBezTo>
                    <a:pt x="205" y="3215"/>
                    <a:pt x="323" y="3381"/>
                    <a:pt x="450" y="3547"/>
                  </a:cubicBezTo>
                  <a:cubicBezTo>
                    <a:pt x="645" y="3831"/>
                    <a:pt x="889" y="4114"/>
                    <a:pt x="977" y="4476"/>
                  </a:cubicBezTo>
                  <a:cubicBezTo>
                    <a:pt x="1016" y="4808"/>
                    <a:pt x="977" y="5091"/>
                    <a:pt x="889" y="5374"/>
                  </a:cubicBezTo>
                  <a:cubicBezTo>
                    <a:pt x="889" y="5502"/>
                    <a:pt x="850" y="5619"/>
                    <a:pt x="850" y="5697"/>
                  </a:cubicBezTo>
                  <a:cubicBezTo>
                    <a:pt x="772" y="6273"/>
                    <a:pt x="938" y="6801"/>
                    <a:pt x="1055" y="7329"/>
                  </a:cubicBezTo>
                  <a:lnTo>
                    <a:pt x="1622" y="9488"/>
                  </a:lnTo>
                  <a:cubicBezTo>
                    <a:pt x="2316" y="9244"/>
                    <a:pt x="3049" y="9000"/>
                    <a:pt x="3743" y="8755"/>
                  </a:cubicBezTo>
                  <a:cubicBezTo>
                    <a:pt x="6146" y="7944"/>
                    <a:pt x="8589" y="7124"/>
                    <a:pt x="9977" y="5296"/>
                  </a:cubicBezTo>
                  <a:lnTo>
                    <a:pt x="9977" y="5257"/>
                  </a:lnTo>
                  <a:cubicBezTo>
                    <a:pt x="9732" y="4397"/>
                    <a:pt x="9439" y="3498"/>
                    <a:pt x="9195" y="2609"/>
                  </a:cubicBezTo>
                  <a:cubicBezTo>
                    <a:pt x="9156" y="2482"/>
                    <a:pt x="9117" y="2365"/>
                    <a:pt x="9117" y="2238"/>
                  </a:cubicBezTo>
                  <a:cubicBezTo>
                    <a:pt x="8999" y="1915"/>
                    <a:pt x="8912" y="1593"/>
                    <a:pt x="8833" y="1261"/>
                  </a:cubicBezTo>
                  <a:cubicBezTo>
                    <a:pt x="8755" y="1017"/>
                    <a:pt x="8706" y="772"/>
                    <a:pt x="8628" y="528"/>
                  </a:cubicBezTo>
                  <a:cubicBezTo>
                    <a:pt x="8589" y="323"/>
                    <a:pt x="8550" y="166"/>
                    <a:pt x="85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3" name="Google Shape;4103;p60"/>
            <p:cNvSpPr/>
            <p:nvPr/>
          </p:nvSpPr>
          <p:spPr>
            <a:xfrm>
              <a:off x="4502814" y="2163832"/>
              <a:ext cx="123963" cy="35597"/>
            </a:xfrm>
            <a:custGeom>
              <a:avLst/>
              <a:gdLst/>
              <a:ahLst/>
              <a:cxnLst/>
              <a:rect l="l" t="t" r="r" b="b"/>
              <a:pathLst>
                <a:path w="8511" h="2444" extrusionOk="0">
                  <a:moveTo>
                    <a:pt x="8511" y="0"/>
                  </a:moveTo>
                  <a:cubicBezTo>
                    <a:pt x="8140" y="127"/>
                    <a:pt x="7778" y="245"/>
                    <a:pt x="7446" y="372"/>
                  </a:cubicBezTo>
                  <a:cubicBezTo>
                    <a:pt x="5042" y="1183"/>
                    <a:pt x="2560" y="2033"/>
                    <a:pt x="0" y="2443"/>
                  </a:cubicBezTo>
                  <a:cubicBezTo>
                    <a:pt x="2560" y="2033"/>
                    <a:pt x="5042" y="1183"/>
                    <a:pt x="7485" y="372"/>
                  </a:cubicBezTo>
                  <a:cubicBezTo>
                    <a:pt x="7817" y="245"/>
                    <a:pt x="8179" y="127"/>
                    <a:pt x="851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4" name="Google Shape;4104;p60"/>
            <p:cNvSpPr/>
            <p:nvPr/>
          </p:nvSpPr>
          <p:spPr>
            <a:xfrm>
              <a:off x="4502814" y="2200551"/>
              <a:ext cx="15" cy="1864"/>
            </a:xfrm>
            <a:custGeom>
              <a:avLst/>
              <a:gdLst/>
              <a:ahLst/>
              <a:cxnLst/>
              <a:rect l="l" t="t" r="r" b="b"/>
              <a:pathLst>
                <a:path w="1" h="128" extrusionOk="0">
                  <a:moveTo>
                    <a:pt x="0" y="127"/>
                  </a:move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5" name="Google Shape;4105;p60"/>
            <p:cNvSpPr/>
            <p:nvPr/>
          </p:nvSpPr>
          <p:spPr>
            <a:xfrm>
              <a:off x="4502814" y="2202968"/>
              <a:ext cx="583" cy="1864"/>
            </a:xfrm>
            <a:custGeom>
              <a:avLst/>
              <a:gdLst/>
              <a:ahLst/>
              <a:cxnLst/>
              <a:rect l="l" t="t" r="r" b="b"/>
              <a:pathLst>
                <a:path w="40" h="128" extrusionOk="0">
                  <a:moveTo>
                    <a:pt x="39" y="127"/>
                  </a:moveTo>
                  <a:cubicBezTo>
                    <a:pt x="39" y="79"/>
                    <a:pt x="0" y="39"/>
                    <a:pt x="0" y="0"/>
                  </a:cubicBezTo>
                  <a:cubicBezTo>
                    <a:pt x="0" y="39"/>
                    <a:pt x="39" y="79"/>
                    <a:pt x="39" y="12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6" name="Google Shape;4106;p60"/>
            <p:cNvSpPr/>
            <p:nvPr/>
          </p:nvSpPr>
          <p:spPr>
            <a:xfrm>
              <a:off x="4502814" y="2199414"/>
              <a:ext cx="15" cy="15"/>
            </a:xfrm>
            <a:custGeom>
              <a:avLst/>
              <a:gdLst/>
              <a:ahLst/>
              <a:cxnLst/>
              <a:rect l="l" t="t" r="r" b="b"/>
              <a:pathLst>
                <a:path w="1" h="1" extrusionOk="0">
                  <a:moveTo>
                    <a:pt x="0" y="0"/>
                  </a:move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7" name="Google Shape;4107;p60"/>
            <p:cNvSpPr/>
            <p:nvPr/>
          </p:nvSpPr>
          <p:spPr>
            <a:xfrm>
              <a:off x="4503382" y="2205954"/>
              <a:ext cx="1151" cy="2432"/>
            </a:xfrm>
            <a:custGeom>
              <a:avLst/>
              <a:gdLst/>
              <a:ahLst/>
              <a:cxnLst/>
              <a:rect l="l" t="t" r="r" b="b"/>
              <a:pathLst>
                <a:path w="79" h="167" extrusionOk="0">
                  <a:moveTo>
                    <a:pt x="78" y="167"/>
                  </a:moveTo>
                  <a:cubicBezTo>
                    <a:pt x="39" y="79"/>
                    <a:pt x="39" y="40"/>
                    <a:pt x="0" y="1"/>
                  </a:cubicBezTo>
                  <a:cubicBezTo>
                    <a:pt x="39" y="40"/>
                    <a:pt x="39" y="79"/>
                    <a:pt x="78" y="16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8" name="Google Shape;4108;p60"/>
            <p:cNvSpPr/>
            <p:nvPr/>
          </p:nvSpPr>
          <p:spPr>
            <a:xfrm>
              <a:off x="4502814" y="2199414"/>
              <a:ext cx="15" cy="15"/>
            </a:xfrm>
            <a:custGeom>
              <a:avLst/>
              <a:gdLst/>
              <a:ahLst/>
              <a:cxnLst/>
              <a:rect l="l" t="t" r="r" b="b"/>
              <a:pathLst>
                <a:path w="1" h="1" extrusionOk="0">
                  <a:moveTo>
                    <a:pt x="0" y="0"/>
                  </a:moveTo>
                  <a:lnTo>
                    <a:pt x="0" y="0"/>
                  </a:ln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09" name="Google Shape;4109;p60"/>
            <p:cNvSpPr/>
            <p:nvPr/>
          </p:nvSpPr>
          <p:spPr>
            <a:xfrm>
              <a:off x="4633884" y="2155909"/>
              <a:ext cx="48545" cy="74398"/>
            </a:xfrm>
            <a:custGeom>
              <a:avLst/>
              <a:gdLst/>
              <a:ahLst/>
              <a:cxnLst/>
              <a:rect l="l" t="t" r="r" b="b"/>
              <a:pathLst>
                <a:path w="3333" h="5108" extrusionOk="0">
                  <a:moveTo>
                    <a:pt x="1289" y="0"/>
                  </a:moveTo>
                  <a:cubicBezTo>
                    <a:pt x="1204" y="0"/>
                    <a:pt x="1088" y="28"/>
                    <a:pt x="978" y="56"/>
                  </a:cubicBezTo>
                  <a:cubicBezTo>
                    <a:pt x="645" y="183"/>
                    <a:pt x="323" y="300"/>
                    <a:pt x="0" y="378"/>
                  </a:cubicBezTo>
                  <a:cubicBezTo>
                    <a:pt x="79" y="750"/>
                    <a:pt x="157" y="1111"/>
                    <a:pt x="284" y="1482"/>
                  </a:cubicBezTo>
                  <a:cubicBezTo>
                    <a:pt x="284" y="1561"/>
                    <a:pt x="323" y="1648"/>
                    <a:pt x="362" y="1727"/>
                  </a:cubicBezTo>
                  <a:cubicBezTo>
                    <a:pt x="440" y="2137"/>
                    <a:pt x="567" y="2499"/>
                    <a:pt x="645" y="2870"/>
                  </a:cubicBezTo>
                  <a:cubicBezTo>
                    <a:pt x="684" y="3026"/>
                    <a:pt x="733" y="3153"/>
                    <a:pt x="772" y="3310"/>
                  </a:cubicBezTo>
                  <a:cubicBezTo>
                    <a:pt x="851" y="3603"/>
                    <a:pt x="929" y="3925"/>
                    <a:pt x="1056" y="4209"/>
                  </a:cubicBezTo>
                  <a:cubicBezTo>
                    <a:pt x="1095" y="4375"/>
                    <a:pt x="1134" y="4492"/>
                    <a:pt x="1173" y="4658"/>
                  </a:cubicBezTo>
                  <a:cubicBezTo>
                    <a:pt x="1222" y="4775"/>
                    <a:pt x="1261" y="4941"/>
                    <a:pt x="1300" y="5107"/>
                  </a:cubicBezTo>
                  <a:cubicBezTo>
                    <a:pt x="1505" y="4531"/>
                    <a:pt x="1662" y="4169"/>
                    <a:pt x="1867" y="4042"/>
                  </a:cubicBezTo>
                  <a:cubicBezTo>
                    <a:pt x="2079" y="3890"/>
                    <a:pt x="2274" y="3838"/>
                    <a:pt x="2447" y="3838"/>
                  </a:cubicBezTo>
                  <a:cubicBezTo>
                    <a:pt x="2639" y="3838"/>
                    <a:pt x="2803" y="3902"/>
                    <a:pt x="2932" y="3964"/>
                  </a:cubicBezTo>
                  <a:cubicBezTo>
                    <a:pt x="3042" y="3992"/>
                    <a:pt x="3138" y="4020"/>
                    <a:pt x="3226" y="4020"/>
                  </a:cubicBezTo>
                  <a:cubicBezTo>
                    <a:pt x="3263" y="4020"/>
                    <a:pt x="3298" y="4015"/>
                    <a:pt x="3332" y="4003"/>
                  </a:cubicBezTo>
                  <a:lnTo>
                    <a:pt x="1583" y="300"/>
                  </a:lnTo>
                  <a:cubicBezTo>
                    <a:pt x="1505" y="183"/>
                    <a:pt x="1466" y="56"/>
                    <a:pt x="1378" y="17"/>
                  </a:cubicBezTo>
                  <a:cubicBezTo>
                    <a:pt x="1355" y="5"/>
                    <a:pt x="1325" y="0"/>
                    <a:pt x="12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0" name="Google Shape;4110;p60"/>
            <p:cNvSpPr/>
            <p:nvPr/>
          </p:nvSpPr>
          <p:spPr>
            <a:xfrm>
              <a:off x="4656941" y="2160278"/>
              <a:ext cx="25489" cy="53949"/>
            </a:xfrm>
            <a:custGeom>
              <a:avLst/>
              <a:gdLst/>
              <a:ahLst/>
              <a:cxnLst/>
              <a:rect l="l" t="t" r="r" b="b"/>
              <a:pathLst>
                <a:path w="1750" h="3704" extrusionOk="0">
                  <a:moveTo>
                    <a:pt x="1749" y="3703"/>
                  </a:moveTo>
                  <a:lnTo>
                    <a:pt x="0" y="0"/>
                  </a:lnTo>
                  <a:lnTo>
                    <a:pt x="1749" y="370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1" name="Google Shape;4111;p60"/>
            <p:cNvSpPr/>
            <p:nvPr/>
          </p:nvSpPr>
          <p:spPr>
            <a:xfrm>
              <a:off x="4633884" y="2156710"/>
              <a:ext cx="14245" cy="4719"/>
            </a:xfrm>
            <a:custGeom>
              <a:avLst/>
              <a:gdLst/>
              <a:ahLst/>
              <a:cxnLst/>
              <a:rect l="l" t="t" r="r" b="b"/>
              <a:pathLst>
                <a:path w="978" h="324" extrusionOk="0">
                  <a:moveTo>
                    <a:pt x="978" y="1"/>
                  </a:moveTo>
                  <a:cubicBezTo>
                    <a:pt x="645" y="128"/>
                    <a:pt x="323" y="245"/>
                    <a:pt x="0" y="323"/>
                  </a:cubicBezTo>
                  <a:lnTo>
                    <a:pt x="0" y="323"/>
                  </a:lnTo>
                  <a:cubicBezTo>
                    <a:pt x="323" y="245"/>
                    <a:pt x="645" y="128"/>
                    <a:pt x="97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2" name="Google Shape;4112;p60"/>
            <p:cNvSpPr/>
            <p:nvPr/>
          </p:nvSpPr>
          <p:spPr>
            <a:xfrm>
              <a:off x="4650955" y="2223753"/>
              <a:ext cx="1864" cy="6554"/>
            </a:xfrm>
            <a:custGeom>
              <a:avLst/>
              <a:gdLst/>
              <a:ahLst/>
              <a:cxnLst/>
              <a:rect l="l" t="t" r="r" b="b"/>
              <a:pathLst>
                <a:path w="128" h="450" extrusionOk="0">
                  <a:moveTo>
                    <a:pt x="128" y="449"/>
                  </a:moveTo>
                  <a:lnTo>
                    <a:pt x="128" y="449"/>
                  </a:lnTo>
                  <a:cubicBezTo>
                    <a:pt x="89" y="283"/>
                    <a:pt x="50" y="117"/>
                    <a:pt x="1" y="0"/>
                  </a:cubicBezTo>
                  <a:cubicBezTo>
                    <a:pt x="50" y="117"/>
                    <a:pt x="89" y="283"/>
                    <a:pt x="128" y="44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3" name="Google Shape;4113;p60"/>
            <p:cNvSpPr/>
            <p:nvPr/>
          </p:nvSpPr>
          <p:spPr>
            <a:xfrm>
              <a:off x="4639142" y="2181048"/>
              <a:ext cx="4151" cy="16662"/>
            </a:xfrm>
            <a:custGeom>
              <a:avLst/>
              <a:gdLst/>
              <a:ahLst/>
              <a:cxnLst/>
              <a:rect l="l" t="t" r="r" b="b"/>
              <a:pathLst>
                <a:path w="285" h="1144" extrusionOk="0">
                  <a:moveTo>
                    <a:pt x="284" y="1144"/>
                  </a:moveTo>
                  <a:cubicBezTo>
                    <a:pt x="206" y="773"/>
                    <a:pt x="79" y="411"/>
                    <a:pt x="1" y="1"/>
                  </a:cubicBezTo>
                  <a:cubicBezTo>
                    <a:pt x="79" y="411"/>
                    <a:pt x="206" y="773"/>
                    <a:pt x="284" y="1144"/>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4" name="Google Shape;4114;p60"/>
            <p:cNvSpPr/>
            <p:nvPr/>
          </p:nvSpPr>
          <p:spPr>
            <a:xfrm>
              <a:off x="4645129" y="2204104"/>
              <a:ext cx="4136" cy="13108"/>
            </a:xfrm>
            <a:custGeom>
              <a:avLst/>
              <a:gdLst/>
              <a:ahLst/>
              <a:cxnLst/>
              <a:rect l="l" t="t" r="r" b="b"/>
              <a:pathLst>
                <a:path w="284" h="900" extrusionOk="0">
                  <a:moveTo>
                    <a:pt x="284" y="900"/>
                  </a:moveTo>
                  <a:cubicBezTo>
                    <a:pt x="157" y="616"/>
                    <a:pt x="79" y="294"/>
                    <a:pt x="0" y="1"/>
                  </a:cubicBezTo>
                  <a:cubicBezTo>
                    <a:pt x="79" y="294"/>
                    <a:pt x="157" y="616"/>
                    <a:pt x="284" y="90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5" name="Google Shape;4115;p60"/>
            <p:cNvSpPr/>
            <p:nvPr/>
          </p:nvSpPr>
          <p:spPr>
            <a:xfrm>
              <a:off x="4633884" y="2161414"/>
              <a:ext cx="4136" cy="16094"/>
            </a:xfrm>
            <a:custGeom>
              <a:avLst/>
              <a:gdLst/>
              <a:ahLst/>
              <a:cxnLst/>
              <a:rect l="l" t="t" r="r" b="b"/>
              <a:pathLst>
                <a:path w="284" h="1105" extrusionOk="0">
                  <a:moveTo>
                    <a:pt x="0" y="0"/>
                  </a:moveTo>
                  <a:cubicBezTo>
                    <a:pt x="79" y="372"/>
                    <a:pt x="157" y="733"/>
                    <a:pt x="284" y="1104"/>
                  </a:cubicBezTo>
                  <a:cubicBezTo>
                    <a:pt x="157" y="733"/>
                    <a:pt x="79" y="372"/>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6" name="Google Shape;4116;p60"/>
            <p:cNvSpPr/>
            <p:nvPr/>
          </p:nvSpPr>
          <p:spPr>
            <a:xfrm>
              <a:off x="4633884" y="2161414"/>
              <a:ext cx="15" cy="15"/>
            </a:xfrm>
            <a:custGeom>
              <a:avLst/>
              <a:gdLst/>
              <a:ahLst/>
              <a:cxnLst/>
              <a:rect l="l" t="t" r="r" b="b"/>
              <a:pathLst>
                <a:path w="1" h="1" extrusionOk="0">
                  <a:moveTo>
                    <a:pt x="0" y="0"/>
                  </a:moveTo>
                  <a:lnTo>
                    <a:pt x="0" y="0"/>
                  </a:ln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7" name="Google Shape;4117;p60"/>
            <p:cNvSpPr/>
            <p:nvPr/>
          </p:nvSpPr>
          <p:spPr>
            <a:xfrm>
              <a:off x="4436922" y="1860837"/>
              <a:ext cx="128099" cy="243804"/>
            </a:xfrm>
            <a:custGeom>
              <a:avLst/>
              <a:gdLst/>
              <a:ahLst/>
              <a:cxnLst/>
              <a:rect l="l" t="t" r="r" b="b"/>
              <a:pathLst>
                <a:path w="8795" h="16739" extrusionOk="0">
                  <a:moveTo>
                    <a:pt x="8100" y="0"/>
                  </a:moveTo>
                  <a:cubicBezTo>
                    <a:pt x="8022" y="79"/>
                    <a:pt x="7944" y="206"/>
                    <a:pt x="7856" y="284"/>
                  </a:cubicBezTo>
                  <a:lnTo>
                    <a:pt x="7817" y="362"/>
                  </a:lnTo>
                  <a:lnTo>
                    <a:pt x="7700" y="411"/>
                  </a:lnTo>
                  <a:cubicBezTo>
                    <a:pt x="4808" y="938"/>
                    <a:pt x="2404" y="1427"/>
                    <a:pt x="0" y="2199"/>
                  </a:cubicBezTo>
                  <a:lnTo>
                    <a:pt x="977" y="5248"/>
                  </a:lnTo>
                  <a:cubicBezTo>
                    <a:pt x="1016" y="5375"/>
                    <a:pt x="1065" y="5492"/>
                    <a:pt x="1104" y="5619"/>
                  </a:cubicBezTo>
                  <a:cubicBezTo>
                    <a:pt x="1388" y="6596"/>
                    <a:pt x="1505" y="7573"/>
                    <a:pt x="938" y="8345"/>
                  </a:cubicBezTo>
                  <a:cubicBezTo>
                    <a:pt x="899" y="8384"/>
                    <a:pt x="860" y="8423"/>
                    <a:pt x="860" y="8472"/>
                  </a:cubicBezTo>
                  <a:cubicBezTo>
                    <a:pt x="772" y="8550"/>
                    <a:pt x="694" y="8628"/>
                    <a:pt x="655" y="8716"/>
                  </a:cubicBezTo>
                  <a:cubicBezTo>
                    <a:pt x="577" y="8961"/>
                    <a:pt x="860" y="9283"/>
                    <a:pt x="1104" y="9527"/>
                  </a:cubicBezTo>
                  <a:cubicBezTo>
                    <a:pt x="1388" y="9850"/>
                    <a:pt x="1632" y="10182"/>
                    <a:pt x="1837" y="10504"/>
                  </a:cubicBezTo>
                  <a:cubicBezTo>
                    <a:pt x="2687" y="12009"/>
                    <a:pt x="2814" y="13846"/>
                    <a:pt x="2931" y="15634"/>
                  </a:cubicBezTo>
                  <a:lnTo>
                    <a:pt x="2971" y="16328"/>
                  </a:lnTo>
                  <a:cubicBezTo>
                    <a:pt x="2971" y="16484"/>
                    <a:pt x="3019" y="16651"/>
                    <a:pt x="3098" y="16690"/>
                  </a:cubicBezTo>
                  <a:cubicBezTo>
                    <a:pt x="3114" y="16726"/>
                    <a:pt x="3151" y="16739"/>
                    <a:pt x="3201" y="16739"/>
                  </a:cubicBezTo>
                  <a:cubicBezTo>
                    <a:pt x="3272" y="16739"/>
                    <a:pt x="3367" y="16713"/>
                    <a:pt x="3459" y="16690"/>
                  </a:cubicBezTo>
                  <a:lnTo>
                    <a:pt x="3703" y="16651"/>
                  </a:lnTo>
                  <a:lnTo>
                    <a:pt x="3948" y="16611"/>
                  </a:lnTo>
                  <a:cubicBezTo>
                    <a:pt x="4563" y="16484"/>
                    <a:pt x="5218" y="16367"/>
                    <a:pt x="5824" y="16240"/>
                  </a:cubicBezTo>
                  <a:cubicBezTo>
                    <a:pt x="5951" y="16201"/>
                    <a:pt x="6107" y="16162"/>
                    <a:pt x="6234" y="16123"/>
                  </a:cubicBezTo>
                  <a:cubicBezTo>
                    <a:pt x="6273" y="16123"/>
                    <a:pt x="6312" y="16084"/>
                    <a:pt x="6351" y="16084"/>
                  </a:cubicBezTo>
                  <a:cubicBezTo>
                    <a:pt x="6439" y="16045"/>
                    <a:pt x="6557" y="16045"/>
                    <a:pt x="6635" y="15996"/>
                  </a:cubicBezTo>
                  <a:cubicBezTo>
                    <a:pt x="6723" y="15957"/>
                    <a:pt x="6801" y="15957"/>
                    <a:pt x="6840" y="15918"/>
                  </a:cubicBezTo>
                  <a:cubicBezTo>
                    <a:pt x="6928" y="15879"/>
                    <a:pt x="7006" y="15879"/>
                    <a:pt x="7084" y="15840"/>
                  </a:cubicBezTo>
                  <a:cubicBezTo>
                    <a:pt x="7172" y="15800"/>
                    <a:pt x="7250" y="15800"/>
                    <a:pt x="7328" y="15752"/>
                  </a:cubicBezTo>
                  <a:cubicBezTo>
                    <a:pt x="7368" y="15752"/>
                    <a:pt x="7416" y="15713"/>
                    <a:pt x="7456" y="15713"/>
                  </a:cubicBezTo>
                  <a:cubicBezTo>
                    <a:pt x="7211" y="14980"/>
                    <a:pt x="7211" y="14169"/>
                    <a:pt x="7211" y="13436"/>
                  </a:cubicBezTo>
                  <a:cubicBezTo>
                    <a:pt x="7211" y="13309"/>
                    <a:pt x="7211" y="13192"/>
                    <a:pt x="7250" y="13113"/>
                  </a:cubicBezTo>
                  <a:lnTo>
                    <a:pt x="7250" y="12986"/>
                  </a:lnTo>
                  <a:lnTo>
                    <a:pt x="7250" y="12742"/>
                  </a:lnTo>
                  <a:lnTo>
                    <a:pt x="7534" y="6801"/>
                  </a:lnTo>
                  <a:cubicBezTo>
                    <a:pt x="7573" y="5697"/>
                    <a:pt x="7661" y="4319"/>
                    <a:pt x="8433" y="3342"/>
                  </a:cubicBezTo>
                  <a:lnTo>
                    <a:pt x="8511" y="3215"/>
                  </a:lnTo>
                  <a:cubicBezTo>
                    <a:pt x="8638" y="3049"/>
                    <a:pt x="8794" y="2893"/>
                    <a:pt x="8794" y="2727"/>
                  </a:cubicBezTo>
                  <a:cubicBezTo>
                    <a:pt x="8794" y="2609"/>
                    <a:pt x="8755" y="2482"/>
                    <a:pt x="8755" y="2365"/>
                  </a:cubicBezTo>
                  <a:lnTo>
                    <a:pt x="810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8" name="Google Shape;4118;p60"/>
            <p:cNvSpPr/>
            <p:nvPr/>
          </p:nvSpPr>
          <p:spPr>
            <a:xfrm>
              <a:off x="4529424" y="2093804"/>
              <a:ext cx="4136" cy="1296"/>
            </a:xfrm>
            <a:custGeom>
              <a:avLst/>
              <a:gdLst/>
              <a:ahLst/>
              <a:cxnLst/>
              <a:rect l="l" t="t" r="r" b="b"/>
              <a:pathLst>
                <a:path w="284" h="89" extrusionOk="0">
                  <a:moveTo>
                    <a:pt x="0" y="89"/>
                  </a:moveTo>
                  <a:cubicBezTo>
                    <a:pt x="88" y="50"/>
                    <a:pt x="206" y="50"/>
                    <a:pt x="284" y="1"/>
                  </a:cubicBezTo>
                  <a:cubicBezTo>
                    <a:pt x="206" y="50"/>
                    <a:pt x="88" y="50"/>
                    <a:pt x="0" y="8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19" name="Google Shape;4119;p60"/>
            <p:cNvSpPr/>
            <p:nvPr/>
          </p:nvSpPr>
          <p:spPr>
            <a:xfrm>
              <a:off x="4521734" y="2095653"/>
              <a:ext cx="6001" cy="1733"/>
            </a:xfrm>
            <a:custGeom>
              <a:avLst/>
              <a:gdLst/>
              <a:ahLst/>
              <a:cxnLst/>
              <a:rect l="l" t="t" r="r" b="b"/>
              <a:pathLst>
                <a:path w="412" h="119" extrusionOk="0">
                  <a:moveTo>
                    <a:pt x="1" y="118"/>
                  </a:moveTo>
                  <a:cubicBezTo>
                    <a:pt x="128" y="79"/>
                    <a:pt x="284" y="40"/>
                    <a:pt x="411" y="1"/>
                  </a:cubicBezTo>
                  <a:cubicBezTo>
                    <a:pt x="284" y="40"/>
                    <a:pt x="128" y="79"/>
                    <a:pt x="1" y="11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0" name="Google Shape;4120;p60"/>
            <p:cNvSpPr/>
            <p:nvPr/>
          </p:nvSpPr>
          <p:spPr>
            <a:xfrm>
              <a:off x="4494410" y="2097372"/>
              <a:ext cx="27339" cy="5418"/>
            </a:xfrm>
            <a:custGeom>
              <a:avLst/>
              <a:gdLst/>
              <a:ahLst/>
              <a:cxnLst/>
              <a:rect l="l" t="t" r="r" b="b"/>
              <a:pathLst>
                <a:path w="1877" h="372" extrusionOk="0">
                  <a:moveTo>
                    <a:pt x="1877" y="0"/>
                  </a:moveTo>
                  <a:lnTo>
                    <a:pt x="1877" y="0"/>
                  </a:lnTo>
                  <a:cubicBezTo>
                    <a:pt x="1271" y="127"/>
                    <a:pt x="616" y="244"/>
                    <a:pt x="1" y="371"/>
                  </a:cubicBezTo>
                  <a:lnTo>
                    <a:pt x="1" y="371"/>
                  </a:lnTo>
                  <a:lnTo>
                    <a:pt x="245" y="332"/>
                  </a:lnTo>
                  <a:cubicBezTo>
                    <a:pt x="782" y="244"/>
                    <a:pt x="1349" y="127"/>
                    <a:pt x="1877"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1" name="Google Shape;4121;p60"/>
            <p:cNvSpPr/>
            <p:nvPr/>
          </p:nvSpPr>
          <p:spPr>
            <a:xfrm>
              <a:off x="4536532" y="2091532"/>
              <a:ext cx="3583" cy="1151"/>
            </a:xfrm>
            <a:custGeom>
              <a:avLst/>
              <a:gdLst/>
              <a:ahLst/>
              <a:cxnLst/>
              <a:rect l="l" t="t" r="r" b="b"/>
              <a:pathLst>
                <a:path w="246" h="79" extrusionOk="0">
                  <a:moveTo>
                    <a:pt x="1" y="79"/>
                  </a:moveTo>
                  <a:cubicBezTo>
                    <a:pt x="89" y="40"/>
                    <a:pt x="167" y="40"/>
                    <a:pt x="245" y="1"/>
                  </a:cubicBezTo>
                  <a:cubicBezTo>
                    <a:pt x="167" y="40"/>
                    <a:pt x="89" y="40"/>
                    <a:pt x="1" y="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2" name="Google Shape;4122;p60"/>
            <p:cNvSpPr/>
            <p:nvPr/>
          </p:nvSpPr>
          <p:spPr>
            <a:xfrm>
              <a:off x="4543654" y="2089682"/>
              <a:ext cx="1864" cy="583"/>
            </a:xfrm>
            <a:custGeom>
              <a:avLst/>
              <a:gdLst/>
              <a:ahLst/>
              <a:cxnLst/>
              <a:rect l="l" t="t" r="r" b="b"/>
              <a:pathLst>
                <a:path w="128" h="40" extrusionOk="0">
                  <a:moveTo>
                    <a:pt x="128" y="1"/>
                  </a:moveTo>
                  <a:cubicBezTo>
                    <a:pt x="88" y="1"/>
                    <a:pt x="40" y="40"/>
                    <a:pt x="0" y="40"/>
                  </a:cubicBezTo>
                  <a:cubicBezTo>
                    <a:pt x="40" y="40"/>
                    <a:pt x="88" y="1"/>
                    <a:pt x="12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3" name="Google Shape;4123;p60"/>
            <p:cNvSpPr/>
            <p:nvPr/>
          </p:nvSpPr>
          <p:spPr>
            <a:xfrm>
              <a:off x="4436922" y="1892850"/>
              <a:ext cx="14245" cy="44423"/>
            </a:xfrm>
            <a:custGeom>
              <a:avLst/>
              <a:gdLst/>
              <a:ahLst/>
              <a:cxnLst/>
              <a:rect l="l" t="t" r="r" b="b"/>
              <a:pathLst>
                <a:path w="978" h="3050" extrusionOk="0">
                  <a:moveTo>
                    <a:pt x="0" y="1"/>
                  </a:moveTo>
                  <a:lnTo>
                    <a:pt x="977" y="3050"/>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4" name="Google Shape;4124;p60"/>
            <p:cNvSpPr/>
            <p:nvPr/>
          </p:nvSpPr>
          <p:spPr>
            <a:xfrm>
              <a:off x="4487302" y="2103344"/>
              <a:ext cx="3568" cy="583"/>
            </a:xfrm>
            <a:custGeom>
              <a:avLst/>
              <a:gdLst/>
              <a:ahLst/>
              <a:cxnLst/>
              <a:rect l="l" t="t" r="r" b="b"/>
              <a:pathLst>
                <a:path w="245" h="40" extrusionOk="0">
                  <a:moveTo>
                    <a:pt x="244" y="1"/>
                  </a:moveTo>
                  <a:lnTo>
                    <a:pt x="0" y="40"/>
                  </a:lnTo>
                  <a:cubicBezTo>
                    <a:pt x="88" y="40"/>
                    <a:pt x="166" y="40"/>
                    <a:pt x="244"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5" name="Google Shape;4125;p60"/>
            <p:cNvSpPr/>
            <p:nvPr/>
          </p:nvSpPr>
          <p:spPr>
            <a:xfrm>
              <a:off x="4463678" y="2013827"/>
              <a:ext cx="16517" cy="84841"/>
            </a:xfrm>
            <a:custGeom>
              <a:avLst/>
              <a:gdLst/>
              <a:ahLst/>
              <a:cxnLst/>
              <a:rect l="l" t="t" r="r" b="b"/>
              <a:pathLst>
                <a:path w="1134" h="5825" extrusionOk="0">
                  <a:moveTo>
                    <a:pt x="0" y="0"/>
                  </a:moveTo>
                  <a:cubicBezTo>
                    <a:pt x="850" y="1505"/>
                    <a:pt x="977" y="3342"/>
                    <a:pt x="1094" y="5130"/>
                  </a:cubicBezTo>
                  <a:lnTo>
                    <a:pt x="1134" y="5824"/>
                  </a:lnTo>
                  <a:lnTo>
                    <a:pt x="1094" y="5130"/>
                  </a:lnTo>
                  <a:cubicBezTo>
                    <a:pt x="977" y="3342"/>
                    <a:pt x="850" y="150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6" name="Google Shape;4126;p60"/>
            <p:cNvSpPr/>
            <p:nvPr/>
          </p:nvSpPr>
          <p:spPr>
            <a:xfrm>
              <a:off x="4490856" y="2102208"/>
              <a:ext cx="7122" cy="1151"/>
            </a:xfrm>
            <a:custGeom>
              <a:avLst/>
              <a:gdLst/>
              <a:ahLst/>
              <a:cxnLst/>
              <a:rect l="l" t="t" r="r" b="b"/>
              <a:pathLst>
                <a:path w="489" h="79" extrusionOk="0">
                  <a:moveTo>
                    <a:pt x="489" y="0"/>
                  </a:moveTo>
                  <a:lnTo>
                    <a:pt x="0" y="79"/>
                  </a:lnTo>
                  <a:cubicBezTo>
                    <a:pt x="166" y="79"/>
                    <a:pt x="333" y="39"/>
                    <a:pt x="48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7" name="Google Shape;4127;p60"/>
            <p:cNvSpPr/>
            <p:nvPr/>
          </p:nvSpPr>
          <p:spPr>
            <a:xfrm>
              <a:off x="4549626" y="1840620"/>
              <a:ext cx="115020" cy="249076"/>
            </a:xfrm>
            <a:custGeom>
              <a:avLst/>
              <a:gdLst/>
              <a:ahLst/>
              <a:cxnLst/>
              <a:rect l="l" t="t" r="r" b="b"/>
              <a:pathLst>
                <a:path w="7897" h="17101" extrusionOk="0">
                  <a:moveTo>
                    <a:pt x="2688" y="1"/>
                  </a:moveTo>
                  <a:cubicBezTo>
                    <a:pt x="1994" y="245"/>
                    <a:pt x="1340" y="529"/>
                    <a:pt x="773" y="978"/>
                  </a:cubicBezTo>
                  <a:lnTo>
                    <a:pt x="1506" y="3626"/>
                  </a:lnTo>
                  <a:cubicBezTo>
                    <a:pt x="1545" y="3792"/>
                    <a:pt x="1584" y="3997"/>
                    <a:pt x="1545" y="4193"/>
                  </a:cubicBezTo>
                  <a:cubicBezTo>
                    <a:pt x="1545" y="4437"/>
                    <a:pt x="1388" y="4642"/>
                    <a:pt x="1222" y="4847"/>
                  </a:cubicBezTo>
                  <a:cubicBezTo>
                    <a:pt x="1222" y="4847"/>
                    <a:pt x="1183" y="4886"/>
                    <a:pt x="1183" y="4926"/>
                  </a:cubicBezTo>
                  <a:lnTo>
                    <a:pt x="1095" y="5014"/>
                  </a:lnTo>
                  <a:cubicBezTo>
                    <a:pt x="450" y="5825"/>
                    <a:pt x="362" y="6929"/>
                    <a:pt x="284" y="8189"/>
                  </a:cubicBezTo>
                  <a:lnTo>
                    <a:pt x="1" y="14130"/>
                  </a:lnTo>
                  <a:lnTo>
                    <a:pt x="1" y="14501"/>
                  </a:lnTo>
                  <a:lnTo>
                    <a:pt x="1" y="14540"/>
                  </a:lnTo>
                  <a:lnTo>
                    <a:pt x="1" y="14824"/>
                  </a:lnTo>
                  <a:lnTo>
                    <a:pt x="1" y="14902"/>
                  </a:lnTo>
                  <a:lnTo>
                    <a:pt x="1" y="15185"/>
                  </a:lnTo>
                  <a:lnTo>
                    <a:pt x="1" y="15351"/>
                  </a:lnTo>
                  <a:lnTo>
                    <a:pt x="1" y="15518"/>
                  </a:lnTo>
                  <a:lnTo>
                    <a:pt x="1" y="15762"/>
                  </a:lnTo>
                  <a:lnTo>
                    <a:pt x="1" y="15879"/>
                  </a:lnTo>
                  <a:cubicBezTo>
                    <a:pt x="40" y="16006"/>
                    <a:pt x="40" y="16084"/>
                    <a:pt x="40" y="16211"/>
                  </a:cubicBezTo>
                  <a:cubicBezTo>
                    <a:pt x="79" y="16534"/>
                    <a:pt x="167" y="16817"/>
                    <a:pt x="245" y="17101"/>
                  </a:cubicBezTo>
                  <a:cubicBezTo>
                    <a:pt x="939" y="16983"/>
                    <a:pt x="1584" y="16817"/>
                    <a:pt x="2238" y="16651"/>
                  </a:cubicBezTo>
                  <a:cubicBezTo>
                    <a:pt x="2278" y="16651"/>
                    <a:pt x="2317" y="16612"/>
                    <a:pt x="2366" y="16612"/>
                  </a:cubicBezTo>
                  <a:cubicBezTo>
                    <a:pt x="2649" y="16534"/>
                    <a:pt x="2893" y="16495"/>
                    <a:pt x="3177" y="16407"/>
                  </a:cubicBezTo>
                  <a:cubicBezTo>
                    <a:pt x="3255" y="16407"/>
                    <a:pt x="3343" y="16368"/>
                    <a:pt x="3382" y="16368"/>
                  </a:cubicBezTo>
                  <a:cubicBezTo>
                    <a:pt x="3626" y="16289"/>
                    <a:pt x="3870" y="16250"/>
                    <a:pt x="4075" y="16162"/>
                  </a:cubicBezTo>
                  <a:cubicBezTo>
                    <a:pt x="4154" y="16162"/>
                    <a:pt x="4232" y="16123"/>
                    <a:pt x="4320" y="16084"/>
                  </a:cubicBezTo>
                  <a:cubicBezTo>
                    <a:pt x="4564" y="16045"/>
                    <a:pt x="4759" y="16006"/>
                    <a:pt x="4965" y="15918"/>
                  </a:cubicBezTo>
                  <a:cubicBezTo>
                    <a:pt x="5053" y="15918"/>
                    <a:pt x="5131" y="15879"/>
                    <a:pt x="5209" y="15840"/>
                  </a:cubicBezTo>
                  <a:cubicBezTo>
                    <a:pt x="5414" y="15801"/>
                    <a:pt x="5619" y="15723"/>
                    <a:pt x="5825" y="15674"/>
                  </a:cubicBezTo>
                  <a:cubicBezTo>
                    <a:pt x="5903" y="15635"/>
                    <a:pt x="5981" y="15635"/>
                    <a:pt x="6069" y="15596"/>
                  </a:cubicBezTo>
                  <a:cubicBezTo>
                    <a:pt x="6274" y="15557"/>
                    <a:pt x="6469" y="15478"/>
                    <a:pt x="6636" y="15430"/>
                  </a:cubicBezTo>
                  <a:cubicBezTo>
                    <a:pt x="6714" y="15391"/>
                    <a:pt x="6802" y="15391"/>
                    <a:pt x="6880" y="15351"/>
                  </a:cubicBezTo>
                  <a:cubicBezTo>
                    <a:pt x="7046" y="15312"/>
                    <a:pt x="7202" y="15273"/>
                    <a:pt x="7329" y="15185"/>
                  </a:cubicBezTo>
                  <a:cubicBezTo>
                    <a:pt x="7368" y="14374"/>
                    <a:pt x="7534" y="13563"/>
                    <a:pt x="7779" y="12909"/>
                  </a:cubicBezTo>
                  <a:cubicBezTo>
                    <a:pt x="7818" y="12870"/>
                    <a:pt x="7857" y="12791"/>
                    <a:pt x="7896" y="12743"/>
                  </a:cubicBezTo>
                  <a:cubicBezTo>
                    <a:pt x="7857" y="12703"/>
                    <a:pt x="7818" y="12703"/>
                    <a:pt x="7818" y="12703"/>
                  </a:cubicBezTo>
                  <a:cubicBezTo>
                    <a:pt x="7407" y="12498"/>
                    <a:pt x="6958" y="12303"/>
                    <a:pt x="6675" y="11932"/>
                  </a:cubicBezTo>
                  <a:cubicBezTo>
                    <a:pt x="6430" y="11609"/>
                    <a:pt x="6313" y="11199"/>
                    <a:pt x="6225" y="10837"/>
                  </a:cubicBezTo>
                  <a:cubicBezTo>
                    <a:pt x="6108" y="10388"/>
                    <a:pt x="5942" y="9938"/>
                    <a:pt x="5825" y="9489"/>
                  </a:cubicBezTo>
                  <a:cubicBezTo>
                    <a:pt x="5785" y="9284"/>
                    <a:pt x="5698" y="9078"/>
                    <a:pt x="5658" y="8922"/>
                  </a:cubicBezTo>
                  <a:cubicBezTo>
                    <a:pt x="5580" y="8639"/>
                    <a:pt x="5492" y="8394"/>
                    <a:pt x="5414" y="8101"/>
                  </a:cubicBezTo>
                  <a:cubicBezTo>
                    <a:pt x="5375" y="7906"/>
                    <a:pt x="5297" y="7701"/>
                    <a:pt x="5248" y="7495"/>
                  </a:cubicBezTo>
                  <a:cubicBezTo>
                    <a:pt x="5170" y="7251"/>
                    <a:pt x="5092" y="7007"/>
                    <a:pt x="5004" y="6723"/>
                  </a:cubicBezTo>
                  <a:cubicBezTo>
                    <a:pt x="4926" y="6518"/>
                    <a:pt x="4886" y="6313"/>
                    <a:pt x="4808" y="6108"/>
                  </a:cubicBezTo>
                  <a:cubicBezTo>
                    <a:pt x="4720" y="5864"/>
                    <a:pt x="4642" y="5619"/>
                    <a:pt x="4564" y="5375"/>
                  </a:cubicBezTo>
                  <a:cubicBezTo>
                    <a:pt x="4476" y="5170"/>
                    <a:pt x="4437" y="4926"/>
                    <a:pt x="4359" y="4730"/>
                  </a:cubicBezTo>
                  <a:cubicBezTo>
                    <a:pt x="4271" y="4486"/>
                    <a:pt x="4193" y="4242"/>
                    <a:pt x="4115" y="3997"/>
                  </a:cubicBezTo>
                  <a:cubicBezTo>
                    <a:pt x="4027" y="3792"/>
                    <a:pt x="3948" y="3548"/>
                    <a:pt x="3870" y="3343"/>
                  </a:cubicBezTo>
                  <a:cubicBezTo>
                    <a:pt x="3782" y="3098"/>
                    <a:pt x="3704" y="2854"/>
                    <a:pt x="3626" y="2610"/>
                  </a:cubicBezTo>
                  <a:cubicBezTo>
                    <a:pt x="3538" y="2366"/>
                    <a:pt x="3460" y="2160"/>
                    <a:pt x="3382" y="1916"/>
                  </a:cubicBezTo>
                  <a:cubicBezTo>
                    <a:pt x="3294" y="1711"/>
                    <a:pt x="3216" y="1467"/>
                    <a:pt x="3137" y="1261"/>
                  </a:cubicBezTo>
                  <a:cubicBezTo>
                    <a:pt x="3050" y="978"/>
                    <a:pt x="2932" y="734"/>
                    <a:pt x="2854" y="489"/>
                  </a:cubicBezTo>
                  <a:cubicBezTo>
                    <a:pt x="2805" y="333"/>
                    <a:pt x="2727" y="167"/>
                    <a:pt x="268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8" name="Google Shape;4128;p60"/>
            <p:cNvSpPr/>
            <p:nvPr/>
          </p:nvSpPr>
          <p:spPr>
            <a:xfrm>
              <a:off x="4598870" y="2076020"/>
              <a:ext cx="10123" cy="3000"/>
            </a:xfrm>
            <a:custGeom>
              <a:avLst/>
              <a:gdLst/>
              <a:ahLst/>
              <a:cxnLst/>
              <a:rect l="l" t="t" r="r" b="b"/>
              <a:pathLst>
                <a:path w="695" h="206" extrusionOk="0">
                  <a:moveTo>
                    <a:pt x="694" y="0"/>
                  </a:moveTo>
                  <a:cubicBezTo>
                    <a:pt x="489" y="88"/>
                    <a:pt x="245" y="127"/>
                    <a:pt x="1" y="206"/>
                  </a:cubicBezTo>
                  <a:cubicBezTo>
                    <a:pt x="245" y="127"/>
                    <a:pt x="489" y="88"/>
                    <a:pt x="6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29" name="Google Shape;4129;p60"/>
            <p:cNvSpPr/>
            <p:nvPr/>
          </p:nvSpPr>
          <p:spPr>
            <a:xfrm>
              <a:off x="4584072" y="2079574"/>
              <a:ext cx="11827" cy="3000"/>
            </a:xfrm>
            <a:custGeom>
              <a:avLst/>
              <a:gdLst/>
              <a:ahLst/>
              <a:cxnLst/>
              <a:rect l="l" t="t" r="r" b="b"/>
              <a:pathLst>
                <a:path w="812" h="206" extrusionOk="0">
                  <a:moveTo>
                    <a:pt x="812" y="1"/>
                  </a:moveTo>
                  <a:cubicBezTo>
                    <a:pt x="528" y="89"/>
                    <a:pt x="284" y="128"/>
                    <a:pt x="1" y="206"/>
                  </a:cubicBezTo>
                  <a:cubicBezTo>
                    <a:pt x="284" y="128"/>
                    <a:pt x="528" y="89"/>
                    <a:pt x="812"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0" name="Google Shape;4130;p60"/>
            <p:cNvSpPr/>
            <p:nvPr/>
          </p:nvSpPr>
          <p:spPr>
            <a:xfrm>
              <a:off x="4625480" y="2068898"/>
              <a:ext cx="8987" cy="2447"/>
            </a:xfrm>
            <a:custGeom>
              <a:avLst/>
              <a:gdLst/>
              <a:ahLst/>
              <a:cxnLst/>
              <a:rect l="l" t="t" r="r" b="b"/>
              <a:pathLst>
                <a:path w="617" h="168" extrusionOk="0">
                  <a:moveTo>
                    <a:pt x="617" y="1"/>
                  </a:moveTo>
                  <a:cubicBezTo>
                    <a:pt x="411" y="50"/>
                    <a:pt x="206" y="128"/>
                    <a:pt x="1" y="167"/>
                  </a:cubicBezTo>
                  <a:cubicBezTo>
                    <a:pt x="206" y="128"/>
                    <a:pt x="411" y="50"/>
                    <a:pt x="617"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1" name="Google Shape;4131;p60"/>
            <p:cNvSpPr/>
            <p:nvPr/>
          </p:nvSpPr>
          <p:spPr>
            <a:xfrm>
              <a:off x="4612532" y="2072466"/>
              <a:ext cx="9409" cy="2432"/>
            </a:xfrm>
            <a:custGeom>
              <a:avLst/>
              <a:gdLst/>
              <a:ahLst/>
              <a:cxnLst/>
              <a:rect l="l" t="t" r="r" b="b"/>
              <a:pathLst>
                <a:path w="646" h="167" extrusionOk="0">
                  <a:moveTo>
                    <a:pt x="646" y="0"/>
                  </a:moveTo>
                  <a:cubicBezTo>
                    <a:pt x="440" y="88"/>
                    <a:pt x="245" y="127"/>
                    <a:pt x="1" y="166"/>
                  </a:cubicBezTo>
                  <a:cubicBezTo>
                    <a:pt x="245" y="127"/>
                    <a:pt x="440" y="88"/>
                    <a:pt x="646"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2" name="Google Shape;4132;p60"/>
            <p:cNvSpPr/>
            <p:nvPr/>
          </p:nvSpPr>
          <p:spPr>
            <a:xfrm>
              <a:off x="4638006" y="2065344"/>
              <a:ext cx="8273" cy="2432"/>
            </a:xfrm>
            <a:custGeom>
              <a:avLst/>
              <a:gdLst/>
              <a:ahLst/>
              <a:cxnLst/>
              <a:rect l="l" t="t" r="r" b="b"/>
              <a:pathLst>
                <a:path w="568" h="167" extrusionOk="0">
                  <a:moveTo>
                    <a:pt x="568" y="1"/>
                  </a:moveTo>
                  <a:cubicBezTo>
                    <a:pt x="401" y="49"/>
                    <a:pt x="206" y="128"/>
                    <a:pt x="1" y="167"/>
                  </a:cubicBezTo>
                  <a:cubicBezTo>
                    <a:pt x="206" y="128"/>
                    <a:pt x="401" y="49"/>
                    <a:pt x="568"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3" name="Google Shape;4133;p60"/>
            <p:cNvSpPr/>
            <p:nvPr/>
          </p:nvSpPr>
          <p:spPr>
            <a:xfrm>
              <a:off x="4553194" y="2083142"/>
              <a:ext cx="29043" cy="6554"/>
            </a:xfrm>
            <a:custGeom>
              <a:avLst/>
              <a:gdLst/>
              <a:ahLst/>
              <a:cxnLst/>
              <a:rect l="l" t="t" r="r" b="b"/>
              <a:pathLst>
                <a:path w="1994" h="450" extrusionOk="0">
                  <a:moveTo>
                    <a:pt x="0" y="450"/>
                  </a:moveTo>
                  <a:cubicBezTo>
                    <a:pt x="694" y="332"/>
                    <a:pt x="1339" y="166"/>
                    <a:pt x="1993" y="0"/>
                  </a:cubicBezTo>
                  <a:cubicBezTo>
                    <a:pt x="1339" y="166"/>
                    <a:pt x="694" y="332"/>
                    <a:pt x="0" y="45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4" name="Google Shape;4134;p60"/>
            <p:cNvSpPr/>
            <p:nvPr/>
          </p:nvSpPr>
          <p:spPr>
            <a:xfrm>
              <a:off x="4649818" y="2061790"/>
              <a:ext cx="6569" cy="2432"/>
            </a:xfrm>
            <a:custGeom>
              <a:avLst/>
              <a:gdLst/>
              <a:ahLst/>
              <a:cxnLst/>
              <a:rect l="l" t="t" r="r" b="b"/>
              <a:pathLst>
                <a:path w="451" h="167" extrusionOk="0">
                  <a:moveTo>
                    <a:pt x="450" y="0"/>
                  </a:moveTo>
                  <a:lnTo>
                    <a:pt x="450" y="0"/>
                  </a:lnTo>
                  <a:cubicBezTo>
                    <a:pt x="323" y="88"/>
                    <a:pt x="167" y="127"/>
                    <a:pt x="1" y="166"/>
                  </a:cubicBezTo>
                  <a:cubicBezTo>
                    <a:pt x="167" y="127"/>
                    <a:pt x="323" y="88"/>
                    <a:pt x="45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5" name="Google Shape;4135;p60"/>
            <p:cNvSpPr/>
            <p:nvPr/>
          </p:nvSpPr>
          <p:spPr>
            <a:xfrm>
              <a:off x="4549626" y="2066625"/>
              <a:ext cx="15" cy="3568"/>
            </a:xfrm>
            <a:custGeom>
              <a:avLst/>
              <a:gdLst/>
              <a:ahLst/>
              <a:cxnLst/>
              <a:rect l="l" t="t" r="r" b="b"/>
              <a:pathLst>
                <a:path w="1" h="245" extrusionOk="0">
                  <a:moveTo>
                    <a:pt x="1" y="245"/>
                  </a:move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6" name="Google Shape;4136;p60"/>
            <p:cNvSpPr/>
            <p:nvPr/>
          </p:nvSpPr>
          <p:spPr>
            <a:xfrm>
              <a:off x="4549626" y="2051827"/>
              <a:ext cx="15" cy="583"/>
            </a:xfrm>
            <a:custGeom>
              <a:avLst/>
              <a:gdLst/>
              <a:ahLst/>
              <a:cxnLst/>
              <a:rect l="l" t="t" r="r" b="b"/>
              <a:pathLst>
                <a:path w="1" h="40" extrusionOk="0">
                  <a:moveTo>
                    <a:pt x="1" y="39"/>
                  </a:move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7" name="Google Shape;4137;p60"/>
            <p:cNvSpPr/>
            <p:nvPr/>
          </p:nvSpPr>
          <p:spPr>
            <a:xfrm>
              <a:off x="4549626" y="2056517"/>
              <a:ext cx="15" cy="1151"/>
            </a:xfrm>
            <a:custGeom>
              <a:avLst/>
              <a:gdLst/>
              <a:ahLst/>
              <a:cxnLst/>
              <a:rect l="l" t="t" r="r" b="b"/>
              <a:pathLst>
                <a:path w="1" h="79" extrusionOk="0">
                  <a:moveTo>
                    <a:pt x="1" y="79"/>
                  </a:move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8" name="Google Shape;4138;p60"/>
            <p:cNvSpPr/>
            <p:nvPr/>
          </p:nvSpPr>
          <p:spPr>
            <a:xfrm>
              <a:off x="4549626" y="2061790"/>
              <a:ext cx="15" cy="2432"/>
            </a:xfrm>
            <a:custGeom>
              <a:avLst/>
              <a:gdLst/>
              <a:ahLst/>
              <a:cxnLst/>
              <a:rect l="l" t="t" r="r" b="b"/>
              <a:pathLst>
                <a:path w="1" h="167" extrusionOk="0">
                  <a:moveTo>
                    <a:pt x="1" y="0"/>
                  </a:moveTo>
                  <a:lnTo>
                    <a:pt x="1" y="166"/>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39" name="Google Shape;4139;p60"/>
            <p:cNvSpPr/>
            <p:nvPr/>
          </p:nvSpPr>
          <p:spPr>
            <a:xfrm>
              <a:off x="4550194" y="2076733"/>
              <a:ext cx="3015" cy="12963"/>
            </a:xfrm>
            <a:custGeom>
              <a:avLst/>
              <a:gdLst/>
              <a:ahLst/>
              <a:cxnLst/>
              <a:rect l="l" t="t" r="r" b="b"/>
              <a:pathLst>
                <a:path w="207" h="890" extrusionOk="0">
                  <a:moveTo>
                    <a:pt x="1" y="0"/>
                  </a:moveTo>
                  <a:cubicBezTo>
                    <a:pt x="40" y="323"/>
                    <a:pt x="128" y="606"/>
                    <a:pt x="206" y="890"/>
                  </a:cubicBezTo>
                  <a:lnTo>
                    <a:pt x="206" y="811"/>
                  </a:lnTo>
                  <a:cubicBezTo>
                    <a:pt x="128" y="567"/>
                    <a:pt x="40" y="284"/>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0" name="Google Shape;4140;p60"/>
            <p:cNvSpPr/>
            <p:nvPr/>
          </p:nvSpPr>
          <p:spPr>
            <a:xfrm>
              <a:off x="4549626" y="2071898"/>
              <a:ext cx="583" cy="4850"/>
            </a:xfrm>
            <a:custGeom>
              <a:avLst/>
              <a:gdLst/>
              <a:ahLst/>
              <a:cxnLst/>
              <a:rect l="l" t="t" r="r" b="b"/>
              <a:pathLst>
                <a:path w="40" h="333" extrusionOk="0">
                  <a:moveTo>
                    <a:pt x="1" y="0"/>
                  </a:moveTo>
                  <a:cubicBezTo>
                    <a:pt x="1" y="127"/>
                    <a:pt x="40" y="205"/>
                    <a:pt x="40" y="332"/>
                  </a:cubicBezTo>
                  <a:cubicBezTo>
                    <a:pt x="40" y="205"/>
                    <a:pt x="40" y="127"/>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1" name="Google Shape;4141;p60"/>
            <p:cNvSpPr/>
            <p:nvPr/>
          </p:nvSpPr>
          <p:spPr>
            <a:xfrm>
              <a:off x="4553194" y="2088546"/>
              <a:ext cx="15" cy="1151"/>
            </a:xfrm>
            <a:custGeom>
              <a:avLst/>
              <a:gdLst/>
              <a:ahLst/>
              <a:cxnLst/>
              <a:rect l="l" t="t" r="r" b="b"/>
              <a:pathLst>
                <a:path w="1" h="79" extrusionOk="0">
                  <a:moveTo>
                    <a:pt x="0" y="79"/>
                  </a:moveTo>
                  <a:lnTo>
                    <a:pt x="0" y="0"/>
                  </a:lnTo>
                  <a:lnTo>
                    <a:pt x="0" y="79"/>
                  </a:lnTo>
                  <a:lnTo>
                    <a:pt x="0" y="79"/>
                  </a:lnTo>
                  <a:lnTo>
                    <a:pt x="0" y="7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2" name="Google Shape;4142;p60"/>
            <p:cNvSpPr/>
            <p:nvPr/>
          </p:nvSpPr>
          <p:spPr>
            <a:xfrm>
              <a:off x="4595316" y="1568765"/>
              <a:ext cx="291766" cy="451049"/>
            </a:xfrm>
            <a:custGeom>
              <a:avLst/>
              <a:gdLst/>
              <a:ahLst/>
              <a:cxnLst/>
              <a:rect l="l" t="t" r="r" b="b"/>
              <a:pathLst>
                <a:path w="20032" h="30968" extrusionOk="0">
                  <a:moveTo>
                    <a:pt x="9299" y="0"/>
                  </a:moveTo>
                  <a:cubicBezTo>
                    <a:pt x="8798" y="0"/>
                    <a:pt x="8403" y="439"/>
                    <a:pt x="7857" y="1078"/>
                  </a:cubicBezTo>
                  <a:cubicBezTo>
                    <a:pt x="7290" y="1732"/>
                    <a:pt x="6752" y="2426"/>
                    <a:pt x="5902" y="2426"/>
                  </a:cubicBezTo>
                  <a:lnTo>
                    <a:pt x="5863" y="2426"/>
                  </a:lnTo>
                  <a:cubicBezTo>
                    <a:pt x="5091" y="2426"/>
                    <a:pt x="4720" y="2016"/>
                    <a:pt x="4397" y="1732"/>
                  </a:cubicBezTo>
                  <a:cubicBezTo>
                    <a:pt x="4128" y="1463"/>
                    <a:pt x="3897" y="1249"/>
                    <a:pt x="3483" y="1249"/>
                  </a:cubicBezTo>
                  <a:cubicBezTo>
                    <a:pt x="3266" y="1249"/>
                    <a:pt x="2998" y="1308"/>
                    <a:pt x="2648" y="1449"/>
                  </a:cubicBezTo>
                  <a:cubicBezTo>
                    <a:pt x="1994" y="3726"/>
                    <a:pt x="2277" y="6335"/>
                    <a:pt x="2561" y="8895"/>
                  </a:cubicBezTo>
                  <a:cubicBezTo>
                    <a:pt x="2844" y="11181"/>
                    <a:pt x="3088" y="13536"/>
                    <a:pt x="2648" y="15617"/>
                  </a:cubicBezTo>
                  <a:cubicBezTo>
                    <a:pt x="2277" y="17366"/>
                    <a:pt x="1261" y="17972"/>
                    <a:pt x="0" y="18461"/>
                  </a:cubicBezTo>
                  <a:cubicBezTo>
                    <a:pt x="79" y="18705"/>
                    <a:pt x="157" y="18910"/>
                    <a:pt x="245" y="19154"/>
                  </a:cubicBezTo>
                  <a:cubicBezTo>
                    <a:pt x="323" y="19321"/>
                    <a:pt x="401" y="19526"/>
                    <a:pt x="489" y="19731"/>
                  </a:cubicBezTo>
                  <a:cubicBezTo>
                    <a:pt x="567" y="19975"/>
                    <a:pt x="645" y="20259"/>
                    <a:pt x="772" y="20503"/>
                  </a:cubicBezTo>
                  <a:cubicBezTo>
                    <a:pt x="811" y="20708"/>
                    <a:pt x="890" y="20903"/>
                    <a:pt x="978" y="21109"/>
                  </a:cubicBezTo>
                  <a:cubicBezTo>
                    <a:pt x="1056" y="21353"/>
                    <a:pt x="1134" y="21636"/>
                    <a:pt x="1222" y="21881"/>
                  </a:cubicBezTo>
                  <a:cubicBezTo>
                    <a:pt x="1300" y="22086"/>
                    <a:pt x="1378" y="22291"/>
                    <a:pt x="1466" y="22496"/>
                  </a:cubicBezTo>
                  <a:cubicBezTo>
                    <a:pt x="1544" y="22740"/>
                    <a:pt x="1622" y="22985"/>
                    <a:pt x="1710" y="23229"/>
                  </a:cubicBezTo>
                  <a:cubicBezTo>
                    <a:pt x="1749" y="23434"/>
                    <a:pt x="1828" y="23679"/>
                    <a:pt x="1916" y="23884"/>
                  </a:cubicBezTo>
                  <a:cubicBezTo>
                    <a:pt x="1994" y="24128"/>
                    <a:pt x="2072" y="24372"/>
                    <a:pt x="2160" y="24617"/>
                  </a:cubicBezTo>
                  <a:cubicBezTo>
                    <a:pt x="2199" y="24812"/>
                    <a:pt x="2277" y="25017"/>
                    <a:pt x="2355" y="25261"/>
                  </a:cubicBezTo>
                  <a:cubicBezTo>
                    <a:pt x="2443" y="25506"/>
                    <a:pt x="2482" y="25750"/>
                    <a:pt x="2561" y="25994"/>
                  </a:cubicBezTo>
                  <a:cubicBezTo>
                    <a:pt x="2648" y="26199"/>
                    <a:pt x="2727" y="26405"/>
                    <a:pt x="2766" y="26649"/>
                  </a:cubicBezTo>
                  <a:cubicBezTo>
                    <a:pt x="2844" y="26893"/>
                    <a:pt x="2932" y="27138"/>
                    <a:pt x="3010" y="27382"/>
                  </a:cubicBezTo>
                  <a:cubicBezTo>
                    <a:pt x="3049" y="27587"/>
                    <a:pt x="3137" y="27792"/>
                    <a:pt x="3176" y="27988"/>
                  </a:cubicBezTo>
                  <a:cubicBezTo>
                    <a:pt x="3293" y="28437"/>
                    <a:pt x="3459" y="28926"/>
                    <a:pt x="3577" y="29375"/>
                  </a:cubicBezTo>
                  <a:cubicBezTo>
                    <a:pt x="3665" y="29698"/>
                    <a:pt x="3743" y="30030"/>
                    <a:pt x="3948" y="30274"/>
                  </a:cubicBezTo>
                  <a:cubicBezTo>
                    <a:pt x="4153" y="30557"/>
                    <a:pt x="4515" y="30724"/>
                    <a:pt x="4886" y="30880"/>
                  </a:cubicBezTo>
                  <a:cubicBezTo>
                    <a:pt x="4925" y="30919"/>
                    <a:pt x="4964" y="30919"/>
                    <a:pt x="5003" y="30968"/>
                  </a:cubicBezTo>
                  <a:cubicBezTo>
                    <a:pt x="5169" y="30724"/>
                    <a:pt x="5336" y="30518"/>
                    <a:pt x="5492" y="30313"/>
                  </a:cubicBezTo>
                  <a:cubicBezTo>
                    <a:pt x="5775" y="29903"/>
                    <a:pt x="6107" y="29502"/>
                    <a:pt x="6264" y="29014"/>
                  </a:cubicBezTo>
                  <a:cubicBezTo>
                    <a:pt x="6508" y="28437"/>
                    <a:pt x="6508" y="27870"/>
                    <a:pt x="6557" y="27343"/>
                  </a:cubicBezTo>
                  <a:cubicBezTo>
                    <a:pt x="6596" y="26766"/>
                    <a:pt x="6635" y="26199"/>
                    <a:pt x="6840" y="25594"/>
                  </a:cubicBezTo>
                  <a:lnTo>
                    <a:pt x="6879" y="25467"/>
                  </a:lnTo>
                  <a:lnTo>
                    <a:pt x="6997" y="25428"/>
                  </a:lnTo>
                  <a:cubicBezTo>
                    <a:pt x="7347" y="25276"/>
                    <a:pt x="7697" y="25228"/>
                    <a:pt x="8034" y="25228"/>
                  </a:cubicBezTo>
                  <a:cubicBezTo>
                    <a:pt x="8327" y="25228"/>
                    <a:pt x="8609" y="25264"/>
                    <a:pt x="8873" y="25301"/>
                  </a:cubicBezTo>
                  <a:cubicBezTo>
                    <a:pt x="9128" y="25328"/>
                    <a:pt x="9355" y="25353"/>
                    <a:pt x="9571" y="25353"/>
                  </a:cubicBezTo>
                  <a:cubicBezTo>
                    <a:pt x="9736" y="25353"/>
                    <a:pt x="9894" y="25339"/>
                    <a:pt x="10055" y="25301"/>
                  </a:cubicBezTo>
                  <a:cubicBezTo>
                    <a:pt x="10505" y="25222"/>
                    <a:pt x="11149" y="24773"/>
                    <a:pt x="11765" y="24372"/>
                  </a:cubicBezTo>
                  <a:cubicBezTo>
                    <a:pt x="12127" y="24167"/>
                    <a:pt x="12459" y="23923"/>
                    <a:pt x="12703" y="23796"/>
                  </a:cubicBezTo>
                  <a:cubicBezTo>
                    <a:pt x="13309" y="23473"/>
                    <a:pt x="13924" y="23102"/>
                    <a:pt x="14491" y="22740"/>
                  </a:cubicBezTo>
                  <a:cubicBezTo>
                    <a:pt x="14775" y="22574"/>
                    <a:pt x="15019" y="22369"/>
                    <a:pt x="15302" y="22213"/>
                  </a:cubicBezTo>
                  <a:cubicBezTo>
                    <a:pt x="15674" y="22008"/>
                    <a:pt x="16240" y="21763"/>
                    <a:pt x="16895" y="21519"/>
                  </a:cubicBezTo>
                  <a:cubicBezTo>
                    <a:pt x="17501" y="21275"/>
                    <a:pt x="18282" y="20991"/>
                    <a:pt x="18478" y="20786"/>
                  </a:cubicBezTo>
                  <a:cubicBezTo>
                    <a:pt x="19211" y="20132"/>
                    <a:pt x="20031" y="17239"/>
                    <a:pt x="20031" y="16428"/>
                  </a:cubicBezTo>
                  <a:cubicBezTo>
                    <a:pt x="20031" y="15334"/>
                    <a:pt x="19582" y="12481"/>
                    <a:pt x="18888" y="11992"/>
                  </a:cubicBezTo>
                  <a:cubicBezTo>
                    <a:pt x="18400" y="11621"/>
                    <a:pt x="17628" y="11582"/>
                    <a:pt x="16856" y="11543"/>
                  </a:cubicBezTo>
                  <a:cubicBezTo>
                    <a:pt x="15957" y="11464"/>
                    <a:pt x="15058" y="11425"/>
                    <a:pt x="14247" y="10937"/>
                  </a:cubicBezTo>
                  <a:lnTo>
                    <a:pt x="14208" y="10888"/>
                  </a:lnTo>
                  <a:lnTo>
                    <a:pt x="14169" y="10810"/>
                  </a:lnTo>
                  <a:cubicBezTo>
                    <a:pt x="13837" y="10038"/>
                    <a:pt x="13514" y="9227"/>
                    <a:pt x="13153" y="8445"/>
                  </a:cubicBezTo>
                  <a:cubicBezTo>
                    <a:pt x="12742" y="7556"/>
                    <a:pt x="12332" y="6618"/>
                    <a:pt x="12009" y="5680"/>
                  </a:cubicBezTo>
                  <a:cubicBezTo>
                    <a:pt x="11882" y="5357"/>
                    <a:pt x="11765" y="4908"/>
                    <a:pt x="11638" y="4380"/>
                  </a:cubicBezTo>
                  <a:cubicBezTo>
                    <a:pt x="11237" y="2876"/>
                    <a:pt x="10622" y="550"/>
                    <a:pt x="9733" y="101"/>
                  </a:cubicBezTo>
                  <a:cubicBezTo>
                    <a:pt x="9577" y="32"/>
                    <a:pt x="9434" y="0"/>
                    <a:pt x="9299"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3" name="Google Shape;4143;p60"/>
            <p:cNvSpPr/>
            <p:nvPr/>
          </p:nvSpPr>
          <p:spPr>
            <a:xfrm>
              <a:off x="4606560" y="1867376"/>
              <a:ext cx="3000" cy="8841"/>
            </a:xfrm>
            <a:custGeom>
              <a:avLst/>
              <a:gdLst/>
              <a:ahLst/>
              <a:cxnLst/>
              <a:rect l="l" t="t" r="r" b="b"/>
              <a:pathLst>
                <a:path w="206" h="607" extrusionOk="0">
                  <a:moveTo>
                    <a:pt x="206" y="607"/>
                  </a:moveTo>
                  <a:cubicBezTo>
                    <a:pt x="118" y="401"/>
                    <a:pt x="39" y="206"/>
                    <a:pt x="0" y="1"/>
                  </a:cubicBezTo>
                  <a:cubicBezTo>
                    <a:pt x="39" y="206"/>
                    <a:pt x="118" y="401"/>
                    <a:pt x="206" y="60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4" name="Google Shape;4144;p60"/>
            <p:cNvSpPr/>
            <p:nvPr/>
          </p:nvSpPr>
          <p:spPr>
            <a:xfrm>
              <a:off x="4598870" y="1847743"/>
              <a:ext cx="3568" cy="8404"/>
            </a:xfrm>
            <a:custGeom>
              <a:avLst/>
              <a:gdLst/>
              <a:ahLst/>
              <a:cxnLst/>
              <a:rect l="l" t="t" r="r" b="b"/>
              <a:pathLst>
                <a:path w="245" h="577" extrusionOk="0">
                  <a:moveTo>
                    <a:pt x="245" y="577"/>
                  </a:moveTo>
                  <a:cubicBezTo>
                    <a:pt x="157" y="372"/>
                    <a:pt x="79" y="167"/>
                    <a:pt x="1" y="0"/>
                  </a:cubicBezTo>
                  <a:cubicBezTo>
                    <a:pt x="79" y="167"/>
                    <a:pt x="157" y="372"/>
                    <a:pt x="245" y="57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5" name="Google Shape;4145;p60"/>
            <p:cNvSpPr/>
            <p:nvPr/>
          </p:nvSpPr>
          <p:spPr>
            <a:xfrm>
              <a:off x="4632603" y="1947367"/>
              <a:ext cx="3000" cy="9540"/>
            </a:xfrm>
            <a:custGeom>
              <a:avLst/>
              <a:gdLst/>
              <a:ahLst/>
              <a:cxnLst/>
              <a:rect l="l" t="t" r="r" b="b"/>
              <a:pathLst>
                <a:path w="206" h="655" extrusionOk="0">
                  <a:moveTo>
                    <a:pt x="206" y="655"/>
                  </a:moveTo>
                  <a:cubicBezTo>
                    <a:pt x="167" y="411"/>
                    <a:pt x="88" y="205"/>
                    <a:pt x="1" y="0"/>
                  </a:cubicBezTo>
                  <a:cubicBezTo>
                    <a:pt x="88" y="205"/>
                    <a:pt x="167" y="411"/>
                    <a:pt x="206" y="65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6" name="Google Shape;4146;p60"/>
            <p:cNvSpPr/>
            <p:nvPr/>
          </p:nvSpPr>
          <p:spPr>
            <a:xfrm>
              <a:off x="4620222" y="1907095"/>
              <a:ext cx="3000" cy="9540"/>
            </a:xfrm>
            <a:custGeom>
              <a:avLst/>
              <a:gdLst/>
              <a:ahLst/>
              <a:cxnLst/>
              <a:rect l="l" t="t" r="r" b="b"/>
              <a:pathLst>
                <a:path w="206" h="655" extrusionOk="0">
                  <a:moveTo>
                    <a:pt x="206" y="655"/>
                  </a:moveTo>
                  <a:cubicBezTo>
                    <a:pt x="118" y="450"/>
                    <a:pt x="39" y="205"/>
                    <a:pt x="0" y="0"/>
                  </a:cubicBezTo>
                  <a:cubicBezTo>
                    <a:pt x="39" y="205"/>
                    <a:pt x="118" y="450"/>
                    <a:pt x="206" y="65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7" name="Google Shape;4147;p60"/>
            <p:cNvSpPr/>
            <p:nvPr/>
          </p:nvSpPr>
          <p:spPr>
            <a:xfrm>
              <a:off x="4626762" y="1927297"/>
              <a:ext cx="2869" cy="9409"/>
            </a:xfrm>
            <a:custGeom>
              <a:avLst/>
              <a:gdLst/>
              <a:ahLst/>
              <a:cxnLst/>
              <a:rect l="l" t="t" r="r" b="b"/>
              <a:pathLst>
                <a:path w="197" h="646" extrusionOk="0">
                  <a:moveTo>
                    <a:pt x="196" y="645"/>
                  </a:moveTo>
                  <a:cubicBezTo>
                    <a:pt x="118" y="401"/>
                    <a:pt x="40" y="196"/>
                    <a:pt x="1" y="1"/>
                  </a:cubicBezTo>
                  <a:cubicBezTo>
                    <a:pt x="40" y="196"/>
                    <a:pt x="118" y="401"/>
                    <a:pt x="196" y="645"/>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8" name="Google Shape;4148;p60"/>
            <p:cNvSpPr/>
            <p:nvPr/>
          </p:nvSpPr>
          <p:spPr>
            <a:xfrm>
              <a:off x="4613100" y="1887447"/>
              <a:ext cx="3583" cy="8987"/>
            </a:xfrm>
            <a:custGeom>
              <a:avLst/>
              <a:gdLst/>
              <a:ahLst/>
              <a:cxnLst/>
              <a:rect l="l" t="t" r="r" b="b"/>
              <a:pathLst>
                <a:path w="246" h="617" extrusionOk="0">
                  <a:moveTo>
                    <a:pt x="245" y="616"/>
                  </a:moveTo>
                  <a:cubicBezTo>
                    <a:pt x="157" y="411"/>
                    <a:pt x="79" y="206"/>
                    <a:pt x="1" y="1"/>
                  </a:cubicBezTo>
                  <a:cubicBezTo>
                    <a:pt x="79" y="206"/>
                    <a:pt x="157" y="411"/>
                    <a:pt x="245" y="61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49" name="Google Shape;4149;p60"/>
            <p:cNvSpPr/>
            <p:nvPr/>
          </p:nvSpPr>
          <p:spPr>
            <a:xfrm>
              <a:off x="4639142" y="1967569"/>
              <a:ext cx="2447" cy="8841"/>
            </a:xfrm>
            <a:custGeom>
              <a:avLst/>
              <a:gdLst/>
              <a:ahLst/>
              <a:cxnLst/>
              <a:rect l="l" t="t" r="r" b="b"/>
              <a:pathLst>
                <a:path w="168" h="607" extrusionOk="0">
                  <a:moveTo>
                    <a:pt x="167" y="607"/>
                  </a:moveTo>
                  <a:cubicBezTo>
                    <a:pt x="128" y="411"/>
                    <a:pt x="40" y="206"/>
                    <a:pt x="1" y="1"/>
                  </a:cubicBezTo>
                  <a:cubicBezTo>
                    <a:pt x="40" y="206"/>
                    <a:pt x="128" y="411"/>
                    <a:pt x="167" y="60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0" name="Google Shape;4150;p60"/>
            <p:cNvSpPr/>
            <p:nvPr/>
          </p:nvSpPr>
          <p:spPr>
            <a:xfrm>
              <a:off x="3492920" y="2382001"/>
              <a:ext cx="229428" cy="407470"/>
            </a:xfrm>
            <a:custGeom>
              <a:avLst/>
              <a:gdLst/>
              <a:ahLst/>
              <a:cxnLst/>
              <a:rect l="l" t="t" r="r" b="b"/>
              <a:pathLst>
                <a:path w="15752" h="27976" extrusionOk="0">
                  <a:moveTo>
                    <a:pt x="12947" y="1"/>
                  </a:moveTo>
                  <a:cubicBezTo>
                    <a:pt x="11931" y="49"/>
                    <a:pt x="10915" y="49"/>
                    <a:pt x="9889" y="89"/>
                  </a:cubicBezTo>
                  <a:lnTo>
                    <a:pt x="8384" y="89"/>
                  </a:lnTo>
                  <a:cubicBezTo>
                    <a:pt x="8345" y="128"/>
                    <a:pt x="8267" y="128"/>
                    <a:pt x="8179" y="128"/>
                  </a:cubicBezTo>
                  <a:lnTo>
                    <a:pt x="6674" y="128"/>
                  </a:lnTo>
                  <a:cubicBezTo>
                    <a:pt x="6225" y="167"/>
                    <a:pt x="5785" y="167"/>
                    <a:pt x="5336" y="167"/>
                  </a:cubicBezTo>
                  <a:lnTo>
                    <a:pt x="5169" y="167"/>
                  </a:lnTo>
                  <a:cubicBezTo>
                    <a:pt x="4759" y="206"/>
                    <a:pt x="4319" y="206"/>
                    <a:pt x="3909" y="245"/>
                  </a:cubicBezTo>
                  <a:cubicBezTo>
                    <a:pt x="3197" y="1019"/>
                    <a:pt x="2338" y="1437"/>
                    <a:pt x="1323" y="1437"/>
                  </a:cubicBezTo>
                  <a:cubicBezTo>
                    <a:pt x="1056" y="1437"/>
                    <a:pt x="778" y="1408"/>
                    <a:pt x="489" y="1349"/>
                  </a:cubicBezTo>
                  <a:cubicBezTo>
                    <a:pt x="323" y="1349"/>
                    <a:pt x="167" y="1310"/>
                    <a:pt x="0" y="1271"/>
                  </a:cubicBezTo>
                  <a:lnTo>
                    <a:pt x="0" y="1271"/>
                  </a:lnTo>
                  <a:cubicBezTo>
                    <a:pt x="40" y="1799"/>
                    <a:pt x="40" y="2365"/>
                    <a:pt x="79" y="2932"/>
                  </a:cubicBezTo>
                  <a:cubicBezTo>
                    <a:pt x="79" y="3342"/>
                    <a:pt x="118" y="3753"/>
                    <a:pt x="118" y="4202"/>
                  </a:cubicBezTo>
                  <a:cubicBezTo>
                    <a:pt x="167" y="4847"/>
                    <a:pt x="167" y="5541"/>
                    <a:pt x="206" y="6196"/>
                  </a:cubicBezTo>
                  <a:cubicBezTo>
                    <a:pt x="245" y="6596"/>
                    <a:pt x="245" y="6967"/>
                    <a:pt x="284" y="7329"/>
                  </a:cubicBezTo>
                  <a:cubicBezTo>
                    <a:pt x="284" y="8023"/>
                    <a:pt x="323" y="8756"/>
                    <a:pt x="411" y="9449"/>
                  </a:cubicBezTo>
                  <a:cubicBezTo>
                    <a:pt x="411" y="9821"/>
                    <a:pt x="411" y="10143"/>
                    <a:pt x="450" y="10466"/>
                  </a:cubicBezTo>
                  <a:cubicBezTo>
                    <a:pt x="489" y="11198"/>
                    <a:pt x="528" y="11931"/>
                    <a:pt x="606" y="12664"/>
                  </a:cubicBezTo>
                  <a:cubicBezTo>
                    <a:pt x="606" y="12996"/>
                    <a:pt x="655" y="13319"/>
                    <a:pt x="655" y="13641"/>
                  </a:cubicBezTo>
                  <a:cubicBezTo>
                    <a:pt x="733" y="14374"/>
                    <a:pt x="772" y="15146"/>
                    <a:pt x="851" y="15879"/>
                  </a:cubicBezTo>
                  <a:cubicBezTo>
                    <a:pt x="851" y="16172"/>
                    <a:pt x="899" y="16494"/>
                    <a:pt x="899" y="16778"/>
                  </a:cubicBezTo>
                  <a:cubicBezTo>
                    <a:pt x="978" y="17550"/>
                    <a:pt x="1056" y="18322"/>
                    <a:pt x="1144" y="19103"/>
                  </a:cubicBezTo>
                  <a:cubicBezTo>
                    <a:pt x="1144" y="19387"/>
                    <a:pt x="1183" y="19631"/>
                    <a:pt x="1183" y="19914"/>
                  </a:cubicBezTo>
                  <a:cubicBezTo>
                    <a:pt x="1261" y="20725"/>
                    <a:pt x="1339" y="21546"/>
                    <a:pt x="1427" y="22357"/>
                  </a:cubicBezTo>
                  <a:cubicBezTo>
                    <a:pt x="1466" y="22562"/>
                    <a:pt x="1505" y="22807"/>
                    <a:pt x="1505" y="23051"/>
                  </a:cubicBezTo>
                  <a:cubicBezTo>
                    <a:pt x="1632" y="24067"/>
                    <a:pt x="1749" y="25122"/>
                    <a:pt x="1877" y="26139"/>
                  </a:cubicBezTo>
                  <a:cubicBezTo>
                    <a:pt x="1877" y="26344"/>
                    <a:pt x="1916" y="26627"/>
                    <a:pt x="1916" y="26959"/>
                  </a:cubicBezTo>
                  <a:cubicBezTo>
                    <a:pt x="1916" y="26998"/>
                    <a:pt x="1916" y="27038"/>
                    <a:pt x="1877" y="27038"/>
                  </a:cubicBezTo>
                  <a:lnTo>
                    <a:pt x="1877" y="27116"/>
                  </a:lnTo>
                  <a:lnTo>
                    <a:pt x="1877" y="27243"/>
                  </a:lnTo>
                  <a:cubicBezTo>
                    <a:pt x="1877" y="27282"/>
                    <a:pt x="1828" y="27321"/>
                    <a:pt x="1828" y="27360"/>
                  </a:cubicBezTo>
                  <a:lnTo>
                    <a:pt x="1828" y="27409"/>
                  </a:lnTo>
                  <a:cubicBezTo>
                    <a:pt x="1828" y="27409"/>
                    <a:pt x="1828" y="27448"/>
                    <a:pt x="1789" y="27487"/>
                  </a:cubicBezTo>
                  <a:lnTo>
                    <a:pt x="1828" y="27487"/>
                  </a:lnTo>
                  <a:cubicBezTo>
                    <a:pt x="1916" y="27526"/>
                    <a:pt x="1994" y="27604"/>
                    <a:pt x="2033" y="27653"/>
                  </a:cubicBezTo>
                  <a:lnTo>
                    <a:pt x="2072" y="27653"/>
                  </a:lnTo>
                  <a:cubicBezTo>
                    <a:pt x="2160" y="27692"/>
                    <a:pt x="2238" y="27731"/>
                    <a:pt x="2277" y="27770"/>
                  </a:cubicBezTo>
                  <a:lnTo>
                    <a:pt x="2316" y="27770"/>
                  </a:lnTo>
                  <a:cubicBezTo>
                    <a:pt x="2404" y="27810"/>
                    <a:pt x="2482" y="27849"/>
                    <a:pt x="2521" y="27897"/>
                  </a:cubicBezTo>
                  <a:lnTo>
                    <a:pt x="2561" y="27897"/>
                  </a:lnTo>
                  <a:cubicBezTo>
                    <a:pt x="2648" y="27897"/>
                    <a:pt x="2688" y="27937"/>
                    <a:pt x="2766" y="27937"/>
                  </a:cubicBezTo>
                  <a:lnTo>
                    <a:pt x="2805" y="27937"/>
                  </a:lnTo>
                  <a:cubicBezTo>
                    <a:pt x="2854" y="27976"/>
                    <a:pt x="2932" y="27976"/>
                    <a:pt x="2971" y="27976"/>
                  </a:cubicBezTo>
                  <a:lnTo>
                    <a:pt x="3215" y="27976"/>
                  </a:lnTo>
                  <a:cubicBezTo>
                    <a:pt x="3293" y="27976"/>
                    <a:pt x="3342" y="27937"/>
                    <a:pt x="3381" y="27937"/>
                  </a:cubicBezTo>
                  <a:lnTo>
                    <a:pt x="3420" y="27937"/>
                  </a:lnTo>
                  <a:cubicBezTo>
                    <a:pt x="3459" y="27897"/>
                    <a:pt x="3538" y="27897"/>
                    <a:pt x="3586" y="27849"/>
                  </a:cubicBezTo>
                  <a:cubicBezTo>
                    <a:pt x="3665" y="27810"/>
                    <a:pt x="3743" y="27731"/>
                    <a:pt x="3782" y="27692"/>
                  </a:cubicBezTo>
                  <a:cubicBezTo>
                    <a:pt x="3948" y="27565"/>
                    <a:pt x="4114" y="27487"/>
                    <a:pt x="4319" y="27409"/>
                  </a:cubicBezTo>
                  <a:cubicBezTo>
                    <a:pt x="4425" y="27371"/>
                    <a:pt x="4538" y="27357"/>
                    <a:pt x="4652" y="27357"/>
                  </a:cubicBezTo>
                  <a:cubicBezTo>
                    <a:pt x="4801" y="27357"/>
                    <a:pt x="4953" y="27381"/>
                    <a:pt x="5091" y="27409"/>
                  </a:cubicBezTo>
                  <a:cubicBezTo>
                    <a:pt x="5195" y="27409"/>
                    <a:pt x="5304" y="27426"/>
                    <a:pt x="5414" y="27426"/>
                  </a:cubicBezTo>
                  <a:cubicBezTo>
                    <a:pt x="5469" y="27426"/>
                    <a:pt x="5524" y="27422"/>
                    <a:pt x="5580" y="27409"/>
                  </a:cubicBezTo>
                  <a:cubicBezTo>
                    <a:pt x="5980" y="27360"/>
                    <a:pt x="6225" y="26959"/>
                    <a:pt x="6518" y="26549"/>
                  </a:cubicBezTo>
                  <a:cubicBezTo>
                    <a:pt x="6635" y="26305"/>
                    <a:pt x="6801" y="26060"/>
                    <a:pt x="7006" y="25855"/>
                  </a:cubicBezTo>
                  <a:cubicBezTo>
                    <a:pt x="7651" y="25210"/>
                    <a:pt x="8550" y="25083"/>
                    <a:pt x="9400" y="24917"/>
                  </a:cubicBezTo>
                  <a:cubicBezTo>
                    <a:pt x="9889" y="24839"/>
                    <a:pt x="10426" y="24761"/>
                    <a:pt x="10866" y="24595"/>
                  </a:cubicBezTo>
                  <a:cubicBezTo>
                    <a:pt x="12175" y="24028"/>
                    <a:pt x="12869" y="22641"/>
                    <a:pt x="13309" y="21624"/>
                  </a:cubicBezTo>
                  <a:cubicBezTo>
                    <a:pt x="13553" y="21009"/>
                    <a:pt x="13885" y="20325"/>
                    <a:pt x="14530" y="20032"/>
                  </a:cubicBezTo>
                  <a:cubicBezTo>
                    <a:pt x="14696" y="19993"/>
                    <a:pt x="14862" y="19953"/>
                    <a:pt x="15019" y="19914"/>
                  </a:cubicBezTo>
                  <a:cubicBezTo>
                    <a:pt x="15263" y="19875"/>
                    <a:pt x="15468" y="19836"/>
                    <a:pt x="15595" y="19709"/>
                  </a:cubicBezTo>
                  <a:cubicBezTo>
                    <a:pt x="15752" y="19504"/>
                    <a:pt x="15713" y="19221"/>
                    <a:pt x="15674" y="18937"/>
                  </a:cubicBezTo>
                  <a:lnTo>
                    <a:pt x="15468" y="17432"/>
                  </a:lnTo>
                  <a:lnTo>
                    <a:pt x="14657" y="11814"/>
                  </a:lnTo>
                  <a:lnTo>
                    <a:pt x="12986" y="372"/>
                  </a:lnTo>
                  <a:lnTo>
                    <a:pt x="12947" y="89"/>
                  </a:lnTo>
                  <a:lnTo>
                    <a:pt x="12947"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1" name="Google Shape;4151;p60"/>
            <p:cNvSpPr/>
            <p:nvPr/>
          </p:nvSpPr>
          <p:spPr>
            <a:xfrm>
              <a:off x="3593113" y="2383851"/>
              <a:ext cx="18935" cy="15"/>
            </a:xfrm>
            <a:custGeom>
              <a:avLst/>
              <a:gdLst/>
              <a:ahLst/>
              <a:cxnLst/>
              <a:rect l="l" t="t" r="r" b="b"/>
              <a:pathLst>
                <a:path w="1300" h="1" extrusionOk="0">
                  <a:moveTo>
                    <a:pt x="0" y="1"/>
                  </a:moveTo>
                  <a:lnTo>
                    <a:pt x="130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2" name="Google Shape;4152;p60"/>
            <p:cNvSpPr/>
            <p:nvPr/>
          </p:nvSpPr>
          <p:spPr>
            <a:xfrm>
              <a:off x="3549841" y="2384419"/>
              <a:ext cx="18381" cy="1151"/>
            </a:xfrm>
            <a:custGeom>
              <a:avLst/>
              <a:gdLst/>
              <a:ahLst/>
              <a:cxnLst/>
              <a:rect l="l" t="t" r="r" b="b"/>
              <a:pathLst>
                <a:path w="1262" h="79" extrusionOk="0">
                  <a:moveTo>
                    <a:pt x="1" y="79"/>
                  </a:moveTo>
                  <a:lnTo>
                    <a:pt x="1" y="79"/>
                  </a:lnTo>
                  <a:cubicBezTo>
                    <a:pt x="411" y="40"/>
                    <a:pt x="851" y="40"/>
                    <a:pt x="1261" y="1"/>
                  </a:cubicBezTo>
                  <a:cubicBezTo>
                    <a:pt x="851" y="40"/>
                    <a:pt x="411" y="40"/>
                    <a:pt x="1" y="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3" name="Google Shape;4153;p60"/>
            <p:cNvSpPr/>
            <p:nvPr/>
          </p:nvSpPr>
          <p:spPr>
            <a:xfrm>
              <a:off x="3615033" y="2383283"/>
              <a:ext cx="21920" cy="15"/>
            </a:xfrm>
            <a:custGeom>
              <a:avLst/>
              <a:gdLst/>
              <a:ahLst/>
              <a:cxnLst/>
              <a:rect l="l" t="t" r="r" b="b"/>
              <a:pathLst>
                <a:path w="1505" h="1" extrusionOk="0">
                  <a:moveTo>
                    <a:pt x="0" y="1"/>
                  </a:moveTo>
                  <a:lnTo>
                    <a:pt x="1505"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4" name="Google Shape;4154;p60"/>
            <p:cNvSpPr/>
            <p:nvPr/>
          </p:nvSpPr>
          <p:spPr>
            <a:xfrm>
              <a:off x="3570625" y="2383851"/>
              <a:ext cx="19517" cy="583"/>
            </a:xfrm>
            <a:custGeom>
              <a:avLst/>
              <a:gdLst/>
              <a:ahLst/>
              <a:cxnLst/>
              <a:rect l="l" t="t" r="r" b="b"/>
              <a:pathLst>
                <a:path w="1340" h="40" extrusionOk="0">
                  <a:moveTo>
                    <a:pt x="1" y="40"/>
                  </a:moveTo>
                  <a:cubicBezTo>
                    <a:pt x="450" y="40"/>
                    <a:pt x="890" y="40"/>
                    <a:pt x="1339" y="1"/>
                  </a:cubicBezTo>
                  <a:cubicBezTo>
                    <a:pt x="890" y="40"/>
                    <a:pt x="450" y="40"/>
                    <a:pt x="1" y="4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5" name="Google Shape;4155;p60"/>
            <p:cNvSpPr/>
            <p:nvPr/>
          </p:nvSpPr>
          <p:spPr>
            <a:xfrm>
              <a:off x="3681494" y="2383283"/>
              <a:ext cx="583" cy="4136"/>
            </a:xfrm>
            <a:custGeom>
              <a:avLst/>
              <a:gdLst/>
              <a:ahLst/>
              <a:cxnLst/>
              <a:rect l="l" t="t" r="r" b="b"/>
              <a:pathLst>
                <a:path w="40" h="284" extrusionOk="0">
                  <a:moveTo>
                    <a:pt x="39" y="284"/>
                  </a:moveTo>
                  <a:lnTo>
                    <a:pt x="39" y="284"/>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6" name="Google Shape;4156;p60"/>
            <p:cNvSpPr/>
            <p:nvPr/>
          </p:nvSpPr>
          <p:spPr>
            <a:xfrm>
              <a:off x="3682062" y="2387405"/>
              <a:ext cx="24353" cy="166682"/>
            </a:xfrm>
            <a:custGeom>
              <a:avLst/>
              <a:gdLst/>
              <a:ahLst/>
              <a:cxnLst/>
              <a:rect l="l" t="t" r="r" b="b"/>
              <a:pathLst>
                <a:path w="1672" h="11444" extrusionOk="0">
                  <a:moveTo>
                    <a:pt x="0" y="1"/>
                  </a:moveTo>
                  <a:lnTo>
                    <a:pt x="1671" y="11443"/>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7" name="Google Shape;4157;p60"/>
            <p:cNvSpPr/>
            <p:nvPr/>
          </p:nvSpPr>
          <p:spPr>
            <a:xfrm>
              <a:off x="3681494" y="2382001"/>
              <a:ext cx="15" cy="1296"/>
            </a:xfrm>
            <a:custGeom>
              <a:avLst/>
              <a:gdLst/>
              <a:ahLst/>
              <a:cxnLst/>
              <a:rect l="l" t="t" r="r" b="b"/>
              <a:pathLst>
                <a:path w="1" h="89" extrusionOk="0">
                  <a:moveTo>
                    <a:pt x="0" y="1"/>
                  </a:moveTo>
                  <a:lnTo>
                    <a:pt x="0" y="1"/>
                  </a:lnTo>
                  <a:lnTo>
                    <a:pt x="0" y="8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8" name="Google Shape;4158;p60"/>
            <p:cNvSpPr/>
            <p:nvPr/>
          </p:nvSpPr>
          <p:spPr>
            <a:xfrm>
              <a:off x="3681494" y="2382001"/>
              <a:ext cx="583" cy="5418"/>
            </a:xfrm>
            <a:custGeom>
              <a:avLst/>
              <a:gdLst/>
              <a:ahLst/>
              <a:cxnLst/>
              <a:rect l="l" t="t" r="r" b="b"/>
              <a:pathLst>
                <a:path w="40" h="372" extrusionOk="0">
                  <a:moveTo>
                    <a:pt x="0" y="1"/>
                  </a:moveTo>
                  <a:lnTo>
                    <a:pt x="0" y="89"/>
                  </a:lnTo>
                  <a:lnTo>
                    <a:pt x="39" y="372"/>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59" name="Google Shape;4159;p60"/>
            <p:cNvSpPr/>
            <p:nvPr/>
          </p:nvSpPr>
          <p:spPr>
            <a:xfrm>
              <a:off x="3518963" y="2782349"/>
              <a:ext cx="583" cy="15"/>
            </a:xfrm>
            <a:custGeom>
              <a:avLst/>
              <a:gdLst/>
              <a:ahLst/>
              <a:cxnLst/>
              <a:rect l="l" t="t" r="r" b="b"/>
              <a:pathLst>
                <a:path w="40" h="1" extrusionOk="0">
                  <a:moveTo>
                    <a:pt x="1" y="0"/>
                  </a:moveTo>
                  <a:lnTo>
                    <a:pt x="40"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0" name="Google Shape;4160;p60"/>
            <p:cNvSpPr/>
            <p:nvPr/>
          </p:nvSpPr>
          <p:spPr>
            <a:xfrm>
              <a:off x="3718212" y="2635898"/>
              <a:ext cx="3000" cy="21935"/>
            </a:xfrm>
            <a:custGeom>
              <a:avLst/>
              <a:gdLst/>
              <a:ahLst/>
              <a:cxnLst/>
              <a:rect l="l" t="t" r="r" b="b"/>
              <a:pathLst>
                <a:path w="206" h="1506" extrusionOk="0">
                  <a:moveTo>
                    <a:pt x="206" y="1505"/>
                  </a:moveTo>
                  <a:lnTo>
                    <a:pt x="0" y="0"/>
                  </a:ln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1" name="Google Shape;4161;p60"/>
            <p:cNvSpPr/>
            <p:nvPr/>
          </p:nvSpPr>
          <p:spPr>
            <a:xfrm>
              <a:off x="3533193" y="2788889"/>
              <a:ext cx="583" cy="15"/>
            </a:xfrm>
            <a:custGeom>
              <a:avLst/>
              <a:gdLst/>
              <a:ahLst/>
              <a:cxnLst/>
              <a:rect l="l" t="t" r="r" b="b"/>
              <a:pathLst>
                <a:path w="40" h="1" extrusionOk="0">
                  <a:moveTo>
                    <a:pt x="40" y="1"/>
                  </a:move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2" name="Google Shape;4162;p60"/>
            <p:cNvSpPr/>
            <p:nvPr/>
          </p:nvSpPr>
          <p:spPr>
            <a:xfrm>
              <a:off x="3529639" y="2788321"/>
              <a:ext cx="583" cy="15"/>
            </a:xfrm>
            <a:custGeom>
              <a:avLst/>
              <a:gdLst/>
              <a:ahLst/>
              <a:cxnLst/>
              <a:rect l="l" t="t" r="r" b="b"/>
              <a:pathLst>
                <a:path w="40" h="1" extrusionOk="0">
                  <a:moveTo>
                    <a:pt x="40" y="0"/>
                  </a:move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3" name="Google Shape;4163;p60"/>
            <p:cNvSpPr/>
            <p:nvPr/>
          </p:nvSpPr>
          <p:spPr>
            <a:xfrm>
              <a:off x="3536179" y="2789457"/>
              <a:ext cx="583" cy="15"/>
            </a:xfrm>
            <a:custGeom>
              <a:avLst/>
              <a:gdLst/>
              <a:ahLst/>
              <a:cxnLst/>
              <a:rect l="l" t="t" r="r" b="b"/>
              <a:pathLst>
                <a:path w="40" h="1" extrusionOk="0">
                  <a:moveTo>
                    <a:pt x="40" y="1"/>
                  </a:moveTo>
                  <a:lnTo>
                    <a:pt x="1"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4" name="Google Shape;4164;p60"/>
            <p:cNvSpPr/>
            <p:nvPr/>
          </p:nvSpPr>
          <p:spPr>
            <a:xfrm>
              <a:off x="3542165" y="2788889"/>
              <a:ext cx="583" cy="15"/>
            </a:xfrm>
            <a:custGeom>
              <a:avLst/>
              <a:gdLst/>
              <a:ahLst/>
              <a:cxnLst/>
              <a:rect l="l" t="t" r="r" b="b"/>
              <a:pathLst>
                <a:path w="40" h="1" extrusionOk="0">
                  <a:moveTo>
                    <a:pt x="39" y="1"/>
                  </a:move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5" name="Google Shape;4165;p60"/>
            <p:cNvSpPr/>
            <p:nvPr/>
          </p:nvSpPr>
          <p:spPr>
            <a:xfrm>
              <a:off x="3539179" y="2789457"/>
              <a:ext cx="583" cy="15"/>
            </a:xfrm>
            <a:custGeom>
              <a:avLst/>
              <a:gdLst/>
              <a:ahLst/>
              <a:cxnLst/>
              <a:rect l="l" t="t" r="r" b="b"/>
              <a:pathLst>
                <a:path w="40" h="1" extrusionOk="0">
                  <a:moveTo>
                    <a:pt x="39" y="1"/>
                  </a:move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6" name="Google Shape;4166;p60"/>
            <p:cNvSpPr/>
            <p:nvPr/>
          </p:nvSpPr>
          <p:spPr>
            <a:xfrm>
              <a:off x="3526085" y="2786471"/>
              <a:ext cx="583" cy="15"/>
            </a:xfrm>
            <a:custGeom>
              <a:avLst/>
              <a:gdLst/>
              <a:ahLst/>
              <a:cxnLst/>
              <a:rect l="l" t="t" r="r" b="b"/>
              <a:pathLst>
                <a:path w="40" h="1" extrusionOk="0">
                  <a:moveTo>
                    <a:pt x="39" y="0"/>
                  </a:move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7" name="Google Shape;4167;p60"/>
            <p:cNvSpPr/>
            <p:nvPr/>
          </p:nvSpPr>
          <p:spPr>
            <a:xfrm>
              <a:off x="3522517" y="2784767"/>
              <a:ext cx="583" cy="15"/>
            </a:xfrm>
            <a:custGeom>
              <a:avLst/>
              <a:gdLst/>
              <a:ahLst/>
              <a:cxnLst/>
              <a:rect l="l" t="t" r="r" b="b"/>
              <a:pathLst>
                <a:path w="40" h="1" extrusionOk="0">
                  <a:moveTo>
                    <a:pt x="40" y="0"/>
                  </a:move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8" name="Google Shape;4168;p60"/>
            <p:cNvSpPr/>
            <p:nvPr/>
          </p:nvSpPr>
          <p:spPr>
            <a:xfrm>
              <a:off x="3204723" y="2331053"/>
              <a:ext cx="308996" cy="536691"/>
            </a:xfrm>
            <a:custGeom>
              <a:avLst/>
              <a:gdLst/>
              <a:ahLst/>
              <a:cxnLst/>
              <a:rect l="l" t="t" r="r" b="b"/>
              <a:pathLst>
                <a:path w="21215" h="36848" extrusionOk="0">
                  <a:moveTo>
                    <a:pt x="3137" y="1"/>
                  </a:moveTo>
                  <a:lnTo>
                    <a:pt x="3137" y="40"/>
                  </a:lnTo>
                  <a:cubicBezTo>
                    <a:pt x="3176" y="167"/>
                    <a:pt x="3215" y="284"/>
                    <a:pt x="3255" y="411"/>
                  </a:cubicBezTo>
                  <a:cubicBezTo>
                    <a:pt x="3294" y="528"/>
                    <a:pt x="3342" y="655"/>
                    <a:pt x="3421" y="733"/>
                  </a:cubicBezTo>
                  <a:lnTo>
                    <a:pt x="3421" y="812"/>
                  </a:lnTo>
                  <a:cubicBezTo>
                    <a:pt x="3499" y="899"/>
                    <a:pt x="3538" y="1017"/>
                    <a:pt x="3587" y="1105"/>
                  </a:cubicBezTo>
                  <a:cubicBezTo>
                    <a:pt x="3626" y="1105"/>
                    <a:pt x="3626" y="1144"/>
                    <a:pt x="3626" y="1144"/>
                  </a:cubicBezTo>
                  <a:cubicBezTo>
                    <a:pt x="3704" y="1261"/>
                    <a:pt x="3743" y="1349"/>
                    <a:pt x="3831" y="1427"/>
                  </a:cubicBezTo>
                  <a:cubicBezTo>
                    <a:pt x="3948" y="1593"/>
                    <a:pt x="4114" y="1750"/>
                    <a:pt x="4271" y="1916"/>
                  </a:cubicBezTo>
                  <a:cubicBezTo>
                    <a:pt x="4476" y="2121"/>
                    <a:pt x="4681" y="2365"/>
                    <a:pt x="4847" y="2649"/>
                  </a:cubicBezTo>
                  <a:cubicBezTo>
                    <a:pt x="5336" y="3381"/>
                    <a:pt x="5492" y="4319"/>
                    <a:pt x="5248" y="5169"/>
                  </a:cubicBezTo>
                  <a:cubicBezTo>
                    <a:pt x="5209" y="5297"/>
                    <a:pt x="5170" y="5414"/>
                    <a:pt x="5131" y="5541"/>
                  </a:cubicBezTo>
                  <a:cubicBezTo>
                    <a:pt x="4720" y="6479"/>
                    <a:pt x="3831" y="7163"/>
                    <a:pt x="2805" y="7329"/>
                  </a:cubicBezTo>
                  <a:cubicBezTo>
                    <a:pt x="2688" y="7368"/>
                    <a:pt x="2522" y="7368"/>
                    <a:pt x="2404" y="7368"/>
                  </a:cubicBezTo>
                  <a:cubicBezTo>
                    <a:pt x="2160" y="7407"/>
                    <a:pt x="1916" y="7407"/>
                    <a:pt x="1711" y="7495"/>
                  </a:cubicBezTo>
                  <a:cubicBezTo>
                    <a:pt x="1466" y="7573"/>
                    <a:pt x="1222" y="7817"/>
                    <a:pt x="1261" y="8062"/>
                  </a:cubicBezTo>
                  <a:cubicBezTo>
                    <a:pt x="1261" y="8228"/>
                    <a:pt x="1427" y="8384"/>
                    <a:pt x="1545" y="8589"/>
                  </a:cubicBezTo>
                  <a:cubicBezTo>
                    <a:pt x="1789" y="8834"/>
                    <a:pt x="2033" y="9166"/>
                    <a:pt x="1955" y="9567"/>
                  </a:cubicBezTo>
                  <a:cubicBezTo>
                    <a:pt x="1828" y="10016"/>
                    <a:pt x="1427" y="10182"/>
                    <a:pt x="1056" y="10299"/>
                  </a:cubicBezTo>
                  <a:cubicBezTo>
                    <a:pt x="900" y="10338"/>
                    <a:pt x="694" y="10426"/>
                    <a:pt x="567" y="10505"/>
                  </a:cubicBezTo>
                  <a:cubicBezTo>
                    <a:pt x="245" y="10788"/>
                    <a:pt x="284" y="11316"/>
                    <a:pt x="411" y="11726"/>
                  </a:cubicBezTo>
                  <a:cubicBezTo>
                    <a:pt x="450" y="11853"/>
                    <a:pt x="489" y="11970"/>
                    <a:pt x="528" y="12097"/>
                  </a:cubicBezTo>
                  <a:cubicBezTo>
                    <a:pt x="694" y="12498"/>
                    <a:pt x="851" y="12947"/>
                    <a:pt x="773" y="13397"/>
                  </a:cubicBezTo>
                  <a:cubicBezTo>
                    <a:pt x="773" y="13475"/>
                    <a:pt x="773" y="13563"/>
                    <a:pt x="734" y="13641"/>
                  </a:cubicBezTo>
                  <a:lnTo>
                    <a:pt x="734" y="13719"/>
                  </a:lnTo>
                  <a:cubicBezTo>
                    <a:pt x="734" y="13807"/>
                    <a:pt x="694" y="13846"/>
                    <a:pt x="694" y="13885"/>
                  </a:cubicBezTo>
                  <a:cubicBezTo>
                    <a:pt x="694" y="13925"/>
                    <a:pt x="694" y="13925"/>
                    <a:pt x="655" y="13964"/>
                  </a:cubicBezTo>
                  <a:cubicBezTo>
                    <a:pt x="655" y="14003"/>
                    <a:pt x="655" y="14091"/>
                    <a:pt x="607" y="14130"/>
                  </a:cubicBezTo>
                  <a:lnTo>
                    <a:pt x="607" y="14169"/>
                  </a:lnTo>
                  <a:cubicBezTo>
                    <a:pt x="567" y="14208"/>
                    <a:pt x="528" y="14296"/>
                    <a:pt x="528" y="14335"/>
                  </a:cubicBezTo>
                  <a:cubicBezTo>
                    <a:pt x="411" y="14618"/>
                    <a:pt x="245" y="14823"/>
                    <a:pt x="1" y="14941"/>
                  </a:cubicBezTo>
                  <a:cubicBezTo>
                    <a:pt x="40" y="14941"/>
                    <a:pt x="40" y="14980"/>
                    <a:pt x="40" y="14980"/>
                  </a:cubicBezTo>
                  <a:cubicBezTo>
                    <a:pt x="79" y="15068"/>
                    <a:pt x="118" y="15146"/>
                    <a:pt x="167" y="15185"/>
                  </a:cubicBezTo>
                  <a:cubicBezTo>
                    <a:pt x="167" y="15224"/>
                    <a:pt x="206" y="15224"/>
                    <a:pt x="206" y="15224"/>
                  </a:cubicBezTo>
                  <a:cubicBezTo>
                    <a:pt x="245" y="15312"/>
                    <a:pt x="245" y="15351"/>
                    <a:pt x="284" y="15390"/>
                  </a:cubicBezTo>
                  <a:lnTo>
                    <a:pt x="284" y="15468"/>
                  </a:lnTo>
                  <a:cubicBezTo>
                    <a:pt x="323" y="15517"/>
                    <a:pt x="362" y="15595"/>
                    <a:pt x="411" y="15674"/>
                  </a:cubicBezTo>
                  <a:cubicBezTo>
                    <a:pt x="450" y="15801"/>
                    <a:pt x="489" y="15957"/>
                    <a:pt x="528" y="16123"/>
                  </a:cubicBezTo>
                  <a:cubicBezTo>
                    <a:pt x="567" y="16328"/>
                    <a:pt x="607" y="16533"/>
                    <a:pt x="694" y="16690"/>
                  </a:cubicBezTo>
                  <a:cubicBezTo>
                    <a:pt x="773" y="16856"/>
                    <a:pt x="939" y="17022"/>
                    <a:pt x="1056" y="17178"/>
                  </a:cubicBezTo>
                  <a:cubicBezTo>
                    <a:pt x="1261" y="17384"/>
                    <a:pt x="1427" y="17628"/>
                    <a:pt x="1545" y="17911"/>
                  </a:cubicBezTo>
                  <a:cubicBezTo>
                    <a:pt x="1672" y="18243"/>
                    <a:pt x="1672" y="18566"/>
                    <a:pt x="1672" y="18888"/>
                  </a:cubicBezTo>
                  <a:cubicBezTo>
                    <a:pt x="1672" y="19093"/>
                    <a:pt x="1632" y="19299"/>
                    <a:pt x="1672" y="19465"/>
                  </a:cubicBezTo>
                  <a:cubicBezTo>
                    <a:pt x="1789" y="20071"/>
                    <a:pt x="2316" y="20520"/>
                    <a:pt x="2854" y="21009"/>
                  </a:cubicBezTo>
                  <a:cubicBezTo>
                    <a:pt x="3215" y="21292"/>
                    <a:pt x="3626" y="21624"/>
                    <a:pt x="3909" y="22025"/>
                  </a:cubicBezTo>
                  <a:cubicBezTo>
                    <a:pt x="4075" y="22269"/>
                    <a:pt x="4193" y="22513"/>
                    <a:pt x="4320" y="22758"/>
                  </a:cubicBezTo>
                  <a:cubicBezTo>
                    <a:pt x="4476" y="23129"/>
                    <a:pt x="4642" y="23451"/>
                    <a:pt x="4925" y="23696"/>
                  </a:cubicBezTo>
                  <a:cubicBezTo>
                    <a:pt x="5092" y="23823"/>
                    <a:pt x="5248" y="23901"/>
                    <a:pt x="5414" y="24018"/>
                  </a:cubicBezTo>
                  <a:cubicBezTo>
                    <a:pt x="5619" y="24106"/>
                    <a:pt x="5785" y="24184"/>
                    <a:pt x="5981" y="24350"/>
                  </a:cubicBezTo>
                  <a:cubicBezTo>
                    <a:pt x="6841" y="25044"/>
                    <a:pt x="6919" y="26266"/>
                    <a:pt x="6919" y="27360"/>
                  </a:cubicBezTo>
                  <a:lnTo>
                    <a:pt x="6919" y="27399"/>
                  </a:lnTo>
                  <a:lnTo>
                    <a:pt x="7046" y="27399"/>
                  </a:lnTo>
                  <a:lnTo>
                    <a:pt x="7085" y="27604"/>
                  </a:lnTo>
                  <a:cubicBezTo>
                    <a:pt x="7085" y="27770"/>
                    <a:pt x="7007" y="28015"/>
                    <a:pt x="6880" y="28171"/>
                  </a:cubicBezTo>
                  <a:cubicBezTo>
                    <a:pt x="6919" y="28542"/>
                    <a:pt x="6762" y="28865"/>
                    <a:pt x="6596" y="29197"/>
                  </a:cubicBezTo>
                  <a:cubicBezTo>
                    <a:pt x="6518" y="29353"/>
                    <a:pt x="6430" y="29519"/>
                    <a:pt x="6391" y="29685"/>
                  </a:cubicBezTo>
                  <a:cubicBezTo>
                    <a:pt x="6186" y="30496"/>
                    <a:pt x="7007" y="31229"/>
                    <a:pt x="7857" y="31591"/>
                  </a:cubicBezTo>
                  <a:cubicBezTo>
                    <a:pt x="8062" y="31679"/>
                    <a:pt x="8228" y="31718"/>
                    <a:pt x="8423" y="31796"/>
                  </a:cubicBezTo>
                  <a:cubicBezTo>
                    <a:pt x="9244" y="32128"/>
                    <a:pt x="10055" y="32412"/>
                    <a:pt x="10544" y="33184"/>
                  </a:cubicBezTo>
                  <a:cubicBezTo>
                    <a:pt x="10583" y="33262"/>
                    <a:pt x="10622" y="33301"/>
                    <a:pt x="10671" y="33389"/>
                  </a:cubicBezTo>
                  <a:cubicBezTo>
                    <a:pt x="10915" y="33916"/>
                    <a:pt x="10993" y="34483"/>
                    <a:pt x="11032" y="35060"/>
                  </a:cubicBezTo>
                  <a:cubicBezTo>
                    <a:pt x="11111" y="35744"/>
                    <a:pt x="11199" y="36437"/>
                    <a:pt x="11599" y="36848"/>
                  </a:cubicBezTo>
                  <a:lnTo>
                    <a:pt x="11648" y="36809"/>
                  </a:lnTo>
                  <a:cubicBezTo>
                    <a:pt x="11687" y="36809"/>
                    <a:pt x="11726" y="36770"/>
                    <a:pt x="11765" y="36770"/>
                  </a:cubicBezTo>
                  <a:cubicBezTo>
                    <a:pt x="11804" y="36721"/>
                    <a:pt x="11892" y="36721"/>
                    <a:pt x="11931" y="36682"/>
                  </a:cubicBezTo>
                  <a:cubicBezTo>
                    <a:pt x="11970" y="36682"/>
                    <a:pt x="12010" y="36643"/>
                    <a:pt x="12010" y="36643"/>
                  </a:cubicBezTo>
                  <a:cubicBezTo>
                    <a:pt x="12088" y="36604"/>
                    <a:pt x="12137" y="36604"/>
                    <a:pt x="12176" y="36564"/>
                  </a:cubicBezTo>
                  <a:cubicBezTo>
                    <a:pt x="12215" y="36564"/>
                    <a:pt x="12254" y="36564"/>
                    <a:pt x="12293" y="36525"/>
                  </a:cubicBezTo>
                  <a:cubicBezTo>
                    <a:pt x="12332" y="36525"/>
                    <a:pt x="12420" y="36476"/>
                    <a:pt x="12459" y="36476"/>
                  </a:cubicBezTo>
                  <a:cubicBezTo>
                    <a:pt x="12498" y="36476"/>
                    <a:pt x="12537" y="36437"/>
                    <a:pt x="12576" y="36437"/>
                  </a:cubicBezTo>
                  <a:cubicBezTo>
                    <a:pt x="12625" y="36437"/>
                    <a:pt x="12703" y="36398"/>
                    <a:pt x="12742" y="36398"/>
                  </a:cubicBezTo>
                  <a:cubicBezTo>
                    <a:pt x="12781" y="36398"/>
                    <a:pt x="12821" y="36398"/>
                    <a:pt x="12869" y="36359"/>
                  </a:cubicBezTo>
                  <a:cubicBezTo>
                    <a:pt x="12908" y="36359"/>
                    <a:pt x="12987" y="36359"/>
                    <a:pt x="13026" y="36320"/>
                  </a:cubicBezTo>
                  <a:lnTo>
                    <a:pt x="13114" y="36320"/>
                  </a:lnTo>
                  <a:cubicBezTo>
                    <a:pt x="13192" y="36320"/>
                    <a:pt x="13270" y="36320"/>
                    <a:pt x="13309" y="36281"/>
                  </a:cubicBezTo>
                  <a:lnTo>
                    <a:pt x="13680" y="36281"/>
                  </a:lnTo>
                  <a:cubicBezTo>
                    <a:pt x="13801" y="36265"/>
                    <a:pt x="13918" y="36259"/>
                    <a:pt x="14033" y="36259"/>
                  </a:cubicBezTo>
                  <a:cubicBezTo>
                    <a:pt x="14262" y="36259"/>
                    <a:pt x="14482" y="36281"/>
                    <a:pt x="14697" y="36281"/>
                  </a:cubicBezTo>
                  <a:cubicBezTo>
                    <a:pt x="15068" y="36320"/>
                    <a:pt x="15390" y="36320"/>
                    <a:pt x="15713" y="36320"/>
                  </a:cubicBezTo>
                  <a:cubicBezTo>
                    <a:pt x="16084" y="36281"/>
                    <a:pt x="16895" y="36193"/>
                    <a:pt x="17266" y="35548"/>
                  </a:cubicBezTo>
                  <a:cubicBezTo>
                    <a:pt x="17423" y="35304"/>
                    <a:pt x="17511" y="34933"/>
                    <a:pt x="17589" y="34571"/>
                  </a:cubicBezTo>
                  <a:cubicBezTo>
                    <a:pt x="17667" y="33995"/>
                    <a:pt x="17794" y="33389"/>
                    <a:pt x="18322" y="33057"/>
                  </a:cubicBezTo>
                  <a:cubicBezTo>
                    <a:pt x="18566" y="32900"/>
                    <a:pt x="18888" y="32812"/>
                    <a:pt x="19172" y="32773"/>
                  </a:cubicBezTo>
                  <a:cubicBezTo>
                    <a:pt x="19504" y="32695"/>
                    <a:pt x="19787" y="32656"/>
                    <a:pt x="19905" y="32451"/>
                  </a:cubicBezTo>
                  <a:cubicBezTo>
                    <a:pt x="19993" y="32373"/>
                    <a:pt x="20032" y="32246"/>
                    <a:pt x="20071" y="32079"/>
                  </a:cubicBezTo>
                  <a:cubicBezTo>
                    <a:pt x="20149" y="31923"/>
                    <a:pt x="20198" y="31679"/>
                    <a:pt x="20393" y="31513"/>
                  </a:cubicBezTo>
                  <a:cubicBezTo>
                    <a:pt x="20481" y="31435"/>
                    <a:pt x="20598" y="31347"/>
                    <a:pt x="20686" y="31308"/>
                  </a:cubicBezTo>
                  <a:cubicBezTo>
                    <a:pt x="20765" y="31268"/>
                    <a:pt x="20804" y="31229"/>
                    <a:pt x="20843" y="31190"/>
                  </a:cubicBezTo>
                  <a:cubicBezTo>
                    <a:pt x="20882" y="31190"/>
                    <a:pt x="20931" y="31151"/>
                    <a:pt x="20970" y="31102"/>
                  </a:cubicBezTo>
                  <a:lnTo>
                    <a:pt x="20970" y="31063"/>
                  </a:lnTo>
                  <a:cubicBezTo>
                    <a:pt x="21009" y="31063"/>
                    <a:pt x="21009" y="30985"/>
                    <a:pt x="21048" y="30946"/>
                  </a:cubicBezTo>
                  <a:cubicBezTo>
                    <a:pt x="21214" y="30663"/>
                    <a:pt x="21214" y="30252"/>
                    <a:pt x="21175" y="29881"/>
                  </a:cubicBezTo>
                  <a:lnTo>
                    <a:pt x="21175" y="29842"/>
                  </a:lnTo>
                  <a:cubicBezTo>
                    <a:pt x="21175" y="29803"/>
                    <a:pt x="21175" y="29764"/>
                    <a:pt x="21126" y="29685"/>
                  </a:cubicBezTo>
                  <a:cubicBezTo>
                    <a:pt x="21009" y="28660"/>
                    <a:pt x="20931" y="27604"/>
                    <a:pt x="20804" y="26588"/>
                  </a:cubicBezTo>
                  <a:cubicBezTo>
                    <a:pt x="20765" y="26178"/>
                    <a:pt x="20725" y="25777"/>
                    <a:pt x="20686" y="25367"/>
                  </a:cubicBezTo>
                  <a:cubicBezTo>
                    <a:pt x="20598" y="24751"/>
                    <a:pt x="20520" y="24106"/>
                    <a:pt x="20481" y="23451"/>
                  </a:cubicBezTo>
                  <a:cubicBezTo>
                    <a:pt x="20442" y="22963"/>
                    <a:pt x="20393" y="22474"/>
                    <a:pt x="20354" y="21947"/>
                  </a:cubicBezTo>
                  <a:cubicBezTo>
                    <a:pt x="20276" y="21419"/>
                    <a:pt x="20237" y="20843"/>
                    <a:pt x="20198" y="20315"/>
                  </a:cubicBezTo>
                  <a:cubicBezTo>
                    <a:pt x="20149" y="19748"/>
                    <a:pt x="20110" y="19221"/>
                    <a:pt x="20071" y="18693"/>
                  </a:cubicBezTo>
                  <a:cubicBezTo>
                    <a:pt x="20032" y="18155"/>
                    <a:pt x="19993" y="17667"/>
                    <a:pt x="19954" y="17139"/>
                  </a:cubicBezTo>
                  <a:cubicBezTo>
                    <a:pt x="19905" y="16573"/>
                    <a:pt x="19866" y="16006"/>
                    <a:pt x="19827" y="15429"/>
                  </a:cubicBezTo>
                  <a:cubicBezTo>
                    <a:pt x="19787" y="14941"/>
                    <a:pt x="19748" y="14452"/>
                    <a:pt x="19709" y="14003"/>
                  </a:cubicBezTo>
                  <a:cubicBezTo>
                    <a:pt x="19709" y="13397"/>
                    <a:pt x="19660" y="12830"/>
                    <a:pt x="19621" y="12254"/>
                  </a:cubicBezTo>
                  <a:cubicBezTo>
                    <a:pt x="19582" y="11765"/>
                    <a:pt x="19582" y="11316"/>
                    <a:pt x="19543" y="10827"/>
                  </a:cubicBezTo>
                  <a:cubicBezTo>
                    <a:pt x="19504" y="10221"/>
                    <a:pt x="19504" y="9606"/>
                    <a:pt x="19465" y="9039"/>
                  </a:cubicBezTo>
                  <a:cubicBezTo>
                    <a:pt x="19416" y="8589"/>
                    <a:pt x="19416" y="8140"/>
                    <a:pt x="19377" y="7651"/>
                  </a:cubicBezTo>
                  <a:cubicBezTo>
                    <a:pt x="19377" y="7046"/>
                    <a:pt x="19338" y="6430"/>
                    <a:pt x="19338" y="5824"/>
                  </a:cubicBezTo>
                  <a:cubicBezTo>
                    <a:pt x="19299" y="5414"/>
                    <a:pt x="19299" y="5013"/>
                    <a:pt x="19299" y="4564"/>
                  </a:cubicBezTo>
                  <a:cubicBezTo>
                    <a:pt x="17628" y="3909"/>
                    <a:pt x="16534" y="2404"/>
                    <a:pt x="16123"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69" name="Google Shape;4169;p60"/>
            <p:cNvSpPr/>
            <p:nvPr/>
          </p:nvSpPr>
          <p:spPr>
            <a:xfrm>
              <a:off x="2246491" y="2288363"/>
              <a:ext cx="632631" cy="328281"/>
            </a:xfrm>
            <a:custGeom>
              <a:avLst/>
              <a:gdLst/>
              <a:ahLst/>
              <a:cxnLst/>
              <a:rect l="l" t="t" r="r" b="b"/>
              <a:pathLst>
                <a:path w="43435" h="22539" extrusionOk="0">
                  <a:moveTo>
                    <a:pt x="685" y="0"/>
                  </a:moveTo>
                  <a:cubicBezTo>
                    <a:pt x="402" y="2365"/>
                    <a:pt x="323" y="4641"/>
                    <a:pt x="245" y="7084"/>
                  </a:cubicBezTo>
                  <a:cubicBezTo>
                    <a:pt x="196" y="7856"/>
                    <a:pt x="196" y="8628"/>
                    <a:pt x="157" y="9410"/>
                  </a:cubicBezTo>
                  <a:lnTo>
                    <a:pt x="1" y="12781"/>
                  </a:lnTo>
                  <a:cubicBezTo>
                    <a:pt x="79" y="12781"/>
                    <a:pt x="118" y="12781"/>
                    <a:pt x="196" y="12742"/>
                  </a:cubicBezTo>
                  <a:cubicBezTo>
                    <a:pt x="262" y="12738"/>
                    <a:pt x="328" y="12736"/>
                    <a:pt x="393" y="12736"/>
                  </a:cubicBezTo>
                  <a:cubicBezTo>
                    <a:pt x="975" y="12736"/>
                    <a:pt x="1528" y="12885"/>
                    <a:pt x="2072" y="13025"/>
                  </a:cubicBezTo>
                  <a:cubicBezTo>
                    <a:pt x="2278" y="13074"/>
                    <a:pt x="2444" y="13152"/>
                    <a:pt x="2639" y="13191"/>
                  </a:cubicBezTo>
                  <a:cubicBezTo>
                    <a:pt x="3333" y="13357"/>
                    <a:pt x="4066" y="13396"/>
                    <a:pt x="4760" y="13475"/>
                  </a:cubicBezTo>
                  <a:lnTo>
                    <a:pt x="5004" y="13475"/>
                  </a:lnTo>
                  <a:cubicBezTo>
                    <a:pt x="6548" y="13641"/>
                    <a:pt x="8101" y="13807"/>
                    <a:pt x="9645" y="14051"/>
                  </a:cubicBezTo>
                  <a:lnTo>
                    <a:pt x="9850" y="14090"/>
                  </a:lnTo>
                  <a:lnTo>
                    <a:pt x="9850" y="14295"/>
                  </a:lnTo>
                  <a:cubicBezTo>
                    <a:pt x="9929" y="15390"/>
                    <a:pt x="9968" y="16533"/>
                    <a:pt x="10056" y="17715"/>
                  </a:cubicBezTo>
                  <a:cubicBezTo>
                    <a:pt x="10095" y="18448"/>
                    <a:pt x="10095" y="19132"/>
                    <a:pt x="10134" y="19865"/>
                  </a:cubicBezTo>
                  <a:cubicBezTo>
                    <a:pt x="10173" y="20197"/>
                    <a:pt x="10173" y="20520"/>
                    <a:pt x="10212" y="20891"/>
                  </a:cubicBezTo>
                  <a:lnTo>
                    <a:pt x="10456" y="20891"/>
                  </a:lnTo>
                  <a:cubicBezTo>
                    <a:pt x="11316" y="20891"/>
                    <a:pt x="12088" y="21008"/>
                    <a:pt x="12782" y="21174"/>
                  </a:cubicBezTo>
                  <a:cubicBezTo>
                    <a:pt x="12948" y="21213"/>
                    <a:pt x="13104" y="21213"/>
                    <a:pt x="13231" y="21253"/>
                  </a:cubicBezTo>
                  <a:cubicBezTo>
                    <a:pt x="14122" y="21459"/>
                    <a:pt x="15054" y="21515"/>
                    <a:pt x="15982" y="21515"/>
                  </a:cubicBezTo>
                  <a:cubicBezTo>
                    <a:pt x="16327" y="21515"/>
                    <a:pt x="16671" y="21507"/>
                    <a:pt x="17013" y="21497"/>
                  </a:cubicBezTo>
                  <a:lnTo>
                    <a:pt x="18361" y="21497"/>
                  </a:lnTo>
                  <a:cubicBezTo>
                    <a:pt x="18566" y="21536"/>
                    <a:pt x="18723" y="21536"/>
                    <a:pt x="18889" y="21536"/>
                  </a:cubicBezTo>
                  <a:cubicBezTo>
                    <a:pt x="20276" y="21575"/>
                    <a:pt x="21654" y="21819"/>
                    <a:pt x="22963" y="22024"/>
                  </a:cubicBezTo>
                  <a:cubicBezTo>
                    <a:pt x="24097" y="22191"/>
                    <a:pt x="25279" y="22396"/>
                    <a:pt x="26422" y="22474"/>
                  </a:cubicBezTo>
                  <a:cubicBezTo>
                    <a:pt x="27047" y="22520"/>
                    <a:pt x="27671" y="22538"/>
                    <a:pt x="28291" y="22538"/>
                  </a:cubicBezTo>
                  <a:cubicBezTo>
                    <a:pt x="29369" y="22538"/>
                    <a:pt x="30435" y="22484"/>
                    <a:pt x="31464" y="22435"/>
                  </a:cubicBezTo>
                  <a:cubicBezTo>
                    <a:pt x="32441" y="22396"/>
                    <a:pt x="33467" y="22357"/>
                    <a:pt x="34484" y="22308"/>
                  </a:cubicBezTo>
                  <a:cubicBezTo>
                    <a:pt x="35295" y="22308"/>
                    <a:pt x="36067" y="22357"/>
                    <a:pt x="36887" y="22357"/>
                  </a:cubicBezTo>
                  <a:cubicBezTo>
                    <a:pt x="37603" y="22383"/>
                    <a:pt x="38324" y="22405"/>
                    <a:pt x="39046" y="22405"/>
                  </a:cubicBezTo>
                  <a:cubicBezTo>
                    <a:pt x="40453" y="22405"/>
                    <a:pt x="41863" y="22322"/>
                    <a:pt x="43239" y="22024"/>
                  </a:cubicBezTo>
                  <a:cubicBezTo>
                    <a:pt x="43239" y="21985"/>
                    <a:pt x="43278" y="21985"/>
                    <a:pt x="43278" y="21946"/>
                  </a:cubicBezTo>
                  <a:lnTo>
                    <a:pt x="43278" y="21907"/>
                  </a:lnTo>
                  <a:cubicBezTo>
                    <a:pt x="43356" y="21663"/>
                    <a:pt x="43434" y="21331"/>
                    <a:pt x="43395" y="21086"/>
                  </a:cubicBezTo>
                  <a:cubicBezTo>
                    <a:pt x="43395" y="20969"/>
                    <a:pt x="43356" y="20930"/>
                    <a:pt x="43317" y="20891"/>
                  </a:cubicBezTo>
                  <a:cubicBezTo>
                    <a:pt x="43278" y="20842"/>
                    <a:pt x="43190" y="20803"/>
                    <a:pt x="43151" y="20764"/>
                  </a:cubicBezTo>
                  <a:cubicBezTo>
                    <a:pt x="43073" y="20725"/>
                    <a:pt x="42946" y="20686"/>
                    <a:pt x="42867" y="20598"/>
                  </a:cubicBezTo>
                  <a:cubicBezTo>
                    <a:pt x="42701" y="20442"/>
                    <a:pt x="42584" y="20236"/>
                    <a:pt x="42545" y="20070"/>
                  </a:cubicBezTo>
                  <a:lnTo>
                    <a:pt x="42135" y="19093"/>
                  </a:lnTo>
                  <a:cubicBezTo>
                    <a:pt x="42095" y="18976"/>
                    <a:pt x="42056" y="18849"/>
                    <a:pt x="42017" y="18732"/>
                  </a:cubicBezTo>
                  <a:cubicBezTo>
                    <a:pt x="41968" y="18644"/>
                    <a:pt x="41968" y="18605"/>
                    <a:pt x="41968" y="18526"/>
                  </a:cubicBezTo>
                  <a:lnTo>
                    <a:pt x="41929" y="18487"/>
                  </a:lnTo>
                  <a:lnTo>
                    <a:pt x="41929" y="18321"/>
                  </a:lnTo>
                  <a:lnTo>
                    <a:pt x="41812" y="18360"/>
                  </a:lnTo>
                  <a:lnTo>
                    <a:pt x="41851" y="17960"/>
                  </a:lnTo>
                  <a:cubicBezTo>
                    <a:pt x="41890" y="17383"/>
                    <a:pt x="41773" y="16777"/>
                    <a:pt x="41568" y="16201"/>
                  </a:cubicBezTo>
                  <a:cubicBezTo>
                    <a:pt x="41529" y="16123"/>
                    <a:pt x="41441" y="16005"/>
                    <a:pt x="41402" y="15917"/>
                  </a:cubicBezTo>
                  <a:cubicBezTo>
                    <a:pt x="41284" y="15673"/>
                    <a:pt x="41157" y="15429"/>
                    <a:pt x="41118" y="15146"/>
                  </a:cubicBezTo>
                  <a:cubicBezTo>
                    <a:pt x="40991" y="14696"/>
                    <a:pt x="41040" y="14247"/>
                    <a:pt x="41079" y="13846"/>
                  </a:cubicBezTo>
                  <a:cubicBezTo>
                    <a:pt x="41079" y="13680"/>
                    <a:pt x="41118" y="13475"/>
                    <a:pt x="41118" y="13318"/>
                  </a:cubicBezTo>
                  <a:cubicBezTo>
                    <a:pt x="41118" y="12498"/>
                    <a:pt x="40874" y="11647"/>
                    <a:pt x="40630" y="10915"/>
                  </a:cubicBezTo>
                  <a:cubicBezTo>
                    <a:pt x="39975" y="8872"/>
                    <a:pt x="39125" y="6918"/>
                    <a:pt x="38148" y="5091"/>
                  </a:cubicBezTo>
                  <a:cubicBezTo>
                    <a:pt x="38021" y="4847"/>
                    <a:pt x="37865" y="4563"/>
                    <a:pt x="37777" y="4280"/>
                  </a:cubicBezTo>
                  <a:cubicBezTo>
                    <a:pt x="37620" y="4192"/>
                    <a:pt x="37454" y="4114"/>
                    <a:pt x="37288" y="3987"/>
                  </a:cubicBezTo>
                  <a:cubicBezTo>
                    <a:pt x="36887" y="3791"/>
                    <a:pt x="36477" y="3547"/>
                    <a:pt x="36028" y="3420"/>
                  </a:cubicBezTo>
                  <a:cubicBezTo>
                    <a:pt x="35783" y="3342"/>
                    <a:pt x="35539" y="3254"/>
                    <a:pt x="35295" y="3215"/>
                  </a:cubicBezTo>
                  <a:cubicBezTo>
                    <a:pt x="34767" y="3059"/>
                    <a:pt x="34200" y="2932"/>
                    <a:pt x="33712" y="2570"/>
                  </a:cubicBezTo>
                  <a:cubicBezTo>
                    <a:pt x="33585" y="2482"/>
                    <a:pt x="33467" y="2365"/>
                    <a:pt x="33340" y="2238"/>
                  </a:cubicBezTo>
                  <a:cubicBezTo>
                    <a:pt x="33174" y="2120"/>
                    <a:pt x="33057" y="1993"/>
                    <a:pt x="32891" y="1876"/>
                  </a:cubicBezTo>
                  <a:cubicBezTo>
                    <a:pt x="32769" y="1813"/>
                    <a:pt x="32637" y="1771"/>
                    <a:pt x="32515" y="1771"/>
                  </a:cubicBezTo>
                  <a:cubicBezTo>
                    <a:pt x="32393" y="1771"/>
                    <a:pt x="32280" y="1813"/>
                    <a:pt x="32197" y="1915"/>
                  </a:cubicBezTo>
                  <a:cubicBezTo>
                    <a:pt x="32158" y="1954"/>
                    <a:pt x="32119" y="2033"/>
                    <a:pt x="32080" y="2081"/>
                  </a:cubicBezTo>
                  <a:cubicBezTo>
                    <a:pt x="32080" y="2160"/>
                    <a:pt x="32041" y="2199"/>
                    <a:pt x="32002" y="2238"/>
                  </a:cubicBezTo>
                  <a:cubicBezTo>
                    <a:pt x="31836" y="2570"/>
                    <a:pt x="31513" y="2765"/>
                    <a:pt x="31142" y="2853"/>
                  </a:cubicBezTo>
                  <a:cubicBezTo>
                    <a:pt x="31025" y="2884"/>
                    <a:pt x="30900" y="2898"/>
                    <a:pt x="30773" y="2898"/>
                  </a:cubicBezTo>
                  <a:cubicBezTo>
                    <a:pt x="30408" y="2898"/>
                    <a:pt x="30019" y="2780"/>
                    <a:pt x="29715" y="2570"/>
                  </a:cubicBezTo>
                  <a:cubicBezTo>
                    <a:pt x="29109" y="2160"/>
                    <a:pt x="28826" y="1593"/>
                    <a:pt x="28533" y="938"/>
                  </a:cubicBezTo>
                  <a:cubicBezTo>
                    <a:pt x="26899" y="761"/>
                    <a:pt x="25248" y="697"/>
                    <a:pt x="23600" y="697"/>
                  </a:cubicBezTo>
                  <a:cubicBezTo>
                    <a:pt x="21798" y="697"/>
                    <a:pt x="20000" y="773"/>
                    <a:pt x="18234" y="860"/>
                  </a:cubicBezTo>
                  <a:cubicBezTo>
                    <a:pt x="16690" y="899"/>
                    <a:pt x="15058" y="977"/>
                    <a:pt x="13436" y="977"/>
                  </a:cubicBezTo>
                  <a:cubicBezTo>
                    <a:pt x="13212" y="979"/>
                    <a:pt x="12987" y="980"/>
                    <a:pt x="12762" y="980"/>
                  </a:cubicBezTo>
                  <a:cubicBezTo>
                    <a:pt x="8822" y="980"/>
                    <a:pt x="4777" y="656"/>
                    <a:pt x="812"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0" name="Google Shape;4170;p60"/>
            <p:cNvSpPr/>
            <p:nvPr/>
          </p:nvSpPr>
          <p:spPr>
            <a:xfrm>
              <a:off x="2256454" y="2288363"/>
              <a:ext cx="1864" cy="15"/>
            </a:xfrm>
            <a:custGeom>
              <a:avLst/>
              <a:gdLst/>
              <a:ahLst/>
              <a:cxnLst/>
              <a:rect l="l" t="t" r="r" b="b"/>
              <a:pathLst>
                <a:path w="128" h="1" extrusionOk="0">
                  <a:moveTo>
                    <a:pt x="128" y="0"/>
                  </a:move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1" name="Google Shape;4171;p60"/>
            <p:cNvSpPr/>
            <p:nvPr/>
          </p:nvSpPr>
          <p:spPr>
            <a:xfrm>
              <a:off x="2858469" y="2561180"/>
              <a:ext cx="1719" cy="5287"/>
            </a:xfrm>
            <a:custGeom>
              <a:avLst/>
              <a:gdLst/>
              <a:ahLst/>
              <a:cxnLst/>
              <a:rect l="l" t="t" r="r" b="b"/>
              <a:pathLst>
                <a:path w="118" h="363" extrusionOk="0">
                  <a:moveTo>
                    <a:pt x="118" y="362"/>
                  </a:moveTo>
                  <a:cubicBezTo>
                    <a:pt x="78" y="245"/>
                    <a:pt x="39" y="118"/>
                    <a:pt x="0" y="1"/>
                  </a:cubicBezTo>
                  <a:cubicBezTo>
                    <a:pt x="39" y="118"/>
                    <a:pt x="78" y="245"/>
                    <a:pt x="118" y="362"/>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2" name="Google Shape;4172;p60"/>
            <p:cNvSpPr/>
            <p:nvPr/>
          </p:nvSpPr>
          <p:spPr>
            <a:xfrm>
              <a:off x="2877404" y="2592640"/>
              <a:ext cx="1151" cy="2855"/>
            </a:xfrm>
            <a:custGeom>
              <a:avLst/>
              <a:gdLst/>
              <a:ahLst/>
              <a:cxnLst/>
              <a:rect l="l" t="t" r="r" b="b"/>
              <a:pathLst>
                <a:path w="79" h="196" extrusionOk="0">
                  <a:moveTo>
                    <a:pt x="1" y="1"/>
                  </a:moveTo>
                  <a:lnTo>
                    <a:pt x="1" y="1"/>
                  </a:lnTo>
                  <a:cubicBezTo>
                    <a:pt x="39" y="40"/>
                    <a:pt x="78" y="79"/>
                    <a:pt x="78" y="195"/>
                  </a:cubicBezTo>
                  <a:lnTo>
                    <a:pt x="78" y="117"/>
                  </a:lnTo>
                  <a:cubicBezTo>
                    <a:pt x="78" y="78"/>
                    <a:pt x="39" y="40"/>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3" name="Google Shape;4173;p60"/>
            <p:cNvSpPr/>
            <p:nvPr/>
          </p:nvSpPr>
          <p:spPr>
            <a:xfrm>
              <a:off x="2857755" y="2558194"/>
              <a:ext cx="728" cy="3000"/>
            </a:xfrm>
            <a:custGeom>
              <a:avLst/>
              <a:gdLst/>
              <a:ahLst/>
              <a:cxnLst/>
              <a:rect l="l" t="t" r="r" b="b"/>
              <a:pathLst>
                <a:path w="50" h="206" extrusionOk="0">
                  <a:moveTo>
                    <a:pt x="49" y="206"/>
                  </a:moveTo>
                  <a:cubicBezTo>
                    <a:pt x="0" y="118"/>
                    <a:pt x="0" y="79"/>
                    <a:pt x="0" y="0"/>
                  </a:cubicBezTo>
                  <a:cubicBezTo>
                    <a:pt x="0" y="79"/>
                    <a:pt x="0" y="118"/>
                    <a:pt x="49" y="20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4" name="Google Shape;4174;p60"/>
            <p:cNvSpPr/>
            <p:nvPr/>
          </p:nvSpPr>
          <p:spPr>
            <a:xfrm>
              <a:off x="2857187" y="2555208"/>
              <a:ext cx="15" cy="2432"/>
            </a:xfrm>
            <a:custGeom>
              <a:avLst/>
              <a:gdLst/>
              <a:ahLst/>
              <a:cxnLst/>
              <a:rect l="l" t="t" r="r" b="b"/>
              <a:pathLst>
                <a:path w="1" h="167" extrusionOk="0">
                  <a:moveTo>
                    <a:pt x="0" y="166"/>
                  </a:move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5" name="Google Shape;4175;p60"/>
            <p:cNvSpPr/>
            <p:nvPr/>
          </p:nvSpPr>
          <p:spPr>
            <a:xfrm>
              <a:off x="2256454" y="2288363"/>
              <a:ext cx="15" cy="15"/>
            </a:xfrm>
            <a:custGeom>
              <a:avLst/>
              <a:gdLst/>
              <a:ahLst/>
              <a:cxnLst/>
              <a:rect l="l" t="t" r="r" b="b"/>
              <a:pathLst>
                <a:path w="1" h="1" extrusionOk="0">
                  <a:moveTo>
                    <a:pt x="1" y="0"/>
                  </a:move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6" name="Google Shape;4176;p60"/>
            <p:cNvSpPr/>
            <p:nvPr/>
          </p:nvSpPr>
          <p:spPr>
            <a:xfrm>
              <a:off x="2256454" y="2288363"/>
              <a:ext cx="15" cy="15"/>
            </a:xfrm>
            <a:custGeom>
              <a:avLst/>
              <a:gdLst/>
              <a:ahLst/>
              <a:cxnLst/>
              <a:rect l="l" t="t" r="r" b="b"/>
              <a:pathLst>
                <a:path w="1" h="1" extrusionOk="0">
                  <a:moveTo>
                    <a:pt x="1" y="0"/>
                  </a:moveTo>
                  <a:lnTo>
                    <a:pt x="1" y="0"/>
                  </a:lnTo>
                  <a:lnTo>
                    <a:pt x="1" y="0"/>
                  </a:ln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7" name="Google Shape;4177;p60"/>
            <p:cNvSpPr/>
            <p:nvPr/>
          </p:nvSpPr>
          <p:spPr>
            <a:xfrm>
              <a:off x="2249346" y="2473368"/>
              <a:ext cx="27339" cy="4719"/>
            </a:xfrm>
            <a:custGeom>
              <a:avLst/>
              <a:gdLst/>
              <a:ahLst/>
              <a:cxnLst/>
              <a:rect l="l" t="t" r="r" b="b"/>
              <a:pathLst>
                <a:path w="1877" h="324" extrusionOk="0">
                  <a:moveTo>
                    <a:pt x="0" y="40"/>
                  </a:moveTo>
                  <a:cubicBezTo>
                    <a:pt x="655" y="1"/>
                    <a:pt x="1271" y="167"/>
                    <a:pt x="1876" y="323"/>
                  </a:cubicBezTo>
                  <a:cubicBezTo>
                    <a:pt x="1271" y="167"/>
                    <a:pt x="655" y="1"/>
                    <a:pt x="0" y="4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8" name="Google Shape;4178;p60"/>
            <p:cNvSpPr/>
            <p:nvPr/>
          </p:nvSpPr>
          <p:spPr>
            <a:xfrm>
              <a:off x="2394079" y="2577697"/>
              <a:ext cx="1151" cy="14958"/>
            </a:xfrm>
            <a:custGeom>
              <a:avLst/>
              <a:gdLst/>
              <a:ahLst/>
              <a:cxnLst/>
              <a:rect l="l" t="t" r="r" b="b"/>
              <a:pathLst>
                <a:path w="79" h="1027" extrusionOk="0">
                  <a:moveTo>
                    <a:pt x="79" y="1026"/>
                  </a:moveTo>
                  <a:lnTo>
                    <a:pt x="79" y="1026"/>
                  </a:lnTo>
                  <a:cubicBezTo>
                    <a:pt x="40" y="655"/>
                    <a:pt x="40" y="332"/>
                    <a:pt x="1" y="0"/>
                  </a:cubicBezTo>
                  <a:cubicBezTo>
                    <a:pt x="40" y="332"/>
                    <a:pt x="40" y="655"/>
                    <a:pt x="79" y="1026"/>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79" name="Google Shape;4179;p60"/>
            <p:cNvSpPr/>
            <p:nvPr/>
          </p:nvSpPr>
          <p:spPr>
            <a:xfrm>
              <a:off x="2397647" y="2592640"/>
              <a:ext cx="1151" cy="15"/>
            </a:xfrm>
            <a:custGeom>
              <a:avLst/>
              <a:gdLst/>
              <a:ahLst/>
              <a:cxnLst/>
              <a:rect l="l" t="t" r="r" b="b"/>
              <a:pathLst>
                <a:path w="79" h="1" extrusionOk="0">
                  <a:moveTo>
                    <a:pt x="0" y="0"/>
                  </a:moveTo>
                  <a:lnTo>
                    <a:pt x="78" y="0"/>
                  </a:lnTo>
                  <a:lnTo>
                    <a:pt x="7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0" name="Google Shape;4180;p60"/>
            <p:cNvSpPr/>
            <p:nvPr/>
          </p:nvSpPr>
          <p:spPr>
            <a:xfrm>
              <a:off x="2505515" y="2601452"/>
              <a:ext cx="5418" cy="15"/>
            </a:xfrm>
            <a:custGeom>
              <a:avLst/>
              <a:gdLst/>
              <a:ahLst/>
              <a:cxnLst/>
              <a:rect l="l" t="t" r="r" b="b"/>
              <a:pathLst>
                <a:path w="372" h="1" extrusionOk="0">
                  <a:moveTo>
                    <a:pt x="1" y="1"/>
                  </a:moveTo>
                  <a:lnTo>
                    <a:pt x="372"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1" name="Google Shape;4181;p60"/>
            <p:cNvSpPr/>
            <p:nvPr/>
          </p:nvSpPr>
          <p:spPr>
            <a:xfrm>
              <a:off x="2494271" y="2601452"/>
              <a:ext cx="8987" cy="15"/>
            </a:xfrm>
            <a:custGeom>
              <a:avLst/>
              <a:gdLst/>
              <a:ahLst/>
              <a:cxnLst/>
              <a:rect l="l" t="t" r="r" b="b"/>
              <a:pathLst>
                <a:path w="617" h="1" extrusionOk="0">
                  <a:moveTo>
                    <a:pt x="1" y="1"/>
                  </a:moveTo>
                  <a:lnTo>
                    <a:pt x="616"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2" name="Google Shape;4182;p60"/>
            <p:cNvSpPr/>
            <p:nvPr/>
          </p:nvSpPr>
          <p:spPr>
            <a:xfrm>
              <a:off x="2513919" y="2601452"/>
              <a:ext cx="7690" cy="583"/>
            </a:xfrm>
            <a:custGeom>
              <a:avLst/>
              <a:gdLst/>
              <a:ahLst/>
              <a:cxnLst/>
              <a:rect l="l" t="t" r="r" b="b"/>
              <a:pathLst>
                <a:path w="528" h="40" extrusionOk="0">
                  <a:moveTo>
                    <a:pt x="0" y="1"/>
                  </a:moveTo>
                  <a:cubicBezTo>
                    <a:pt x="205" y="40"/>
                    <a:pt x="362" y="40"/>
                    <a:pt x="528" y="40"/>
                  </a:cubicBezTo>
                  <a:cubicBezTo>
                    <a:pt x="362" y="40"/>
                    <a:pt x="205" y="4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3" name="Google Shape;4183;p60"/>
            <p:cNvSpPr/>
            <p:nvPr/>
          </p:nvSpPr>
          <p:spPr>
            <a:xfrm>
              <a:off x="2432647" y="2596762"/>
              <a:ext cx="15" cy="15"/>
            </a:xfrm>
            <a:custGeom>
              <a:avLst/>
              <a:gdLst/>
              <a:ahLst/>
              <a:cxnLst/>
              <a:rect l="l" t="t" r="r" b="b"/>
              <a:pathLst>
                <a:path w="1" h="1" extrusionOk="0">
                  <a:moveTo>
                    <a:pt x="1" y="0"/>
                  </a:move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4" name="Google Shape;4184;p60"/>
            <p:cNvSpPr/>
            <p:nvPr/>
          </p:nvSpPr>
          <p:spPr>
            <a:xfrm>
              <a:off x="2876821" y="2595481"/>
              <a:ext cx="2112" cy="11972"/>
            </a:xfrm>
            <a:custGeom>
              <a:avLst/>
              <a:gdLst/>
              <a:ahLst/>
              <a:cxnLst/>
              <a:rect l="l" t="t" r="r" b="b"/>
              <a:pathLst>
                <a:path w="145" h="822" extrusionOk="0">
                  <a:moveTo>
                    <a:pt x="118" y="0"/>
                  </a:moveTo>
                  <a:lnTo>
                    <a:pt x="118" y="127"/>
                  </a:lnTo>
                  <a:cubicBezTo>
                    <a:pt x="118" y="253"/>
                    <a:pt x="103" y="408"/>
                    <a:pt x="74" y="557"/>
                  </a:cubicBezTo>
                  <a:lnTo>
                    <a:pt x="74" y="557"/>
                  </a:lnTo>
                  <a:cubicBezTo>
                    <a:pt x="118" y="367"/>
                    <a:pt x="144" y="164"/>
                    <a:pt x="118" y="0"/>
                  </a:cubicBezTo>
                  <a:close/>
                  <a:moveTo>
                    <a:pt x="74" y="557"/>
                  </a:moveTo>
                  <a:cubicBezTo>
                    <a:pt x="52" y="650"/>
                    <a:pt x="27" y="741"/>
                    <a:pt x="1" y="821"/>
                  </a:cubicBezTo>
                  <a:cubicBezTo>
                    <a:pt x="31" y="742"/>
                    <a:pt x="55" y="651"/>
                    <a:pt x="74" y="557"/>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5" name="Google Shape;4185;p60"/>
            <p:cNvSpPr/>
            <p:nvPr/>
          </p:nvSpPr>
          <p:spPr>
            <a:xfrm>
              <a:off x="2876253" y="2608006"/>
              <a:ext cx="583" cy="1151"/>
            </a:xfrm>
            <a:custGeom>
              <a:avLst/>
              <a:gdLst/>
              <a:ahLst/>
              <a:cxnLst/>
              <a:rect l="l" t="t" r="r" b="b"/>
              <a:pathLst>
                <a:path w="40" h="79" extrusionOk="0">
                  <a:moveTo>
                    <a:pt x="1" y="78"/>
                  </a:moveTo>
                  <a:cubicBezTo>
                    <a:pt x="1" y="39"/>
                    <a:pt x="40" y="39"/>
                    <a:pt x="40" y="0"/>
                  </a:cubicBezTo>
                  <a:cubicBezTo>
                    <a:pt x="40" y="39"/>
                    <a:pt x="1" y="39"/>
                    <a:pt x="1" y="7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6" name="Google Shape;4186;p60"/>
            <p:cNvSpPr/>
            <p:nvPr/>
          </p:nvSpPr>
          <p:spPr>
            <a:xfrm>
              <a:off x="2878540" y="2594344"/>
              <a:ext cx="15" cy="3000"/>
            </a:xfrm>
            <a:custGeom>
              <a:avLst/>
              <a:gdLst/>
              <a:ahLst/>
              <a:cxnLst/>
              <a:rect l="l" t="t" r="r" b="b"/>
              <a:pathLst>
                <a:path w="1" h="206" extrusionOk="0">
                  <a:moveTo>
                    <a:pt x="0" y="0"/>
                  </a:moveTo>
                  <a:lnTo>
                    <a:pt x="0" y="78"/>
                  </a:lnTo>
                  <a:lnTo>
                    <a:pt x="0" y="78"/>
                  </a:lnTo>
                  <a:lnTo>
                    <a:pt x="0" y="205"/>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7" name="Google Shape;4187;p60"/>
            <p:cNvSpPr/>
            <p:nvPr/>
          </p:nvSpPr>
          <p:spPr>
            <a:xfrm>
              <a:off x="2274252" y="1731616"/>
              <a:ext cx="520189" cy="267428"/>
            </a:xfrm>
            <a:custGeom>
              <a:avLst/>
              <a:gdLst/>
              <a:ahLst/>
              <a:cxnLst/>
              <a:rect l="l" t="t" r="r" b="b"/>
              <a:pathLst>
                <a:path w="35715" h="18361" extrusionOk="0">
                  <a:moveTo>
                    <a:pt x="733" y="0"/>
                  </a:moveTo>
                  <a:lnTo>
                    <a:pt x="0" y="17461"/>
                  </a:lnTo>
                  <a:lnTo>
                    <a:pt x="35626" y="18360"/>
                  </a:lnTo>
                  <a:lnTo>
                    <a:pt x="35714" y="18360"/>
                  </a:lnTo>
                  <a:cubicBezTo>
                    <a:pt x="35382" y="17784"/>
                    <a:pt x="34933" y="16728"/>
                    <a:pt x="34854" y="14735"/>
                  </a:cubicBezTo>
                  <a:cubicBezTo>
                    <a:pt x="34776" y="13387"/>
                    <a:pt x="34854" y="13025"/>
                    <a:pt x="34933" y="12742"/>
                  </a:cubicBezTo>
                  <a:cubicBezTo>
                    <a:pt x="35020" y="12370"/>
                    <a:pt x="35060" y="12165"/>
                    <a:pt x="34688" y="9850"/>
                  </a:cubicBezTo>
                  <a:lnTo>
                    <a:pt x="34043" y="5814"/>
                  </a:lnTo>
                  <a:lnTo>
                    <a:pt x="32206" y="1827"/>
                  </a:lnTo>
                  <a:lnTo>
                    <a:pt x="32695" y="850"/>
                  </a:lnTo>
                  <a:lnTo>
                    <a:pt x="32695" y="850"/>
                  </a:lnTo>
                  <a:cubicBezTo>
                    <a:pt x="32342" y="853"/>
                    <a:pt x="31988" y="855"/>
                    <a:pt x="31634" y="855"/>
                  </a:cubicBezTo>
                  <a:cubicBezTo>
                    <a:pt x="27784" y="855"/>
                    <a:pt x="23883" y="671"/>
                    <a:pt x="20080" y="528"/>
                  </a:cubicBezTo>
                  <a:cubicBezTo>
                    <a:pt x="16328" y="362"/>
                    <a:pt x="12420" y="196"/>
                    <a:pt x="8550" y="196"/>
                  </a:cubicBezTo>
                  <a:lnTo>
                    <a:pt x="8110" y="196"/>
                  </a:lnTo>
                  <a:cubicBezTo>
                    <a:pt x="5785" y="196"/>
                    <a:pt x="3303" y="117"/>
                    <a:pt x="733"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8" name="Google Shape;4188;p60"/>
            <p:cNvSpPr/>
            <p:nvPr/>
          </p:nvSpPr>
          <p:spPr>
            <a:xfrm>
              <a:off x="2802671" y="2257471"/>
              <a:ext cx="474936" cy="288926"/>
            </a:xfrm>
            <a:custGeom>
              <a:avLst/>
              <a:gdLst/>
              <a:ahLst/>
              <a:cxnLst/>
              <a:rect l="l" t="t" r="r" b="b"/>
              <a:pathLst>
                <a:path w="32608" h="19837" extrusionOk="0">
                  <a:moveTo>
                    <a:pt x="450" y="1"/>
                  </a:moveTo>
                  <a:cubicBezTo>
                    <a:pt x="323" y="206"/>
                    <a:pt x="245" y="372"/>
                    <a:pt x="206" y="577"/>
                  </a:cubicBezTo>
                  <a:lnTo>
                    <a:pt x="167" y="616"/>
                  </a:lnTo>
                  <a:lnTo>
                    <a:pt x="167" y="695"/>
                  </a:lnTo>
                  <a:cubicBezTo>
                    <a:pt x="118" y="695"/>
                    <a:pt x="118" y="734"/>
                    <a:pt x="118" y="734"/>
                  </a:cubicBezTo>
                  <a:lnTo>
                    <a:pt x="118" y="822"/>
                  </a:lnTo>
                  <a:cubicBezTo>
                    <a:pt x="118" y="861"/>
                    <a:pt x="79" y="861"/>
                    <a:pt x="79" y="900"/>
                  </a:cubicBezTo>
                  <a:lnTo>
                    <a:pt x="79" y="939"/>
                  </a:lnTo>
                  <a:cubicBezTo>
                    <a:pt x="79" y="978"/>
                    <a:pt x="79" y="1027"/>
                    <a:pt x="40" y="1027"/>
                  </a:cubicBezTo>
                  <a:lnTo>
                    <a:pt x="40" y="1105"/>
                  </a:lnTo>
                  <a:lnTo>
                    <a:pt x="40" y="1183"/>
                  </a:lnTo>
                  <a:lnTo>
                    <a:pt x="40" y="1222"/>
                  </a:lnTo>
                  <a:lnTo>
                    <a:pt x="40" y="1310"/>
                  </a:lnTo>
                  <a:cubicBezTo>
                    <a:pt x="1" y="1310"/>
                    <a:pt x="1" y="1310"/>
                    <a:pt x="1" y="1349"/>
                  </a:cubicBezTo>
                  <a:lnTo>
                    <a:pt x="1" y="1388"/>
                  </a:lnTo>
                  <a:lnTo>
                    <a:pt x="1" y="1427"/>
                  </a:lnTo>
                  <a:lnTo>
                    <a:pt x="1" y="1515"/>
                  </a:lnTo>
                  <a:cubicBezTo>
                    <a:pt x="1" y="1515"/>
                    <a:pt x="1" y="1554"/>
                    <a:pt x="40" y="1554"/>
                  </a:cubicBezTo>
                  <a:lnTo>
                    <a:pt x="40" y="1593"/>
                  </a:lnTo>
                  <a:lnTo>
                    <a:pt x="40" y="1633"/>
                  </a:lnTo>
                  <a:cubicBezTo>
                    <a:pt x="40" y="1672"/>
                    <a:pt x="40" y="1672"/>
                    <a:pt x="79" y="1711"/>
                  </a:cubicBezTo>
                  <a:cubicBezTo>
                    <a:pt x="118" y="1838"/>
                    <a:pt x="206" y="2004"/>
                    <a:pt x="284" y="2160"/>
                  </a:cubicBezTo>
                  <a:cubicBezTo>
                    <a:pt x="607" y="2688"/>
                    <a:pt x="900" y="3225"/>
                    <a:pt x="812" y="3870"/>
                  </a:cubicBezTo>
                  <a:cubicBezTo>
                    <a:pt x="734" y="4241"/>
                    <a:pt x="529" y="4525"/>
                    <a:pt x="362" y="4769"/>
                  </a:cubicBezTo>
                  <a:cubicBezTo>
                    <a:pt x="206" y="5013"/>
                    <a:pt x="40" y="5258"/>
                    <a:pt x="1" y="5502"/>
                  </a:cubicBezTo>
                  <a:lnTo>
                    <a:pt x="1" y="5668"/>
                  </a:lnTo>
                  <a:lnTo>
                    <a:pt x="1" y="5746"/>
                  </a:lnTo>
                  <a:lnTo>
                    <a:pt x="1" y="5824"/>
                  </a:lnTo>
                  <a:lnTo>
                    <a:pt x="1" y="5951"/>
                  </a:lnTo>
                  <a:lnTo>
                    <a:pt x="1" y="5991"/>
                  </a:lnTo>
                  <a:cubicBezTo>
                    <a:pt x="1" y="6030"/>
                    <a:pt x="40" y="6069"/>
                    <a:pt x="40" y="6108"/>
                  </a:cubicBezTo>
                  <a:lnTo>
                    <a:pt x="40" y="6157"/>
                  </a:lnTo>
                  <a:cubicBezTo>
                    <a:pt x="118" y="6401"/>
                    <a:pt x="284" y="6684"/>
                    <a:pt x="411" y="6968"/>
                  </a:cubicBezTo>
                  <a:cubicBezTo>
                    <a:pt x="1428" y="8844"/>
                    <a:pt x="2239" y="10837"/>
                    <a:pt x="2932" y="12869"/>
                  </a:cubicBezTo>
                  <a:cubicBezTo>
                    <a:pt x="3177" y="13641"/>
                    <a:pt x="3460" y="14540"/>
                    <a:pt x="3421" y="15439"/>
                  </a:cubicBezTo>
                  <a:cubicBezTo>
                    <a:pt x="3421" y="15635"/>
                    <a:pt x="3421" y="15840"/>
                    <a:pt x="3382" y="16006"/>
                  </a:cubicBezTo>
                  <a:cubicBezTo>
                    <a:pt x="3343" y="16416"/>
                    <a:pt x="3343" y="16778"/>
                    <a:pt x="3421" y="17149"/>
                  </a:cubicBezTo>
                  <a:cubicBezTo>
                    <a:pt x="3460" y="17345"/>
                    <a:pt x="3587" y="17589"/>
                    <a:pt x="3665" y="17794"/>
                  </a:cubicBezTo>
                  <a:cubicBezTo>
                    <a:pt x="3743" y="17921"/>
                    <a:pt x="3782" y="18038"/>
                    <a:pt x="3831" y="18126"/>
                  </a:cubicBezTo>
                  <a:cubicBezTo>
                    <a:pt x="3949" y="18410"/>
                    <a:pt x="4027" y="18654"/>
                    <a:pt x="4076" y="18937"/>
                  </a:cubicBezTo>
                  <a:cubicBezTo>
                    <a:pt x="4115" y="18977"/>
                    <a:pt x="4115" y="19055"/>
                    <a:pt x="4115" y="19104"/>
                  </a:cubicBezTo>
                  <a:lnTo>
                    <a:pt x="4115" y="19143"/>
                  </a:lnTo>
                  <a:cubicBezTo>
                    <a:pt x="4115" y="19182"/>
                    <a:pt x="4154" y="19221"/>
                    <a:pt x="4154" y="19260"/>
                  </a:cubicBezTo>
                  <a:lnTo>
                    <a:pt x="4154" y="19387"/>
                  </a:lnTo>
                  <a:lnTo>
                    <a:pt x="4154" y="19465"/>
                  </a:lnTo>
                  <a:lnTo>
                    <a:pt x="4154" y="19592"/>
                  </a:lnTo>
                  <a:lnTo>
                    <a:pt x="4154" y="19670"/>
                  </a:lnTo>
                  <a:cubicBezTo>
                    <a:pt x="4193" y="19709"/>
                    <a:pt x="4193" y="19748"/>
                    <a:pt x="4193" y="19788"/>
                  </a:cubicBezTo>
                  <a:cubicBezTo>
                    <a:pt x="4320" y="19748"/>
                    <a:pt x="4437" y="19748"/>
                    <a:pt x="4603" y="19748"/>
                  </a:cubicBezTo>
                  <a:cubicBezTo>
                    <a:pt x="4887" y="19748"/>
                    <a:pt x="5209" y="19788"/>
                    <a:pt x="5492" y="19836"/>
                  </a:cubicBezTo>
                  <a:lnTo>
                    <a:pt x="26344" y="19836"/>
                  </a:lnTo>
                  <a:cubicBezTo>
                    <a:pt x="26667" y="19836"/>
                    <a:pt x="26911" y="19788"/>
                    <a:pt x="27155" y="19709"/>
                  </a:cubicBezTo>
                  <a:cubicBezTo>
                    <a:pt x="27527" y="19543"/>
                    <a:pt x="27722" y="19221"/>
                    <a:pt x="27849" y="18654"/>
                  </a:cubicBezTo>
                  <a:lnTo>
                    <a:pt x="27849" y="18615"/>
                  </a:lnTo>
                  <a:cubicBezTo>
                    <a:pt x="27849" y="18566"/>
                    <a:pt x="27888" y="18488"/>
                    <a:pt x="27888" y="18410"/>
                  </a:cubicBezTo>
                  <a:cubicBezTo>
                    <a:pt x="27927" y="18038"/>
                    <a:pt x="27810" y="17677"/>
                    <a:pt x="27683" y="17306"/>
                  </a:cubicBezTo>
                  <a:cubicBezTo>
                    <a:pt x="27605" y="17188"/>
                    <a:pt x="27566" y="17061"/>
                    <a:pt x="27527" y="16944"/>
                  </a:cubicBezTo>
                  <a:cubicBezTo>
                    <a:pt x="27321" y="16211"/>
                    <a:pt x="27399" y="15517"/>
                    <a:pt x="27849" y="15195"/>
                  </a:cubicBezTo>
                  <a:cubicBezTo>
                    <a:pt x="28054" y="15029"/>
                    <a:pt x="28298" y="14951"/>
                    <a:pt x="28504" y="14863"/>
                  </a:cubicBezTo>
                  <a:cubicBezTo>
                    <a:pt x="28826" y="14746"/>
                    <a:pt x="29031" y="14706"/>
                    <a:pt x="29070" y="14501"/>
                  </a:cubicBezTo>
                  <a:cubicBezTo>
                    <a:pt x="29109" y="14374"/>
                    <a:pt x="28992" y="14218"/>
                    <a:pt x="28787" y="13974"/>
                  </a:cubicBezTo>
                  <a:cubicBezTo>
                    <a:pt x="28582" y="13768"/>
                    <a:pt x="28377" y="13485"/>
                    <a:pt x="28338" y="13153"/>
                  </a:cubicBezTo>
                  <a:cubicBezTo>
                    <a:pt x="28298" y="12664"/>
                    <a:pt x="28699" y="12215"/>
                    <a:pt x="29149" y="12058"/>
                  </a:cubicBezTo>
                  <a:cubicBezTo>
                    <a:pt x="29432" y="11971"/>
                    <a:pt x="29676" y="11971"/>
                    <a:pt x="29969" y="11931"/>
                  </a:cubicBezTo>
                  <a:cubicBezTo>
                    <a:pt x="30087" y="11931"/>
                    <a:pt x="30214" y="11931"/>
                    <a:pt x="30331" y="11892"/>
                  </a:cubicBezTo>
                  <a:cubicBezTo>
                    <a:pt x="31191" y="11775"/>
                    <a:pt x="31924" y="11160"/>
                    <a:pt x="32246" y="10388"/>
                  </a:cubicBezTo>
                  <a:cubicBezTo>
                    <a:pt x="32608" y="9616"/>
                    <a:pt x="32529" y="8678"/>
                    <a:pt x="32041" y="7984"/>
                  </a:cubicBezTo>
                  <a:cubicBezTo>
                    <a:pt x="31875" y="7740"/>
                    <a:pt x="31679" y="7534"/>
                    <a:pt x="31474" y="7329"/>
                  </a:cubicBezTo>
                  <a:cubicBezTo>
                    <a:pt x="31347" y="7134"/>
                    <a:pt x="31191" y="6968"/>
                    <a:pt x="31025" y="6802"/>
                  </a:cubicBezTo>
                  <a:cubicBezTo>
                    <a:pt x="30986" y="6723"/>
                    <a:pt x="30946" y="6684"/>
                    <a:pt x="30898" y="6596"/>
                  </a:cubicBezTo>
                  <a:cubicBezTo>
                    <a:pt x="30859" y="6557"/>
                    <a:pt x="30859" y="6557"/>
                    <a:pt x="30819" y="6518"/>
                  </a:cubicBezTo>
                  <a:cubicBezTo>
                    <a:pt x="30819" y="6479"/>
                    <a:pt x="30780" y="6440"/>
                    <a:pt x="30741" y="6401"/>
                  </a:cubicBezTo>
                  <a:cubicBezTo>
                    <a:pt x="30741" y="6352"/>
                    <a:pt x="30741" y="6313"/>
                    <a:pt x="30702" y="6313"/>
                  </a:cubicBezTo>
                  <a:cubicBezTo>
                    <a:pt x="30702" y="6274"/>
                    <a:pt x="30653" y="6235"/>
                    <a:pt x="30614" y="6196"/>
                  </a:cubicBezTo>
                  <a:cubicBezTo>
                    <a:pt x="30614" y="6157"/>
                    <a:pt x="30614" y="6108"/>
                    <a:pt x="30575" y="6069"/>
                  </a:cubicBezTo>
                  <a:cubicBezTo>
                    <a:pt x="30575" y="6030"/>
                    <a:pt x="30536" y="5991"/>
                    <a:pt x="30536" y="5951"/>
                  </a:cubicBezTo>
                  <a:cubicBezTo>
                    <a:pt x="30497" y="5912"/>
                    <a:pt x="30497" y="5864"/>
                    <a:pt x="30497" y="5864"/>
                  </a:cubicBezTo>
                  <a:cubicBezTo>
                    <a:pt x="30458" y="5824"/>
                    <a:pt x="30458" y="5785"/>
                    <a:pt x="30409" y="5746"/>
                  </a:cubicBezTo>
                  <a:cubicBezTo>
                    <a:pt x="30409" y="5707"/>
                    <a:pt x="30409" y="5668"/>
                    <a:pt x="30370" y="5619"/>
                  </a:cubicBezTo>
                  <a:cubicBezTo>
                    <a:pt x="30370" y="5580"/>
                    <a:pt x="30331" y="5541"/>
                    <a:pt x="30331" y="5502"/>
                  </a:cubicBezTo>
                  <a:cubicBezTo>
                    <a:pt x="30331" y="5463"/>
                    <a:pt x="30292" y="5424"/>
                    <a:pt x="30292" y="5336"/>
                  </a:cubicBezTo>
                  <a:cubicBezTo>
                    <a:pt x="30292" y="5297"/>
                    <a:pt x="30253" y="5258"/>
                    <a:pt x="30253" y="5219"/>
                  </a:cubicBezTo>
                  <a:cubicBezTo>
                    <a:pt x="30253" y="5180"/>
                    <a:pt x="30253" y="5131"/>
                    <a:pt x="30214" y="5092"/>
                  </a:cubicBezTo>
                  <a:lnTo>
                    <a:pt x="30214" y="5053"/>
                  </a:lnTo>
                  <a:lnTo>
                    <a:pt x="29393" y="5053"/>
                  </a:lnTo>
                  <a:cubicBezTo>
                    <a:pt x="28621" y="4769"/>
                    <a:pt x="26061" y="3714"/>
                    <a:pt x="25768" y="1877"/>
                  </a:cubicBezTo>
                  <a:cubicBezTo>
                    <a:pt x="25729" y="1760"/>
                    <a:pt x="25729" y="1672"/>
                    <a:pt x="25729" y="1593"/>
                  </a:cubicBezTo>
                  <a:cubicBezTo>
                    <a:pt x="25690" y="1427"/>
                    <a:pt x="25690" y="1271"/>
                    <a:pt x="25650" y="1144"/>
                  </a:cubicBezTo>
                  <a:cubicBezTo>
                    <a:pt x="25572" y="939"/>
                    <a:pt x="25445" y="734"/>
                    <a:pt x="25240" y="577"/>
                  </a:cubicBezTo>
                  <a:cubicBezTo>
                    <a:pt x="25123" y="372"/>
                    <a:pt x="24957" y="206"/>
                    <a:pt x="24791" y="50"/>
                  </a:cubicBezTo>
                  <a:lnTo>
                    <a:pt x="24751" y="1"/>
                  </a:ln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89" name="Google Shape;4189;p60"/>
            <p:cNvSpPr/>
            <p:nvPr/>
          </p:nvSpPr>
          <p:spPr>
            <a:xfrm>
              <a:off x="2809225" y="2255198"/>
              <a:ext cx="353959" cy="2287"/>
            </a:xfrm>
            <a:custGeom>
              <a:avLst/>
              <a:gdLst/>
              <a:ahLst/>
              <a:cxnLst/>
              <a:rect l="l" t="t" r="r" b="b"/>
              <a:pathLst>
                <a:path w="24302" h="157" extrusionOk="0">
                  <a:moveTo>
                    <a:pt x="118" y="0"/>
                  </a:moveTo>
                  <a:cubicBezTo>
                    <a:pt x="79" y="40"/>
                    <a:pt x="40" y="118"/>
                    <a:pt x="0" y="157"/>
                  </a:cubicBezTo>
                  <a:lnTo>
                    <a:pt x="24301" y="157"/>
                  </a:lnTo>
                  <a:lnTo>
                    <a:pt x="118"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0" name="Google Shape;4190;p60"/>
            <p:cNvSpPr/>
            <p:nvPr/>
          </p:nvSpPr>
          <p:spPr>
            <a:xfrm>
              <a:off x="3163169" y="2257471"/>
              <a:ext cx="583" cy="728"/>
            </a:xfrm>
            <a:custGeom>
              <a:avLst/>
              <a:gdLst/>
              <a:ahLst/>
              <a:cxnLst/>
              <a:rect l="l" t="t" r="r" b="b"/>
              <a:pathLst>
                <a:path w="40" h="50" extrusionOk="0">
                  <a:moveTo>
                    <a:pt x="40" y="50"/>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1" name="Google Shape;4191;p60"/>
            <p:cNvSpPr/>
            <p:nvPr/>
          </p:nvSpPr>
          <p:spPr>
            <a:xfrm>
              <a:off x="3163169" y="2257471"/>
              <a:ext cx="15" cy="15"/>
            </a:xfrm>
            <a:custGeom>
              <a:avLst/>
              <a:gdLst/>
              <a:ahLst/>
              <a:cxnLst/>
              <a:rect l="l" t="t" r="r" b="b"/>
              <a:pathLst>
                <a:path w="1" h="1" extrusionOk="0">
                  <a:moveTo>
                    <a:pt x="0" y="1"/>
                  </a:moveTo>
                  <a:lnTo>
                    <a:pt x="0" y="1"/>
                  </a:ln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2" name="Google Shape;4192;p60"/>
            <p:cNvSpPr/>
            <p:nvPr/>
          </p:nvSpPr>
          <p:spPr>
            <a:xfrm>
              <a:off x="2804389" y="2267579"/>
              <a:ext cx="728" cy="583"/>
            </a:xfrm>
            <a:custGeom>
              <a:avLst/>
              <a:gdLst/>
              <a:ahLst/>
              <a:cxnLst/>
              <a:rect l="l" t="t" r="r" b="b"/>
              <a:pathLst>
                <a:path w="50" h="40" extrusionOk="0">
                  <a:moveTo>
                    <a:pt x="0" y="40"/>
                  </a:moveTo>
                  <a:cubicBezTo>
                    <a:pt x="0" y="40"/>
                    <a:pt x="0" y="1"/>
                    <a:pt x="49" y="1"/>
                  </a:cubicBezTo>
                  <a:cubicBezTo>
                    <a:pt x="0" y="1"/>
                    <a:pt x="0" y="40"/>
                    <a:pt x="0" y="4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3" name="Google Shape;4193;p60"/>
            <p:cNvSpPr/>
            <p:nvPr/>
          </p:nvSpPr>
          <p:spPr>
            <a:xfrm>
              <a:off x="2802671" y="2344715"/>
              <a:ext cx="597" cy="1719"/>
            </a:xfrm>
            <a:custGeom>
              <a:avLst/>
              <a:gdLst/>
              <a:ahLst/>
              <a:cxnLst/>
              <a:rect l="l" t="t" r="r" b="b"/>
              <a:pathLst>
                <a:path w="41" h="118" extrusionOk="0">
                  <a:moveTo>
                    <a:pt x="1" y="1"/>
                  </a:moveTo>
                  <a:cubicBezTo>
                    <a:pt x="1" y="40"/>
                    <a:pt x="40" y="79"/>
                    <a:pt x="40" y="118"/>
                  </a:cubicBezTo>
                  <a:lnTo>
                    <a:pt x="40" y="79"/>
                  </a:lnTo>
                  <a:cubicBezTo>
                    <a:pt x="1" y="40"/>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4" name="Google Shape;4194;p60"/>
            <p:cNvSpPr/>
            <p:nvPr/>
          </p:nvSpPr>
          <p:spPr>
            <a:xfrm>
              <a:off x="2805103" y="2265875"/>
              <a:ext cx="583" cy="583"/>
            </a:xfrm>
            <a:custGeom>
              <a:avLst/>
              <a:gdLst/>
              <a:ahLst/>
              <a:cxnLst/>
              <a:rect l="l" t="t" r="r" b="b"/>
              <a:pathLst>
                <a:path w="40" h="40" extrusionOk="0">
                  <a:moveTo>
                    <a:pt x="0" y="39"/>
                  </a:moveTo>
                  <a:lnTo>
                    <a:pt x="39"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5" name="Google Shape;4195;p60"/>
            <p:cNvSpPr/>
            <p:nvPr/>
          </p:nvSpPr>
          <p:spPr>
            <a:xfrm>
              <a:off x="2802671" y="2278255"/>
              <a:ext cx="15" cy="1296"/>
            </a:xfrm>
            <a:custGeom>
              <a:avLst/>
              <a:gdLst/>
              <a:ahLst/>
              <a:cxnLst/>
              <a:rect l="l" t="t" r="r" b="b"/>
              <a:pathLst>
                <a:path w="1" h="89" extrusionOk="0">
                  <a:moveTo>
                    <a:pt x="1" y="88"/>
                  </a:move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6" name="Google Shape;4196;p60"/>
            <p:cNvSpPr/>
            <p:nvPr/>
          </p:nvSpPr>
          <p:spPr>
            <a:xfrm>
              <a:off x="2803253" y="2280105"/>
              <a:ext cx="15" cy="583"/>
            </a:xfrm>
            <a:custGeom>
              <a:avLst/>
              <a:gdLst/>
              <a:ahLst/>
              <a:cxnLst/>
              <a:rect l="l" t="t" r="r" b="b"/>
              <a:pathLst>
                <a:path w="1" h="40" extrusionOk="0">
                  <a:moveTo>
                    <a:pt x="0" y="39"/>
                  </a:move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7" name="Google Shape;4197;p60"/>
            <p:cNvSpPr/>
            <p:nvPr/>
          </p:nvSpPr>
          <p:spPr>
            <a:xfrm>
              <a:off x="2802671" y="2342297"/>
              <a:ext cx="15" cy="1864"/>
            </a:xfrm>
            <a:custGeom>
              <a:avLst/>
              <a:gdLst/>
              <a:ahLst/>
              <a:cxnLst/>
              <a:rect l="l" t="t" r="r" b="b"/>
              <a:pathLst>
                <a:path w="1" h="128" extrusionOk="0">
                  <a:moveTo>
                    <a:pt x="1" y="127"/>
                  </a:move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8" name="Google Shape;4198;p60"/>
            <p:cNvSpPr/>
            <p:nvPr/>
          </p:nvSpPr>
          <p:spPr>
            <a:xfrm>
              <a:off x="2803253" y="2281241"/>
              <a:ext cx="583" cy="1151"/>
            </a:xfrm>
            <a:custGeom>
              <a:avLst/>
              <a:gdLst/>
              <a:ahLst/>
              <a:cxnLst/>
              <a:rect l="l" t="t" r="r" b="b"/>
              <a:pathLst>
                <a:path w="40" h="79" extrusionOk="0">
                  <a:moveTo>
                    <a:pt x="39" y="79"/>
                  </a:moveTo>
                  <a:cubicBezTo>
                    <a:pt x="0" y="40"/>
                    <a:pt x="0" y="40"/>
                    <a:pt x="0" y="1"/>
                  </a:cubicBezTo>
                  <a:cubicBezTo>
                    <a:pt x="0" y="40"/>
                    <a:pt x="0" y="40"/>
                    <a:pt x="39" y="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199" name="Google Shape;4199;p60"/>
            <p:cNvSpPr/>
            <p:nvPr/>
          </p:nvSpPr>
          <p:spPr>
            <a:xfrm>
              <a:off x="2802671" y="2340025"/>
              <a:ext cx="15" cy="1151"/>
            </a:xfrm>
            <a:custGeom>
              <a:avLst/>
              <a:gdLst/>
              <a:ahLst/>
              <a:cxnLst/>
              <a:rect l="l" t="t" r="r" b="b"/>
              <a:pathLst>
                <a:path w="1" h="79" extrusionOk="0">
                  <a:moveTo>
                    <a:pt x="1" y="78"/>
                  </a:move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0" name="Google Shape;4200;p60"/>
            <p:cNvSpPr/>
            <p:nvPr/>
          </p:nvSpPr>
          <p:spPr>
            <a:xfrm>
              <a:off x="2802671" y="2277119"/>
              <a:ext cx="15" cy="583"/>
            </a:xfrm>
            <a:custGeom>
              <a:avLst/>
              <a:gdLst/>
              <a:ahLst/>
              <a:cxnLst/>
              <a:rect l="l" t="t" r="r" b="b"/>
              <a:pathLst>
                <a:path w="1" h="40" extrusionOk="0">
                  <a:moveTo>
                    <a:pt x="1" y="39"/>
                  </a:moveTo>
                  <a:lnTo>
                    <a:pt x="1"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1" name="Google Shape;4201;p60"/>
            <p:cNvSpPr/>
            <p:nvPr/>
          </p:nvSpPr>
          <p:spPr>
            <a:xfrm>
              <a:off x="2803253" y="2273550"/>
              <a:ext cx="15" cy="1165"/>
            </a:xfrm>
            <a:custGeom>
              <a:avLst/>
              <a:gdLst/>
              <a:ahLst/>
              <a:cxnLst/>
              <a:rect l="l" t="t" r="r" b="b"/>
              <a:pathLst>
                <a:path w="1" h="80" extrusionOk="0">
                  <a:moveTo>
                    <a:pt x="0" y="79"/>
                  </a:moveTo>
                  <a:lnTo>
                    <a:pt x="0" y="1"/>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2" name="Google Shape;4202;p60"/>
            <p:cNvSpPr/>
            <p:nvPr/>
          </p:nvSpPr>
          <p:spPr>
            <a:xfrm>
              <a:off x="2803253" y="2271133"/>
              <a:ext cx="583" cy="1296"/>
            </a:xfrm>
            <a:custGeom>
              <a:avLst/>
              <a:gdLst/>
              <a:ahLst/>
              <a:cxnLst/>
              <a:rect l="l" t="t" r="r" b="b"/>
              <a:pathLst>
                <a:path w="40" h="89" extrusionOk="0">
                  <a:moveTo>
                    <a:pt x="0" y="89"/>
                  </a:moveTo>
                  <a:cubicBezTo>
                    <a:pt x="39" y="89"/>
                    <a:pt x="39" y="40"/>
                    <a:pt x="39" y="1"/>
                  </a:cubicBezTo>
                  <a:cubicBezTo>
                    <a:pt x="39" y="40"/>
                    <a:pt x="39" y="89"/>
                    <a:pt x="0" y="8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3" name="Google Shape;4203;p60"/>
            <p:cNvSpPr/>
            <p:nvPr/>
          </p:nvSpPr>
          <p:spPr>
            <a:xfrm>
              <a:off x="2803253" y="2275269"/>
              <a:ext cx="15" cy="1296"/>
            </a:xfrm>
            <a:custGeom>
              <a:avLst/>
              <a:gdLst/>
              <a:ahLst/>
              <a:cxnLst/>
              <a:rect l="l" t="t" r="r" b="b"/>
              <a:pathLst>
                <a:path w="1" h="89" extrusionOk="0">
                  <a:moveTo>
                    <a:pt x="0" y="88"/>
                  </a:moveTo>
                  <a:lnTo>
                    <a:pt x="0"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4" name="Google Shape;4204;p60"/>
            <p:cNvSpPr/>
            <p:nvPr/>
          </p:nvSpPr>
          <p:spPr>
            <a:xfrm>
              <a:off x="2803821" y="2269428"/>
              <a:ext cx="583" cy="1151"/>
            </a:xfrm>
            <a:custGeom>
              <a:avLst/>
              <a:gdLst/>
              <a:ahLst/>
              <a:cxnLst/>
              <a:rect l="l" t="t" r="r" b="b"/>
              <a:pathLst>
                <a:path w="40" h="79" extrusionOk="0">
                  <a:moveTo>
                    <a:pt x="0" y="79"/>
                  </a:moveTo>
                  <a:cubicBezTo>
                    <a:pt x="0" y="40"/>
                    <a:pt x="39" y="40"/>
                    <a:pt x="39" y="1"/>
                  </a:cubicBezTo>
                  <a:cubicBezTo>
                    <a:pt x="39" y="40"/>
                    <a:pt x="0" y="40"/>
                    <a:pt x="0" y="79"/>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5" name="Google Shape;4205;p60"/>
            <p:cNvSpPr/>
            <p:nvPr/>
          </p:nvSpPr>
          <p:spPr>
            <a:xfrm>
              <a:off x="3186371" y="2544532"/>
              <a:ext cx="11827" cy="1864"/>
            </a:xfrm>
            <a:custGeom>
              <a:avLst/>
              <a:gdLst/>
              <a:ahLst/>
              <a:cxnLst/>
              <a:rect l="l" t="t" r="r" b="b"/>
              <a:pathLst>
                <a:path w="812" h="128" extrusionOk="0">
                  <a:moveTo>
                    <a:pt x="811" y="0"/>
                  </a:moveTo>
                  <a:lnTo>
                    <a:pt x="645" y="39"/>
                  </a:lnTo>
                  <a:cubicBezTo>
                    <a:pt x="634" y="46"/>
                    <a:pt x="621" y="52"/>
                    <a:pt x="609" y="58"/>
                  </a:cubicBezTo>
                  <a:lnTo>
                    <a:pt x="609" y="58"/>
                  </a:lnTo>
                  <a:cubicBezTo>
                    <a:pt x="677" y="41"/>
                    <a:pt x="744" y="22"/>
                    <a:pt x="811" y="0"/>
                  </a:cubicBezTo>
                  <a:close/>
                  <a:moveTo>
                    <a:pt x="609" y="58"/>
                  </a:moveTo>
                  <a:cubicBezTo>
                    <a:pt x="427" y="102"/>
                    <a:pt x="234" y="127"/>
                    <a:pt x="0" y="127"/>
                  </a:cubicBezTo>
                  <a:cubicBezTo>
                    <a:pt x="226" y="127"/>
                    <a:pt x="453" y="127"/>
                    <a:pt x="609" y="58"/>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6" name="Google Shape;4206;p60"/>
            <p:cNvSpPr/>
            <p:nvPr/>
          </p:nvSpPr>
          <p:spPr>
            <a:xfrm>
              <a:off x="3244995" y="2339311"/>
              <a:ext cx="597" cy="1864"/>
            </a:xfrm>
            <a:custGeom>
              <a:avLst/>
              <a:gdLst/>
              <a:ahLst/>
              <a:cxnLst/>
              <a:rect l="l" t="t" r="r" b="b"/>
              <a:pathLst>
                <a:path w="41" h="128" extrusionOk="0">
                  <a:moveTo>
                    <a:pt x="1" y="0"/>
                  </a:moveTo>
                  <a:cubicBezTo>
                    <a:pt x="40" y="49"/>
                    <a:pt x="40" y="88"/>
                    <a:pt x="40" y="127"/>
                  </a:cubicBezTo>
                  <a:cubicBezTo>
                    <a:pt x="40" y="88"/>
                    <a:pt x="40" y="49"/>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7" name="Google Shape;4207;p60"/>
            <p:cNvSpPr/>
            <p:nvPr/>
          </p:nvSpPr>
          <p:spPr>
            <a:xfrm>
              <a:off x="3243859" y="2335175"/>
              <a:ext cx="583" cy="2432"/>
            </a:xfrm>
            <a:custGeom>
              <a:avLst/>
              <a:gdLst/>
              <a:ahLst/>
              <a:cxnLst/>
              <a:rect l="l" t="t" r="r" b="b"/>
              <a:pathLst>
                <a:path w="40" h="167" extrusionOk="0">
                  <a:moveTo>
                    <a:pt x="1" y="1"/>
                  </a:moveTo>
                  <a:cubicBezTo>
                    <a:pt x="1" y="89"/>
                    <a:pt x="40" y="128"/>
                    <a:pt x="40" y="167"/>
                  </a:cubicBezTo>
                  <a:cubicBezTo>
                    <a:pt x="40" y="128"/>
                    <a:pt x="1" y="89"/>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8" name="Google Shape;4208;p60"/>
            <p:cNvSpPr/>
            <p:nvPr/>
          </p:nvSpPr>
          <p:spPr>
            <a:xfrm>
              <a:off x="3246845" y="2342865"/>
              <a:ext cx="597" cy="1296"/>
            </a:xfrm>
            <a:custGeom>
              <a:avLst/>
              <a:gdLst/>
              <a:ahLst/>
              <a:cxnLst/>
              <a:rect l="l" t="t" r="r" b="b"/>
              <a:pathLst>
                <a:path w="41" h="89" extrusionOk="0">
                  <a:moveTo>
                    <a:pt x="1" y="1"/>
                  </a:moveTo>
                  <a:cubicBezTo>
                    <a:pt x="1" y="1"/>
                    <a:pt x="1" y="49"/>
                    <a:pt x="40" y="88"/>
                  </a:cubicBezTo>
                  <a:cubicBezTo>
                    <a:pt x="1" y="49"/>
                    <a:pt x="1" y="1"/>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09" name="Google Shape;4209;p60"/>
            <p:cNvSpPr/>
            <p:nvPr/>
          </p:nvSpPr>
          <p:spPr>
            <a:xfrm>
              <a:off x="3198183" y="2529166"/>
              <a:ext cx="10108" cy="15381"/>
            </a:xfrm>
            <a:custGeom>
              <a:avLst/>
              <a:gdLst/>
              <a:ahLst/>
              <a:cxnLst/>
              <a:rect l="l" t="t" r="r" b="b"/>
              <a:pathLst>
                <a:path w="694" h="1056" extrusionOk="0">
                  <a:moveTo>
                    <a:pt x="694" y="0"/>
                  </a:moveTo>
                  <a:cubicBezTo>
                    <a:pt x="567" y="489"/>
                    <a:pt x="411" y="811"/>
                    <a:pt x="127" y="977"/>
                  </a:cubicBezTo>
                  <a:lnTo>
                    <a:pt x="0" y="1055"/>
                  </a:lnTo>
                  <a:cubicBezTo>
                    <a:pt x="372" y="889"/>
                    <a:pt x="567" y="567"/>
                    <a:pt x="694"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0" name="Google Shape;4210;p60"/>
            <p:cNvSpPr/>
            <p:nvPr/>
          </p:nvSpPr>
          <p:spPr>
            <a:xfrm>
              <a:off x="3242723" y="2331621"/>
              <a:ext cx="583" cy="1864"/>
            </a:xfrm>
            <a:custGeom>
              <a:avLst/>
              <a:gdLst/>
              <a:ahLst/>
              <a:cxnLst/>
              <a:rect l="l" t="t" r="r" b="b"/>
              <a:pathLst>
                <a:path w="40" h="128" extrusionOk="0">
                  <a:moveTo>
                    <a:pt x="1" y="1"/>
                  </a:moveTo>
                  <a:cubicBezTo>
                    <a:pt x="40" y="40"/>
                    <a:pt x="40" y="89"/>
                    <a:pt x="40" y="128"/>
                  </a:cubicBezTo>
                  <a:cubicBezTo>
                    <a:pt x="40" y="89"/>
                    <a:pt x="40" y="40"/>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1" name="Google Shape;4211;p60"/>
            <p:cNvSpPr/>
            <p:nvPr/>
          </p:nvSpPr>
          <p:spPr>
            <a:xfrm>
              <a:off x="3208277" y="2525598"/>
              <a:ext cx="597" cy="3000"/>
            </a:xfrm>
            <a:custGeom>
              <a:avLst/>
              <a:gdLst/>
              <a:ahLst/>
              <a:cxnLst/>
              <a:rect l="l" t="t" r="r" b="b"/>
              <a:pathLst>
                <a:path w="41" h="206" extrusionOk="0">
                  <a:moveTo>
                    <a:pt x="40" y="1"/>
                  </a:moveTo>
                  <a:cubicBezTo>
                    <a:pt x="40" y="79"/>
                    <a:pt x="1" y="157"/>
                    <a:pt x="1" y="206"/>
                  </a:cubicBezTo>
                  <a:cubicBezTo>
                    <a:pt x="1" y="157"/>
                    <a:pt x="40" y="79"/>
                    <a:pt x="4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2" name="Google Shape;4212;p60"/>
            <p:cNvSpPr/>
            <p:nvPr/>
          </p:nvSpPr>
          <p:spPr>
            <a:xfrm>
              <a:off x="3251549" y="2352405"/>
              <a:ext cx="1151" cy="1151"/>
            </a:xfrm>
            <a:custGeom>
              <a:avLst/>
              <a:gdLst/>
              <a:ahLst/>
              <a:cxnLst/>
              <a:rect l="l" t="t" r="r" b="b"/>
              <a:pathLst>
                <a:path w="79" h="79" extrusionOk="0">
                  <a:moveTo>
                    <a:pt x="0" y="0"/>
                  </a:moveTo>
                  <a:cubicBezTo>
                    <a:pt x="40" y="39"/>
                    <a:pt x="40" y="39"/>
                    <a:pt x="79" y="78"/>
                  </a:cubicBezTo>
                  <a:cubicBezTo>
                    <a:pt x="40" y="39"/>
                    <a:pt x="40" y="39"/>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3" name="Google Shape;4213;p60"/>
            <p:cNvSpPr/>
            <p:nvPr/>
          </p:nvSpPr>
          <p:spPr>
            <a:xfrm>
              <a:off x="3261089" y="2364217"/>
              <a:ext cx="8258" cy="9540"/>
            </a:xfrm>
            <a:custGeom>
              <a:avLst/>
              <a:gdLst/>
              <a:ahLst/>
              <a:cxnLst/>
              <a:rect l="l" t="t" r="r" b="b"/>
              <a:pathLst>
                <a:path w="567" h="655" extrusionOk="0">
                  <a:moveTo>
                    <a:pt x="0" y="0"/>
                  </a:moveTo>
                  <a:cubicBezTo>
                    <a:pt x="205" y="205"/>
                    <a:pt x="401" y="411"/>
                    <a:pt x="567" y="655"/>
                  </a:cubicBezTo>
                  <a:cubicBezTo>
                    <a:pt x="401" y="411"/>
                    <a:pt x="205" y="205"/>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4" name="Google Shape;4214;p60"/>
            <p:cNvSpPr/>
            <p:nvPr/>
          </p:nvSpPr>
          <p:spPr>
            <a:xfrm>
              <a:off x="3249845" y="2349405"/>
              <a:ext cx="583" cy="1296"/>
            </a:xfrm>
            <a:custGeom>
              <a:avLst/>
              <a:gdLst/>
              <a:ahLst/>
              <a:cxnLst/>
              <a:rect l="l" t="t" r="r" b="b"/>
              <a:pathLst>
                <a:path w="40" h="89" extrusionOk="0">
                  <a:moveTo>
                    <a:pt x="0" y="1"/>
                  </a:moveTo>
                  <a:cubicBezTo>
                    <a:pt x="39" y="1"/>
                    <a:pt x="39" y="40"/>
                    <a:pt x="39" y="89"/>
                  </a:cubicBezTo>
                  <a:cubicBezTo>
                    <a:pt x="39" y="40"/>
                    <a:pt x="39" y="1"/>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5" name="Google Shape;4215;p60"/>
            <p:cNvSpPr/>
            <p:nvPr/>
          </p:nvSpPr>
          <p:spPr>
            <a:xfrm>
              <a:off x="3247995" y="2345851"/>
              <a:ext cx="583" cy="1864"/>
            </a:xfrm>
            <a:custGeom>
              <a:avLst/>
              <a:gdLst/>
              <a:ahLst/>
              <a:cxnLst/>
              <a:rect l="l" t="t" r="r" b="b"/>
              <a:pathLst>
                <a:path w="40" h="128" extrusionOk="0">
                  <a:moveTo>
                    <a:pt x="0" y="1"/>
                  </a:moveTo>
                  <a:cubicBezTo>
                    <a:pt x="39" y="40"/>
                    <a:pt x="39" y="89"/>
                    <a:pt x="39" y="128"/>
                  </a:cubicBezTo>
                  <a:cubicBezTo>
                    <a:pt x="39" y="89"/>
                    <a:pt x="39" y="40"/>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6" name="Google Shape;4216;p60"/>
            <p:cNvSpPr/>
            <p:nvPr/>
          </p:nvSpPr>
          <p:spPr>
            <a:xfrm>
              <a:off x="3195765" y="2543396"/>
              <a:ext cx="4282" cy="1719"/>
            </a:xfrm>
            <a:custGeom>
              <a:avLst/>
              <a:gdLst/>
              <a:ahLst/>
              <a:cxnLst/>
              <a:rect l="l" t="t" r="r" b="b"/>
              <a:pathLst>
                <a:path w="294" h="118" extrusionOk="0">
                  <a:moveTo>
                    <a:pt x="293" y="0"/>
                  </a:moveTo>
                  <a:cubicBezTo>
                    <a:pt x="205" y="39"/>
                    <a:pt x="127" y="78"/>
                    <a:pt x="0" y="117"/>
                  </a:cubicBezTo>
                  <a:lnTo>
                    <a:pt x="166" y="78"/>
                  </a:lnTo>
                  <a:lnTo>
                    <a:pt x="293" y="0"/>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7" name="Google Shape;4217;p60"/>
            <p:cNvSpPr/>
            <p:nvPr/>
          </p:nvSpPr>
          <p:spPr>
            <a:xfrm>
              <a:off x="2858469" y="2521476"/>
              <a:ext cx="3568" cy="11827"/>
            </a:xfrm>
            <a:custGeom>
              <a:avLst/>
              <a:gdLst/>
              <a:ahLst/>
              <a:cxnLst/>
              <a:rect l="l" t="t" r="r" b="b"/>
              <a:pathLst>
                <a:path w="245" h="812" extrusionOk="0">
                  <a:moveTo>
                    <a:pt x="0" y="0"/>
                  </a:moveTo>
                  <a:cubicBezTo>
                    <a:pt x="118" y="284"/>
                    <a:pt x="196" y="528"/>
                    <a:pt x="245" y="811"/>
                  </a:cubicBezTo>
                  <a:cubicBezTo>
                    <a:pt x="196" y="528"/>
                    <a:pt x="118" y="284"/>
                    <a:pt x="0"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8" name="Google Shape;4218;p60"/>
            <p:cNvSpPr/>
            <p:nvPr/>
          </p:nvSpPr>
          <p:spPr>
            <a:xfrm>
              <a:off x="2803253" y="2347133"/>
              <a:ext cx="5418" cy="11827"/>
            </a:xfrm>
            <a:custGeom>
              <a:avLst/>
              <a:gdLst/>
              <a:ahLst/>
              <a:cxnLst/>
              <a:rect l="l" t="t" r="r" b="b"/>
              <a:pathLst>
                <a:path w="372" h="812" extrusionOk="0">
                  <a:moveTo>
                    <a:pt x="0" y="1"/>
                  </a:moveTo>
                  <a:cubicBezTo>
                    <a:pt x="78" y="284"/>
                    <a:pt x="244" y="528"/>
                    <a:pt x="371" y="812"/>
                  </a:cubicBezTo>
                  <a:cubicBezTo>
                    <a:pt x="244" y="528"/>
                    <a:pt x="78" y="245"/>
                    <a:pt x="0"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19" name="Google Shape;4219;p60"/>
            <p:cNvSpPr/>
            <p:nvPr/>
          </p:nvSpPr>
          <p:spPr>
            <a:xfrm>
              <a:off x="2863159" y="2539828"/>
              <a:ext cx="15" cy="1165"/>
            </a:xfrm>
            <a:custGeom>
              <a:avLst/>
              <a:gdLst/>
              <a:ahLst/>
              <a:cxnLst/>
              <a:rect l="l" t="t" r="r" b="b"/>
              <a:pathLst>
                <a:path w="1" h="80" extrusionOk="0">
                  <a:moveTo>
                    <a:pt x="1" y="1"/>
                  </a:moveTo>
                  <a:lnTo>
                    <a:pt x="1" y="79"/>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0" name="Google Shape;4220;p60"/>
            <p:cNvSpPr/>
            <p:nvPr/>
          </p:nvSpPr>
          <p:spPr>
            <a:xfrm>
              <a:off x="2863159" y="2542828"/>
              <a:ext cx="15" cy="1151"/>
            </a:xfrm>
            <a:custGeom>
              <a:avLst/>
              <a:gdLst/>
              <a:ahLst/>
              <a:cxnLst/>
              <a:rect l="l" t="t" r="r" b="b"/>
              <a:pathLst>
                <a:path w="1" h="79" extrusionOk="0">
                  <a:moveTo>
                    <a:pt x="1" y="0"/>
                  </a:moveTo>
                  <a:lnTo>
                    <a:pt x="1" y="78"/>
                  </a:ln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1" name="Google Shape;4221;p60"/>
            <p:cNvSpPr/>
            <p:nvPr/>
          </p:nvSpPr>
          <p:spPr>
            <a:xfrm>
              <a:off x="2862023" y="2533288"/>
              <a:ext cx="583" cy="2432"/>
            </a:xfrm>
            <a:custGeom>
              <a:avLst/>
              <a:gdLst/>
              <a:ahLst/>
              <a:cxnLst/>
              <a:rect l="l" t="t" r="r" b="b"/>
              <a:pathLst>
                <a:path w="40" h="167" extrusionOk="0">
                  <a:moveTo>
                    <a:pt x="1" y="0"/>
                  </a:moveTo>
                  <a:cubicBezTo>
                    <a:pt x="40" y="40"/>
                    <a:pt x="40" y="118"/>
                    <a:pt x="40" y="167"/>
                  </a:cubicBezTo>
                  <a:cubicBezTo>
                    <a:pt x="40" y="118"/>
                    <a:pt x="40" y="40"/>
                    <a:pt x="1" y="0"/>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2" name="Google Shape;4222;p60"/>
            <p:cNvSpPr/>
            <p:nvPr/>
          </p:nvSpPr>
          <p:spPr>
            <a:xfrm>
              <a:off x="2862591" y="2536274"/>
              <a:ext cx="583" cy="1719"/>
            </a:xfrm>
            <a:custGeom>
              <a:avLst/>
              <a:gdLst/>
              <a:ahLst/>
              <a:cxnLst/>
              <a:rect l="l" t="t" r="r" b="b"/>
              <a:pathLst>
                <a:path w="40" h="118" extrusionOk="0">
                  <a:moveTo>
                    <a:pt x="1" y="1"/>
                  </a:moveTo>
                  <a:cubicBezTo>
                    <a:pt x="1" y="40"/>
                    <a:pt x="40" y="79"/>
                    <a:pt x="40" y="118"/>
                  </a:cubicBezTo>
                  <a:cubicBezTo>
                    <a:pt x="40" y="79"/>
                    <a:pt x="1" y="40"/>
                    <a:pt x="1"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23" name="Google Shape;4223;p60"/>
            <p:cNvSpPr/>
            <p:nvPr/>
          </p:nvSpPr>
          <p:spPr>
            <a:xfrm>
              <a:off x="2803253" y="2345851"/>
              <a:ext cx="15" cy="15"/>
            </a:xfrm>
            <a:custGeom>
              <a:avLst/>
              <a:gdLst/>
              <a:ahLst/>
              <a:cxnLst/>
              <a:rect l="l" t="t" r="r" b="b"/>
              <a:pathLst>
                <a:path w="1" h="1" extrusionOk="0">
                  <a:moveTo>
                    <a:pt x="0" y="1"/>
                  </a:move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230" name="Google Shape;4230;p60"/>
          <p:cNvSpPr/>
          <p:nvPr/>
        </p:nvSpPr>
        <p:spPr>
          <a:xfrm flipH="1">
            <a:off x="4182468" y="1229497"/>
            <a:ext cx="701348" cy="232648"/>
          </a:xfrm>
          <a:custGeom>
            <a:avLst/>
            <a:gdLst/>
            <a:ahLst/>
            <a:cxnLst/>
            <a:rect l="l" t="t" r="r" b="b"/>
            <a:pathLst>
              <a:path w="7039" h="2335" extrusionOk="0">
                <a:moveTo>
                  <a:pt x="3921" y="1"/>
                </a:moveTo>
                <a:cubicBezTo>
                  <a:pt x="3146" y="1"/>
                  <a:pt x="2483" y="542"/>
                  <a:pt x="2287" y="1242"/>
                </a:cubicBezTo>
                <a:cubicBezTo>
                  <a:pt x="2101" y="1130"/>
                  <a:pt x="1867" y="1093"/>
                  <a:pt x="1587" y="1093"/>
                </a:cubicBezTo>
                <a:cubicBezTo>
                  <a:pt x="813" y="1093"/>
                  <a:pt x="187" y="1597"/>
                  <a:pt x="1" y="2334"/>
                </a:cubicBezTo>
                <a:lnTo>
                  <a:pt x="6954" y="2334"/>
                </a:lnTo>
                <a:cubicBezTo>
                  <a:pt x="7001" y="2176"/>
                  <a:pt x="7038" y="2064"/>
                  <a:pt x="7038" y="1942"/>
                </a:cubicBezTo>
                <a:cubicBezTo>
                  <a:pt x="7038" y="1280"/>
                  <a:pt x="6488" y="776"/>
                  <a:pt x="5872" y="776"/>
                </a:cubicBezTo>
                <a:cubicBezTo>
                  <a:pt x="5713" y="776"/>
                  <a:pt x="5517" y="813"/>
                  <a:pt x="5368" y="897"/>
                </a:cubicBezTo>
                <a:cubicBezTo>
                  <a:pt x="5088" y="346"/>
                  <a:pt x="4546" y="1"/>
                  <a:pt x="3921" y="1"/>
                </a:cubicBezTo>
                <a:close/>
              </a:path>
            </a:pathLst>
          </a:custGeom>
          <a:solidFill>
            <a:schemeClr val="dk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31" name="Google Shape;4231;p60"/>
          <p:cNvGrpSpPr/>
          <p:nvPr/>
        </p:nvGrpSpPr>
        <p:grpSpPr>
          <a:xfrm>
            <a:off x="8274084" y="4137462"/>
            <a:ext cx="615575" cy="1034878"/>
            <a:chOff x="304654" y="2412551"/>
            <a:chExt cx="554772" cy="932574"/>
          </a:xfrm>
        </p:grpSpPr>
        <p:sp>
          <p:nvSpPr>
            <p:cNvPr id="4232" name="Google Shape;4232;p60"/>
            <p:cNvSpPr/>
            <p:nvPr/>
          </p:nvSpPr>
          <p:spPr>
            <a:xfrm>
              <a:off x="304654" y="2412551"/>
              <a:ext cx="554772" cy="601091"/>
            </a:xfrm>
            <a:custGeom>
              <a:avLst/>
              <a:gdLst/>
              <a:ahLst/>
              <a:cxnLst/>
              <a:rect l="l" t="t" r="r" b="b"/>
              <a:pathLst>
                <a:path w="9839" h="10660" extrusionOk="0">
                  <a:moveTo>
                    <a:pt x="4901" y="1"/>
                  </a:moveTo>
                  <a:cubicBezTo>
                    <a:pt x="2213" y="1"/>
                    <a:pt x="1" y="2997"/>
                    <a:pt x="1" y="6693"/>
                  </a:cubicBezTo>
                  <a:cubicBezTo>
                    <a:pt x="1" y="8205"/>
                    <a:pt x="346" y="9568"/>
                    <a:pt x="934" y="10660"/>
                  </a:cubicBezTo>
                  <a:lnTo>
                    <a:pt x="8868" y="10660"/>
                  </a:lnTo>
                  <a:cubicBezTo>
                    <a:pt x="9484" y="9568"/>
                    <a:pt x="9839" y="8205"/>
                    <a:pt x="9839" y="6693"/>
                  </a:cubicBezTo>
                  <a:cubicBezTo>
                    <a:pt x="9839" y="2997"/>
                    <a:pt x="7617" y="1"/>
                    <a:pt x="4901" y="1"/>
                  </a:cubicBezTo>
                  <a:close/>
                </a:path>
              </a:pathLst>
            </a:custGeom>
            <a:solidFill>
              <a:schemeClr val="dk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233" name="Google Shape;4233;p60"/>
            <p:cNvGrpSpPr/>
            <p:nvPr/>
          </p:nvGrpSpPr>
          <p:grpSpPr>
            <a:xfrm>
              <a:off x="421718" y="2580213"/>
              <a:ext cx="320633" cy="764912"/>
              <a:chOff x="4503500" y="1320300"/>
              <a:chExt cx="310150" cy="739975"/>
            </a:xfrm>
          </p:grpSpPr>
          <p:sp>
            <p:nvSpPr>
              <p:cNvPr id="4234" name="Google Shape;4234;p60"/>
              <p:cNvSpPr/>
              <p:nvPr/>
            </p:nvSpPr>
            <p:spPr>
              <a:xfrm>
                <a:off x="4637675" y="1320300"/>
                <a:ext cx="20550" cy="739975"/>
              </a:xfrm>
              <a:custGeom>
                <a:avLst/>
                <a:gdLst/>
                <a:ahLst/>
                <a:cxnLst/>
                <a:rect l="l" t="t" r="r" b="b"/>
                <a:pathLst>
                  <a:path w="822" h="29599" extrusionOk="0">
                    <a:moveTo>
                      <a:pt x="430" y="1"/>
                    </a:moveTo>
                    <a:cubicBezTo>
                      <a:pt x="197" y="1"/>
                      <a:pt x="1" y="197"/>
                      <a:pt x="1" y="430"/>
                    </a:cubicBezTo>
                    <a:lnTo>
                      <a:pt x="1" y="29207"/>
                    </a:lnTo>
                    <a:cubicBezTo>
                      <a:pt x="1" y="29440"/>
                      <a:pt x="197" y="29599"/>
                      <a:pt x="430" y="29599"/>
                    </a:cubicBezTo>
                    <a:cubicBezTo>
                      <a:pt x="626" y="29599"/>
                      <a:pt x="822" y="29440"/>
                      <a:pt x="822" y="29207"/>
                    </a:cubicBezTo>
                    <a:lnTo>
                      <a:pt x="822" y="430"/>
                    </a:lnTo>
                    <a:cubicBezTo>
                      <a:pt x="822" y="197"/>
                      <a:pt x="626" y="1"/>
                      <a:pt x="43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5" name="Google Shape;4235;p60"/>
              <p:cNvSpPr/>
              <p:nvPr/>
            </p:nvSpPr>
            <p:spPr>
              <a:xfrm>
                <a:off x="4640700" y="1416275"/>
                <a:ext cx="172950" cy="143250"/>
              </a:xfrm>
              <a:custGeom>
                <a:avLst/>
                <a:gdLst/>
                <a:ahLst/>
                <a:cxnLst/>
                <a:rect l="l" t="t" r="r" b="b"/>
                <a:pathLst>
                  <a:path w="6918" h="5730" extrusionOk="0">
                    <a:moveTo>
                      <a:pt x="6540" y="1"/>
                    </a:moveTo>
                    <a:cubicBezTo>
                      <a:pt x="6378" y="1"/>
                      <a:pt x="6258" y="114"/>
                      <a:pt x="6217" y="278"/>
                    </a:cubicBezTo>
                    <a:cubicBezTo>
                      <a:pt x="5947" y="1604"/>
                      <a:pt x="5209" y="2892"/>
                      <a:pt x="4164" y="3741"/>
                    </a:cubicBezTo>
                    <a:cubicBezTo>
                      <a:pt x="3109" y="4562"/>
                      <a:pt x="1784" y="5029"/>
                      <a:pt x="468" y="5029"/>
                    </a:cubicBezTo>
                    <a:lnTo>
                      <a:pt x="346" y="5029"/>
                    </a:lnTo>
                    <a:cubicBezTo>
                      <a:pt x="150" y="5029"/>
                      <a:pt x="1" y="5178"/>
                      <a:pt x="1" y="5374"/>
                    </a:cubicBezTo>
                    <a:cubicBezTo>
                      <a:pt x="1" y="5533"/>
                      <a:pt x="150" y="5692"/>
                      <a:pt x="309" y="5729"/>
                    </a:cubicBezTo>
                    <a:lnTo>
                      <a:pt x="468" y="5729"/>
                    </a:lnTo>
                    <a:cubicBezTo>
                      <a:pt x="1942" y="5729"/>
                      <a:pt x="3417" y="5178"/>
                      <a:pt x="4584" y="4245"/>
                    </a:cubicBezTo>
                    <a:cubicBezTo>
                      <a:pt x="5751" y="3274"/>
                      <a:pt x="6609" y="1912"/>
                      <a:pt x="6880" y="399"/>
                    </a:cubicBezTo>
                    <a:cubicBezTo>
                      <a:pt x="6917" y="203"/>
                      <a:pt x="6805" y="45"/>
                      <a:pt x="6609" y="7"/>
                    </a:cubicBezTo>
                    <a:cubicBezTo>
                      <a:pt x="6585" y="3"/>
                      <a:pt x="6562" y="1"/>
                      <a:pt x="6540" y="1"/>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6" name="Google Shape;4236;p60"/>
              <p:cNvSpPr/>
              <p:nvPr/>
            </p:nvSpPr>
            <p:spPr>
              <a:xfrm>
                <a:off x="4546450" y="1326150"/>
                <a:ext cx="107825" cy="154675"/>
              </a:xfrm>
              <a:custGeom>
                <a:avLst/>
                <a:gdLst/>
                <a:ahLst/>
                <a:cxnLst/>
                <a:rect l="l" t="t" r="r" b="b"/>
                <a:pathLst>
                  <a:path w="4313" h="6187" extrusionOk="0">
                    <a:moveTo>
                      <a:pt x="345" y="0"/>
                    </a:moveTo>
                    <a:cubicBezTo>
                      <a:pt x="149" y="0"/>
                      <a:pt x="0" y="112"/>
                      <a:pt x="0" y="308"/>
                    </a:cubicBezTo>
                    <a:lnTo>
                      <a:pt x="0" y="616"/>
                    </a:lnTo>
                    <a:cubicBezTo>
                      <a:pt x="0" y="1783"/>
                      <a:pt x="271" y="2950"/>
                      <a:pt x="849" y="3930"/>
                    </a:cubicBezTo>
                    <a:cubicBezTo>
                      <a:pt x="1512" y="5013"/>
                      <a:pt x="2604" y="5909"/>
                      <a:pt x="3883" y="6179"/>
                    </a:cubicBezTo>
                    <a:cubicBezTo>
                      <a:pt x="3903" y="6184"/>
                      <a:pt x="3924" y="6186"/>
                      <a:pt x="3946" y="6186"/>
                    </a:cubicBezTo>
                    <a:cubicBezTo>
                      <a:pt x="4089" y="6186"/>
                      <a:pt x="4242" y="6079"/>
                      <a:pt x="4275" y="5909"/>
                    </a:cubicBezTo>
                    <a:cubicBezTo>
                      <a:pt x="4312" y="5750"/>
                      <a:pt x="4200" y="5563"/>
                      <a:pt x="4004" y="5517"/>
                    </a:cubicBezTo>
                    <a:cubicBezTo>
                      <a:pt x="2950" y="5283"/>
                      <a:pt x="2016" y="4546"/>
                      <a:pt x="1437" y="3575"/>
                    </a:cubicBezTo>
                    <a:cubicBezTo>
                      <a:pt x="933" y="2716"/>
                      <a:pt x="653" y="1671"/>
                      <a:pt x="653" y="616"/>
                    </a:cubicBezTo>
                    <a:lnTo>
                      <a:pt x="653" y="346"/>
                    </a:lnTo>
                    <a:cubicBezTo>
                      <a:pt x="700" y="150"/>
                      <a:pt x="541" y="0"/>
                      <a:pt x="345"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237" name="Google Shape;4237;p60"/>
              <p:cNvSpPr/>
              <p:nvPr/>
            </p:nvSpPr>
            <p:spPr>
              <a:xfrm>
                <a:off x="4503500" y="1515625"/>
                <a:ext cx="154725" cy="163500"/>
              </a:xfrm>
              <a:custGeom>
                <a:avLst/>
                <a:gdLst/>
                <a:ahLst/>
                <a:cxnLst/>
                <a:rect l="l" t="t" r="r" b="b"/>
                <a:pathLst>
                  <a:path w="6189" h="6540" extrusionOk="0">
                    <a:moveTo>
                      <a:pt x="355" y="0"/>
                    </a:moveTo>
                    <a:cubicBezTo>
                      <a:pt x="159" y="0"/>
                      <a:pt x="1" y="159"/>
                      <a:pt x="1" y="355"/>
                    </a:cubicBezTo>
                    <a:cubicBezTo>
                      <a:pt x="1" y="1904"/>
                      <a:pt x="626" y="3426"/>
                      <a:pt x="1671" y="4555"/>
                    </a:cubicBezTo>
                    <a:cubicBezTo>
                      <a:pt x="2763" y="5722"/>
                      <a:pt x="4238" y="6422"/>
                      <a:pt x="5797" y="6534"/>
                    </a:cubicBezTo>
                    <a:cubicBezTo>
                      <a:pt x="5817" y="6538"/>
                      <a:pt x="5837" y="6540"/>
                      <a:pt x="5857" y="6540"/>
                    </a:cubicBezTo>
                    <a:cubicBezTo>
                      <a:pt x="6024" y="6540"/>
                      <a:pt x="6152" y="6402"/>
                      <a:pt x="6152" y="6226"/>
                    </a:cubicBezTo>
                    <a:cubicBezTo>
                      <a:pt x="6189" y="6067"/>
                      <a:pt x="6030" y="5871"/>
                      <a:pt x="5834" y="5871"/>
                    </a:cubicBezTo>
                    <a:cubicBezTo>
                      <a:pt x="4472" y="5759"/>
                      <a:pt x="3118" y="5097"/>
                      <a:pt x="2185" y="4089"/>
                    </a:cubicBezTo>
                    <a:cubicBezTo>
                      <a:pt x="1251" y="3071"/>
                      <a:pt x="701" y="1718"/>
                      <a:pt x="663" y="318"/>
                    </a:cubicBezTo>
                    <a:cubicBezTo>
                      <a:pt x="663" y="159"/>
                      <a:pt x="505" y="0"/>
                      <a:pt x="355" y="0"/>
                    </a:cubicBezTo>
                    <a:close/>
                  </a:path>
                </a:pathLst>
              </a:custGeom>
              <a:solidFill>
                <a:schemeClr val="accent1"/>
              </a:solidFill>
              <a:ln w="9525" cap="flat" cmpd="sng">
                <a:solidFill>
                  <a:schemeClr val="accent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238" name="Google Shape;4238;p60"/>
          <p:cNvSpPr/>
          <p:nvPr/>
        </p:nvSpPr>
        <p:spPr>
          <a:xfrm rot="-393068">
            <a:off x="4122755" y="4163478"/>
            <a:ext cx="1643615" cy="263747"/>
          </a:xfrm>
          <a:prstGeom prst="rect">
            <a:avLst/>
          </a:prstGeom>
        </p:spPr>
        <p:txBody>
          <a:bodyPr>
            <a:prstTxWarp prst="textPlain">
              <a:avLst/>
            </a:prstTxWarp>
          </a:bodyPr>
          <a:lstStyle/>
          <a:p>
            <a:pPr lvl="0" algn="ctr"/>
            <a:r>
              <a:rPr b="0" i="0">
                <a:ln>
                  <a:noFill/>
                </a:ln>
                <a:solidFill>
                  <a:schemeClr val="dk2"/>
                </a:solidFill>
                <a:latin typeface="Nanum Pen Script"/>
              </a:rPr>
              <a:t>Walk together</a:t>
            </a:r>
          </a:p>
        </p:txBody>
      </p:sp>
      <p:pic>
        <p:nvPicPr>
          <p:cNvPr id="3" name="Imagem 2" descr="Diagrama, Esquemático&#10;&#10;Descrição gerada automaticamente">
            <a:extLst>
              <a:ext uri="{FF2B5EF4-FFF2-40B4-BE49-F238E27FC236}">
                <a16:creationId xmlns:a16="http://schemas.microsoft.com/office/drawing/2014/main" id="{11D5E0D2-92D1-FFD8-C808-894C883E5BE1}"/>
              </a:ext>
            </a:extLst>
          </p:cNvPr>
          <p:cNvPicPr>
            <a:picLocks noChangeAspect="1"/>
          </p:cNvPicPr>
          <p:nvPr/>
        </p:nvPicPr>
        <p:blipFill>
          <a:blip r:embed="rId3"/>
          <a:stretch>
            <a:fillRect/>
          </a:stretch>
        </p:blipFill>
        <p:spPr>
          <a:xfrm>
            <a:off x="2480083" y="-1"/>
            <a:ext cx="4183833" cy="5209771"/>
          </a:xfrm>
          <a:prstGeom prst="rect">
            <a:avLst/>
          </a:prstGeom>
        </p:spPr>
      </p:pic>
      <p:sp>
        <p:nvSpPr>
          <p:cNvPr id="5" name="Título 4">
            <a:extLst>
              <a:ext uri="{FF2B5EF4-FFF2-40B4-BE49-F238E27FC236}">
                <a16:creationId xmlns:a16="http://schemas.microsoft.com/office/drawing/2014/main" id="{45B33EC3-ED72-F290-5AE6-315AEE1E3827}"/>
              </a:ext>
            </a:extLst>
          </p:cNvPr>
          <p:cNvSpPr>
            <a:spLocks noGrp="1"/>
          </p:cNvSpPr>
          <p:nvPr>
            <p:ph type="title"/>
          </p:nvPr>
        </p:nvSpPr>
        <p:spPr>
          <a:xfrm>
            <a:off x="-55824" y="22501"/>
            <a:ext cx="2497225" cy="3505350"/>
          </a:xfrm>
        </p:spPr>
        <p:txBody>
          <a:bodyPr/>
          <a:lstStyle/>
          <a:p>
            <a:r>
              <a:rPr lang="pt-BR" b="0" i="0" dirty="0">
                <a:solidFill>
                  <a:srgbClr val="374151"/>
                </a:solidFill>
                <a:effectLst/>
                <a:latin typeface="Söhne"/>
              </a:rPr>
              <a:t>Para efeitos de comparação, essa é a taxa de evasão escolar no Brasil:</a:t>
            </a:r>
            <a:endParaRPr lang="pt-BR"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904"/>
        <p:cNvGrpSpPr/>
        <p:nvPr/>
      </p:nvGrpSpPr>
      <p:grpSpPr>
        <a:xfrm>
          <a:off x="0" y="0"/>
          <a:ext cx="0" cy="0"/>
          <a:chOff x="0" y="0"/>
          <a:chExt cx="0" cy="0"/>
        </a:xfrm>
      </p:grpSpPr>
      <p:sp>
        <p:nvSpPr>
          <p:cNvPr id="4905" name="Google Shape;4905;p64"/>
          <p:cNvSpPr txBox="1">
            <a:spLocks noGrp="1"/>
          </p:cNvSpPr>
          <p:nvPr>
            <p:ph type="title"/>
          </p:nvPr>
        </p:nvSpPr>
        <p:spPr>
          <a:xfrm>
            <a:off x="1782311" y="-5203"/>
            <a:ext cx="5448000" cy="1503552"/>
          </a:xfrm>
          <a:prstGeom prst="rect">
            <a:avLst/>
          </a:prstGeom>
        </p:spPr>
        <p:txBody>
          <a:bodyPr spcFirstLastPara="1" wrap="square" lIns="14400" tIns="14400" rIns="14400" bIns="14400" anchor="ctr" anchorCtr="0">
            <a:noAutofit/>
          </a:bodyPr>
          <a:lstStyle/>
          <a:p>
            <a:pPr marL="0" lvl="0" indent="0" algn="ctr" rtl="0">
              <a:spcBef>
                <a:spcPts val="0"/>
              </a:spcBef>
              <a:spcAft>
                <a:spcPts val="0"/>
              </a:spcAft>
              <a:buNone/>
            </a:pPr>
            <a:r>
              <a:rPr lang="en" dirty="0"/>
              <a:t>Quais os motivos que levam os adolescente a abandorem a escola?</a:t>
            </a:r>
            <a:endParaRPr dirty="0"/>
          </a:p>
        </p:txBody>
      </p:sp>
      <p:sp>
        <p:nvSpPr>
          <p:cNvPr id="4906" name="Google Shape;4906;p64"/>
          <p:cNvSpPr txBox="1">
            <a:spLocks noGrp="1"/>
          </p:cNvSpPr>
          <p:nvPr>
            <p:ph type="title" idx="4294967295"/>
          </p:nvPr>
        </p:nvSpPr>
        <p:spPr>
          <a:xfrm>
            <a:off x="1845000" y="1596850"/>
            <a:ext cx="1836000" cy="332700"/>
          </a:xfrm>
          <a:prstGeom prst="rect">
            <a:avLst/>
          </a:prstGeom>
        </p:spPr>
        <p:txBody>
          <a:bodyPr spcFirstLastPara="1" wrap="square" lIns="14400" tIns="14400" rIns="14400" bIns="14400" anchor="t" anchorCtr="0">
            <a:noAutofit/>
          </a:bodyPr>
          <a:lstStyle/>
          <a:p>
            <a:pPr marL="0" lvl="0" indent="0" algn="l" rtl="0">
              <a:spcBef>
                <a:spcPts val="0"/>
              </a:spcBef>
              <a:spcAft>
                <a:spcPts val="0"/>
              </a:spcAft>
              <a:buNone/>
            </a:pPr>
            <a:r>
              <a:rPr lang="en" sz="2000" dirty="0">
                <a:solidFill>
                  <a:schemeClr val="accent1"/>
                </a:solidFill>
              </a:rPr>
              <a:t>Estudantes</a:t>
            </a:r>
            <a:endParaRPr sz="2000" dirty="0">
              <a:solidFill>
                <a:schemeClr val="accent1"/>
              </a:solidFill>
            </a:endParaRPr>
          </a:p>
        </p:txBody>
      </p:sp>
      <p:sp>
        <p:nvSpPr>
          <p:cNvPr id="4907" name="Google Shape;4907;p64"/>
          <p:cNvSpPr txBox="1">
            <a:spLocks noGrp="1"/>
          </p:cNvSpPr>
          <p:nvPr>
            <p:ph type="subTitle" idx="4294967295"/>
          </p:nvPr>
        </p:nvSpPr>
        <p:spPr>
          <a:xfrm>
            <a:off x="1845000" y="1980150"/>
            <a:ext cx="1836000" cy="497100"/>
          </a:xfrm>
          <a:prstGeom prst="rect">
            <a:avLst/>
          </a:prstGeom>
        </p:spPr>
        <p:txBody>
          <a:bodyPr spcFirstLastPara="1" wrap="square" lIns="14400" tIns="14400" rIns="14400" bIns="14400" anchor="t" anchorCtr="0">
            <a:noAutofit/>
          </a:bodyPr>
          <a:lstStyle/>
          <a:p>
            <a:pPr marL="0" lvl="0" indent="0" algn="l" rtl="0">
              <a:lnSpc>
                <a:spcPct val="100000"/>
              </a:lnSpc>
              <a:spcBef>
                <a:spcPts val="0"/>
              </a:spcBef>
              <a:spcAft>
                <a:spcPts val="0"/>
              </a:spcAft>
              <a:buNone/>
            </a:pPr>
            <a:r>
              <a:rPr lang="en" sz="1300" dirty="0"/>
              <a:t>Motivos do abandono escolar.</a:t>
            </a:r>
            <a:endParaRPr sz="1300" dirty="0"/>
          </a:p>
        </p:txBody>
      </p:sp>
      <p:pic>
        <p:nvPicPr>
          <p:cNvPr id="4910" name="Google Shape;4910;p64">
            <a:hlinkClick r:id="rId3"/>
          </p:cNvPr>
          <p:cNvPicPr preferRelativeResize="0"/>
          <p:nvPr/>
        </p:nvPicPr>
        <p:blipFill>
          <a:blip r:embed="rId4"/>
          <a:srcRect/>
          <a:stretch/>
        </p:blipFill>
        <p:spPr>
          <a:xfrm>
            <a:off x="4037638" y="1201429"/>
            <a:ext cx="4196874" cy="2595067"/>
          </a:xfrm>
          <a:prstGeom prst="rect">
            <a:avLst/>
          </a:prstGeom>
          <a:noFill/>
          <a:ln>
            <a:noFill/>
          </a:ln>
        </p:spPr>
      </p:pic>
      <p:grpSp>
        <p:nvGrpSpPr>
          <p:cNvPr id="4911" name="Google Shape;4911;p64"/>
          <p:cNvGrpSpPr/>
          <p:nvPr/>
        </p:nvGrpSpPr>
        <p:grpSpPr>
          <a:xfrm>
            <a:off x="989560" y="1614831"/>
            <a:ext cx="632419" cy="3528692"/>
            <a:chOff x="989560" y="1614831"/>
            <a:chExt cx="632419" cy="3528692"/>
          </a:xfrm>
        </p:grpSpPr>
        <p:sp>
          <p:nvSpPr>
            <p:cNvPr id="4912" name="Google Shape;4912;p64"/>
            <p:cNvSpPr/>
            <p:nvPr/>
          </p:nvSpPr>
          <p:spPr>
            <a:xfrm>
              <a:off x="1262095" y="1794100"/>
              <a:ext cx="87325" cy="3349423"/>
            </a:xfrm>
            <a:custGeom>
              <a:avLst/>
              <a:gdLst/>
              <a:ahLst/>
              <a:cxnLst/>
              <a:rect l="l" t="t" r="r" b="b"/>
              <a:pathLst>
                <a:path w="822" h="29599" extrusionOk="0">
                  <a:moveTo>
                    <a:pt x="430" y="1"/>
                  </a:moveTo>
                  <a:cubicBezTo>
                    <a:pt x="197" y="1"/>
                    <a:pt x="1" y="197"/>
                    <a:pt x="1" y="430"/>
                  </a:cubicBezTo>
                  <a:lnTo>
                    <a:pt x="1" y="29207"/>
                  </a:lnTo>
                  <a:cubicBezTo>
                    <a:pt x="1" y="29440"/>
                    <a:pt x="197" y="29599"/>
                    <a:pt x="430" y="29599"/>
                  </a:cubicBezTo>
                  <a:cubicBezTo>
                    <a:pt x="626" y="29599"/>
                    <a:pt x="822" y="29440"/>
                    <a:pt x="822" y="29207"/>
                  </a:cubicBezTo>
                  <a:lnTo>
                    <a:pt x="822" y="430"/>
                  </a:lnTo>
                  <a:cubicBezTo>
                    <a:pt x="822" y="197"/>
                    <a:pt x="626" y="1"/>
                    <a:pt x="430"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13" name="Google Shape;4913;p64"/>
            <p:cNvGrpSpPr/>
            <p:nvPr/>
          </p:nvGrpSpPr>
          <p:grpSpPr>
            <a:xfrm rot="-2839160">
              <a:off x="976551" y="1627840"/>
              <a:ext cx="658438" cy="632419"/>
              <a:chOff x="5724549" y="1637374"/>
              <a:chExt cx="372000" cy="357300"/>
            </a:xfrm>
          </p:grpSpPr>
          <p:sp>
            <p:nvSpPr>
              <p:cNvPr id="4914" name="Google Shape;4914;p64"/>
              <p:cNvSpPr/>
              <p:nvPr/>
            </p:nvSpPr>
            <p:spPr>
              <a:xfrm>
                <a:off x="5724549" y="1637374"/>
                <a:ext cx="372000" cy="357300"/>
              </a:xfrm>
              <a:prstGeom prst="roundRect">
                <a:avLst>
                  <a:gd name="adj" fmla="val 16667"/>
                </a:avLst>
              </a:pr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15" name="Google Shape;4915;p64"/>
              <p:cNvSpPr/>
              <p:nvPr/>
            </p:nvSpPr>
            <p:spPr>
              <a:xfrm>
                <a:off x="5748297" y="1663694"/>
                <a:ext cx="324538" cy="304682"/>
              </a:xfrm>
              <a:custGeom>
                <a:avLst/>
                <a:gdLst/>
                <a:ahLst/>
                <a:cxnLst/>
                <a:rect l="l" t="t" r="r" b="b"/>
                <a:pathLst>
                  <a:path w="10502" h="10539" extrusionOk="0">
                    <a:moveTo>
                      <a:pt x="9568" y="159"/>
                    </a:moveTo>
                    <a:cubicBezTo>
                      <a:pt x="9764" y="159"/>
                      <a:pt x="9997" y="234"/>
                      <a:pt x="10119" y="392"/>
                    </a:cubicBezTo>
                    <a:cubicBezTo>
                      <a:pt x="10268" y="551"/>
                      <a:pt x="10352" y="738"/>
                      <a:pt x="10352" y="934"/>
                    </a:cubicBezTo>
                    <a:lnTo>
                      <a:pt x="10352" y="9568"/>
                    </a:lnTo>
                    <a:cubicBezTo>
                      <a:pt x="10352" y="9801"/>
                      <a:pt x="10268" y="9997"/>
                      <a:pt x="10119" y="10156"/>
                    </a:cubicBezTo>
                    <a:cubicBezTo>
                      <a:pt x="9997" y="10268"/>
                      <a:pt x="9764" y="10389"/>
                      <a:pt x="9568" y="10389"/>
                    </a:cubicBezTo>
                    <a:lnTo>
                      <a:pt x="934" y="10389"/>
                    </a:lnTo>
                    <a:cubicBezTo>
                      <a:pt x="701" y="10389"/>
                      <a:pt x="514" y="10268"/>
                      <a:pt x="355" y="10156"/>
                    </a:cubicBezTo>
                    <a:cubicBezTo>
                      <a:pt x="234" y="9997"/>
                      <a:pt x="159" y="9801"/>
                      <a:pt x="159" y="9568"/>
                    </a:cubicBezTo>
                    <a:lnTo>
                      <a:pt x="159" y="934"/>
                    </a:lnTo>
                    <a:cubicBezTo>
                      <a:pt x="159" y="738"/>
                      <a:pt x="234" y="551"/>
                      <a:pt x="355" y="392"/>
                    </a:cubicBezTo>
                    <a:cubicBezTo>
                      <a:pt x="514" y="234"/>
                      <a:pt x="701" y="159"/>
                      <a:pt x="934" y="159"/>
                    </a:cubicBezTo>
                    <a:close/>
                    <a:moveTo>
                      <a:pt x="934" y="0"/>
                    </a:moveTo>
                    <a:cubicBezTo>
                      <a:pt x="393" y="0"/>
                      <a:pt x="1" y="430"/>
                      <a:pt x="1" y="934"/>
                    </a:cubicBezTo>
                    <a:lnTo>
                      <a:pt x="1" y="9568"/>
                    </a:lnTo>
                    <a:cubicBezTo>
                      <a:pt x="1" y="10118"/>
                      <a:pt x="393" y="10538"/>
                      <a:pt x="934" y="10538"/>
                    </a:cubicBezTo>
                    <a:lnTo>
                      <a:pt x="9568" y="10538"/>
                    </a:lnTo>
                    <a:cubicBezTo>
                      <a:pt x="10081" y="10538"/>
                      <a:pt x="10501" y="10118"/>
                      <a:pt x="10501" y="9568"/>
                    </a:cubicBezTo>
                    <a:lnTo>
                      <a:pt x="10501" y="934"/>
                    </a:lnTo>
                    <a:cubicBezTo>
                      <a:pt x="10501" y="430"/>
                      <a:pt x="10081" y="0"/>
                      <a:pt x="9568" y="0"/>
                    </a:cubicBezTo>
                    <a:close/>
                  </a:path>
                </a:pathLst>
              </a:custGeom>
              <a:solidFill>
                <a:srgbClr val="5A2543"/>
              </a:solidFill>
              <a:ln w="9525" cap="flat" cmpd="sng">
                <a:solidFill>
                  <a:srgbClr val="5A2543"/>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4919" name="Google Shape;4919;p64"/>
          <p:cNvGrpSpPr/>
          <p:nvPr/>
        </p:nvGrpSpPr>
        <p:grpSpPr>
          <a:xfrm>
            <a:off x="150" y="4057060"/>
            <a:ext cx="9144111" cy="1094672"/>
            <a:chOff x="150" y="3935350"/>
            <a:chExt cx="9144111" cy="1211725"/>
          </a:xfrm>
        </p:grpSpPr>
        <p:sp>
          <p:nvSpPr>
            <p:cNvPr id="4920" name="Google Shape;4920;p64"/>
            <p:cNvSpPr/>
            <p:nvPr/>
          </p:nvSpPr>
          <p:spPr>
            <a:xfrm rot="5400000">
              <a:off x="4187250" y="190175"/>
              <a:ext cx="769800" cy="9144000"/>
            </a:xfrm>
            <a:prstGeom prst="rect">
              <a:avLst/>
            </a:pr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1" name="Google Shape;4921;p64"/>
            <p:cNvSpPr/>
            <p:nvPr/>
          </p:nvSpPr>
          <p:spPr>
            <a:xfrm>
              <a:off x="150" y="3935350"/>
              <a:ext cx="9144111" cy="560209"/>
            </a:xfrm>
            <a:custGeom>
              <a:avLst/>
              <a:gdLst/>
              <a:ahLst/>
              <a:cxnLst/>
              <a:rect l="l" t="t" r="r" b="b"/>
              <a:pathLst>
                <a:path w="116675" h="6515" extrusionOk="0">
                  <a:moveTo>
                    <a:pt x="8866" y="1"/>
                  </a:moveTo>
                  <a:cubicBezTo>
                    <a:pt x="8776" y="1"/>
                    <a:pt x="8687" y="6"/>
                    <a:pt x="8597" y="18"/>
                  </a:cubicBezTo>
                  <a:cubicBezTo>
                    <a:pt x="7467" y="176"/>
                    <a:pt x="6534" y="1306"/>
                    <a:pt x="6609" y="2435"/>
                  </a:cubicBezTo>
                  <a:cubicBezTo>
                    <a:pt x="6256" y="1907"/>
                    <a:pt x="5617" y="1596"/>
                    <a:pt x="4971" y="1596"/>
                  </a:cubicBezTo>
                  <a:cubicBezTo>
                    <a:pt x="4762" y="1596"/>
                    <a:pt x="4551" y="1629"/>
                    <a:pt x="4350" y="1698"/>
                  </a:cubicBezTo>
                  <a:cubicBezTo>
                    <a:pt x="3575" y="1969"/>
                    <a:pt x="2996" y="2818"/>
                    <a:pt x="3034" y="3639"/>
                  </a:cubicBezTo>
                  <a:cubicBezTo>
                    <a:pt x="2708" y="3202"/>
                    <a:pt x="2172" y="2957"/>
                    <a:pt x="1640" y="2957"/>
                  </a:cubicBezTo>
                  <a:cubicBezTo>
                    <a:pt x="1410" y="2957"/>
                    <a:pt x="1182" y="3002"/>
                    <a:pt x="971" y="3098"/>
                  </a:cubicBezTo>
                  <a:cubicBezTo>
                    <a:pt x="271" y="3443"/>
                    <a:pt x="0" y="4143"/>
                    <a:pt x="0" y="5039"/>
                  </a:cubicBezTo>
                  <a:lnTo>
                    <a:pt x="0" y="6514"/>
                  </a:lnTo>
                  <a:lnTo>
                    <a:pt x="116675" y="6514"/>
                  </a:lnTo>
                  <a:lnTo>
                    <a:pt x="116675" y="5702"/>
                  </a:lnTo>
                  <a:cubicBezTo>
                    <a:pt x="116675" y="5002"/>
                    <a:pt x="116441" y="4339"/>
                    <a:pt x="115853" y="4069"/>
                  </a:cubicBezTo>
                  <a:cubicBezTo>
                    <a:pt x="115673" y="3970"/>
                    <a:pt x="115472" y="3924"/>
                    <a:pt x="115270" y="3924"/>
                  </a:cubicBezTo>
                  <a:cubicBezTo>
                    <a:pt x="114824" y="3924"/>
                    <a:pt x="114371" y="4145"/>
                    <a:pt x="114108" y="4498"/>
                  </a:cubicBezTo>
                  <a:cubicBezTo>
                    <a:pt x="114145" y="3798"/>
                    <a:pt x="113641" y="3051"/>
                    <a:pt x="112941" y="2818"/>
                  </a:cubicBezTo>
                  <a:cubicBezTo>
                    <a:pt x="112784" y="2763"/>
                    <a:pt x="112618" y="2736"/>
                    <a:pt x="112451" y="2736"/>
                  </a:cubicBezTo>
                  <a:cubicBezTo>
                    <a:pt x="111912" y="2736"/>
                    <a:pt x="111358" y="3011"/>
                    <a:pt x="111037" y="3481"/>
                  </a:cubicBezTo>
                  <a:cubicBezTo>
                    <a:pt x="111074" y="2473"/>
                    <a:pt x="110290" y="1539"/>
                    <a:pt x="109320" y="1418"/>
                  </a:cubicBezTo>
                  <a:cubicBezTo>
                    <a:pt x="109235" y="1405"/>
                    <a:pt x="109150" y="1399"/>
                    <a:pt x="109065" y="1399"/>
                  </a:cubicBezTo>
                  <a:cubicBezTo>
                    <a:pt x="108179" y="1399"/>
                    <a:pt x="107324" y="2087"/>
                    <a:pt x="107145" y="2939"/>
                  </a:cubicBezTo>
                  <a:cubicBezTo>
                    <a:pt x="106945" y="2830"/>
                    <a:pt x="106723" y="2781"/>
                    <a:pt x="106501" y="2781"/>
                  </a:cubicBezTo>
                  <a:cubicBezTo>
                    <a:pt x="105768" y="2781"/>
                    <a:pt x="105016" y="3316"/>
                    <a:pt x="104923" y="4031"/>
                  </a:cubicBezTo>
                  <a:cubicBezTo>
                    <a:pt x="104699" y="3941"/>
                    <a:pt x="104462" y="3897"/>
                    <a:pt x="104226" y="3897"/>
                  </a:cubicBezTo>
                  <a:cubicBezTo>
                    <a:pt x="103854" y="3897"/>
                    <a:pt x="103486" y="4007"/>
                    <a:pt x="103178" y="4218"/>
                  </a:cubicBezTo>
                  <a:cubicBezTo>
                    <a:pt x="103019" y="3873"/>
                    <a:pt x="102786" y="3565"/>
                    <a:pt x="102478" y="3331"/>
                  </a:cubicBezTo>
                  <a:cubicBezTo>
                    <a:pt x="102118" y="3069"/>
                    <a:pt x="101675" y="2935"/>
                    <a:pt x="101233" y="2935"/>
                  </a:cubicBezTo>
                  <a:cubicBezTo>
                    <a:pt x="100952" y="2935"/>
                    <a:pt x="100672" y="2989"/>
                    <a:pt x="100415" y="3098"/>
                  </a:cubicBezTo>
                  <a:cubicBezTo>
                    <a:pt x="100294" y="2235"/>
                    <a:pt x="99405" y="1623"/>
                    <a:pt x="98559" y="1623"/>
                  </a:cubicBezTo>
                  <a:cubicBezTo>
                    <a:pt x="98298" y="1623"/>
                    <a:pt x="98040" y="1682"/>
                    <a:pt x="97811" y="1810"/>
                  </a:cubicBezTo>
                  <a:cubicBezTo>
                    <a:pt x="97595" y="802"/>
                    <a:pt x="96553" y="1"/>
                    <a:pt x="95506" y="1"/>
                  </a:cubicBezTo>
                  <a:cubicBezTo>
                    <a:pt x="95418" y="1"/>
                    <a:pt x="95331" y="6"/>
                    <a:pt x="95244" y="18"/>
                  </a:cubicBezTo>
                  <a:cubicBezTo>
                    <a:pt x="94115" y="176"/>
                    <a:pt x="93181" y="1306"/>
                    <a:pt x="93256" y="2435"/>
                  </a:cubicBezTo>
                  <a:cubicBezTo>
                    <a:pt x="92875" y="1907"/>
                    <a:pt x="92250" y="1596"/>
                    <a:pt x="91617" y="1596"/>
                  </a:cubicBezTo>
                  <a:cubicBezTo>
                    <a:pt x="91412" y="1596"/>
                    <a:pt x="91205" y="1629"/>
                    <a:pt x="91006" y="1698"/>
                  </a:cubicBezTo>
                  <a:cubicBezTo>
                    <a:pt x="90222" y="1969"/>
                    <a:pt x="89644" y="2818"/>
                    <a:pt x="89681" y="3639"/>
                  </a:cubicBezTo>
                  <a:cubicBezTo>
                    <a:pt x="89355" y="3202"/>
                    <a:pt x="88819" y="2957"/>
                    <a:pt x="88287" y="2957"/>
                  </a:cubicBezTo>
                  <a:cubicBezTo>
                    <a:pt x="88058" y="2957"/>
                    <a:pt x="87829" y="3002"/>
                    <a:pt x="87618" y="3098"/>
                  </a:cubicBezTo>
                  <a:cubicBezTo>
                    <a:pt x="87114" y="3331"/>
                    <a:pt x="86769" y="3873"/>
                    <a:pt x="86685" y="4414"/>
                  </a:cubicBezTo>
                  <a:cubicBezTo>
                    <a:pt x="86535" y="4265"/>
                    <a:pt x="86377" y="4143"/>
                    <a:pt x="86218" y="4069"/>
                  </a:cubicBezTo>
                  <a:cubicBezTo>
                    <a:pt x="86026" y="3970"/>
                    <a:pt x="85817" y="3924"/>
                    <a:pt x="85610" y="3924"/>
                  </a:cubicBezTo>
                  <a:cubicBezTo>
                    <a:pt x="85152" y="3924"/>
                    <a:pt x="84699" y="4145"/>
                    <a:pt x="84435" y="4498"/>
                  </a:cubicBezTo>
                  <a:cubicBezTo>
                    <a:pt x="84473" y="3798"/>
                    <a:pt x="84006" y="3051"/>
                    <a:pt x="83306" y="2818"/>
                  </a:cubicBezTo>
                  <a:cubicBezTo>
                    <a:pt x="83140" y="2763"/>
                    <a:pt x="82967" y="2736"/>
                    <a:pt x="82795" y="2736"/>
                  </a:cubicBezTo>
                  <a:cubicBezTo>
                    <a:pt x="82239" y="2736"/>
                    <a:pt x="81683" y="3011"/>
                    <a:pt x="81355" y="3481"/>
                  </a:cubicBezTo>
                  <a:cubicBezTo>
                    <a:pt x="81439" y="2473"/>
                    <a:pt x="80655" y="1539"/>
                    <a:pt x="79684" y="1418"/>
                  </a:cubicBezTo>
                  <a:cubicBezTo>
                    <a:pt x="79600" y="1405"/>
                    <a:pt x="79515" y="1399"/>
                    <a:pt x="79430" y="1399"/>
                  </a:cubicBezTo>
                  <a:cubicBezTo>
                    <a:pt x="78544" y="1399"/>
                    <a:pt x="77685" y="2087"/>
                    <a:pt x="77472" y="2939"/>
                  </a:cubicBezTo>
                  <a:cubicBezTo>
                    <a:pt x="77281" y="2830"/>
                    <a:pt x="77066" y="2781"/>
                    <a:pt x="76848" y="2781"/>
                  </a:cubicBezTo>
                  <a:cubicBezTo>
                    <a:pt x="76131" y="2781"/>
                    <a:pt x="75372" y="3316"/>
                    <a:pt x="75251" y="4031"/>
                  </a:cubicBezTo>
                  <a:cubicBezTo>
                    <a:pt x="75041" y="3941"/>
                    <a:pt x="74807" y="3897"/>
                    <a:pt x="74570" y="3897"/>
                  </a:cubicBezTo>
                  <a:cubicBezTo>
                    <a:pt x="74196" y="3897"/>
                    <a:pt x="73814" y="4007"/>
                    <a:pt x="73505" y="4218"/>
                  </a:cubicBezTo>
                  <a:cubicBezTo>
                    <a:pt x="73384" y="3873"/>
                    <a:pt x="73150" y="3565"/>
                    <a:pt x="72842" y="3331"/>
                  </a:cubicBezTo>
                  <a:cubicBezTo>
                    <a:pt x="72483" y="3069"/>
                    <a:pt x="72040" y="2935"/>
                    <a:pt x="71589" y="2935"/>
                  </a:cubicBezTo>
                  <a:cubicBezTo>
                    <a:pt x="71303" y="2935"/>
                    <a:pt x="71014" y="2989"/>
                    <a:pt x="70742" y="3098"/>
                  </a:cubicBezTo>
                  <a:cubicBezTo>
                    <a:pt x="70621" y="2235"/>
                    <a:pt x="69754" y="1623"/>
                    <a:pt x="68902" y="1623"/>
                  </a:cubicBezTo>
                  <a:cubicBezTo>
                    <a:pt x="68639" y="1623"/>
                    <a:pt x="68376" y="1682"/>
                    <a:pt x="68138" y="1810"/>
                  </a:cubicBezTo>
                  <a:cubicBezTo>
                    <a:pt x="67923" y="802"/>
                    <a:pt x="66912" y="1"/>
                    <a:pt x="65870" y="1"/>
                  </a:cubicBezTo>
                  <a:cubicBezTo>
                    <a:pt x="65783" y="1"/>
                    <a:pt x="65696" y="6"/>
                    <a:pt x="65609" y="18"/>
                  </a:cubicBezTo>
                  <a:cubicBezTo>
                    <a:pt x="64479" y="176"/>
                    <a:pt x="63546" y="1306"/>
                    <a:pt x="63621" y="2435"/>
                  </a:cubicBezTo>
                  <a:cubicBezTo>
                    <a:pt x="63240" y="1907"/>
                    <a:pt x="62594" y="1596"/>
                    <a:pt x="61966" y="1596"/>
                  </a:cubicBezTo>
                  <a:cubicBezTo>
                    <a:pt x="61763" y="1596"/>
                    <a:pt x="61561" y="1629"/>
                    <a:pt x="61371" y="1698"/>
                  </a:cubicBezTo>
                  <a:cubicBezTo>
                    <a:pt x="60550" y="1969"/>
                    <a:pt x="59971" y="2818"/>
                    <a:pt x="60008" y="3639"/>
                  </a:cubicBezTo>
                  <a:cubicBezTo>
                    <a:pt x="59708" y="3202"/>
                    <a:pt x="59162" y="2957"/>
                    <a:pt x="58621" y="2957"/>
                  </a:cubicBezTo>
                  <a:cubicBezTo>
                    <a:pt x="58388" y="2957"/>
                    <a:pt x="58156" y="3002"/>
                    <a:pt x="57945" y="3098"/>
                  </a:cubicBezTo>
                  <a:cubicBezTo>
                    <a:pt x="57441" y="3369"/>
                    <a:pt x="57049" y="3910"/>
                    <a:pt x="57012" y="4498"/>
                  </a:cubicBezTo>
                  <a:cubicBezTo>
                    <a:pt x="56853" y="4302"/>
                    <a:pt x="56704" y="4143"/>
                    <a:pt x="56471" y="4069"/>
                  </a:cubicBezTo>
                  <a:cubicBezTo>
                    <a:pt x="56287" y="3970"/>
                    <a:pt x="56086" y="3924"/>
                    <a:pt x="55883" y="3924"/>
                  </a:cubicBezTo>
                  <a:cubicBezTo>
                    <a:pt x="55436" y="3924"/>
                    <a:pt x="54986" y="4145"/>
                    <a:pt x="54716" y="4498"/>
                  </a:cubicBezTo>
                  <a:cubicBezTo>
                    <a:pt x="54753" y="3798"/>
                    <a:pt x="54249" y="3051"/>
                    <a:pt x="53587" y="2818"/>
                  </a:cubicBezTo>
                  <a:cubicBezTo>
                    <a:pt x="53421" y="2763"/>
                    <a:pt x="53248" y="2736"/>
                    <a:pt x="53077" y="2736"/>
                  </a:cubicBezTo>
                  <a:cubicBezTo>
                    <a:pt x="52523" y="2736"/>
                    <a:pt x="51973" y="3011"/>
                    <a:pt x="51645" y="3481"/>
                  </a:cubicBezTo>
                  <a:cubicBezTo>
                    <a:pt x="51720" y="2473"/>
                    <a:pt x="50908" y="1539"/>
                    <a:pt x="49937" y="1418"/>
                  </a:cubicBezTo>
                  <a:cubicBezTo>
                    <a:pt x="49852" y="1405"/>
                    <a:pt x="49767" y="1399"/>
                    <a:pt x="49683" y="1399"/>
                  </a:cubicBezTo>
                  <a:cubicBezTo>
                    <a:pt x="48795" y="1399"/>
                    <a:pt x="47932" y="2087"/>
                    <a:pt x="47753" y="2939"/>
                  </a:cubicBezTo>
                  <a:cubicBezTo>
                    <a:pt x="47555" y="2830"/>
                    <a:pt x="47335" y="2781"/>
                    <a:pt x="47113" y="2781"/>
                  </a:cubicBezTo>
                  <a:cubicBezTo>
                    <a:pt x="46382" y="2781"/>
                    <a:pt x="45627" y="3316"/>
                    <a:pt x="45541" y="4031"/>
                  </a:cubicBezTo>
                  <a:cubicBezTo>
                    <a:pt x="45331" y="3941"/>
                    <a:pt x="45097" y="3897"/>
                    <a:pt x="44859" y="3897"/>
                  </a:cubicBezTo>
                  <a:cubicBezTo>
                    <a:pt x="44484" y="3897"/>
                    <a:pt x="44100" y="4007"/>
                    <a:pt x="43786" y="4218"/>
                  </a:cubicBezTo>
                  <a:cubicBezTo>
                    <a:pt x="43636" y="3873"/>
                    <a:pt x="43403" y="3565"/>
                    <a:pt x="43132" y="3331"/>
                  </a:cubicBezTo>
                  <a:cubicBezTo>
                    <a:pt x="42750" y="3069"/>
                    <a:pt x="42294" y="2935"/>
                    <a:pt x="41849" y="2935"/>
                  </a:cubicBezTo>
                  <a:cubicBezTo>
                    <a:pt x="41565" y="2935"/>
                    <a:pt x="41286" y="2989"/>
                    <a:pt x="41032" y="3098"/>
                  </a:cubicBezTo>
                  <a:cubicBezTo>
                    <a:pt x="40911" y="2235"/>
                    <a:pt x="40044" y="1623"/>
                    <a:pt x="39188" y="1623"/>
                  </a:cubicBezTo>
                  <a:cubicBezTo>
                    <a:pt x="38923" y="1623"/>
                    <a:pt x="38659" y="1682"/>
                    <a:pt x="38419" y="1810"/>
                  </a:cubicBezTo>
                  <a:cubicBezTo>
                    <a:pt x="38203" y="802"/>
                    <a:pt x="37193" y="1"/>
                    <a:pt x="36121" y="1"/>
                  </a:cubicBezTo>
                  <a:cubicBezTo>
                    <a:pt x="36032" y="1"/>
                    <a:pt x="35942" y="6"/>
                    <a:pt x="35852" y="18"/>
                  </a:cubicBezTo>
                  <a:cubicBezTo>
                    <a:pt x="34732" y="176"/>
                    <a:pt x="33836" y="1306"/>
                    <a:pt x="33873" y="2435"/>
                  </a:cubicBezTo>
                  <a:cubicBezTo>
                    <a:pt x="33521" y="1907"/>
                    <a:pt x="32881" y="1596"/>
                    <a:pt x="32236" y="1596"/>
                  </a:cubicBezTo>
                  <a:cubicBezTo>
                    <a:pt x="32026" y="1596"/>
                    <a:pt x="31816" y="1629"/>
                    <a:pt x="31614" y="1698"/>
                  </a:cubicBezTo>
                  <a:cubicBezTo>
                    <a:pt x="30840" y="1969"/>
                    <a:pt x="30252" y="2818"/>
                    <a:pt x="30298" y="3639"/>
                  </a:cubicBezTo>
                  <a:cubicBezTo>
                    <a:pt x="29998" y="3202"/>
                    <a:pt x="29452" y="2957"/>
                    <a:pt x="28911" y="2957"/>
                  </a:cubicBezTo>
                  <a:cubicBezTo>
                    <a:pt x="28678" y="2957"/>
                    <a:pt x="28446" y="3002"/>
                    <a:pt x="28235" y="3098"/>
                  </a:cubicBezTo>
                  <a:cubicBezTo>
                    <a:pt x="27843" y="3285"/>
                    <a:pt x="27535" y="3639"/>
                    <a:pt x="27377" y="4031"/>
                  </a:cubicBezTo>
                  <a:cubicBezTo>
                    <a:pt x="27265" y="3481"/>
                    <a:pt x="26835" y="3014"/>
                    <a:pt x="26285" y="2818"/>
                  </a:cubicBezTo>
                  <a:cubicBezTo>
                    <a:pt x="26130" y="2763"/>
                    <a:pt x="25966" y="2736"/>
                    <a:pt x="25799" y="2736"/>
                  </a:cubicBezTo>
                  <a:cubicBezTo>
                    <a:pt x="25264" y="2736"/>
                    <a:pt x="24708" y="3011"/>
                    <a:pt x="24381" y="3481"/>
                  </a:cubicBezTo>
                  <a:cubicBezTo>
                    <a:pt x="24418" y="2473"/>
                    <a:pt x="23643" y="1539"/>
                    <a:pt x="22672" y="1418"/>
                  </a:cubicBezTo>
                  <a:cubicBezTo>
                    <a:pt x="22588" y="1405"/>
                    <a:pt x="22503" y="1399"/>
                    <a:pt x="22418" y="1399"/>
                  </a:cubicBezTo>
                  <a:cubicBezTo>
                    <a:pt x="21531" y="1399"/>
                    <a:pt x="20668" y="2087"/>
                    <a:pt x="20498" y="2939"/>
                  </a:cubicBezTo>
                  <a:cubicBezTo>
                    <a:pt x="20297" y="2830"/>
                    <a:pt x="20076" y="2781"/>
                    <a:pt x="19853" y="2781"/>
                  </a:cubicBezTo>
                  <a:cubicBezTo>
                    <a:pt x="19121" y="2781"/>
                    <a:pt x="18369" y="3316"/>
                    <a:pt x="18276" y="4031"/>
                  </a:cubicBezTo>
                  <a:cubicBezTo>
                    <a:pt x="18052" y="3941"/>
                    <a:pt x="17815" y="3897"/>
                    <a:pt x="17579" y="3897"/>
                  </a:cubicBezTo>
                  <a:cubicBezTo>
                    <a:pt x="17207" y="3897"/>
                    <a:pt x="16839" y="4007"/>
                    <a:pt x="16531" y="4218"/>
                  </a:cubicBezTo>
                  <a:cubicBezTo>
                    <a:pt x="16372" y="3873"/>
                    <a:pt x="16139" y="3565"/>
                    <a:pt x="15831" y="3331"/>
                  </a:cubicBezTo>
                  <a:cubicBezTo>
                    <a:pt x="15471" y="3069"/>
                    <a:pt x="15028" y="2935"/>
                    <a:pt x="14586" y="2935"/>
                  </a:cubicBezTo>
                  <a:cubicBezTo>
                    <a:pt x="14305" y="2935"/>
                    <a:pt x="14025" y="2989"/>
                    <a:pt x="13768" y="3098"/>
                  </a:cubicBezTo>
                  <a:cubicBezTo>
                    <a:pt x="13647" y="2235"/>
                    <a:pt x="12758" y="1623"/>
                    <a:pt x="11912" y="1623"/>
                  </a:cubicBezTo>
                  <a:cubicBezTo>
                    <a:pt x="11651" y="1623"/>
                    <a:pt x="11393" y="1682"/>
                    <a:pt x="11164" y="1810"/>
                  </a:cubicBezTo>
                  <a:cubicBezTo>
                    <a:pt x="10948" y="802"/>
                    <a:pt x="9938" y="1"/>
                    <a:pt x="8866" y="1"/>
                  </a:cubicBezTo>
                  <a:close/>
                </a:path>
              </a:pathLst>
            </a:custGeom>
            <a:solidFill>
              <a:schemeClr val="accent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22" name="Google Shape;4922;p64"/>
          <p:cNvGrpSpPr/>
          <p:nvPr/>
        </p:nvGrpSpPr>
        <p:grpSpPr>
          <a:xfrm>
            <a:off x="365895" y="4379496"/>
            <a:ext cx="8494158" cy="666011"/>
            <a:chOff x="365895" y="4379496"/>
            <a:chExt cx="8494158" cy="666011"/>
          </a:xfrm>
        </p:grpSpPr>
        <p:grpSp>
          <p:nvGrpSpPr>
            <p:cNvPr id="4923" name="Google Shape;4923;p64"/>
            <p:cNvGrpSpPr/>
            <p:nvPr/>
          </p:nvGrpSpPr>
          <p:grpSpPr>
            <a:xfrm>
              <a:off x="8054127" y="4779458"/>
              <a:ext cx="209443" cy="186391"/>
              <a:chOff x="10847407" y="-45304"/>
              <a:chExt cx="178629" cy="158969"/>
            </a:xfrm>
          </p:grpSpPr>
          <p:sp>
            <p:nvSpPr>
              <p:cNvPr id="4924" name="Google Shape;4924;p64"/>
              <p:cNvSpPr/>
              <p:nvPr/>
            </p:nvSpPr>
            <p:spPr>
              <a:xfrm flipH="1">
                <a:off x="10847407" y="-45304"/>
                <a:ext cx="178629" cy="153449"/>
              </a:xfrm>
              <a:custGeom>
                <a:avLst/>
                <a:gdLst/>
                <a:ahLst/>
                <a:cxnLst/>
                <a:rect l="l" t="t" r="r" b="b"/>
                <a:pathLst>
                  <a:path w="2717" h="2334" extrusionOk="0">
                    <a:moveTo>
                      <a:pt x="1008" y="0"/>
                    </a:moveTo>
                    <a:cubicBezTo>
                      <a:pt x="896" y="159"/>
                      <a:pt x="663" y="626"/>
                      <a:pt x="971" y="1130"/>
                    </a:cubicBezTo>
                    <a:lnTo>
                      <a:pt x="663" y="1130"/>
                    </a:lnTo>
                    <a:cubicBezTo>
                      <a:pt x="346" y="1130"/>
                      <a:pt x="112" y="1288"/>
                      <a:pt x="0" y="1363"/>
                    </a:cubicBezTo>
                    <a:cubicBezTo>
                      <a:pt x="196" y="1596"/>
                      <a:pt x="467" y="1718"/>
                      <a:pt x="738" y="1755"/>
                    </a:cubicBezTo>
                    <a:cubicBezTo>
                      <a:pt x="504" y="1951"/>
                      <a:pt x="430" y="2185"/>
                      <a:pt x="383" y="2297"/>
                    </a:cubicBezTo>
                    <a:cubicBezTo>
                      <a:pt x="467" y="2334"/>
                      <a:pt x="579" y="2334"/>
                      <a:pt x="663" y="2334"/>
                    </a:cubicBezTo>
                    <a:cubicBezTo>
                      <a:pt x="971" y="2334"/>
                      <a:pt x="1279" y="2185"/>
                      <a:pt x="1513" y="1904"/>
                    </a:cubicBezTo>
                    <a:cubicBezTo>
                      <a:pt x="1279" y="1055"/>
                      <a:pt x="971" y="355"/>
                      <a:pt x="971" y="318"/>
                    </a:cubicBezTo>
                    <a:cubicBezTo>
                      <a:pt x="971" y="318"/>
                      <a:pt x="971" y="271"/>
                      <a:pt x="1008" y="234"/>
                    </a:cubicBezTo>
                    <a:cubicBezTo>
                      <a:pt x="1046" y="234"/>
                      <a:pt x="1083" y="234"/>
                      <a:pt x="1083" y="271"/>
                    </a:cubicBezTo>
                    <a:cubicBezTo>
                      <a:pt x="1083" y="271"/>
                      <a:pt x="1438" y="1055"/>
                      <a:pt x="1671" y="1951"/>
                    </a:cubicBezTo>
                    <a:cubicBezTo>
                      <a:pt x="1746" y="1951"/>
                      <a:pt x="1867" y="1989"/>
                      <a:pt x="1942" y="1989"/>
                    </a:cubicBezTo>
                    <a:cubicBezTo>
                      <a:pt x="2213" y="1989"/>
                      <a:pt x="2483" y="1867"/>
                      <a:pt x="2717" y="1671"/>
                    </a:cubicBezTo>
                    <a:cubicBezTo>
                      <a:pt x="2642" y="1559"/>
                      <a:pt x="2446" y="1400"/>
                      <a:pt x="2138" y="1363"/>
                    </a:cubicBezTo>
                    <a:cubicBezTo>
                      <a:pt x="2371" y="1204"/>
                      <a:pt x="2483" y="971"/>
                      <a:pt x="2567" y="663"/>
                    </a:cubicBezTo>
                    <a:cubicBezTo>
                      <a:pt x="2530" y="663"/>
                      <a:pt x="2446" y="626"/>
                      <a:pt x="2371" y="626"/>
                    </a:cubicBezTo>
                    <a:cubicBezTo>
                      <a:pt x="2175" y="626"/>
                      <a:pt x="1905" y="700"/>
                      <a:pt x="1634" y="934"/>
                    </a:cubicBezTo>
                    <a:cubicBezTo>
                      <a:pt x="1634" y="551"/>
                      <a:pt x="1363" y="196"/>
                      <a:pt x="10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5" name="Google Shape;4925;p64"/>
              <p:cNvSpPr/>
              <p:nvPr/>
            </p:nvSpPr>
            <p:spPr>
              <a:xfrm flipH="1">
                <a:off x="10911247" y="79872"/>
                <a:ext cx="15384" cy="33793"/>
              </a:xfrm>
              <a:custGeom>
                <a:avLst/>
                <a:gdLst/>
                <a:ahLst/>
                <a:cxnLst/>
                <a:rect l="l" t="t" r="r" b="b"/>
                <a:pathLst>
                  <a:path w="234" h="514" extrusionOk="0">
                    <a:moveTo>
                      <a:pt x="1" y="0"/>
                    </a:moveTo>
                    <a:cubicBezTo>
                      <a:pt x="38" y="159"/>
                      <a:pt x="85" y="318"/>
                      <a:pt x="122" y="467"/>
                    </a:cubicBezTo>
                    <a:cubicBezTo>
                      <a:pt x="122" y="514"/>
                      <a:pt x="159" y="514"/>
                      <a:pt x="197" y="514"/>
                    </a:cubicBezTo>
                    <a:cubicBezTo>
                      <a:pt x="234" y="514"/>
                      <a:pt x="234" y="467"/>
                      <a:pt x="234" y="430"/>
                    </a:cubicBezTo>
                    <a:cubicBezTo>
                      <a:pt x="197" y="318"/>
                      <a:pt x="197" y="159"/>
                      <a:pt x="159" y="47"/>
                    </a:cubicBezTo>
                    <a:cubicBezTo>
                      <a:pt x="122" y="0"/>
                      <a:pt x="38" y="0"/>
                      <a:pt x="1" y="0"/>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6" name="Google Shape;4926;p64"/>
              <p:cNvSpPr/>
              <p:nvPr/>
            </p:nvSpPr>
            <p:spPr>
              <a:xfrm flipH="1">
                <a:off x="10916111" y="-29986"/>
                <a:ext cx="46087" cy="113016"/>
              </a:xfrm>
              <a:custGeom>
                <a:avLst/>
                <a:gdLst/>
                <a:ahLst/>
                <a:cxnLst/>
                <a:rect l="l" t="t" r="r" b="b"/>
                <a:pathLst>
                  <a:path w="701" h="1719" extrusionOk="0">
                    <a:moveTo>
                      <a:pt x="37" y="1"/>
                    </a:moveTo>
                    <a:cubicBezTo>
                      <a:pt x="0" y="38"/>
                      <a:pt x="0" y="85"/>
                      <a:pt x="0" y="85"/>
                    </a:cubicBezTo>
                    <a:cubicBezTo>
                      <a:pt x="0" y="122"/>
                      <a:pt x="308" y="822"/>
                      <a:pt x="542" y="1671"/>
                    </a:cubicBezTo>
                    <a:cubicBezTo>
                      <a:pt x="579" y="1671"/>
                      <a:pt x="663" y="1671"/>
                      <a:pt x="700" y="1718"/>
                    </a:cubicBezTo>
                    <a:cubicBezTo>
                      <a:pt x="467" y="822"/>
                      <a:pt x="112" y="38"/>
                      <a:pt x="112" y="38"/>
                    </a:cubicBezTo>
                    <a:cubicBezTo>
                      <a:pt x="112" y="1"/>
                      <a:pt x="75" y="1"/>
                      <a:pt x="37" y="1"/>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27" name="Google Shape;4927;p64"/>
            <p:cNvGrpSpPr/>
            <p:nvPr/>
          </p:nvGrpSpPr>
          <p:grpSpPr>
            <a:xfrm>
              <a:off x="8605283" y="4521841"/>
              <a:ext cx="254769" cy="287916"/>
              <a:chOff x="11317476" y="-265020"/>
              <a:chExt cx="217287" cy="245558"/>
            </a:xfrm>
          </p:grpSpPr>
          <p:sp>
            <p:nvSpPr>
              <p:cNvPr id="4928" name="Google Shape;4928;p64"/>
              <p:cNvSpPr/>
              <p:nvPr/>
            </p:nvSpPr>
            <p:spPr>
              <a:xfrm flipH="1">
                <a:off x="11317476" y="-265020"/>
                <a:ext cx="217287" cy="245558"/>
              </a:xfrm>
              <a:custGeom>
                <a:avLst/>
                <a:gdLst/>
                <a:ahLst/>
                <a:cxnLst/>
                <a:rect l="l" t="t" r="r" b="b"/>
                <a:pathLst>
                  <a:path w="3305" h="3735" extrusionOk="0">
                    <a:moveTo>
                      <a:pt x="1354" y="1"/>
                    </a:moveTo>
                    <a:cubicBezTo>
                      <a:pt x="1046" y="272"/>
                      <a:pt x="934" y="626"/>
                      <a:pt x="887" y="1009"/>
                    </a:cubicBezTo>
                    <a:cubicBezTo>
                      <a:pt x="617" y="701"/>
                      <a:pt x="271" y="580"/>
                      <a:pt x="75" y="580"/>
                    </a:cubicBezTo>
                    <a:cubicBezTo>
                      <a:pt x="1" y="1168"/>
                      <a:pt x="234" y="1709"/>
                      <a:pt x="701" y="2101"/>
                    </a:cubicBezTo>
                    <a:cubicBezTo>
                      <a:pt x="1867" y="1709"/>
                      <a:pt x="2838" y="1280"/>
                      <a:pt x="2838" y="1280"/>
                    </a:cubicBezTo>
                    <a:lnTo>
                      <a:pt x="2875" y="1242"/>
                    </a:lnTo>
                    <a:cubicBezTo>
                      <a:pt x="2913" y="1242"/>
                      <a:pt x="2950" y="1280"/>
                      <a:pt x="2987" y="1326"/>
                    </a:cubicBezTo>
                    <a:cubicBezTo>
                      <a:pt x="2987" y="1364"/>
                      <a:pt x="2987" y="1401"/>
                      <a:pt x="2913" y="1438"/>
                    </a:cubicBezTo>
                    <a:cubicBezTo>
                      <a:pt x="2913" y="1438"/>
                      <a:pt x="1905" y="1905"/>
                      <a:pt x="654" y="2297"/>
                    </a:cubicBezTo>
                    <a:cubicBezTo>
                      <a:pt x="542" y="2801"/>
                      <a:pt x="654" y="3305"/>
                      <a:pt x="1083" y="3734"/>
                    </a:cubicBezTo>
                    <a:cubicBezTo>
                      <a:pt x="1242" y="3613"/>
                      <a:pt x="1438" y="3342"/>
                      <a:pt x="1475" y="2913"/>
                    </a:cubicBezTo>
                    <a:cubicBezTo>
                      <a:pt x="1709" y="3230"/>
                      <a:pt x="2054" y="3426"/>
                      <a:pt x="2446" y="3501"/>
                    </a:cubicBezTo>
                    <a:cubicBezTo>
                      <a:pt x="2521" y="3230"/>
                      <a:pt x="2521" y="2726"/>
                      <a:pt x="2017" y="2213"/>
                    </a:cubicBezTo>
                    <a:cubicBezTo>
                      <a:pt x="2567" y="2176"/>
                      <a:pt x="3034" y="1830"/>
                      <a:pt x="3305" y="1280"/>
                    </a:cubicBezTo>
                    <a:cubicBezTo>
                      <a:pt x="3183" y="1205"/>
                      <a:pt x="2875" y="1046"/>
                      <a:pt x="2521" y="1046"/>
                    </a:cubicBezTo>
                    <a:cubicBezTo>
                      <a:pt x="2287" y="1046"/>
                      <a:pt x="2017" y="1130"/>
                      <a:pt x="1709" y="1280"/>
                    </a:cubicBezTo>
                    <a:cubicBezTo>
                      <a:pt x="1867" y="580"/>
                      <a:pt x="1550" y="160"/>
                      <a:pt x="13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29" name="Google Shape;4929;p64"/>
              <p:cNvSpPr/>
              <p:nvPr/>
            </p:nvSpPr>
            <p:spPr>
              <a:xfrm flipH="1">
                <a:off x="11486244" y="-126958"/>
                <a:ext cx="48520" cy="22814"/>
              </a:xfrm>
              <a:custGeom>
                <a:avLst/>
                <a:gdLst/>
                <a:ahLst/>
                <a:cxnLst/>
                <a:rect l="l" t="t" r="r" b="b"/>
                <a:pathLst>
                  <a:path w="738" h="347" extrusionOk="0">
                    <a:moveTo>
                      <a:pt x="701" y="1"/>
                    </a:moveTo>
                    <a:cubicBezTo>
                      <a:pt x="505" y="38"/>
                      <a:pt x="271" y="113"/>
                      <a:pt x="75" y="160"/>
                    </a:cubicBezTo>
                    <a:cubicBezTo>
                      <a:pt x="1" y="160"/>
                      <a:pt x="1" y="234"/>
                      <a:pt x="1" y="272"/>
                    </a:cubicBezTo>
                    <a:cubicBezTo>
                      <a:pt x="1" y="309"/>
                      <a:pt x="38" y="346"/>
                      <a:pt x="75" y="346"/>
                    </a:cubicBezTo>
                    <a:lnTo>
                      <a:pt x="113" y="346"/>
                    </a:lnTo>
                    <a:cubicBezTo>
                      <a:pt x="309" y="272"/>
                      <a:pt x="505" y="234"/>
                      <a:pt x="654" y="197"/>
                    </a:cubicBezTo>
                    <a:cubicBezTo>
                      <a:pt x="701" y="113"/>
                      <a:pt x="701" y="76"/>
                      <a:pt x="738" y="1"/>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0" name="Google Shape;4930;p64"/>
              <p:cNvSpPr/>
              <p:nvPr/>
            </p:nvSpPr>
            <p:spPr>
              <a:xfrm flipH="1">
                <a:off x="11338318" y="-183366"/>
                <a:ext cx="153515" cy="69361"/>
              </a:xfrm>
              <a:custGeom>
                <a:avLst/>
                <a:gdLst/>
                <a:ahLst/>
                <a:cxnLst/>
                <a:rect l="l" t="t" r="r" b="b"/>
                <a:pathLst>
                  <a:path w="2335" h="1055" extrusionOk="0">
                    <a:moveTo>
                      <a:pt x="2222" y="0"/>
                    </a:moveTo>
                    <a:lnTo>
                      <a:pt x="2185" y="38"/>
                    </a:lnTo>
                    <a:cubicBezTo>
                      <a:pt x="2185" y="38"/>
                      <a:pt x="1214" y="467"/>
                      <a:pt x="48" y="859"/>
                    </a:cubicBezTo>
                    <a:lnTo>
                      <a:pt x="85" y="859"/>
                    </a:lnTo>
                    <a:cubicBezTo>
                      <a:pt x="48" y="934"/>
                      <a:pt x="48" y="971"/>
                      <a:pt x="1" y="1055"/>
                    </a:cubicBezTo>
                    <a:cubicBezTo>
                      <a:pt x="1252" y="663"/>
                      <a:pt x="2260" y="196"/>
                      <a:pt x="2260" y="196"/>
                    </a:cubicBezTo>
                    <a:cubicBezTo>
                      <a:pt x="2334" y="159"/>
                      <a:pt x="2334" y="122"/>
                      <a:pt x="2334" y="84"/>
                    </a:cubicBezTo>
                    <a:cubicBezTo>
                      <a:pt x="2297" y="38"/>
                      <a:pt x="2260" y="0"/>
                      <a:pt x="2222" y="0"/>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1" name="Google Shape;4931;p64"/>
            <p:cNvGrpSpPr/>
            <p:nvPr/>
          </p:nvGrpSpPr>
          <p:grpSpPr>
            <a:xfrm>
              <a:off x="6651927" y="4809758"/>
              <a:ext cx="209443" cy="186391"/>
              <a:chOff x="10847407" y="-45304"/>
              <a:chExt cx="178629" cy="158969"/>
            </a:xfrm>
          </p:grpSpPr>
          <p:sp>
            <p:nvSpPr>
              <p:cNvPr id="4932" name="Google Shape;4932;p64"/>
              <p:cNvSpPr/>
              <p:nvPr/>
            </p:nvSpPr>
            <p:spPr>
              <a:xfrm flipH="1">
                <a:off x="10847407" y="-45304"/>
                <a:ext cx="178629" cy="153449"/>
              </a:xfrm>
              <a:custGeom>
                <a:avLst/>
                <a:gdLst/>
                <a:ahLst/>
                <a:cxnLst/>
                <a:rect l="l" t="t" r="r" b="b"/>
                <a:pathLst>
                  <a:path w="2717" h="2334" extrusionOk="0">
                    <a:moveTo>
                      <a:pt x="1008" y="0"/>
                    </a:moveTo>
                    <a:cubicBezTo>
                      <a:pt x="896" y="159"/>
                      <a:pt x="663" y="626"/>
                      <a:pt x="971" y="1130"/>
                    </a:cubicBezTo>
                    <a:lnTo>
                      <a:pt x="663" y="1130"/>
                    </a:lnTo>
                    <a:cubicBezTo>
                      <a:pt x="346" y="1130"/>
                      <a:pt x="112" y="1288"/>
                      <a:pt x="0" y="1363"/>
                    </a:cubicBezTo>
                    <a:cubicBezTo>
                      <a:pt x="196" y="1596"/>
                      <a:pt x="467" y="1718"/>
                      <a:pt x="738" y="1755"/>
                    </a:cubicBezTo>
                    <a:cubicBezTo>
                      <a:pt x="504" y="1951"/>
                      <a:pt x="430" y="2185"/>
                      <a:pt x="383" y="2297"/>
                    </a:cubicBezTo>
                    <a:cubicBezTo>
                      <a:pt x="467" y="2334"/>
                      <a:pt x="579" y="2334"/>
                      <a:pt x="663" y="2334"/>
                    </a:cubicBezTo>
                    <a:cubicBezTo>
                      <a:pt x="971" y="2334"/>
                      <a:pt x="1279" y="2185"/>
                      <a:pt x="1513" y="1904"/>
                    </a:cubicBezTo>
                    <a:cubicBezTo>
                      <a:pt x="1279" y="1055"/>
                      <a:pt x="971" y="355"/>
                      <a:pt x="971" y="318"/>
                    </a:cubicBezTo>
                    <a:cubicBezTo>
                      <a:pt x="971" y="318"/>
                      <a:pt x="971" y="271"/>
                      <a:pt x="1008" y="234"/>
                    </a:cubicBezTo>
                    <a:cubicBezTo>
                      <a:pt x="1046" y="234"/>
                      <a:pt x="1083" y="234"/>
                      <a:pt x="1083" y="271"/>
                    </a:cubicBezTo>
                    <a:cubicBezTo>
                      <a:pt x="1083" y="271"/>
                      <a:pt x="1438" y="1055"/>
                      <a:pt x="1671" y="1951"/>
                    </a:cubicBezTo>
                    <a:cubicBezTo>
                      <a:pt x="1746" y="1951"/>
                      <a:pt x="1867" y="1989"/>
                      <a:pt x="1942" y="1989"/>
                    </a:cubicBezTo>
                    <a:cubicBezTo>
                      <a:pt x="2213" y="1989"/>
                      <a:pt x="2483" y="1867"/>
                      <a:pt x="2717" y="1671"/>
                    </a:cubicBezTo>
                    <a:cubicBezTo>
                      <a:pt x="2642" y="1559"/>
                      <a:pt x="2446" y="1400"/>
                      <a:pt x="2138" y="1363"/>
                    </a:cubicBezTo>
                    <a:cubicBezTo>
                      <a:pt x="2371" y="1204"/>
                      <a:pt x="2483" y="971"/>
                      <a:pt x="2567" y="663"/>
                    </a:cubicBezTo>
                    <a:cubicBezTo>
                      <a:pt x="2530" y="663"/>
                      <a:pt x="2446" y="626"/>
                      <a:pt x="2371" y="626"/>
                    </a:cubicBezTo>
                    <a:cubicBezTo>
                      <a:pt x="2175" y="626"/>
                      <a:pt x="1905" y="700"/>
                      <a:pt x="1634" y="934"/>
                    </a:cubicBezTo>
                    <a:cubicBezTo>
                      <a:pt x="1634" y="551"/>
                      <a:pt x="1363" y="196"/>
                      <a:pt x="10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3" name="Google Shape;4933;p64"/>
              <p:cNvSpPr/>
              <p:nvPr/>
            </p:nvSpPr>
            <p:spPr>
              <a:xfrm flipH="1">
                <a:off x="10911247" y="79872"/>
                <a:ext cx="15384" cy="33793"/>
              </a:xfrm>
              <a:custGeom>
                <a:avLst/>
                <a:gdLst/>
                <a:ahLst/>
                <a:cxnLst/>
                <a:rect l="l" t="t" r="r" b="b"/>
                <a:pathLst>
                  <a:path w="234" h="514" extrusionOk="0">
                    <a:moveTo>
                      <a:pt x="1" y="0"/>
                    </a:moveTo>
                    <a:cubicBezTo>
                      <a:pt x="38" y="159"/>
                      <a:pt x="85" y="318"/>
                      <a:pt x="122" y="467"/>
                    </a:cubicBezTo>
                    <a:cubicBezTo>
                      <a:pt x="122" y="514"/>
                      <a:pt x="159" y="514"/>
                      <a:pt x="197" y="514"/>
                    </a:cubicBezTo>
                    <a:cubicBezTo>
                      <a:pt x="234" y="514"/>
                      <a:pt x="234" y="467"/>
                      <a:pt x="234" y="430"/>
                    </a:cubicBezTo>
                    <a:cubicBezTo>
                      <a:pt x="197" y="318"/>
                      <a:pt x="197" y="159"/>
                      <a:pt x="159" y="47"/>
                    </a:cubicBezTo>
                    <a:cubicBezTo>
                      <a:pt x="122" y="0"/>
                      <a:pt x="38" y="0"/>
                      <a:pt x="1" y="0"/>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4" name="Google Shape;4934;p64"/>
              <p:cNvSpPr/>
              <p:nvPr/>
            </p:nvSpPr>
            <p:spPr>
              <a:xfrm flipH="1">
                <a:off x="10916111" y="-29986"/>
                <a:ext cx="46087" cy="113016"/>
              </a:xfrm>
              <a:custGeom>
                <a:avLst/>
                <a:gdLst/>
                <a:ahLst/>
                <a:cxnLst/>
                <a:rect l="l" t="t" r="r" b="b"/>
                <a:pathLst>
                  <a:path w="701" h="1719" extrusionOk="0">
                    <a:moveTo>
                      <a:pt x="37" y="1"/>
                    </a:moveTo>
                    <a:cubicBezTo>
                      <a:pt x="0" y="38"/>
                      <a:pt x="0" y="85"/>
                      <a:pt x="0" y="85"/>
                    </a:cubicBezTo>
                    <a:cubicBezTo>
                      <a:pt x="0" y="122"/>
                      <a:pt x="308" y="822"/>
                      <a:pt x="542" y="1671"/>
                    </a:cubicBezTo>
                    <a:cubicBezTo>
                      <a:pt x="579" y="1671"/>
                      <a:pt x="663" y="1671"/>
                      <a:pt x="700" y="1718"/>
                    </a:cubicBezTo>
                    <a:cubicBezTo>
                      <a:pt x="467" y="822"/>
                      <a:pt x="112" y="38"/>
                      <a:pt x="112" y="38"/>
                    </a:cubicBezTo>
                    <a:cubicBezTo>
                      <a:pt x="112" y="1"/>
                      <a:pt x="75" y="1"/>
                      <a:pt x="37" y="1"/>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5" name="Google Shape;4935;p64"/>
            <p:cNvGrpSpPr/>
            <p:nvPr/>
          </p:nvGrpSpPr>
          <p:grpSpPr>
            <a:xfrm>
              <a:off x="7179383" y="4460429"/>
              <a:ext cx="254769" cy="287916"/>
              <a:chOff x="11317476" y="-265020"/>
              <a:chExt cx="217287" cy="245558"/>
            </a:xfrm>
          </p:grpSpPr>
          <p:sp>
            <p:nvSpPr>
              <p:cNvPr id="4936" name="Google Shape;4936;p64"/>
              <p:cNvSpPr/>
              <p:nvPr/>
            </p:nvSpPr>
            <p:spPr>
              <a:xfrm flipH="1">
                <a:off x="11317476" y="-265020"/>
                <a:ext cx="217287" cy="245558"/>
              </a:xfrm>
              <a:custGeom>
                <a:avLst/>
                <a:gdLst/>
                <a:ahLst/>
                <a:cxnLst/>
                <a:rect l="l" t="t" r="r" b="b"/>
                <a:pathLst>
                  <a:path w="3305" h="3735" extrusionOk="0">
                    <a:moveTo>
                      <a:pt x="1354" y="1"/>
                    </a:moveTo>
                    <a:cubicBezTo>
                      <a:pt x="1046" y="272"/>
                      <a:pt x="934" y="626"/>
                      <a:pt x="887" y="1009"/>
                    </a:cubicBezTo>
                    <a:cubicBezTo>
                      <a:pt x="617" y="701"/>
                      <a:pt x="271" y="580"/>
                      <a:pt x="75" y="580"/>
                    </a:cubicBezTo>
                    <a:cubicBezTo>
                      <a:pt x="1" y="1168"/>
                      <a:pt x="234" y="1709"/>
                      <a:pt x="701" y="2101"/>
                    </a:cubicBezTo>
                    <a:cubicBezTo>
                      <a:pt x="1867" y="1709"/>
                      <a:pt x="2838" y="1280"/>
                      <a:pt x="2838" y="1280"/>
                    </a:cubicBezTo>
                    <a:lnTo>
                      <a:pt x="2875" y="1242"/>
                    </a:lnTo>
                    <a:cubicBezTo>
                      <a:pt x="2913" y="1242"/>
                      <a:pt x="2950" y="1280"/>
                      <a:pt x="2987" y="1326"/>
                    </a:cubicBezTo>
                    <a:cubicBezTo>
                      <a:pt x="2987" y="1364"/>
                      <a:pt x="2987" y="1401"/>
                      <a:pt x="2913" y="1438"/>
                    </a:cubicBezTo>
                    <a:cubicBezTo>
                      <a:pt x="2913" y="1438"/>
                      <a:pt x="1905" y="1905"/>
                      <a:pt x="654" y="2297"/>
                    </a:cubicBezTo>
                    <a:cubicBezTo>
                      <a:pt x="542" y="2801"/>
                      <a:pt x="654" y="3305"/>
                      <a:pt x="1083" y="3734"/>
                    </a:cubicBezTo>
                    <a:cubicBezTo>
                      <a:pt x="1242" y="3613"/>
                      <a:pt x="1438" y="3342"/>
                      <a:pt x="1475" y="2913"/>
                    </a:cubicBezTo>
                    <a:cubicBezTo>
                      <a:pt x="1709" y="3230"/>
                      <a:pt x="2054" y="3426"/>
                      <a:pt x="2446" y="3501"/>
                    </a:cubicBezTo>
                    <a:cubicBezTo>
                      <a:pt x="2521" y="3230"/>
                      <a:pt x="2521" y="2726"/>
                      <a:pt x="2017" y="2213"/>
                    </a:cubicBezTo>
                    <a:cubicBezTo>
                      <a:pt x="2567" y="2176"/>
                      <a:pt x="3034" y="1830"/>
                      <a:pt x="3305" y="1280"/>
                    </a:cubicBezTo>
                    <a:cubicBezTo>
                      <a:pt x="3183" y="1205"/>
                      <a:pt x="2875" y="1046"/>
                      <a:pt x="2521" y="1046"/>
                    </a:cubicBezTo>
                    <a:cubicBezTo>
                      <a:pt x="2287" y="1046"/>
                      <a:pt x="2017" y="1130"/>
                      <a:pt x="1709" y="1280"/>
                    </a:cubicBezTo>
                    <a:cubicBezTo>
                      <a:pt x="1867" y="580"/>
                      <a:pt x="1550" y="160"/>
                      <a:pt x="13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7" name="Google Shape;4937;p64"/>
              <p:cNvSpPr/>
              <p:nvPr/>
            </p:nvSpPr>
            <p:spPr>
              <a:xfrm flipH="1">
                <a:off x="11486244" y="-126958"/>
                <a:ext cx="48520" cy="22814"/>
              </a:xfrm>
              <a:custGeom>
                <a:avLst/>
                <a:gdLst/>
                <a:ahLst/>
                <a:cxnLst/>
                <a:rect l="l" t="t" r="r" b="b"/>
                <a:pathLst>
                  <a:path w="738" h="347" extrusionOk="0">
                    <a:moveTo>
                      <a:pt x="701" y="1"/>
                    </a:moveTo>
                    <a:cubicBezTo>
                      <a:pt x="505" y="38"/>
                      <a:pt x="271" y="113"/>
                      <a:pt x="75" y="160"/>
                    </a:cubicBezTo>
                    <a:cubicBezTo>
                      <a:pt x="1" y="160"/>
                      <a:pt x="1" y="234"/>
                      <a:pt x="1" y="272"/>
                    </a:cubicBezTo>
                    <a:cubicBezTo>
                      <a:pt x="1" y="309"/>
                      <a:pt x="38" y="346"/>
                      <a:pt x="75" y="346"/>
                    </a:cubicBezTo>
                    <a:lnTo>
                      <a:pt x="113" y="346"/>
                    </a:lnTo>
                    <a:cubicBezTo>
                      <a:pt x="309" y="272"/>
                      <a:pt x="505" y="234"/>
                      <a:pt x="654" y="197"/>
                    </a:cubicBezTo>
                    <a:cubicBezTo>
                      <a:pt x="701" y="113"/>
                      <a:pt x="701" y="76"/>
                      <a:pt x="738" y="1"/>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38" name="Google Shape;4938;p64"/>
              <p:cNvSpPr/>
              <p:nvPr/>
            </p:nvSpPr>
            <p:spPr>
              <a:xfrm flipH="1">
                <a:off x="11338318" y="-183366"/>
                <a:ext cx="153515" cy="69361"/>
              </a:xfrm>
              <a:custGeom>
                <a:avLst/>
                <a:gdLst/>
                <a:ahLst/>
                <a:cxnLst/>
                <a:rect l="l" t="t" r="r" b="b"/>
                <a:pathLst>
                  <a:path w="2335" h="1055" extrusionOk="0">
                    <a:moveTo>
                      <a:pt x="2222" y="0"/>
                    </a:moveTo>
                    <a:lnTo>
                      <a:pt x="2185" y="38"/>
                    </a:lnTo>
                    <a:cubicBezTo>
                      <a:pt x="2185" y="38"/>
                      <a:pt x="1214" y="467"/>
                      <a:pt x="48" y="859"/>
                    </a:cubicBezTo>
                    <a:lnTo>
                      <a:pt x="85" y="859"/>
                    </a:lnTo>
                    <a:cubicBezTo>
                      <a:pt x="48" y="934"/>
                      <a:pt x="48" y="971"/>
                      <a:pt x="1" y="1055"/>
                    </a:cubicBezTo>
                    <a:cubicBezTo>
                      <a:pt x="1252" y="663"/>
                      <a:pt x="2260" y="196"/>
                      <a:pt x="2260" y="196"/>
                    </a:cubicBezTo>
                    <a:cubicBezTo>
                      <a:pt x="2334" y="159"/>
                      <a:pt x="2334" y="122"/>
                      <a:pt x="2334" y="84"/>
                    </a:cubicBezTo>
                    <a:cubicBezTo>
                      <a:pt x="2297" y="38"/>
                      <a:pt x="2260" y="0"/>
                      <a:pt x="2222" y="0"/>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39" name="Google Shape;4939;p64"/>
            <p:cNvGrpSpPr/>
            <p:nvPr/>
          </p:nvGrpSpPr>
          <p:grpSpPr>
            <a:xfrm rot="-10666852">
              <a:off x="5753732" y="4509241"/>
              <a:ext cx="254765" cy="287911"/>
              <a:chOff x="11317476" y="-265020"/>
              <a:chExt cx="217287" cy="245558"/>
            </a:xfrm>
          </p:grpSpPr>
          <p:sp>
            <p:nvSpPr>
              <p:cNvPr id="4940" name="Google Shape;4940;p64"/>
              <p:cNvSpPr/>
              <p:nvPr/>
            </p:nvSpPr>
            <p:spPr>
              <a:xfrm flipH="1">
                <a:off x="11317476" y="-265020"/>
                <a:ext cx="217287" cy="245558"/>
              </a:xfrm>
              <a:custGeom>
                <a:avLst/>
                <a:gdLst/>
                <a:ahLst/>
                <a:cxnLst/>
                <a:rect l="l" t="t" r="r" b="b"/>
                <a:pathLst>
                  <a:path w="3305" h="3735" extrusionOk="0">
                    <a:moveTo>
                      <a:pt x="1354" y="1"/>
                    </a:moveTo>
                    <a:cubicBezTo>
                      <a:pt x="1046" y="272"/>
                      <a:pt x="934" y="626"/>
                      <a:pt x="887" y="1009"/>
                    </a:cubicBezTo>
                    <a:cubicBezTo>
                      <a:pt x="617" y="701"/>
                      <a:pt x="271" y="580"/>
                      <a:pt x="75" y="580"/>
                    </a:cubicBezTo>
                    <a:cubicBezTo>
                      <a:pt x="1" y="1168"/>
                      <a:pt x="234" y="1709"/>
                      <a:pt x="701" y="2101"/>
                    </a:cubicBezTo>
                    <a:cubicBezTo>
                      <a:pt x="1867" y="1709"/>
                      <a:pt x="2838" y="1280"/>
                      <a:pt x="2838" y="1280"/>
                    </a:cubicBezTo>
                    <a:lnTo>
                      <a:pt x="2875" y="1242"/>
                    </a:lnTo>
                    <a:cubicBezTo>
                      <a:pt x="2913" y="1242"/>
                      <a:pt x="2950" y="1280"/>
                      <a:pt x="2987" y="1326"/>
                    </a:cubicBezTo>
                    <a:cubicBezTo>
                      <a:pt x="2987" y="1364"/>
                      <a:pt x="2987" y="1401"/>
                      <a:pt x="2913" y="1438"/>
                    </a:cubicBezTo>
                    <a:cubicBezTo>
                      <a:pt x="2913" y="1438"/>
                      <a:pt x="1905" y="1905"/>
                      <a:pt x="654" y="2297"/>
                    </a:cubicBezTo>
                    <a:cubicBezTo>
                      <a:pt x="542" y="2801"/>
                      <a:pt x="654" y="3305"/>
                      <a:pt x="1083" y="3734"/>
                    </a:cubicBezTo>
                    <a:cubicBezTo>
                      <a:pt x="1242" y="3613"/>
                      <a:pt x="1438" y="3342"/>
                      <a:pt x="1475" y="2913"/>
                    </a:cubicBezTo>
                    <a:cubicBezTo>
                      <a:pt x="1709" y="3230"/>
                      <a:pt x="2054" y="3426"/>
                      <a:pt x="2446" y="3501"/>
                    </a:cubicBezTo>
                    <a:cubicBezTo>
                      <a:pt x="2521" y="3230"/>
                      <a:pt x="2521" y="2726"/>
                      <a:pt x="2017" y="2213"/>
                    </a:cubicBezTo>
                    <a:cubicBezTo>
                      <a:pt x="2567" y="2176"/>
                      <a:pt x="3034" y="1830"/>
                      <a:pt x="3305" y="1280"/>
                    </a:cubicBezTo>
                    <a:cubicBezTo>
                      <a:pt x="3183" y="1205"/>
                      <a:pt x="2875" y="1046"/>
                      <a:pt x="2521" y="1046"/>
                    </a:cubicBezTo>
                    <a:cubicBezTo>
                      <a:pt x="2287" y="1046"/>
                      <a:pt x="2017" y="1130"/>
                      <a:pt x="1709" y="1280"/>
                    </a:cubicBezTo>
                    <a:cubicBezTo>
                      <a:pt x="1867" y="580"/>
                      <a:pt x="1550" y="160"/>
                      <a:pt x="13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1" name="Google Shape;4941;p64"/>
              <p:cNvSpPr/>
              <p:nvPr/>
            </p:nvSpPr>
            <p:spPr>
              <a:xfrm flipH="1">
                <a:off x="11486244" y="-126958"/>
                <a:ext cx="48520" cy="22814"/>
              </a:xfrm>
              <a:custGeom>
                <a:avLst/>
                <a:gdLst/>
                <a:ahLst/>
                <a:cxnLst/>
                <a:rect l="l" t="t" r="r" b="b"/>
                <a:pathLst>
                  <a:path w="738" h="347" extrusionOk="0">
                    <a:moveTo>
                      <a:pt x="701" y="1"/>
                    </a:moveTo>
                    <a:cubicBezTo>
                      <a:pt x="505" y="38"/>
                      <a:pt x="271" y="113"/>
                      <a:pt x="75" y="160"/>
                    </a:cubicBezTo>
                    <a:cubicBezTo>
                      <a:pt x="1" y="160"/>
                      <a:pt x="1" y="234"/>
                      <a:pt x="1" y="272"/>
                    </a:cubicBezTo>
                    <a:cubicBezTo>
                      <a:pt x="1" y="309"/>
                      <a:pt x="38" y="346"/>
                      <a:pt x="75" y="346"/>
                    </a:cubicBezTo>
                    <a:lnTo>
                      <a:pt x="113" y="346"/>
                    </a:lnTo>
                    <a:cubicBezTo>
                      <a:pt x="309" y="272"/>
                      <a:pt x="505" y="234"/>
                      <a:pt x="654" y="197"/>
                    </a:cubicBezTo>
                    <a:cubicBezTo>
                      <a:pt x="701" y="113"/>
                      <a:pt x="701" y="76"/>
                      <a:pt x="738" y="1"/>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2" name="Google Shape;4942;p64"/>
              <p:cNvSpPr/>
              <p:nvPr/>
            </p:nvSpPr>
            <p:spPr>
              <a:xfrm flipH="1">
                <a:off x="11338318" y="-183366"/>
                <a:ext cx="153515" cy="69361"/>
              </a:xfrm>
              <a:custGeom>
                <a:avLst/>
                <a:gdLst/>
                <a:ahLst/>
                <a:cxnLst/>
                <a:rect l="l" t="t" r="r" b="b"/>
                <a:pathLst>
                  <a:path w="2335" h="1055" extrusionOk="0">
                    <a:moveTo>
                      <a:pt x="2222" y="0"/>
                    </a:moveTo>
                    <a:lnTo>
                      <a:pt x="2185" y="38"/>
                    </a:lnTo>
                    <a:cubicBezTo>
                      <a:pt x="2185" y="38"/>
                      <a:pt x="1214" y="467"/>
                      <a:pt x="48" y="859"/>
                    </a:cubicBezTo>
                    <a:lnTo>
                      <a:pt x="85" y="859"/>
                    </a:lnTo>
                    <a:cubicBezTo>
                      <a:pt x="48" y="934"/>
                      <a:pt x="48" y="971"/>
                      <a:pt x="1" y="1055"/>
                    </a:cubicBezTo>
                    <a:cubicBezTo>
                      <a:pt x="1252" y="663"/>
                      <a:pt x="2260" y="196"/>
                      <a:pt x="2260" y="196"/>
                    </a:cubicBezTo>
                    <a:cubicBezTo>
                      <a:pt x="2334" y="159"/>
                      <a:pt x="2334" y="122"/>
                      <a:pt x="2334" y="84"/>
                    </a:cubicBezTo>
                    <a:cubicBezTo>
                      <a:pt x="2297" y="38"/>
                      <a:pt x="2260" y="0"/>
                      <a:pt x="2222" y="0"/>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43" name="Google Shape;4943;p64"/>
            <p:cNvGrpSpPr/>
            <p:nvPr/>
          </p:nvGrpSpPr>
          <p:grpSpPr>
            <a:xfrm flipH="1">
              <a:off x="5146527" y="4782908"/>
              <a:ext cx="209443" cy="186391"/>
              <a:chOff x="10847407" y="-45304"/>
              <a:chExt cx="178629" cy="158969"/>
            </a:xfrm>
          </p:grpSpPr>
          <p:sp>
            <p:nvSpPr>
              <p:cNvPr id="4944" name="Google Shape;4944;p64"/>
              <p:cNvSpPr/>
              <p:nvPr/>
            </p:nvSpPr>
            <p:spPr>
              <a:xfrm flipH="1">
                <a:off x="10847407" y="-45304"/>
                <a:ext cx="178629" cy="153449"/>
              </a:xfrm>
              <a:custGeom>
                <a:avLst/>
                <a:gdLst/>
                <a:ahLst/>
                <a:cxnLst/>
                <a:rect l="l" t="t" r="r" b="b"/>
                <a:pathLst>
                  <a:path w="2717" h="2334" extrusionOk="0">
                    <a:moveTo>
                      <a:pt x="1008" y="0"/>
                    </a:moveTo>
                    <a:cubicBezTo>
                      <a:pt x="896" y="159"/>
                      <a:pt x="663" y="626"/>
                      <a:pt x="971" y="1130"/>
                    </a:cubicBezTo>
                    <a:lnTo>
                      <a:pt x="663" y="1130"/>
                    </a:lnTo>
                    <a:cubicBezTo>
                      <a:pt x="346" y="1130"/>
                      <a:pt x="112" y="1288"/>
                      <a:pt x="0" y="1363"/>
                    </a:cubicBezTo>
                    <a:cubicBezTo>
                      <a:pt x="196" y="1596"/>
                      <a:pt x="467" y="1718"/>
                      <a:pt x="738" y="1755"/>
                    </a:cubicBezTo>
                    <a:cubicBezTo>
                      <a:pt x="504" y="1951"/>
                      <a:pt x="430" y="2185"/>
                      <a:pt x="383" y="2297"/>
                    </a:cubicBezTo>
                    <a:cubicBezTo>
                      <a:pt x="467" y="2334"/>
                      <a:pt x="579" y="2334"/>
                      <a:pt x="663" y="2334"/>
                    </a:cubicBezTo>
                    <a:cubicBezTo>
                      <a:pt x="971" y="2334"/>
                      <a:pt x="1279" y="2185"/>
                      <a:pt x="1513" y="1904"/>
                    </a:cubicBezTo>
                    <a:cubicBezTo>
                      <a:pt x="1279" y="1055"/>
                      <a:pt x="971" y="355"/>
                      <a:pt x="971" y="318"/>
                    </a:cubicBezTo>
                    <a:cubicBezTo>
                      <a:pt x="971" y="318"/>
                      <a:pt x="971" y="271"/>
                      <a:pt x="1008" y="234"/>
                    </a:cubicBezTo>
                    <a:cubicBezTo>
                      <a:pt x="1046" y="234"/>
                      <a:pt x="1083" y="234"/>
                      <a:pt x="1083" y="271"/>
                    </a:cubicBezTo>
                    <a:cubicBezTo>
                      <a:pt x="1083" y="271"/>
                      <a:pt x="1438" y="1055"/>
                      <a:pt x="1671" y="1951"/>
                    </a:cubicBezTo>
                    <a:cubicBezTo>
                      <a:pt x="1746" y="1951"/>
                      <a:pt x="1867" y="1989"/>
                      <a:pt x="1942" y="1989"/>
                    </a:cubicBezTo>
                    <a:cubicBezTo>
                      <a:pt x="2213" y="1989"/>
                      <a:pt x="2483" y="1867"/>
                      <a:pt x="2717" y="1671"/>
                    </a:cubicBezTo>
                    <a:cubicBezTo>
                      <a:pt x="2642" y="1559"/>
                      <a:pt x="2446" y="1400"/>
                      <a:pt x="2138" y="1363"/>
                    </a:cubicBezTo>
                    <a:cubicBezTo>
                      <a:pt x="2371" y="1204"/>
                      <a:pt x="2483" y="971"/>
                      <a:pt x="2567" y="663"/>
                    </a:cubicBezTo>
                    <a:cubicBezTo>
                      <a:pt x="2530" y="663"/>
                      <a:pt x="2446" y="626"/>
                      <a:pt x="2371" y="626"/>
                    </a:cubicBezTo>
                    <a:cubicBezTo>
                      <a:pt x="2175" y="626"/>
                      <a:pt x="1905" y="700"/>
                      <a:pt x="1634" y="934"/>
                    </a:cubicBezTo>
                    <a:cubicBezTo>
                      <a:pt x="1634" y="551"/>
                      <a:pt x="1363" y="196"/>
                      <a:pt x="10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5" name="Google Shape;4945;p64"/>
              <p:cNvSpPr/>
              <p:nvPr/>
            </p:nvSpPr>
            <p:spPr>
              <a:xfrm flipH="1">
                <a:off x="10911247" y="79872"/>
                <a:ext cx="15384" cy="33793"/>
              </a:xfrm>
              <a:custGeom>
                <a:avLst/>
                <a:gdLst/>
                <a:ahLst/>
                <a:cxnLst/>
                <a:rect l="l" t="t" r="r" b="b"/>
                <a:pathLst>
                  <a:path w="234" h="514" extrusionOk="0">
                    <a:moveTo>
                      <a:pt x="1" y="0"/>
                    </a:moveTo>
                    <a:cubicBezTo>
                      <a:pt x="38" y="159"/>
                      <a:pt x="85" y="318"/>
                      <a:pt x="122" y="467"/>
                    </a:cubicBezTo>
                    <a:cubicBezTo>
                      <a:pt x="122" y="514"/>
                      <a:pt x="159" y="514"/>
                      <a:pt x="197" y="514"/>
                    </a:cubicBezTo>
                    <a:cubicBezTo>
                      <a:pt x="234" y="514"/>
                      <a:pt x="234" y="467"/>
                      <a:pt x="234" y="430"/>
                    </a:cubicBezTo>
                    <a:cubicBezTo>
                      <a:pt x="197" y="318"/>
                      <a:pt x="197" y="159"/>
                      <a:pt x="159" y="47"/>
                    </a:cubicBezTo>
                    <a:cubicBezTo>
                      <a:pt x="122" y="0"/>
                      <a:pt x="38" y="0"/>
                      <a:pt x="1" y="0"/>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6" name="Google Shape;4946;p64"/>
              <p:cNvSpPr/>
              <p:nvPr/>
            </p:nvSpPr>
            <p:spPr>
              <a:xfrm flipH="1">
                <a:off x="10916111" y="-29986"/>
                <a:ext cx="46087" cy="113016"/>
              </a:xfrm>
              <a:custGeom>
                <a:avLst/>
                <a:gdLst/>
                <a:ahLst/>
                <a:cxnLst/>
                <a:rect l="l" t="t" r="r" b="b"/>
                <a:pathLst>
                  <a:path w="701" h="1719" extrusionOk="0">
                    <a:moveTo>
                      <a:pt x="37" y="1"/>
                    </a:moveTo>
                    <a:cubicBezTo>
                      <a:pt x="0" y="38"/>
                      <a:pt x="0" y="85"/>
                      <a:pt x="0" y="85"/>
                    </a:cubicBezTo>
                    <a:cubicBezTo>
                      <a:pt x="0" y="122"/>
                      <a:pt x="308" y="822"/>
                      <a:pt x="542" y="1671"/>
                    </a:cubicBezTo>
                    <a:cubicBezTo>
                      <a:pt x="579" y="1671"/>
                      <a:pt x="663" y="1671"/>
                      <a:pt x="700" y="1718"/>
                    </a:cubicBezTo>
                    <a:cubicBezTo>
                      <a:pt x="467" y="822"/>
                      <a:pt x="112" y="38"/>
                      <a:pt x="112" y="38"/>
                    </a:cubicBezTo>
                    <a:cubicBezTo>
                      <a:pt x="112" y="1"/>
                      <a:pt x="75" y="1"/>
                      <a:pt x="37" y="1"/>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47" name="Google Shape;4947;p64"/>
            <p:cNvGrpSpPr/>
            <p:nvPr/>
          </p:nvGrpSpPr>
          <p:grpSpPr>
            <a:xfrm rot="5088202">
              <a:off x="4555365" y="4460854"/>
              <a:ext cx="254773" cy="287921"/>
              <a:chOff x="11317476" y="-265020"/>
              <a:chExt cx="217287" cy="245558"/>
            </a:xfrm>
          </p:grpSpPr>
          <p:sp>
            <p:nvSpPr>
              <p:cNvPr id="4948" name="Google Shape;4948;p64"/>
              <p:cNvSpPr/>
              <p:nvPr/>
            </p:nvSpPr>
            <p:spPr>
              <a:xfrm flipH="1">
                <a:off x="11317476" y="-265020"/>
                <a:ext cx="217287" cy="245558"/>
              </a:xfrm>
              <a:custGeom>
                <a:avLst/>
                <a:gdLst/>
                <a:ahLst/>
                <a:cxnLst/>
                <a:rect l="l" t="t" r="r" b="b"/>
                <a:pathLst>
                  <a:path w="3305" h="3735" extrusionOk="0">
                    <a:moveTo>
                      <a:pt x="1354" y="1"/>
                    </a:moveTo>
                    <a:cubicBezTo>
                      <a:pt x="1046" y="272"/>
                      <a:pt x="934" y="626"/>
                      <a:pt x="887" y="1009"/>
                    </a:cubicBezTo>
                    <a:cubicBezTo>
                      <a:pt x="617" y="701"/>
                      <a:pt x="271" y="580"/>
                      <a:pt x="75" y="580"/>
                    </a:cubicBezTo>
                    <a:cubicBezTo>
                      <a:pt x="1" y="1168"/>
                      <a:pt x="234" y="1709"/>
                      <a:pt x="701" y="2101"/>
                    </a:cubicBezTo>
                    <a:cubicBezTo>
                      <a:pt x="1867" y="1709"/>
                      <a:pt x="2838" y="1280"/>
                      <a:pt x="2838" y="1280"/>
                    </a:cubicBezTo>
                    <a:lnTo>
                      <a:pt x="2875" y="1242"/>
                    </a:lnTo>
                    <a:cubicBezTo>
                      <a:pt x="2913" y="1242"/>
                      <a:pt x="2950" y="1280"/>
                      <a:pt x="2987" y="1326"/>
                    </a:cubicBezTo>
                    <a:cubicBezTo>
                      <a:pt x="2987" y="1364"/>
                      <a:pt x="2987" y="1401"/>
                      <a:pt x="2913" y="1438"/>
                    </a:cubicBezTo>
                    <a:cubicBezTo>
                      <a:pt x="2913" y="1438"/>
                      <a:pt x="1905" y="1905"/>
                      <a:pt x="654" y="2297"/>
                    </a:cubicBezTo>
                    <a:cubicBezTo>
                      <a:pt x="542" y="2801"/>
                      <a:pt x="654" y="3305"/>
                      <a:pt x="1083" y="3734"/>
                    </a:cubicBezTo>
                    <a:cubicBezTo>
                      <a:pt x="1242" y="3613"/>
                      <a:pt x="1438" y="3342"/>
                      <a:pt x="1475" y="2913"/>
                    </a:cubicBezTo>
                    <a:cubicBezTo>
                      <a:pt x="1709" y="3230"/>
                      <a:pt x="2054" y="3426"/>
                      <a:pt x="2446" y="3501"/>
                    </a:cubicBezTo>
                    <a:cubicBezTo>
                      <a:pt x="2521" y="3230"/>
                      <a:pt x="2521" y="2726"/>
                      <a:pt x="2017" y="2213"/>
                    </a:cubicBezTo>
                    <a:cubicBezTo>
                      <a:pt x="2567" y="2176"/>
                      <a:pt x="3034" y="1830"/>
                      <a:pt x="3305" y="1280"/>
                    </a:cubicBezTo>
                    <a:cubicBezTo>
                      <a:pt x="3183" y="1205"/>
                      <a:pt x="2875" y="1046"/>
                      <a:pt x="2521" y="1046"/>
                    </a:cubicBezTo>
                    <a:cubicBezTo>
                      <a:pt x="2287" y="1046"/>
                      <a:pt x="2017" y="1130"/>
                      <a:pt x="1709" y="1280"/>
                    </a:cubicBezTo>
                    <a:cubicBezTo>
                      <a:pt x="1867" y="580"/>
                      <a:pt x="1550" y="160"/>
                      <a:pt x="13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49" name="Google Shape;4949;p64"/>
              <p:cNvSpPr/>
              <p:nvPr/>
            </p:nvSpPr>
            <p:spPr>
              <a:xfrm flipH="1">
                <a:off x="11486244" y="-126958"/>
                <a:ext cx="48520" cy="22814"/>
              </a:xfrm>
              <a:custGeom>
                <a:avLst/>
                <a:gdLst/>
                <a:ahLst/>
                <a:cxnLst/>
                <a:rect l="l" t="t" r="r" b="b"/>
                <a:pathLst>
                  <a:path w="738" h="347" extrusionOk="0">
                    <a:moveTo>
                      <a:pt x="701" y="1"/>
                    </a:moveTo>
                    <a:cubicBezTo>
                      <a:pt x="505" y="38"/>
                      <a:pt x="271" y="113"/>
                      <a:pt x="75" y="160"/>
                    </a:cubicBezTo>
                    <a:cubicBezTo>
                      <a:pt x="1" y="160"/>
                      <a:pt x="1" y="234"/>
                      <a:pt x="1" y="272"/>
                    </a:cubicBezTo>
                    <a:cubicBezTo>
                      <a:pt x="1" y="309"/>
                      <a:pt x="38" y="346"/>
                      <a:pt x="75" y="346"/>
                    </a:cubicBezTo>
                    <a:lnTo>
                      <a:pt x="113" y="346"/>
                    </a:lnTo>
                    <a:cubicBezTo>
                      <a:pt x="309" y="272"/>
                      <a:pt x="505" y="234"/>
                      <a:pt x="654" y="197"/>
                    </a:cubicBezTo>
                    <a:cubicBezTo>
                      <a:pt x="701" y="113"/>
                      <a:pt x="701" y="76"/>
                      <a:pt x="738" y="1"/>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0" name="Google Shape;4950;p64"/>
              <p:cNvSpPr/>
              <p:nvPr/>
            </p:nvSpPr>
            <p:spPr>
              <a:xfrm flipH="1">
                <a:off x="11338318" y="-183366"/>
                <a:ext cx="153515" cy="69361"/>
              </a:xfrm>
              <a:custGeom>
                <a:avLst/>
                <a:gdLst/>
                <a:ahLst/>
                <a:cxnLst/>
                <a:rect l="l" t="t" r="r" b="b"/>
                <a:pathLst>
                  <a:path w="2335" h="1055" extrusionOk="0">
                    <a:moveTo>
                      <a:pt x="2222" y="0"/>
                    </a:moveTo>
                    <a:lnTo>
                      <a:pt x="2185" y="38"/>
                    </a:lnTo>
                    <a:cubicBezTo>
                      <a:pt x="2185" y="38"/>
                      <a:pt x="1214" y="467"/>
                      <a:pt x="48" y="859"/>
                    </a:cubicBezTo>
                    <a:lnTo>
                      <a:pt x="85" y="859"/>
                    </a:lnTo>
                    <a:cubicBezTo>
                      <a:pt x="48" y="934"/>
                      <a:pt x="48" y="971"/>
                      <a:pt x="1" y="1055"/>
                    </a:cubicBezTo>
                    <a:cubicBezTo>
                      <a:pt x="1252" y="663"/>
                      <a:pt x="2260" y="196"/>
                      <a:pt x="2260" y="196"/>
                    </a:cubicBezTo>
                    <a:cubicBezTo>
                      <a:pt x="2334" y="159"/>
                      <a:pt x="2334" y="122"/>
                      <a:pt x="2334" y="84"/>
                    </a:cubicBezTo>
                    <a:cubicBezTo>
                      <a:pt x="2297" y="38"/>
                      <a:pt x="2260" y="0"/>
                      <a:pt x="2222" y="0"/>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51" name="Google Shape;4951;p64"/>
            <p:cNvGrpSpPr/>
            <p:nvPr/>
          </p:nvGrpSpPr>
          <p:grpSpPr>
            <a:xfrm rot="-6580926" flipH="1">
              <a:off x="4011944" y="4822320"/>
              <a:ext cx="209443" cy="186392"/>
              <a:chOff x="10847407" y="-45304"/>
              <a:chExt cx="178629" cy="158969"/>
            </a:xfrm>
          </p:grpSpPr>
          <p:sp>
            <p:nvSpPr>
              <p:cNvPr id="4952" name="Google Shape;4952;p64"/>
              <p:cNvSpPr/>
              <p:nvPr/>
            </p:nvSpPr>
            <p:spPr>
              <a:xfrm flipH="1">
                <a:off x="10847407" y="-45304"/>
                <a:ext cx="178629" cy="153449"/>
              </a:xfrm>
              <a:custGeom>
                <a:avLst/>
                <a:gdLst/>
                <a:ahLst/>
                <a:cxnLst/>
                <a:rect l="l" t="t" r="r" b="b"/>
                <a:pathLst>
                  <a:path w="2717" h="2334" extrusionOk="0">
                    <a:moveTo>
                      <a:pt x="1008" y="0"/>
                    </a:moveTo>
                    <a:cubicBezTo>
                      <a:pt x="896" y="159"/>
                      <a:pt x="663" y="626"/>
                      <a:pt x="971" y="1130"/>
                    </a:cubicBezTo>
                    <a:lnTo>
                      <a:pt x="663" y="1130"/>
                    </a:lnTo>
                    <a:cubicBezTo>
                      <a:pt x="346" y="1130"/>
                      <a:pt x="112" y="1288"/>
                      <a:pt x="0" y="1363"/>
                    </a:cubicBezTo>
                    <a:cubicBezTo>
                      <a:pt x="196" y="1596"/>
                      <a:pt x="467" y="1718"/>
                      <a:pt x="738" y="1755"/>
                    </a:cubicBezTo>
                    <a:cubicBezTo>
                      <a:pt x="504" y="1951"/>
                      <a:pt x="430" y="2185"/>
                      <a:pt x="383" y="2297"/>
                    </a:cubicBezTo>
                    <a:cubicBezTo>
                      <a:pt x="467" y="2334"/>
                      <a:pt x="579" y="2334"/>
                      <a:pt x="663" y="2334"/>
                    </a:cubicBezTo>
                    <a:cubicBezTo>
                      <a:pt x="971" y="2334"/>
                      <a:pt x="1279" y="2185"/>
                      <a:pt x="1513" y="1904"/>
                    </a:cubicBezTo>
                    <a:cubicBezTo>
                      <a:pt x="1279" y="1055"/>
                      <a:pt x="971" y="355"/>
                      <a:pt x="971" y="318"/>
                    </a:cubicBezTo>
                    <a:cubicBezTo>
                      <a:pt x="971" y="318"/>
                      <a:pt x="971" y="271"/>
                      <a:pt x="1008" y="234"/>
                    </a:cubicBezTo>
                    <a:cubicBezTo>
                      <a:pt x="1046" y="234"/>
                      <a:pt x="1083" y="234"/>
                      <a:pt x="1083" y="271"/>
                    </a:cubicBezTo>
                    <a:cubicBezTo>
                      <a:pt x="1083" y="271"/>
                      <a:pt x="1438" y="1055"/>
                      <a:pt x="1671" y="1951"/>
                    </a:cubicBezTo>
                    <a:cubicBezTo>
                      <a:pt x="1746" y="1951"/>
                      <a:pt x="1867" y="1989"/>
                      <a:pt x="1942" y="1989"/>
                    </a:cubicBezTo>
                    <a:cubicBezTo>
                      <a:pt x="2213" y="1989"/>
                      <a:pt x="2483" y="1867"/>
                      <a:pt x="2717" y="1671"/>
                    </a:cubicBezTo>
                    <a:cubicBezTo>
                      <a:pt x="2642" y="1559"/>
                      <a:pt x="2446" y="1400"/>
                      <a:pt x="2138" y="1363"/>
                    </a:cubicBezTo>
                    <a:cubicBezTo>
                      <a:pt x="2371" y="1204"/>
                      <a:pt x="2483" y="971"/>
                      <a:pt x="2567" y="663"/>
                    </a:cubicBezTo>
                    <a:cubicBezTo>
                      <a:pt x="2530" y="663"/>
                      <a:pt x="2446" y="626"/>
                      <a:pt x="2371" y="626"/>
                    </a:cubicBezTo>
                    <a:cubicBezTo>
                      <a:pt x="2175" y="626"/>
                      <a:pt x="1905" y="700"/>
                      <a:pt x="1634" y="934"/>
                    </a:cubicBezTo>
                    <a:cubicBezTo>
                      <a:pt x="1634" y="551"/>
                      <a:pt x="1363" y="196"/>
                      <a:pt x="10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3" name="Google Shape;4953;p64"/>
              <p:cNvSpPr/>
              <p:nvPr/>
            </p:nvSpPr>
            <p:spPr>
              <a:xfrm flipH="1">
                <a:off x="10911247" y="79872"/>
                <a:ext cx="15384" cy="33793"/>
              </a:xfrm>
              <a:custGeom>
                <a:avLst/>
                <a:gdLst/>
                <a:ahLst/>
                <a:cxnLst/>
                <a:rect l="l" t="t" r="r" b="b"/>
                <a:pathLst>
                  <a:path w="234" h="514" extrusionOk="0">
                    <a:moveTo>
                      <a:pt x="1" y="0"/>
                    </a:moveTo>
                    <a:cubicBezTo>
                      <a:pt x="38" y="159"/>
                      <a:pt x="85" y="318"/>
                      <a:pt x="122" y="467"/>
                    </a:cubicBezTo>
                    <a:cubicBezTo>
                      <a:pt x="122" y="514"/>
                      <a:pt x="159" y="514"/>
                      <a:pt x="197" y="514"/>
                    </a:cubicBezTo>
                    <a:cubicBezTo>
                      <a:pt x="234" y="514"/>
                      <a:pt x="234" y="467"/>
                      <a:pt x="234" y="430"/>
                    </a:cubicBezTo>
                    <a:cubicBezTo>
                      <a:pt x="197" y="318"/>
                      <a:pt x="197" y="159"/>
                      <a:pt x="159" y="47"/>
                    </a:cubicBezTo>
                    <a:cubicBezTo>
                      <a:pt x="122" y="0"/>
                      <a:pt x="38" y="0"/>
                      <a:pt x="1" y="0"/>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4" name="Google Shape;4954;p64"/>
              <p:cNvSpPr/>
              <p:nvPr/>
            </p:nvSpPr>
            <p:spPr>
              <a:xfrm flipH="1">
                <a:off x="10916111" y="-29986"/>
                <a:ext cx="46087" cy="113016"/>
              </a:xfrm>
              <a:custGeom>
                <a:avLst/>
                <a:gdLst/>
                <a:ahLst/>
                <a:cxnLst/>
                <a:rect l="l" t="t" r="r" b="b"/>
                <a:pathLst>
                  <a:path w="701" h="1719" extrusionOk="0">
                    <a:moveTo>
                      <a:pt x="37" y="1"/>
                    </a:moveTo>
                    <a:cubicBezTo>
                      <a:pt x="0" y="38"/>
                      <a:pt x="0" y="85"/>
                      <a:pt x="0" y="85"/>
                    </a:cubicBezTo>
                    <a:cubicBezTo>
                      <a:pt x="0" y="122"/>
                      <a:pt x="308" y="822"/>
                      <a:pt x="542" y="1671"/>
                    </a:cubicBezTo>
                    <a:cubicBezTo>
                      <a:pt x="579" y="1671"/>
                      <a:pt x="663" y="1671"/>
                      <a:pt x="700" y="1718"/>
                    </a:cubicBezTo>
                    <a:cubicBezTo>
                      <a:pt x="467" y="822"/>
                      <a:pt x="112" y="38"/>
                      <a:pt x="112" y="38"/>
                    </a:cubicBezTo>
                    <a:cubicBezTo>
                      <a:pt x="112" y="1"/>
                      <a:pt x="75" y="1"/>
                      <a:pt x="37" y="1"/>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55" name="Google Shape;4955;p64"/>
            <p:cNvGrpSpPr/>
            <p:nvPr/>
          </p:nvGrpSpPr>
          <p:grpSpPr>
            <a:xfrm rot="-5088202" flipH="1">
              <a:off x="3334965" y="4500379"/>
              <a:ext cx="254773" cy="287921"/>
              <a:chOff x="11317476" y="-265020"/>
              <a:chExt cx="217287" cy="245558"/>
            </a:xfrm>
          </p:grpSpPr>
          <p:sp>
            <p:nvSpPr>
              <p:cNvPr id="4956" name="Google Shape;4956;p64"/>
              <p:cNvSpPr/>
              <p:nvPr/>
            </p:nvSpPr>
            <p:spPr>
              <a:xfrm flipH="1">
                <a:off x="11317476" y="-265020"/>
                <a:ext cx="217287" cy="245558"/>
              </a:xfrm>
              <a:custGeom>
                <a:avLst/>
                <a:gdLst/>
                <a:ahLst/>
                <a:cxnLst/>
                <a:rect l="l" t="t" r="r" b="b"/>
                <a:pathLst>
                  <a:path w="3305" h="3735" extrusionOk="0">
                    <a:moveTo>
                      <a:pt x="1354" y="1"/>
                    </a:moveTo>
                    <a:cubicBezTo>
                      <a:pt x="1046" y="272"/>
                      <a:pt x="934" y="626"/>
                      <a:pt x="887" y="1009"/>
                    </a:cubicBezTo>
                    <a:cubicBezTo>
                      <a:pt x="617" y="701"/>
                      <a:pt x="271" y="580"/>
                      <a:pt x="75" y="580"/>
                    </a:cubicBezTo>
                    <a:cubicBezTo>
                      <a:pt x="1" y="1168"/>
                      <a:pt x="234" y="1709"/>
                      <a:pt x="701" y="2101"/>
                    </a:cubicBezTo>
                    <a:cubicBezTo>
                      <a:pt x="1867" y="1709"/>
                      <a:pt x="2838" y="1280"/>
                      <a:pt x="2838" y="1280"/>
                    </a:cubicBezTo>
                    <a:lnTo>
                      <a:pt x="2875" y="1242"/>
                    </a:lnTo>
                    <a:cubicBezTo>
                      <a:pt x="2913" y="1242"/>
                      <a:pt x="2950" y="1280"/>
                      <a:pt x="2987" y="1326"/>
                    </a:cubicBezTo>
                    <a:cubicBezTo>
                      <a:pt x="2987" y="1364"/>
                      <a:pt x="2987" y="1401"/>
                      <a:pt x="2913" y="1438"/>
                    </a:cubicBezTo>
                    <a:cubicBezTo>
                      <a:pt x="2913" y="1438"/>
                      <a:pt x="1905" y="1905"/>
                      <a:pt x="654" y="2297"/>
                    </a:cubicBezTo>
                    <a:cubicBezTo>
                      <a:pt x="542" y="2801"/>
                      <a:pt x="654" y="3305"/>
                      <a:pt x="1083" y="3734"/>
                    </a:cubicBezTo>
                    <a:cubicBezTo>
                      <a:pt x="1242" y="3613"/>
                      <a:pt x="1438" y="3342"/>
                      <a:pt x="1475" y="2913"/>
                    </a:cubicBezTo>
                    <a:cubicBezTo>
                      <a:pt x="1709" y="3230"/>
                      <a:pt x="2054" y="3426"/>
                      <a:pt x="2446" y="3501"/>
                    </a:cubicBezTo>
                    <a:cubicBezTo>
                      <a:pt x="2521" y="3230"/>
                      <a:pt x="2521" y="2726"/>
                      <a:pt x="2017" y="2213"/>
                    </a:cubicBezTo>
                    <a:cubicBezTo>
                      <a:pt x="2567" y="2176"/>
                      <a:pt x="3034" y="1830"/>
                      <a:pt x="3305" y="1280"/>
                    </a:cubicBezTo>
                    <a:cubicBezTo>
                      <a:pt x="3183" y="1205"/>
                      <a:pt x="2875" y="1046"/>
                      <a:pt x="2521" y="1046"/>
                    </a:cubicBezTo>
                    <a:cubicBezTo>
                      <a:pt x="2287" y="1046"/>
                      <a:pt x="2017" y="1130"/>
                      <a:pt x="1709" y="1280"/>
                    </a:cubicBezTo>
                    <a:cubicBezTo>
                      <a:pt x="1867" y="580"/>
                      <a:pt x="1550" y="160"/>
                      <a:pt x="13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7" name="Google Shape;4957;p64"/>
              <p:cNvSpPr/>
              <p:nvPr/>
            </p:nvSpPr>
            <p:spPr>
              <a:xfrm flipH="1">
                <a:off x="11486244" y="-126958"/>
                <a:ext cx="48520" cy="22814"/>
              </a:xfrm>
              <a:custGeom>
                <a:avLst/>
                <a:gdLst/>
                <a:ahLst/>
                <a:cxnLst/>
                <a:rect l="l" t="t" r="r" b="b"/>
                <a:pathLst>
                  <a:path w="738" h="347" extrusionOk="0">
                    <a:moveTo>
                      <a:pt x="701" y="1"/>
                    </a:moveTo>
                    <a:cubicBezTo>
                      <a:pt x="505" y="38"/>
                      <a:pt x="271" y="113"/>
                      <a:pt x="75" y="160"/>
                    </a:cubicBezTo>
                    <a:cubicBezTo>
                      <a:pt x="1" y="160"/>
                      <a:pt x="1" y="234"/>
                      <a:pt x="1" y="272"/>
                    </a:cubicBezTo>
                    <a:cubicBezTo>
                      <a:pt x="1" y="309"/>
                      <a:pt x="38" y="346"/>
                      <a:pt x="75" y="346"/>
                    </a:cubicBezTo>
                    <a:lnTo>
                      <a:pt x="113" y="346"/>
                    </a:lnTo>
                    <a:cubicBezTo>
                      <a:pt x="309" y="272"/>
                      <a:pt x="505" y="234"/>
                      <a:pt x="654" y="197"/>
                    </a:cubicBezTo>
                    <a:cubicBezTo>
                      <a:pt x="701" y="113"/>
                      <a:pt x="701" y="76"/>
                      <a:pt x="738" y="1"/>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58" name="Google Shape;4958;p64"/>
              <p:cNvSpPr/>
              <p:nvPr/>
            </p:nvSpPr>
            <p:spPr>
              <a:xfrm flipH="1">
                <a:off x="11338318" y="-183366"/>
                <a:ext cx="153515" cy="69361"/>
              </a:xfrm>
              <a:custGeom>
                <a:avLst/>
                <a:gdLst/>
                <a:ahLst/>
                <a:cxnLst/>
                <a:rect l="l" t="t" r="r" b="b"/>
                <a:pathLst>
                  <a:path w="2335" h="1055" extrusionOk="0">
                    <a:moveTo>
                      <a:pt x="2222" y="0"/>
                    </a:moveTo>
                    <a:lnTo>
                      <a:pt x="2185" y="38"/>
                    </a:lnTo>
                    <a:cubicBezTo>
                      <a:pt x="2185" y="38"/>
                      <a:pt x="1214" y="467"/>
                      <a:pt x="48" y="859"/>
                    </a:cubicBezTo>
                    <a:lnTo>
                      <a:pt x="85" y="859"/>
                    </a:lnTo>
                    <a:cubicBezTo>
                      <a:pt x="48" y="934"/>
                      <a:pt x="48" y="971"/>
                      <a:pt x="1" y="1055"/>
                    </a:cubicBezTo>
                    <a:cubicBezTo>
                      <a:pt x="1252" y="663"/>
                      <a:pt x="2260" y="196"/>
                      <a:pt x="2260" y="196"/>
                    </a:cubicBezTo>
                    <a:cubicBezTo>
                      <a:pt x="2334" y="159"/>
                      <a:pt x="2334" y="122"/>
                      <a:pt x="2334" y="84"/>
                    </a:cubicBezTo>
                    <a:cubicBezTo>
                      <a:pt x="2297" y="38"/>
                      <a:pt x="2260" y="0"/>
                      <a:pt x="2222" y="0"/>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59" name="Google Shape;4959;p64"/>
            <p:cNvGrpSpPr/>
            <p:nvPr/>
          </p:nvGrpSpPr>
          <p:grpSpPr>
            <a:xfrm rot="-3557410" flipH="1">
              <a:off x="2410580" y="4653253"/>
              <a:ext cx="254776" cy="287924"/>
              <a:chOff x="11317476" y="-265020"/>
              <a:chExt cx="217287" cy="245558"/>
            </a:xfrm>
          </p:grpSpPr>
          <p:sp>
            <p:nvSpPr>
              <p:cNvPr id="4960" name="Google Shape;4960;p64"/>
              <p:cNvSpPr/>
              <p:nvPr/>
            </p:nvSpPr>
            <p:spPr>
              <a:xfrm flipH="1">
                <a:off x="11317476" y="-265020"/>
                <a:ext cx="217287" cy="245558"/>
              </a:xfrm>
              <a:custGeom>
                <a:avLst/>
                <a:gdLst/>
                <a:ahLst/>
                <a:cxnLst/>
                <a:rect l="l" t="t" r="r" b="b"/>
                <a:pathLst>
                  <a:path w="3305" h="3735" extrusionOk="0">
                    <a:moveTo>
                      <a:pt x="1354" y="1"/>
                    </a:moveTo>
                    <a:cubicBezTo>
                      <a:pt x="1046" y="272"/>
                      <a:pt x="934" y="626"/>
                      <a:pt x="887" y="1009"/>
                    </a:cubicBezTo>
                    <a:cubicBezTo>
                      <a:pt x="617" y="701"/>
                      <a:pt x="271" y="580"/>
                      <a:pt x="75" y="580"/>
                    </a:cubicBezTo>
                    <a:cubicBezTo>
                      <a:pt x="1" y="1168"/>
                      <a:pt x="234" y="1709"/>
                      <a:pt x="701" y="2101"/>
                    </a:cubicBezTo>
                    <a:cubicBezTo>
                      <a:pt x="1867" y="1709"/>
                      <a:pt x="2838" y="1280"/>
                      <a:pt x="2838" y="1280"/>
                    </a:cubicBezTo>
                    <a:lnTo>
                      <a:pt x="2875" y="1242"/>
                    </a:lnTo>
                    <a:cubicBezTo>
                      <a:pt x="2913" y="1242"/>
                      <a:pt x="2950" y="1280"/>
                      <a:pt x="2987" y="1326"/>
                    </a:cubicBezTo>
                    <a:cubicBezTo>
                      <a:pt x="2987" y="1364"/>
                      <a:pt x="2987" y="1401"/>
                      <a:pt x="2913" y="1438"/>
                    </a:cubicBezTo>
                    <a:cubicBezTo>
                      <a:pt x="2913" y="1438"/>
                      <a:pt x="1905" y="1905"/>
                      <a:pt x="654" y="2297"/>
                    </a:cubicBezTo>
                    <a:cubicBezTo>
                      <a:pt x="542" y="2801"/>
                      <a:pt x="654" y="3305"/>
                      <a:pt x="1083" y="3734"/>
                    </a:cubicBezTo>
                    <a:cubicBezTo>
                      <a:pt x="1242" y="3613"/>
                      <a:pt x="1438" y="3342"/>
                      <a:pt x="1475" y="2913"/>
                    </a:cubicBezTo>
                    <a:cubicBezTo>
                      <a:pt x="1709" y="3230"/>
                      <a:pt x="2054" y="3426"/>
                      <a:pt x="2446" y="3501"/>
                    </a:cubicBezTo>
                    <a:cubicBezTo>
                      <a:pt x="2521" y="3230"/>
                      <a:pt x="2521" y="2726"/>
                      <a:pt x="2017" y="2213"/>
                    </a:cubicBezTo>
                    <a:cubicBezTo>
                      <a:pt x="2567" y="2176"/>
                      <a:pt x="3034" y="1830"/>
                      <a:pt x="3305" y="1280"/>
                    </a:cubicBezTo>
                    <a:cubicBezTo>
                      <a:pt x="3183" y="1205"/>
                      <a:pt x="2875" y="1046"/>
                      <a:pt x="2521" y="1046"/>
                    </a:cubicBezTo>
                    <a:cubicBezTo>
                      <a:pt x="2287" y="1046"/>
                      <a:pt x="2017" y="1130"/>
                      <a:pt x="1709" y="1280"/>
                    </a:cubicBezTo>
                    <a:cubicBezTo>
                      <a:pt x="1867" y="580"/>
                      <a:pt x="1550" y="160"/>
                      <a:pt x="13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1" name="Google Shape;4961;p64"/>
              <p:cNvSpPr/>
              <p:nvPr/>
            </p:nvSpPr>
            <p:spPr>
              <a:xfrm flipH="1">
                <a:off x="11486244" y="-126958"/>
                <a:ext cx="48520" cy="22814"/>
              </a:xfrm>
              <a:custGeom>
                <a:avLst/>
                <a:gdLst/>
                <a:ahLst/>
                <a:cxnLst/>
                <a:rect l="l" t="t" r="r" b="b"/>
                <a:pathLst>
                  <a:path w="738" h="347" extrusionOk="0">
                    <a:moveTo>
                      <a:pt x="701" y="1"/>
                    </a:moveTo>
                    <a:cubicBezTo>
                      <a:pt x="505" y="38"/>
                      <a:pt x="271" y="113"/>
                      <a:pt x="75" y="160"/>
                    </a:cubicBezTo>
                    <a:cubicBezTo>
                      <a:pt x="1" y="160"/>
                      <a:pt x="1" y="234"/>
                      <a:pt x="1" y="272"/>
                    </a:cubicBezTo>
                    <a:cubicBezTo>
                      <a:pt x="1" y="309"/>
                      <a:pt x="38" y="346"/>
                      <a:pt x="75" y="346"/>
                    </a:cubicBezTo>
                    <a:lnTo>
                      <a:pt x="113" y="346"/>
                    </a:lnTo>
                    <a:cubicBezTo>
                      <a:pt x="309" y="272"/>
                      <a:pt x="505" y="234"/>
                      <a:pt x="654" y="197"/>
                    </a:cubicBezTo>
                    <a:cubicBezTo>
                      <a:pt x="701" y="113"/>
                      <a:pt x="701" y="76"/>
                      <a:pt x="738" y="1"/>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2" name="Google Shape;4962;p64"/>
              <p:cNvSpPr/>
              <p:nvPr/>
            </p:nvSpPr>
            <p:spPr>
              <a:xfrm flipH="1">
                <a:off x="11338318" y="-183366"/>
                <a:ext cx="153515" cy="69361"/>
              </a:xfrm>
              <a:custGeom>
                <a:avLst/>
                <a:gdLst/>
                <a:ahLst/>
                <a:cxnLst/>
                <a:rect l="l" t="t" r="r" b="b"/>
                <a:pathLst>
                  <a:path w="2335" h="1055" extrusionOk="0">
                    <a:moveTo>
                      <a:pt x="2222" y="0"/>
                    </a:moveTo>
                    <a:lnTo>
                      <a:pt x="2185" y="38"/>
                    </a:lnTo>
                    <a:cubicBezTo>
                      <a:pt x="2185" y="38"/>
                      <a:pt x="1214" y="467"/>
                      <a:pt x="48" y="859"/>
                    </a:cubicBezTo>
                    <a:lnTo>
                      <a:pt x="85" y="859"/>
                    </a:lnTo>
                    <a:cubicBezTo>
                      <a:pt x="48" y="934"/>
                      <a:pt x="48" y="971"/>
                      <a:pt x="1" y="1055"/>
                    </a:cubicBezTo>
                    <a:cubicBezTo>
                      <a:pt x="1252" y="663"/>
                      <a:pt x="2260" y="196"/>
                      <a:pt x="2260" y="196"/>
                    </a:cubicBezTo>
                    <a:cubicBezTo>
                      <a:pt x="2334" y="159"/>
                      <a:pt x="2334" y="122"/>
                      <a:pt x="2334" y="84"/>
                    </a:cubicBezTo>
                    <a:cubicBezTo>
                      <a:pt x="2297" y="38"/>
                      <a:pt x="2260" y="0"/>
                      <a:pt x="2222" y="0"/>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63" name="Google Shape;4963;p64"/>
            <p:cNvGrpSpPr/>
            <p:nvPr/>
          </p:nvGrpSpPr>
          <p:grpSpPr>
            <a:xfrm rot="-6580926" flipH="1">
              <a:off x="1619919" y="4464620"/>
              <a:ext cx="209443" cy="186392"/>
              <a:chOff x="10847407" y="-45304"/>
              <a:chExt cx="178629" cy="158969"/>
            </a:xfrm>
          </p:grpSpPr>
          <p:sp>
            <p:nvSpPr>
              <p:cNvPr id="4964" name="Google Shape;4964;p64"/>
              <p:cNvSpPr/>
              <p:nvPr/>
            </p:nvSpPr>
            <p:spPr>
              <a:xfrm flipH="1">
                <a:off x="10847407" y="-45304"/>
                <a:ext cx="178629" cy="153449"/>
              </a:xfrm>
              <a:custGeom>
                <a:avLst/>
                <a:gdLst/>
                <a:ahLst/>
                <a:cxnLst/>
                <a:rect l="l" t="t" r="r" b="b"/>
                <a:pathLst>
                  <a:path w="2717" h="2334" extrusionOk="0">
                    <a:moveTo>
                      <a:pt x="1008" y="0"/>
                    </a:moveTo>
                    <a:cubicBezTo>
                      <a:pt x="896" y="159"/>
                      <a:pt x="663" y="626"/>
                      <a:pt x="971" y="1130"/>
                    </a:cubicBezTo>
                    <a:lnTo>
                      <a:pt x="663" y="1130"/>
                    </a:lnTo>
                    <a:cubicBezTo>
                      <a:pt x="346" y="1130"/>
                      <a:pt x="112" y="1288"/>
                      <a:pt x="0" y="1363"/>
                    </a:cubicBezTo>
                    <a:cubicBezTo>
                      <a:pt x="196" y="1596"/>
                      <a:pt x="467" y="1718"/>
                      <a:pt x="738" y="1755"/>
                    </a:cubicBezTo>
                    <a:cubicBezTo>
                      <a:pt x="504" y="1951"/>
                      <a:pt x="430" y="2185"/>
                      <a:pt x="383" y="2297"/>
                    </a:cubicBezTo>
                    <a:cubicBezTo>
                      <a:pt x="467" y="2334"/>
                      <a:pt x="579" y="2334"/>
                      <a:pt x="663" y="2334"/>
                    </a:cubicBezTo>
                    <a:cubicBezTo>
                      <a:pt x="971" y="2334"/>
                      <a:pt x="1279" y="2185"/>
                      <a:pt x="1513" y="1904"/>
                    </a:cubicBezTo>
                    <a:cubicBezTo>
                      <a:pt x="1279" y="1055"/>
                      <a:pt x="971" y="355"/>
                      <a:pt x="971" y="318"/>
                    </a:cubicBezTo>
                    <a:cubicBezTo>
                      <a:pt x="971" y="318"/>
                      <a:pt x="971" y="271"/>
                      <a:pt x="1008" y="234"/>
                    </a:cubicBezTo>
                    <a:cubicBezTo>
                      <a:pt x="1046" y="234"/>
                      <a:pt x="1083" y="234"/>
                      <a:pt x="1083" y="271"/>
                    </a:cubicBezTo>
                    <a:cubicBezTo>
                      <a:pt x="1083" y="271"/>
                      <a:pt x="1438" y="1055"/>
                      <a:pt x="1671" y="1951"/>
                    </a:cubicBezTo>
                    <a:cubicBezTo>
                      <a:pt x="1746" y="1951"/>
                      <a:pt x="1867" y="1989"/>
                      <a:pt x="1942" y="1989"/>
                    </a:cubicBezTo>
                    <a:cubicBezTo>
                      <a:pt x="2213" y="1989"/>
                      <a:pt x="2483" y="1867"/>
                      <a:pt x="2717" y="1671"/>
                    </a:cubicBezTo>
                    <a:cubicBezTo>
                      <a:pt x="2642" y="1559"/>
                      <a:pt x="2446" y="1400"/>
                      <a:pt x="2138" y="1363"/>
                    </a:cubicBezTo>
                    <a:cubicBezTo>
                      <a:pt x="2371" y="1204"/>
                      <a:pt x="2483" y="971"/>
                      <a:pt x="2567" y="663"/>
                    </a:cubicBezTo>
                    <a:cubicBezTo>
                      <a:pt x="2530" y="663"/>
                      <a:pt x="2446" y="626"/>
                      <a:pt x="2371" y="626"/>
                    </a:cubicBezTo>
                    <a:cubicBezTo>
                      <a:pt x="2175" y="626"/>
                      <a:pt x="1905" y="700"/>
                      <a:pt x="1634" y="934"/>
                    </a:cubicBezTo>
                    <a:cubicBezTo>
                      <a:pt x="1634" y="551"/>
                      <a:pt x="1363" y="196"/>
                      <a:pt x="10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5" name="Google Shape;4965;p64"/>
              <p:cNvSpPr/>
              <p:nvPr/>
            </p:nvSpPr>
            <p:spPr>
              <a:xfrm flipH="1">
                <a:off x="10911247" y="79872"/>
                <a:ext cx="15384" cy="33793"/>
              </a:xfrm>
              <a:custGeom>
                <a:avLst/>
                <a:gdLst/>
                <a:ahLst/>
                <a:cxnLst/>
                <a:rect l="l" t="t" r="r" b="b"/>
                <a:pathLst>
                  <a:path w="234" h="514" extrusionOk="0">
                    <a:moveTo>
                      <a:pt x="1" y="0"/>
                    </a:moveTo>
                    <a:cubicBezTo>
                      <a:pt x="38" y="159"/>
                      <a:pt x="85" y="318"/>
                      <a:pt x="122" y="467"/>
                    </a:cubicBezTo>
                    <a:cubicBezTo>
                      <a:pt x="122" y="514"/>
                      <a:pt x="159" y="514"/>
                      <a:pt x="197" y="514"/>
                    </a:cubicBezTo>
                    <a:cubicBezTo>
                      <a:pt x="234" y="514"/>
                      <a:pt x="234" y="467"/>
                      <a:pt x="234" y="430"/>
                    </a:cubicBezTo>
                    <a:cubicBezTo>
                      <a:pt x="197" y="318"/>
                      <a:pt x="197" y="159"/>
                      <a:pt x="159" y="47"/>
                    </a:cubicBezTo>
                    <a:cubicBezTo>
                      <a:pt x="122" y="0"/>
                      <a:pt x="38" y="0"/>
                      <a:pt x="1" y="0"/>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6" name="Google Shape;4966;p64"/>
              <p:cNvSpPr/>
              <p:nvPr/>
            </p:nvSpPr>
            <p:spPr>
              <a:xfrm flipH="1">
                <a:off x="10916111" y="-29986"/>
                <a:ext cx="46087" cy="113016"/>
              </a:xfrm>
              <a:custGeom>
                <a:avLst/>
                <a:gdLst/>
                <a:ahLst/>
                <a:cxnLst/>
                <a:rect l="l" t="t" r="r" b="b"/>
                <a:pathLst>
                  <a:path w="701" h="1719" extrusionOk="0">
                    <a:moveTo>
                      <a:pt x="37" y="1"/>
                    </a:moveTo>
                    <a:cubicBezTo>
                      <a:pt x="0" y="38"/>
                      <a:pt x="0" y="85"/>
                      <a:pt x="0" y="85"/>
                    </a:cubicBezTo>
                    <a:cubicBezTo>
                      <a:pt x="0" y="122"/>
                      <a:pt x="308" y="822"/>
                      <a:pt x="542" y="1671"/>
                    </a:cubicBezTo>
                    <a:cubicBezTo>
                      <a:pt x="579" y="1671"/>
                      <a:pt x="663" y="1671"/>
                      <a:pt x="700" y="1718"/>
                    </a:cubicBezTo>
                    <a:cubicBezTo>
                      <a:pt x="467" y="822"/>
                      <a:pt x="112" y="38"/>
                      <a:pt x="112" y="38"/>
                    </a:cubicBezTo>
                    <a:cubicBezTo>
                      <a:pt x="112" y="1"/>
                      <a:pt x="75" y="1"/>
                      <a:pt x="37" y="1"/>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67" name="Google Shape;4967;p64"/>
            <p:cNvGrpSpPr/>
            <p:nvPr/>
          </p:nvGrpSpPr>
          <p:grpSpPr>
            <a:xfrm rot="-5088202" flipH="1">
              <a:off x="743690" y="4696379"/>
              <a:ext cx="254773" cy="287921"/>
              <a:chOff x="11317476" y="-265020"/>
              <a:chExt cx="217287" cy="245558"/>
            </a:xfrm>
          </p:grpSpPr>
          <p:sp>
            <p:nvSpPr>
              <p:cNvPr id="4968" name="Google Shape;4968;p64"/>
              <p:cNvSpPr/>
              <p:nvPr/>
            </p:nvSpPr>
            <p:spPr>
              <a:xfrm flipH="1">
                <a:off x="11317476" y="-265020"/>
                <a:ext cx="217287" cy="245558"/>
              </a:xfrm>
              <a:custGeom>
                <a:avLst/>
                <a:gdLst/>
                <a:ahLst/>
                <a:cxnLst/>
                <a:rect l="l" t="t" r="r" b="b"/>
                <a:pathLst>
                  <a:path w="3305" h="3735" extrusionOk="0">
                    <a:moveTo>
                      <a:pt x="1354" y="1"/>
                    </a:moveTo>
                    <a:cubicBezTo>
                      <a:pt x="1046" y="272"/>
                      <a:pt x="934" y="626"/>
                      <a:pt x="887" y="1009"/>
                    </a:cubicBezTo>
                    <a:cubicBezTo>
                      <a:pt x="617" y="701"/>
                      <a:pt x="271" y="580"/>
                      <a:pt x="75" y="580"/>
                    </a:cubicBezTo>
                    <a:cubicBezTo>
                      <a:pt x="1" y="1168"/>
                      <a:pt x="234" y="1709"/>
                      <a:pt x="701" y="2101"/>
                    </a:cubicBezTo>
                    <a:cubicBezTo>
                      <a:pt x="1867" y="1709"/>
                      <a:pt x="2838" y="1280"/>
                      <a:pt x="2838" y="1280"/>
                    </a:cubicBezTo>
                    <a:lnTo>
                      <a:pt x="2875" y="1242"/>
                    </a:lnTo>
                    <a:cubicBezTo>
                      <a:pt x="2913" y="1242"/>
                      <a:pt x="2950" y="1280"/>
                      <a:pt x="2987" y="1326"/>
                    </a:cubicBezTo>
                    <a:cubicBezTo>
                      <a:pt x="2987" y="1364"/>
                      <a:pt x="2987" y="1401"/>
                      <a:pt x="2913" y="1438"/>
                    </a:cubicBezTo>
                    <a:cubicBezTo>
                      <a:pt x="2913" y="1438"/>
                      <a:pt x="1905" y="1905"/>
                      <a:pt x="654" y="2297"/>
                    </a:cubicBezTo>
                    <a:cubicBezTo>
                      <a:pt x="542" y="2801"/>
                      <a:pt x="654" y="3305"/>
                      <a:pt x="1083" y="3734"/>
                    </a:cubicBezTo>
                    <a:cubicBezTo>
                      <a:pt x="1242" y="3613"/>
                      <a:pt x="1438" y="3342"/>
                      <a:pt x="1475" y="2913"/>
                    </a:cubicBezTo>
                    <a:cubicBezTo>
                      <a:pt x="1709" y="3230"/>
                      <a:pt x="2054" y="3426"/>
                      <a:pt x="2446" y="3501"/>
                    </a:cubicBezTo>
                    <a:cubicBezTo>
                      <a:pt x="2521" y="3230"/>
                      <a:pt x="2521" y="2726"/>
                      <a:pt x="2017" y="2213"/>
                    </a:cubicBezTo>
                    <a:cubicBezTo>
                      <a:pt x="2567" y="2176"/>
                      <a:pt x="3034" y="1830"/>
                      <a:pt x="3305" y="1280"/>
                    </a:cubicBezTo>
                    <a:cubicBezTo>
                      <a:pt x="3183" y="1205"/>
                      <a:pt x="2875" y="1046"/>
                      <a:pt x="2521" y="1046"/>
                    </a:cubicBezTo>
                    <a:cubicBezTo>
                      <a:pt x="2287" y="1046"/>
                      <a:pt x="2017" y="1130"/>
                      <a:pt x="1709" y="1280"/>
                    </a:cubicBezTo>
                    <a:cubicBezTo>
                      <a:pt x="1867" y="580"/>
                      <a:pt x="1550" y="160"/>
                      <a:pt x="1354" y="1"/>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69" name="Google Shape;4969;p64"/>
              <p:cNvSpPr/>
              <p:nvPr/>
            </p:nvSpPr>
            <p:spPr>
              <a:xfrm flipH="1">
                <a:off x="11486244" y="-126958"/>
                <a:ext cx="48520" cy="22814"/>
              </a:xfrm>
              <a:custGeom>
                <a:avLst/>
                <a:gdLst/>
                <a:ahLst/>
                <a:cxnLst/>
                <a:rect l="l" t="t" r="r" b="b"/>
                <a:pathLst>
                  <a:path w="738" h="347" extrusionOk="0">
                    <a:moveTo>
                      <a:pt x="701" y="1"/>
                    </a:moveTo>
                    <a:cubicBezTo>
                      <a:pt x="505" y="38"/>
                      <a:pt x="271" y="113"/>
                      <a:pt x="75" y="160"/>
                    </a:cubicBezTo>
                    <a:cubicBezTo>
                      <a:pt x="1" y="160"/>
                      <a:pt x="1" y="234"/>
                      <a:pt x="1" y="272"/>
                    </a:cubicBezTo>
                    <a:cubicBezTo>
                      <a:pt x="1" y="309"/>
                      <a:pt x="38" y="346"/>
                      <a:pt x="75" y="346"/>
                    </a:cubicBezTo>
                    <a:lnTo>
                      <a:pt x="113" y="346"/>
                    </a:lnTo>
                    <a:cubicBezTo>
                      <a:pt x="309" y="272"/>
                      <a:pt x="505" y="234"/>
                      <a:pt x="654" y="197"/>
                    </a:cubicBezTo>
                    <a:cubicBezTo>
                      <a:pt x="701" y="113"/>
                      <a:pt x="701" y="76"/>
                      <a:pt x="738" y="1"/>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0" name="Google Shape;4970;p64"/>
              <p:cNvSpPr/>
              <p:nvPr/>
            </p:nvSpPr>
            <p:spPr>
              <a:xfrm flipH="1">
                <a:off x="11338318" y="-183366"/>
                <a:ext cx="153515" cy="69361"/>
              </a:xfrm>
              <a:custGeom>
                <a:avLst/>
                <a:gdLst/>
                <a:ahLst/>
                <a:cxnLst/>
                <a:rect l="l" t="t" r="r" b="b"/>
                <a:pathLst>
                  <a:path w="2335" h="1055" extrusionOk="0">
                    <a:moveTo>
                      <a:pt x="2222" y="0"/>
                    </a:moveTo>
                    <a:lnTo>
                      <a:pt x="2185" y="38"/>
                    </a:lnTo>
                    <a:cubicBezTo>
                      <a:pt x="2185" y="38"/>
                      <a:pt x="1214" y="467"/>
                      <a:pt x="48" y="859"/>
                    </a:cubicBezTo>
                    <a:lnTo>
                      <a:pt x="85" y="859"/>
                    </a:lnTo>
                    <a:cubicBezTo>
                      <a:pt x="48" y="934"/>
                      <a:pt x="48" y="971"/>
                      <a:pt x="1" y="1055"/>
                    </a:cubicBezTo>
                    <a:cubicBezTo>
                      <a:pt x="1252" y="663"/>
                      <a:pt x="2260" y="196"/>
                      <a:pt x="2260" y="196"/>
                    </a:cubicBezTo>
                    <a:cubicBezTo>
                      <a:pt x="2334" y="159"/>
                      <a:pt x="2334" y="122"/>
                      <a:pt x="2334" y="84"/>
                    </a:cubicBezTo>
                    <a:cubicBezTo>
                      <a:pt x="2297" y="38"/>
                      <a:pt x="2260" y="0"/>
                      <a:pt x="2222" y="0"/>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71" name="Google Shape;4971;p64"/>
            <p:cNvGrpSpPr/>
            <p:nvPr/>
          </p:nvGrpSpPr>
          <p:grpSpPr>
            <a:xfrm rot="5400000" flipH="1">
              <a:off x="354369" y="4391022"/>
              <a:ext cx="209443" cy="186391"/>
              <a:chOff x="10847407" y="-45304"/>
              <a:chExt cx="178629" cy="158969"/>
            </a:xfrm>
          </p:grpSpPr>
          <p:sp>
            <p:nvSpPr>
              <p:cNvPr id="4972" name="Google Shape;4972;p64"/>
              <p:cNvSpPr/>
              <p:nvPr/>
            </p:nvSpPr>
            <p:spPr>
              <a:xfrm flipH="1">
                <a:off x="10847407" y="-45304"/>
                <a:ext cx="178629" cy="153449"/>
              </a:xfrm>
              <a:custGeom>
                <a:avLst/>
                <a:gdLst/>
                <a:ahLst/>
                <a:cxnLst/>
                <a:rect l="l" t="t" r="r" b="b"/>
                <a:pathLst>
                  <a:path w="2717" h="2334" extrusionOk="0">
                    <a:moveTo>
                      <a:pt x="1008" y="0"/>
                    </a:moveTo>
                    <a:cubicBezTo>
                      <a:pt x="896" y="159"/>
                      <a:pt x="663" y="626"/>
                      <a:pt x="971" y="1130"/>
                    </a:cubicBezTo>
                    <a:lnTo>
                      <a:pt x="663" y="1130"/>
                    </a:lnTo>
                    <a:cubicBezTo>
                      <a:pt x="346" y="1130"/>
                      <a:pt x="112" y="1288"/>
                      <a:pt x="0" y="1363"/>
                    </a:cubicBezTo>
                    <a:cubicBezTo>
                      <a:pt x="196" y="1596"/>
                      <a:pt x="467" y="1718"/>
                      <a:pt x="738" y="1755"/>
                    </a:cubicBezTo>
                    <a:cubicBezTo>
                      <a:pt x="504" y="1951"/>
                      <a:pt x="430" y="2185"/>
                      <a:pt x="383" y="2297"/>
                    </a:cubicBezTo>
                    <a:cubicBezTo>
                      <a:pt x="467" y="2334"/>
                      <a:pt x="579" y="2334"/>
                      <a:pt x="663" y="2334"/>
                    </a:cubicBezTo>
                    <a:cubicBezTo>
                      <a:pt x="971" y="2334"/>
                      <a:pt x="1279" y="2185"/>
                      <a:pt x="1513" y="1904"/>
                    </a:cubicBezTo>
                    <a:cubicBezTo>
                      <a:pt x="1279" y="1055"/>
                      <a:pt x="971" y="355"/>
                      <a:pt x="971" y="318"/>
                    </a:cubicBezTo>
                    <a:cubicBezTo>
                      <a:pt x="971" y="318"/>
                      <a:pt x="971" y="271"/>
                      <a:pt x="1008" y="234"/>
                    </a:cubicBezTo>
                    <a:cubicBezTo>
                      <a:pt x="1046" y="234"/>
                      <a:pt x="1083" y="234"/>
                      <a:pt x="1083" y="271"/>
                    </a:cubicBezTo>
                    <a:cubicBezTo>
                      <a:pt x="1083" y="271"/>
                      <a:pt x="1438" y="1055"/>
                      <a:pt x="1671" y="1951"/>
                    </a:cubicBezTo>
                    <a:cubicBezTo>
                      <a:pt x="1746" y="1951"/>
                      <a:pt x="1867" y="1989"/>
                      <a:pt x="1942" y="1989"/>
                    </a:cubicBezTo>
                    <a:cubicBezTo>
                      <a:pt x="2213" y="1989"/>
                      <a:pt x="2483" y="1867"/>
                      <a:pt x="2717" y="1671"/>
                    </a:cubicBezTo>
                    <a:cubicBezTo>
                      <a:pt x="2642" y="1559"/>
                      <a:pt x="2446" y="1400"/>
                      <a:pt x="2138" y="1363"/>
                    </a:cubicBezTo>
                    <a:cubicBezTo>
                      <a:pt x="2371" y="1204"/>
                      <a:pt x="2483" y="971"/>
                      <a:pt x="2567" y="663"/>
                    </a:cubicBezTo>
                    <a:cubicBezTo>
                      <a:pt x="2530" y="663"/>
                      <a:pt x="2446" y="626"/>
                      <a:pt x="2371" y="626"/>
                    </a:cubicBezTo>
                    <a:cubicBezTo>
                      <a:pt x="2175" y="626"/>
                      <a:pt x="1905" y="700"/>
                      <a:pt x="1634" y="934"/>
                    </a:cubicBezTo>
                    <a:cubicBezTo>
                      <a:pt x="1634" y="551"/>
                      <a:pt x="1363" y="196"/>
                      <a:pt x="1008" y="0"/>
                    </a:cubicBezTo>
                    <a:close/>
                  </a:path>
                </a:pathLst>
              </a:cu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3" name="Google Shape;4973;p64"/>
              <p:cNvSpPr/>
              <p:nvPr/>
            </p:nvSpPr>
            <p:spPr>
              <a:xfrm flipH="1">
                <a:off x="10911247" y="79872"/>
                <a:ext cx="15384" cy="33793"/>
              </a:xfrm>
              <a:custGeom>
                <a:avLst/>
                <a:gdLst/>
                <a:ahLst/>
                <a:cxnLst/>
                <a:rect l="l" t="t" r="r" b="b"/>
                <a:pathLst>
                  <a:path w="234" h="514" extrusionOk="0">
                    <a:moveTo>
                      <a:pt x="1" y="0"/>
                    </a:moveTo>
                    <a:cubicBezTo>
                      <a:pt x="38" y="159"/>
                      <a:pt x="85" y="318"/>
                      <a:pt x="122" y="467"/>
                    </a:cubicBezTo>
                    <a:cubicBezTo>
                      <a:pt x="122" y="514"/>
                      <a:pt x="159" y="514"/>
                      <a:pt x="197" y="514"/>
                    </a:cubicBezTo>
                    <a:cubicBezTo>
                      <a:pt x="234" y="514"/>
                      <a:pt x="234" y="467"/>
                      <a:pt x="234" y="430"/>
                    </a:cubicBezTo>
                    <a:cubicBezTo>
                      <a:pt x="197" y="318"/>
                      <a:pt x="197" y="159"/>
                      <a:pt x="159" y="47"/>
                    </a:cubicBezTo>
                    <a:cubicBezTo>
                      <a:pt x="122" y="0"/>
                      <a:pt x="38" y="0"/>
                      <a:pt x="1" y="0"/>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74" name="Google Shape;4974;p64"/>
              <p:cNvSpPr/>
              <p:nvPr/>
            </p:nvSpPr>
            <p:spPr>
              <a:xfrm flipH="1">
                <a:off x="10916111" y="-29986"/>
                <a:ext cx="46087" cy="113016"/>
              </a:xfrm>
              <a:custGeom>
                <a:avLst/>
                <a:gdLst/>
                <a:ahLst/>
                <a:cxnLst/>
                <a:rect l="l" t="t" r="r" b="b"/>
                <a:pathLst>
                  <a:path w="701" h="1719" extrusionOk="0">
                    <a:moveTo>
                      <a:pt x="37" y="1"/>
                    </a:moveTo>
                    <a:cubicBezTo>
                      <a:pt x="0" y="38"/>
                      <a:pt x="0" y="85"/>
                      <a:pt x="0" y="85"/>
                    </a:cubicBezTo>
                    <a:cubicBezTo>
                      <a:pt x="0" y="122"/>
                      <a:pt x="308" y="822"/>
                      <a:pt x="542" y="1671"/>
                    </a:cubicBezTo>
                    <a:cubicBezTo>
                      <a:pt x="579" y="1671"/>
                      <a:pt x="663" y="1671"/>
                      <a:pt x="700" y="1718"/>
                    </a:cubicBezTo>
                    <a:cubicBezTo>
                      <a:pt x="467" y="822"/>
                      <a:pt x="112" y="38"/>
                      <a:pt x="112" y="38"/>
                    </a:cubicBezTo>
                    <a:cubicBezTo>
                      <a:pt x="112" y="1"/>
                      <a:pt x="75" y="1"/>
                      <a:pt x="37" y="1"/>
                    </a:cubicBezTo>
                    <a:close/>
                  </a:path>
                </a:pathLst>
              </a:custGeom>
              <a:solidFill>
                <a:srgbClr val="D02E7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sp>
        <p:nvSpPr>
          <p:cNvPr id="4975" name="Google Shape;4975;p64"/>
          <p:cNvSpPr txBox="1"/>
          <p:nvPr/>
        </p:nvSpPr>
        <p:spPr>
          <a:xfrm>
            <a:off x="4196125" y="3888925"/>
            <a:ext cx="3879900" cy="463500"/>
          </a:xfrm>
          <a:prstGeom prst="rect">
            <a:avLst/>
          </a:prstGeom>
          <a:noFill/>
          <a:ln>
            <a:noFill/>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None/>
            </a:pPr>
            <a:endParaRPr sz="1000" b="1" dirty="0">
              <a:solidFill>
                <a:schemeClr val="accent1"/>
              </a:solidFill>
              <a:latin typeface="Spartan"/>
              <a:ea typeface="Spartan"/>
              <a:cs typeface="Spartan"/>
              <a:sym typeface="Spartan"/>
            </a:endParaRPr>
          </a:p>
        </p:txBody>
      </p:sp>
      <p:sp>
        <p:nvSpPr>
          <p:cNvPr id="4977" name="Google Shape;4977;p64"/>
          <p:cNvSpPr/>
          <p:nvPr/>
        </p:nvSpPr>
        <p:spPr>
          <a:xfrm>
            <a:off x="-9525" y="0"/>
            <a:ext cx="1835917" cy="1390679"/>
          </a:xfrm>
          <a:custGeom>
            <a:avLst/>
            <a:gdLst/>
            <a:ahLst/>
            <a:cxnLst/>
            <a:rect l="l" t="t" r="r" b="b"/>
            <a:pathLst>
              <a:path w="68199" h="54483" extrusionOk="0">
                <a:moveTo>
                  <a:pt x="0" y="54483"/>
                </a:moveTo>
                <a:cubicBezTo>
                  <a:pt x="2402" y="48477"/>
                  <a:pt x="7256" y="42596"/>
                  <a:pt x="13335" y="40386"/>
                </a:cubicBezTo>
                <a:cubicBezTo>
                  <a:pt x="23498" y="36691"/>
                  <a:pt x="35465" y="38325"/>
                  <a:pt x="44958" y="33147"/>
                </a:cubicBezTo>
                <a:cubicBezTo>
                  <a:pt x="52375" y="29101"/>
                  <a:pt x="59524" y="23388"/>
                  <a:pt x="63627" y="16002"/>
                </a:cubicBezTo>
                <a:cubicBezTo>
                  <a:pt x="66321" y="11153"/>
                  <a:pt x="65718" y="4962"/>
                  <a:pt x="68199" y="0"/>
                </a:cubicBezTo>
              </a:path>
            </a:pathLst>
          </a:custGeom>
          <a:noFill/>
          <a:ln w="19050" cap="flat" cmpd="sng">
            <a:solidFill>
              <a:schemeClr val="dk2"/>
            </a:solidFill>
            <a:prstDash val="dash"/>
            <a:round/>
            <a:headEnd type="none" w="med" len="med"/>
            <a:tailEnd type="none" w="med" len="med"/>
          </a:ln>
        </p:spPr>
        <p:txBody>
          <a:bodyPr/>
          <a:lstStyle/>
          <a:p>
            <a:endParaRPr lang="pt-BR"/>
          </a:p>
        </p:txBody>
      </p:sp>
      <p:grpSp>
        <p:nvGrpSpPr>
          <p:cNvPr id="4978" name="Google Shape;4978;p64"/>
          <p:cNvGrpSpPr/>
          <p:nvPr/>
        </p:nvGrpSpPr>
        <p:grpSpPr>
          <a:xfrm>
            <a:off x="1033366" y="1258485"/>
            <a:ext cx="463799" cy="280168"/>
            <a:chOff x="1033366" y="1258485"/>
            <a:chExt cx="463799" cy="280168"/>
          </a:xfrm>
        </p:grpSpPr>
        <p:grpSp>
          <p:nvGrpSpPr>
            <p:cNvPr id="4979" name="Google Shape;4979;p64"/>
            <p:cNvGrpSpPr/>
            <p:nvPr/>
          </p:nvGrpSpPr>
          <p:grpSpPr>
            <a:xfrm>
              <a:off x="1033366" y="1357974"/>
              <a:ext cx="126015" cy="114638"/>
              <a:chOff x="1073866" y="1286549"/>
              <a:chExt cx="126015" cy="114638"/>
            </a:xfrm>
          </p:grpSpPr>
          <p:sp>
            <p:nvSpPr>
              <p:cNvPr id="4980" name="Google Shape;4980;p64"/>
              <p:cNvSpPr/>
              <p:nvPr/>
            </p:nvSpPr>
            <p:spPr>
              <a:xfrm flipH="1">
                <a:off x="1133307" y="1286549"/>
                <a:ext cx="66407" cy="110607"/>
              </a:xfrm>
              <a:custGeom>
                <a:avLst/>
                <a:gdLst/>
                <a:ahLst/>
                <a:cxnLst/>
                <a:rect l="l" t="t" r="r" b="b"/>
                <a:pathLst>
                  <a:path w="4366" h="7272" extrusionOk="0">
                    <a:moveTo>
                      <a:pt x="2580" y="0"/>
                    </a:moveTo>
                    <a:cubicBezTo>
                      <a:pt x="2183" y="0"/>
                      <a:pt x="1771" y="185"/>
                      <a:pt x="1534" y="543"/>
                    </a:cubicBezTo>
                    <a:cubicBezTo>
                      <a:pt x="544" y="2421"/>
                      <a:pt x="485" y="4550"/>
                      <a:pt x="26" y="6553"/>
                    </a:cubicBezTo>
                    <a:cubicBezTo>
                      <a:pt x="0" y="6944"/>
                      <a:pt x="315" y="7272"/>
                      <a:pt x="643" y="7272"/>
                    </a:cubicBezTo>
                    <a:cubicBezTo>
                      <a:pt x="781" y="7272"/>
                      <a:pt x="921" y="7214"/>
                      <a:pt x="1039" y="7078"/>
                    </a:cubicBezTo>
                    <a:cubicBezTo>
                      <a:pt x="2577" y="5378"/>
                      <a:pt x="4366" y="3012"/>
                      <a:pt x="3567" y="639"/>
                    </a:cubicBezTo>
                    <a:cubicBezTo>
                      <a:pt x="3407" y="209"/>
                      <a:pt x="3002" y="0"/>
                      <a:pt x="2580" y="0"/>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1" name="Google Shape;4981;p64"/>
              <p:cNvSpPr/>
              <p:nvPr/>
            </p:nvSpPr>
            <p:spPr>
              <a:xfrm flipH="1">
                <a:off x="1073866" y="1333913"/>
                <a:ext cx="126015" cy="67274"/>
              </a:xfrm>
              <a:custGeom>
                <a:avLst/>
                <a:gdLst/>
                <a:ahLst/>
                <a:cxnLst/>
                <a:rect l="l" t="t" r="r" b="b"/>
                <a:pathLst>
                  <a:path w="8285" h="4423" extrusionOk="0">
                    <a:moveTo>
                      <a:pt x="6640" y="0"/>
                    </a:moveTo>
                    <a:cubicBezTo>
                      <a:pt x="6574" y="0"/>
                      <a:pt x="6507" y="6"/>
                      <a:pt x="6439" y="17"/>
                    </a:cubicBezTo>
                    <a:cubicBezTo>
                      <a:pt x="4162" y="601"/>
                      <a:pt x="2403" y="2079"/>
                      <a:pt x="466" y="3188"/>
                    </a:cubicBezTo>
                    <a:lnTo>
                      <a:pt x="436" y="3188"/>
                    </a:lnTo>
                    <a:cubicBezTo>
                      <a:pt x="0" y="3595"/>
                      <a:pt x="126" y="4423"/>
                      <a:pt x="776" y="4423"/>
                    </a:cubicBezTo>
                    <a:cubicBezTo>
                      <a:pt x="3297" y="4423"/>
                      <a:pt x="6535" y="4112"/>
                      <a:pt x="7859" y="1746"/>
                    </a:cubicBezTo>
                    <a:cubicBezTo>
                      <a:pt x="8285" y="915"/>
                      <a:pt x="7516" y="0"/>
                      <a:pt x="6640" y="0"/>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4982" name="Google Shape;4982;p64"/>
            <p:cNvGrpSpPr/>
            <p:nvPr/>
          </p:nvGrpSpPr>
          <p:grpSpPr>
            <a:xfrm>
              <a:off x="1033366" y="1357974"/>
              <a:ext cx="126015" cy="114638"/>
              <a:chOff x="1073866" y="1286549"/>
              <a:chExt cx="126015" cy="114638"/>
            </a:xfrm>
          </p:grpSpPr>
          <p:sp>
            <p:nvSpPr>
              <p:cNvPr id="4983" name="Google Shape;4983;p64"/>
              <p:cNvSpPr/>
              <p:nvPr/>
            </p:nvSpPr>
            <p:spPr>
              <a:xfrm flipH="1">
                <a:off x="1133307" y="1286549"/>
                <a:ext cx="66407" cy="110607"/>
              </a:xfrm>
              <a:custGeom>
                <a:avLst/>
                <a:gdLst/>
                <a:ahLst/>
                <a:cxnLst/>
                <a:rect l="l" t="t" r="r" b="b"/>
                <a:pathLst>
                  <a:path w="4366" h="7272" extrusionOk="0">
                    <a:moveTo>
                      <a:pt x="2580" y="0"/>
                    </a:moveTo>
                    <a:cubicBezTo>
                      <a:pt x="2183" y="0"/>
                      <a:pt x="1771" y="185"/>
                      <a:pt x="1534" y="543"/>
                    </a:cubicBezTo>
                    <a:cubicBezTo>
                      <a:pt x="544" y="2421"/>
                      <a:pt x="485" y="4550"/>
                      <a:pt x="26" y="6553"/>
                    </a:cubicBezTo>
                    <a:cubicBezTo>
                      <a:pt x="0" y="6944"/>
                      <a:pt x="315" y="7272"/>
                      <a:pt x="643" y="7272"/>
                    </a:cubicBezTo>
                    <a:cubicBezTo>
                      <a:pt x="781" y="7272"/>
                      <a:pt x="921" y="7214"/>
                      <a:pt x="1039" y="7078"/>
                    </a:cubicBezTo>
                    <a:cubicBezTo>
                      <a:pt x="2577" y="5378"/>
                      <a:pt x="4366" y="3012"/>
                      <a:pt x="3567" y="639"/>
                    </a:cubicBezTo>
                    <a:cubicBezTo>
                      <a:pt x="3407" y="209"/>
                      <a:pt x="3002" y="0"/>
                      <a:pt x="2580" y="0"/>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4" name="Google Shape;4984;p64"/>
              <p:cNvSpPr/>
              <p:nvPr/>
            </p:nvSpPr>
            <p:spPr>
              <a:xfrm flipH="1">
                <a:off x="1073866" y="1333913"/>
                <a:ext cx="126015" cy="67274"/>
              </a:xfrm>
              <a:custGeom>
                <a:avLst/>
                <a:gdLst/>
                <a:ahLst/>
                <a:cxnLst/>
                <a:rect l="l" t="t" r="r" b="b"/>
                <a:pathLst>
                  <a:path w="8285" h="4423" extrusionOk="0">
                    <a:moveTo>
                      <a:pt x="6640" y="0"/>
                    </a:moveTo>
                    <a:cubicBezTo>
                      <a:pt x="6574" y="0"/>
                      <a:pt x="6507" y="6"/>
                      <a:pt x="6439" y="17"/>
                    </a:cubicBezTo>
                    <a:cubicBezTo>
                      <a:pt x="4162" y="601"/>
                      <a:pt x="2403" y="2079"/>
                      <a:pt x="466" y="3188"/>
                    </a:cubicBezTo>
                    <a:lnTo>
                      <a:pt x="436" y="3188"/>
                    </a:lnTo>
                    <a:cubicBezTo>
                      <a:pt x="0" y="3595"/>
                      <a:pt x="126" y="4423"/>
                      <a:pt x="776" y="4423"/>
                    </a:cubicBezTo>
                    <a:cubicBezTo>
                      <a:pt x="3297" y="4423"/>
                      <a:pt x="6535" y="4112"/>
                      <a:pt x="7859" y="1746"/>
                    </a:cubicBezTo>
                    <a:cubicBezTo>
                      <a:pt x="8285" y="915"/>
                      <a:pt x="7516" y="0"/>
                      <a:pt x="6640" y="0"/>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85" name="Google Shape;4985;p64"/>
            <p:cNvSpPr/>
            <p:nvPr/>
          </p:nvSpPr>
          <p:spPr>
            <a:xfrm flipH="1">
              <a:off x="1056713" y="1353228"/>
              <a:ext cx="104249" cy="119490"/>
            </a:xfrm>
            <a:custGeom>
              <a:avLst/>
              <a:gdLst/>
              <a:ahLst/>
              <a:cxnLst/>
              <a:rect l="l" t="t" r="r" b="b"/>
              <a:pathLst>
                <a:path w="6854" h="7856" extrusionOk="0">
                  <a:moveTo>
                    <a:pt x="5412" y="0"/>
                  </a:moveTo>
                  <a:cubicBezTo>
                    <a:pt x="5095" y="0"/>
                    <a:pt x="4775" y="95"/>
                    <a:pt x="4510" y="301"/>
                  </a:cubicBezTo>
                  <a:cubicBezTo>
                    <a:pt x="2544" y="2090"/>
                    <a:pt x="1553" y="4551"/>
                    <a:pt x="200" y="6710"/>
                  </a:cubicBezTo>
                  <a:cubicBezTo>
                    <a:pt x="0" y="7238"/>
                    <a:pt x="338" y="7856"/>
                    <a:pt x="837" y="7856"/>
                  </a:cubicBezTo>
                  <a:cubicBezTo>
                    <a:pt x="946" y="7856"/>
                    <a:pt x="1063" y="7826"/>
                    <a:pt x="1184" y="7760"/>
                  </a:cubicBezTo>
                  <a:cubicBezTo>
                    <a:pt x="3712" y="6400"/>
                    <a:pt x="6758" y="4367"/>
                    <a:pt x="6854" y="1254"/>
                  </a:cubicBezTo>
                  <a:cubicBezTo>
                    <a:pt x="6833" y="485"/>
                    <a:pt x="6130" y="0"/>
                    <a:pt x="5412" y="0"/>
                  </a:cubicBezTo>
                  <a:close/>
                </a:path>
              </a:pathLst>
            </a:custGeom>
            <a:solidFill>
              <a:schemeClr val="accen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6" name="Google Shape;4986;p64"/>
            <p:cNvSpPr/>
            <p:nvPr/>
          </p:nvSpPr>
          <p:spPr>
            <a:xfrm flipH="1">
              <a:off x="1116184" y="1258485"/>
              <a:ext cx="353328" cy="280168"/>
            </a:xfrm>
            <a:custGeom>
              <a:avLst/>
              <a:gdLst/>
              <a:ahLst/>
              <a:cxnLst/>
              <a:rect l="l" t="t" r="r" b="b"/>
              <a:pathLst>
                <a:path w="23230" h="18420" extrusionOk="0">
                  <a:moveTo>
                    <a:pt x="6109" y="1"/>
                  </a:moveTo>
                  <a:cubicBezTo>
                    <a:pt x="5800" y="1"/>
                    <a:pt x="5489" y="20"/>
                    <a:pt x="5176" y="61"/>
                  </a:cubicBezTo>
                  <a:cubicBezTo>
                    <a:pt x="4902" y="90"/>
                    <a:pt x="4651" y="157"/>
                    <a:pt x="4377" y="246"/>
                  </a:cubicBezTo>
                  <a:cubicBezTo>
                    <a:pt x="3882" y="401"/>
                    <a:pt x="3387" y="645"/>
                    <a:pt x="2899" y="955"/>
                  </a:cubicBezTo>
                  <a:cubicBezTo>
                    <a:pt x="2500" y="1266"/>
                    <a:pt x="2093" y="1636"/>
                    <a:pt x="1760" y="2064"/>
                  </a:cubicBezTo>
                  <a:cubicBezTo>
                    <a:pt x="1450" y="2493"/>
                    <a:pt x="1169" y="2959"/>
                    <a:pt x="984" y="3454"/>
                  </a:cubicBezTo>
                  <a:cubicBezTo>
                    <a:pt x="97" y="5421"/>
                    <a:pt x="1" y="7579"/>
                    <a:pt x="496" y="9642"/>
                  </a:cubicBezTo>
                  <a:cubicBezTo>
                    <a:pt x="651" y="10167"/>
                    <a:pt x="799" y="10692"/>
                    <a:pt x="984" y="11180"/>
                  </a:cubicBezTo>
                  <a:cubicBezTo>
                    <a:pt x="2718" y="16006"/>
                    <a:pt x="7489" y="18419"/>
                    <a:pt x="12241" y="18419"/>
                  </a:cubicBezTo>
                  <a:cubicBezTo>
                    <a:pt x="12555" y="18419"/>
                    <a:pt x="12869" y="18409"/>
                    <a:pt x="13182" y="18388"/>
                  </a:cubicBezTo>
                  <a:cubicBezTo>
                    <a:pt x="13552" y="18388"/>
                    <a:pt x="13921" y="18329"/>
                    <a:pt x="14262" y="18299"/>
                  </a:cubicBezTo>
                  <a:cubicBezTo>
                    <a:pt x="17130" y="17870"/>
                    <a:pt x="19533" y="16081"/>
                    <a:pt x="21566" y="14203"/>
                  </a:cubicBezTo>
                  <a:cubicBezTo>
                    <a:pt x="21750" y="14019"/>
                    <a:pt x="21965" y="13834"/>
                    <a:pt x="22179" y="13619"/>
                  </a:cubicBezTo>
                  <a:cubicBezTo>
                    <a:pt x="22490" y="13338"/>
                    <a:pt x="22793" y="13028"/>
                    <a:pt x="23074" y="12695"/>
                  </a:cubicBezTo>
                  <a:cubicBezTo>
                    <a:pt x="23074" y="12658"/>
                    <a:pt x="23103" y="12629"/>
                    <a:pt x="23103" y="12599"/>
                  </a:cubicBezTo>
                  <a:cubicBezTo>
                    <a:pt x="23229" y="12289"/>
                    <a:pt x="23133" y="11889"/>
                    <a:pt x="22734" y="11860"/>
                  </a:cubicBezTo>
                  <a:lnTo>
                    <a:pt x="22608" y="11860"/>
                  </a:lnTo>
                  <a:cubicBezTo>
                    <a:pt x="22490" y="11919"/>
                    <a:pt x="22364" y="11986"/>
                    <a:pt x="22238" y="12015"/>
                  </a:cubicBezTo>
                  <a:cubicBezTo>
                    <a:pt x="21849" y="12150"/>
                    <a:pt x="21470" y="12212"/>
                    <a:pt x="21101" y="12212"/>
                  </a:cubicBezTo>
                  <a:cubicBezTo>
                    <a:pt x="19960" y="12212"/>
                    <a:pt x="18921" y="11619"/>
                    <a:pt x="17988" y="10780"/>
                  </a:cubicBezTo>
                  <a:cubicBezTo>
                    <a:pt x="17744" y="10566"/>
                    <a:pt x="17529" y="10322"/>
                    <a:pt x="17315" y="10071"/>
                  </a:cubicBezTo>
                  <a:cubicBezTo>
                    <a:pt x="15836" y="8289"/>
                    <a:pt x="14912" y="6160"/>
                    <a:pt x="13552" y="4341"/>
                  </a:cubicBezTo>
                  <a:cubicBezTo>
                    <a:pt x="13367" y="4097"/>
                    <a:pt x="13182" y="3853"/>
                    <a:pt x="12968" y="3602"/>
                  </a:cubicBezTo>
                  <a:cubicBezTo>
                    <a:pt x="11334" y="1530"/>
                    <a:pt x="8835" y="1"/>
                    <a:pt x="6109" y="1"/>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87" name="Google Shape;4987;p64"/>
            <p:cNvSpPr/>
            <p:nvPr/>
          </p:nvSpPr>
          <p:spPr>
            <a:xfrm flipH="1">
              <a:off x="1207612" y="1399482"/>
              <a:ext cx="252562" cy="139172"/>
            </a:xfrm>
            <a:custGeom>
              <a:avLst/>
              <a:gdLst/>
              <a:ahLst/>
              <a:cxnLst/>
              <a:rect l="l" t="t" r="r" b="b"/>
              <a:pathLst>
                <a:path w="16605" h="9150" extrusionOk="0">
                  <a:moveTo>
                    <a:pt x="2889" y="0"/>
                  </a:moveTo>
                  <a:cubicBezTo>
                    <a:pt x="2603" y="0"/>
                    <a:pt x="2318" y="11"/>
                    <a:pt x="2033" y="32"/>
                  </a:cubicBezTo>
                  <a:cubicBezTo>
                    <a:pt x="1331" y="98"/>
                    <a:pt x="437" y="217"/>
                    <a:pt x="0" y="742"/>
                  </a:cubicBezTo>
                  <a:cubicBezTo>
                    <a:pt x="97" y="1141"/>
                    <a:pt x="222" y="1510"/>
                    <a:pt x="370" y="1910"/>
                  </a:cubicBezTo>
                  <a:cubicBezTo>
                    <a:pt x="2104" y="6736"/>
                    <a:pt x="6875" y="9149"/>
                    <a:pt x="11627" y="9149"/>
                  </a:cubicBezTo>
                  <a:cubicBezTo>
                    <a:pt x="11941" y="9149"/>
                    <a:pt x="12255" y="9139"/>
                    <a:pt x="12568" y="9118"/>
                  </a:cubicBezTo>
                  <a:cubicBezTo>
                    <a:pt x="12938" y="9118"/>
                    <a:pt x="13307" y="9059"/>
                    <a:pt x="13648" y="9029"/>
                  </a:cubicBezTo>
                  <a:cubicBezTo>
                    <a:pt x="14572" y="8874"/>
                    <a:pt x="15437" y="8600"/>
                    <a:pt x="16265" y="8231"/>
                  </a:cubicBezTo>
                  <a:cubicBezTo>
                    <a:pt x="16420" y="7890"/>
                    <a:pt x="16516" y="7491"/>
                    <a:pt x="16546" y="7055"/>
                  </a:cubicBezTo>
                  <a:cubicBezTo>
                    <a:pt x="16546" y="6567"/>
                    <a:pt x="16605" y="5946"/>
                    <a:pt x="16080" y="5761"/>
                  </a:cubicBezTo>
                  <a:cubicBezTo>
                    <a:pt x="15772" y="5648"/>
                    <a:pt x="15439" y="5622"/>
                    <a:pt x="15103" y="5622"/>
                  </a:cubicBezTo>
                  <a:cubicBezTo>
                    <a:pt x="14801" y="5622"/>
                    <a:pt x="14496" y="5643"/>
                    <a:pt x="14202" y="5643"/>
                  </a:cubicBezTo>
                  <a:cubicBezTo>
                    <a:pt x="13093" y="5643"/>
                    <a:pt x="12014" y="5148"/>
                    <a:pt x="11060" y="4623"/>
                  </a:cubicBezTo>
                  <a:cubicBezTo>
                    <a:pt x="10047" y="4068"/>
                    <a:pt x="9123" y="3359"/>
                    <a:pt x="8443" y="2435"/>
                  </a:cubicBezTo>
                  <a:cubicBezTo>
                    <a:pt x="8103" y="2006"/>
                    <a:pt x="7800" y="1540"/>
                    <a:pt x="7334" y="1207"/>
                  </a:cubicBezTo>
                  <a:cubicBezTo>
                    <a:pt x="6839" y="867"/>
                    <a:pt x="6284" y="616"/>
                    <a:pt x="5700" y="431"/>
                  </a:cubicBezTo>
                  <a:cubicBezTo>
                    <a:pt x="4801" y="124"/>
                    <a:pt x="3845" y="0"/>
                    <a:pt x="2889"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88" name="Google Shape;4988;p64"/>
            <p:cNvGrpSpPr/>
            <p:nvPr/>
          </p:nvGrpSpPr>
          <p:grpSpPr>
            <a:xfrm>
              <a:off x="1192539" y="1375678"/>
              <a:ext cx="158458" cy="132859"/>
              <a:chOff x="1233039" y="1304253"/>
              <a:chExt cx="158458" cy="132859"/>
            </a:xfrm>
          </p:grpSpPr>
          <p:sp>
            <p:nvSpPr>
              <p:cNvPr id="4989" name="Google Shape;4989;p64"/>
              <p:cNvSpPr/>
              <p:nvPr/>
            </p:nvSpPr>
            <p:spPr>
              <a:xfrm flipH="1">
                <a:off x="1233039" y="1304253"/>
                <a:ext cx="158458" cy="68628"/>
              </a:xfrm>
              <a:custGeom>
                <a:avLst/>
                <a:gdLst/>
                <a:ahLst/>
                <a:cxnLst/>
                <a:rect l="l" t="t" r="r" b="b"/>
                <a:pathLst>
                  <a:path w="10418" h="4512" extrusionOk="0">
                    <a:moveTo>
                      <a:pt x="3025" y="0"/>
                    </a:moveTo>
                    <a:cubicBezTo>
                      <a:pt x="2529" y="518"/>
                      <a:pt x="1975" y="983"/>
                      <a:pt x="1391" y="1294"/>
                    </a:cubicBezTo>
                    <a:cubicBezTo>
                      <a:pt x="925" y="1538"/>
                      <a:pt x="467" y="1723"/>
                      <a:pt x="1" y="1878"/>
                    </a:cubicBezTo>
                    <a:cubicBezTo>
                      <a:pt x="2004" y="3221"/>
                      <a:pt x="4411" y="4511"/>
                      <a:pt x="6771" y="4511"/>
                    </a:cubicBezTo>
                    <a:cubicBezTo>
                      <a:pt x="7607" y="4511"/>
                      <a:pt x="8437" y="4349"/>
                      <a:pt x="9242" y="3970"/>
                    </a:cubicBezTo>
                    <a:cubicBezTo>
                      <a:pt x="10417" y="3386"/>
                      <a:pt x="10196" y="1567"/>
                      <a:pt x="9027" y="983"/>
                    </a:cubicBezTo>
                    <a:cubicBezTo>
                      <a:pt x="7054" y="244"/>
                      <a:pt x="5021" y="89"/>
                      <a:pt x="3025" y="0"/>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0" name="Google Shape;4990;p64"/>
              <p:cNvSpPr/>
              <p:nvPr/>
            </p:nvSpPr>
            <p:spPr>
              <a:xfrm flipH="1">
                <a:off x="1255656" y="1310763"/>
                <a:ext cx="134821" cy="126349"/>
              </a:xfrm>
              <a:custGeom>
                <a:avLst/>
                <a:gdLst/>
                <a:ahLst/>
                <a:cxnLst/>
                <a:rect l="l" t="t" r="r" b="b"/>
                <a:pathLst>
                  <a:path w="8864" h="8307" extrusionOk="0">
                    <a:moveTo>
                      <a:pt x="2521" y="1"/>
                    </a:moveTo>
                    <a:cubicBezTo>
                      <a:pt x="2152" y="341"/>
                      <a:pt x="1752" y="644"/>
                      <a:pt x="1324" y="866"/>
                    </a:cubicBezTo>
                    <a:cubicBezTo>
                      <a:pt x="888" y="1110"/>
                      <a:pt x="429" y="1295"/>
                      <a:pt x="0" y="1450"/>
                    </a:cubicBezTo>
                    <a:cubicBezTo>
                      <a:pt x="1257" y="4525"/>
                      <a:pt x="3172" y="7667"/>
                      <a:pt x="6499" y="8288"/>
                    </a:cubicBezTo>
                    <a:cubicBezTo>
                      <a:pt x="6578" y="8300"/>
                      <a:pt x="6656" y="8306"/>
                      <a:pt x="6733" y="8306"/>
                    </a:cubicBezTo>
                    <a:cubicBezTo>
                      <a:pt x="8017" y="8306"/>
                      <a:pt x="8863" y="6672"/>
                      <a:pt x="8221" y="5486"/>
                    </a:cubicBezTo>
                    <a:cubicBezTo>
                      <a:pt x="6743" y="3202"/>
                      <a:pt x="4584" y="1635"/>
                      <a:pt x="2521" y="1"/>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91" name="Google Shape;4991;p64"/>
            <p:cNvSpPr/>
            <p:nvPr/>
          </p:nvSpPr>
          <p:spPr>
            <a:xfrm flipH="1">
              <a:off x="1384717" y="1290837"/>
              <a:ext cx="28336" cy="20032"/>
            </a:xfrm>
            <a:custGeom>
              <a:avLst/>
              <a:gdLst/>
              <a:ahLst/>
              <a:cxnLst/>
              <a:rect l="l" t="t" r="r" b="b"/>
              <a:pathLst>
                <a:path w="1863" h="1317" extrusionOk="0">
                  <a:moveTo>
                    <a:pt x="890" y="1"/>
                  </a:moveTo>
                  <a:cubicBezTo>
                    <a:pt x="239" y="1"/>
                    <a:pt x="0" y="1068"/>
                    <a:pt x="754" y="1290"/>
                  </a:cubicBezTo>
                  <a:cubicBezTo>
                    <a:pt x="819" y="1308"/>
                    <a:pt x="880" y="1316"/>
                    <a:pt x="939" y="1316"/>
                  </a:cubicBezTo>
                  <a:cubicBezTo>
                    <a:pt x="1611" y="1316"/>
                    <a:pt x="1863" y="231"/>
                    <a:pt x="1094" y="33"/>
                  </a:cubicBezTo>
                  <a:cubicBezTo>
                    <a:pt x="1023" y="11"/>
                    <a:pt x="954" y="1"/>
                    <a:pt x="890"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2" name="Google Shape;4992;p64"/>
            <p:cNvSpPr/>
            <p:nvPr/>
          </p:nvSpPr>
          <p:spPr>
            <a:xfrm flipH="1">
              <a:off x="1422149" y="1288981"/>
              <a:ext cx="75016" cy="31074"/>
            </a:xfrm>
            <a:custGeom>
              <a:avLst/>
              <a:gdLst/>
              <a:ahLst/>
              <a:cxnLst/>
              <a:rect l="l" t="t" r="r" b="b"/>
              <a:pathLst>
                <a:path w="4932" h="2043" extrusionOk="0">
                  <a:moveTo>
                    <a:pt x="2654" y="0"/>
                  </a:moveTo>
                  <a:cubicBezTo>
                    <a:pt x="2373" y="0"/>
                    <a:pt x="2063" y="30"/>
                    <a:pt x="1789" y="89"/>
                  </a:cubicBezTo>
                  <a:cubicBezTo>
                    <a:pt x="1449" y="118"/>
                    <a:pt x="1080" y="155"/>
                    <a:pt x="739" y="244"/>
                  </a:cubicBezTo>
                  <a:cubicBezTo>
                    <a:pt x="525" y="303"/>
                    <a:pt x="0" y="488"/>
                    <a:pt x="155" y="799"/>
                  </a:cubicBezTo>
                  <a:cubicBezTo>
                    <a:pt x="215" y="983"/>
                    <a:pt x="495" y="1013"/>
                    <a:pt x="651" y="1080"/>
                  </a:cubicBezTo>
                  <a:cubicBezTo>
                    <a:pt x="1020" y="1227"/>
                    <a:pt x="1789" y="1508"/>
                    <a:pt x="1819" y="1508"/>
                  </a:cubicBezTo>
                  <a:cubicBezTo>
                    <a:pt x="1974" y="1567"/>
                    <a:pt x="2129" y="1634"/>
                    <a:pt x="2285" y="1693"/>
                  </a:cubicBezTo>
                  <a:cubicBezTo>
                    <a:pt x="2695" y="1832"/>
                    <a:pt x="3206" y="2042"/>
                    <a:pt x="3664" y="2042"/>
                  </a:cubicBezTo>
                  <a:cubicBezTo>
                    <a:pt x="3718" y="2042"/>
                    <a:pt x="3770" y="2039"/>
                    <a:pt x="3822" y="2033"/>
                  </a:cubicBezTo>
                  <a:cubicBezTo>
                    <a:pt x="4687" y="1937"/>
                    <a:pt x="4931" y="710"/>
                    <a:pt x="4162" y="303"/>
                  </a:cubicBezTo>
                  <a:cubicBezTo>
                    <a:pt x="3726" y="89"/>
                    <a:pt x="3142" y="0"/>
                    <a:pt x="2654"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3" name="Google Shape;4993;p64"/>
            <p:cNvSpPr/>
            <p:nvPr/>
          </p:nvSpPr>
          <p:spPr>
            <a:xfrm flipH="1">
              <a:off x="1374891" y="1323158"/>
              <a:ext cx="15012" cy="30253"/>
            </a:xfrm>
            <a:custGeom>
              <a:avLst/>
              <a:gdLst/>
              <a:ahLst/>
              <a:cxnLst/>
              <a:rect l="l" t="t" r="r" b="b"/>
              <a:pathLst>
                <a:path w="987" h="1989" extrusionOk="0">
                  <a:moveTo>
                    <a:pt x="371" y="1"/>
                  </a:moveTo>
                  <a:cubicBezTo>
                    <a:pt x="1" y="89"/>
                    <a:pt x="127" y="710"/>
                    <a:pt x="186" y="1050"/>
                  </a:cubicBezTo>
                  <a:cubicBezTo>
                    <a:pt x="223" y="1324"/>
                    <a:pt x="371" y="1849"/>
                    <a:pt x="681" y="1974"/>
                  </a:cubicBezTo>
                  <a:cubicBezTo>
                    <a:pt x="707" y="1984"/>
                    <a:pt x="730" y="1989"/>
                    <a:pt x="752" y="1989"/>
                  </a:cubicBezTo>
                  <a:cubicBezTo>
                    <a:pt x="987" y="1989"/>
                    <a:pt x="959" y="1432"/>
                    <a:pt x="925" y="1235"/>
                  </a:cubicBezTo>
                  <a:cubicBezTo>
                    <a:pt x="895" y="895"/>
                    <a:pt x="777" y="341"/>
                    <a:pt x="437" y="30"/>
                  </a:cubicBezTo>
                  <a:lnTo>
                    <a:pt x="408" y="30"/>
                  </a:lnTo>
                  <a:cubicBezTo>
                    <a:pt x="408" y="1"/>
                    <a:pt x="371" y="1"/>
                    <a:pt x="371"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4" name="Google Shape;4994;p64"/>
            <p:cNvSpPr/>
            <p:nvPr/>
          </p:nvSpPr>
          <p:spPr>
            <a:xfrm flipH="1">
              <a:off x="1364077" y="1329790"/>
              <a:ext cx="9856" cy="24336"/>
            </a:xfrm>
            <a:custGeom>
              <a:avLst/>
              <a:gdLst/>
              <a:ahLst/>
              <a:cxnLst/>
              <a:rect l="l" t="t" r="r" b="b"/>
              <a:pathLst>
                <a:path w="648" h="1600" extrusionOk="0">
                  <a:moveTo>
                    <a:pt x="230" y="1"/>
                  </a:moveTo>
                  <a:cubicBezTo>
                    <a:pt x="222" y="1"/>
                    <a:pt x="215" y="8"/>
                    <a:pt x="215" y="23"/>
                  </a:cubicBezTo>
                  <a:cubicBezTo>
                    <a:pt x="1" y="149"/>
                    <a:pt x="97" y="674"/>
                    <a:pt x="156" y="947"/>
                  </a:cubicBezTo>
                  <a:cubicBezTo>
                    <a:pt x="186" y="1102"/>
                    <a:pt x="282" y="1538"/>
                    <a:pt x="466" y="1598"/>
                  </a:cubicBezTo>
                  <a:cubicBezTo>
                    <a:pt x="475" y="1599"/>
                    <a:pt x="483" y="1600"/>
                    <a:pt x="490" y="1600"/>
                  </a:cubicBezTo>
                  <a:cubicBezTo>
                    <a:pt x="648" y="1600"/>
                    <a:pt x="614" y="1311"/>
                    <a:pt x="614" y="1198"/>
                  </a:cubicBezTo>
                  <a:cubicBezTo>
                    <a:pt x="614" y="829"/>
                    <a:pt x="526" y="430"/>
                    <a:pt x="311" y="60"/>
                  </a:cubicBezTo>
                  <a:cubicBezTo>
                    <a:pt x="282" y="23"/>
                    <a:pt x="282" y="23"/>
                    <a:pt x="245" y="23"/>
                  </a:cubicBezTo>
                  <a:cubicBezTo>
                    <a:pt x="245" y="8"/>
                    <a:pt x="237" y="1"/>
                    <a:pt x="230"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5" name="Google Shape;4995;p64"/>
            <p:cNvSpPr/>
            <p:nvPr/>
          </p:nvSpPr>
          <p:spPr>
            <a:xfrm flipH="1">
              <a:off x="1387972" y="1324056"/>
              <a:ext cx="11255" cy="22830"/>
            </a:xfrm>
            <a:custGeom>
              <a:avLst/>
              <a:gdLst/>
              <a:ahLst/>
              <a:cxnLst/>
              <a:rect l="l" t="t" r="r" b="b"/>
              <a:pathLst>
                <a:path w="740" h="1501" extrusionOk="0">
                  <a:moveTo>
                    <a:pt x="281" y="1"/>
                  </a:moveTo>
                  <a:cubicBezTo>
                    <a:pt x="0" y="1"/>
                    <a:pt x="126" y="710"/>
                    <a:pt x="156" y="925"/>
                  </a:cubicBezTo>
                  <a:cubicBezTo>
                    <a:pt x="205" y="1104"/>
                    <a:pt x="342" y="1500"/>
                    <a:pt x="494" y="1500"/>
                  </a:cubicBezTo>
                  <a:cubicBezTo>
                    <a:pt x="524" y="1500"/>
                    <a:pt x="554" y="1485"/>
                    <a:pt x="584" y="1450"/>
                  </a:cubicBezTo>
                  <a:cubicBezTo>
                    <a:pt x="740" y="1235"/>
                    <a:pt x="614" y="807"/>
                    <a:pt x="496" y="437"/>
                  </a:cubicBezTo>
                  <a:cubicBezTo>
                    <a:pt x="466" y="252"/>
                    <a:pt x="400" y="1"/>
                    <a:pt x="281"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4996" name="Google Shape;4996;p64"/>
            <p:cNvGrpSpPr/>
            <p:nvPr/>
          </p:nvGrpSpPr>
          <p:grpSpPr>
            <a:xfrm>
              <a:off x="1192539" y="1377991"/>
              <a:ext cx="158458" cy="132859"/>
              <a:chOff x="1233039" y="1304253"/>
              <a:chExt cx="158458" cy="132859"/>
            </a:xfrm>
          </p:grpSpPr>
          <p:sp>
            <p:nvSpPr>
              <p:cNvPr id="4997" name="Google Shape;4997;p64"/>
              <p:cNvSpPr/>
              <p:nvPr/>
            </p:nvSpPr>
            <p:spPr>
              <a:xfrm flipH="1">
                <a:off x="1233039" y="1304253"/>
                <a:ext cx="158458" cy="68628"/>
              </a:xfrm>
              <a:custGeom>
                <a:avLst/>
                <a:gdLst/>
                <a:ahLst/>
                <a:cxnLst/>
                <a:rect l="l" t="t" r="r" b="b"/>
                <a:pathLst>
                  <a:path w="10418" h="4512" extrusionOk="0">
                    <a:moveTo>
                      <a:pt x="3025" y="0"/>
                    </a:moveTo>
                    <a:cubicBezTo>
                      <a:pt x="2529" y="518"/>
                      <a:pt x="1975" y="983"/>
                      <a:pt x="1391" y="1294"/>
                    </a:cubicBezTo>
                    <a:cubicBezTo>
                      <a:pt x="925" y="1538"/>
                      <a:pt x="467" y="1723"/>
                      <a:pt x="1" y="1878"/>
                    </a:cubicBezTo>
                    <a:cubicBezTo>
                      <a:pt x="2004" y="3221"/>
                      <a:pt x="4411" y="4511"/>
                      <a:pt x="6771" y="4511"/>
                    </a:cubicBezTo>
                    <a:cubicBezTo>
                      <a:pt x="7607" y="4511"/>
                      <a:pt x="8437" y="4349"/>
                      <a:pt x="9242" y="3970"/>
                    </a:cubicBezTo>
                    <a:cubicBezTo>
                      <a:pt x="10417" y="3386"/>
                      <a:pt x="10196" y="1567"/>
                      <a:pt x="9027" y="983"/>
                    </a:cubicBezTo>
                    <a:cubicBezTo>
                      <a:pt x="7054" y="244"/>
                      <a:pt x="5021" y="89"/>
                      <a:pt x="3025" y="0"/>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4998" name="Google Shape;4998;p64"/>
              <p:cNvSpPr/>
              <p:nvPr/>
            </p:nvSpPr>
            <p:spPr>
              <a:xfrm flipH="1">
                <a:off x="1255656" y="1310763"/>
                <a:ext cx="134821" cy="126349"/>
              </a:xfrm>
              <a:custGeom>
                <a:avLst/>
                <a:gdLst/>
                <a:ahLst/>
                <a:cxnLst/>
                <a:rect l="l" t="t" r="r" b="b"/>
                <a:pathLst>
                  <a:path w="8864" h="8307" extrusionOk="0">
                    <a:moveTo>
                      <a:pt x="2521" y="1"/>
                    </a:moveTo>
                    <a:cubicBezTo>
                      <a:pt x="2152" y="341"/>
                      <a:pt x="1752" y="644"/>
                      <a:pt x="1324" y="866"/>
                    </a:cubicBezTo>
                    <a:cubicBezTo>
                      <a:pt x="888" y="1110"/>
                      <a:pt x="429" y="1295"/>
                      <a:pt x="0" y="1450"/>
                    </a:cubicBezTo>
                    <a:cubicBezTo>
                      <a:pt x="1257" y="4525"/>
                      <a:pt x="3172" y="7667"/>
                      <a:pt x="6499" y="8288"/>
                    </a:cubicBezTo>
                    <a:cubicBezTo>
                      <a:pt x="6578" y="8300"/>
                      <a:pt x="6656" y="8306"/>
                      <a:pt x="6733" y="8306"/>
                    </a:cubicBezTo>
                    <a:cubicBezTo>
                      <a:pt x="8017" y="8306"/>
                      <a:pt x="8863" y="6672"/>
                      <a:pt x="8221" y="5486"/>
                    </a:cubicBezTo>
                    <a:cubicBezTo>
                      <a:pt x="6743" y="3202"/>
                      <a:pt x="4584" y="1635"/>
                      <a:pt x="2521"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4999" name="Google Shape;4999;p64"/>
            <p:cNvSpPr/>
            <p:nvPr/>
          </p:nvSpPr>
          <p:spPr>
            <a:xfrm flipH="1">
              <a:off x="1186712" y="1375673"/>
              <a:ext cx="170139" cy="108980"/>
            </a:xfrm>
            <a:custGeom>
              <a:avLst/>
              <a:gdLst/>
              <a:ahLst/>
              <a:cxnLst/>
              <a:rect l="l" t="t" r="r" b="b"/>
              <a:pathLst>
                <a:path w="11186" h="7165" extrusionOk="0">
                  <a:moveTo>
                    <a:pt x="2684" y="0"/>
                  </a:moveTo>
                  <a:cubicBezTo>
                    <a:pt x="2218" y="466"/>
                    <a:pt x="1730" y="895"/>
                    <a:pt x="1176" y="1176"/>
                  </a:cubicBezTo>
                  <a:cubicBezTo>
                    <a:pt x="776" y="1390"/>
                    <a:pt x="407" y="1545"/>
                    <a:pt x="0" y="1693"/>
                  </a:cubicBezTo>
                  <a:cubicBezTo>
                    <a:pt x="2177" y="4646"/>
                    <a:pt x="4513" y="7165"/>
                    <a:pt x="8164" y="7165"/>
                  </a:cubicBezTo>
                  <a:cubicBezTo>
                    <a:pt x="8444" y="7165"/>
                    <a:pt x="8731" y="7150"/>
                    <a:pt x="9027" y="7120"/>
                  </a:cubicBezTo>
                  <a:cubicBezTo>
                    <a:pt x="10661" y="6905"/>
                    <a:pt x="11186" y="4687"/>
                    <a:pt x="10047" y="3512"/>
                  </a:cubicBezTo>
                  <a:cubicBezTo>
                    <a:pt x="7615" y="1449"/>
                    <a:pt x="5486" y="1139"/>
                    <a:pt x="2684" y="0"/>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5954"/>
        <p:cNvGrpSpPr/>
        <p:nvPr/>
      </p:nvGrpSpPr>
      <p:grpSpPr>
        <a:xfrm>
          <a:off x="0" y="0"/>
          <a:ext cx="0" cy="0"/>
          <a:chOff x="0" y="0"/>
          <a:chExt cx="0" cy="0"/>
        </a:xfrm>
      </p:grpSpPr>
      <p:sp>
        <p:nvSpPr>
          <p:cNvPr id="5955" name="Google Shape;5955;p75"/>
          <p:cNvSpPr txBox="1">
            <a:spLocks noGrp="1"/>
          </p:cNvSpPr>
          <p:nvPr>
            <p:ph type="title"/>
          </p:nvPr>
        </p:nvSpPr>
        <p:spPr>
          <a:xfrm>
            <a:off x="713150" y="-1"/>
            <a:ext cx="3858900" cy="3265159"/>
          </a:xfrm>
          <a:prstGeom prst="rect">
            <a:avLst/>
          </a:prstGeom>
        </p:spPr>
        <p:txBody>
          <a:bodyPr spcFirstLastPara="1" wrap="square" lIns="14400" tIns="14400" rIns="14400" bIns="14400" anchor="t" anchorCtr="0">
            <a:noAutofit/>
          </a:bodyPr>
          <a:lstStyle/>
          <a:p>
            <a:pPr marL="0" lvl="0" indent="0" algn="l" rtl="0">
              <a:spcBef>
                <a:spcPts val="0"/>
              </a:spcBef>
              <a:spcAft>
                <a:spcPts val="0"/>
              </a:spcAft>
              <a:buNone/>
            </a:pPr>
            <a:r>
              <a:rPr lang="pt-BR" sz="4400" dirty="0"/>
              <a:t>Obrigado pessoal!</a:t>
            </a:r>
            <a:endParaRPr sz="8800" dirty="0"/>
          </a:p>
        </p:txBody>
      </p:sp>
      <p:grpSp>
        <p:nvGrpSpPr>
          <p:cNvPr id="5956" name="Google Shape;5956;p75"/>
          <p:cNvGrpSpPr/>
          <p:nvPr/>
        </p:nvGrpSpPr>
        <p:grpSpPr>
          <a:xfrm>
            <a:off x="517630" y="1326288"/>
            <a:ext cx="4249933" cy="2262838"/>
            <a:chOff x="1533987" y="-1852557"/>
            <a:chExt cx="2889146" cy="1538299"/>
          </a:xfrm>
        </p:grpSpPr>
        <p:sp>
          <p:nvSpPr>
            <p:cNvPr id="5957" name="Google Shape;5957;p75"/>
            <p:cNvSpPr/>
            <p:nvPr/>
          </p:nvSpPr>
          <p:spPr>
            <a:xfrm>
              <a:off x="2966546" y="-1663767"/>
              <a:ext cx="1456587" cy="305671"/>
            </a:xfrm>
            <a:custGeom>
              <a:avLst/>
              <a:gdLst/>
              <a:ahLst/>
              <a:cxnLst/>
              <a:rect l="l" t="t" r="r" b="b"/>
              <a:pathLst>
                <a:path w="30607" h="6423" extrusionOk="0">
                  <a:moveTo>
                    <a:pt x="0" y="0"/>
                  </a:moveTo>
                  <a:lnTo>
                    <a:pt x="0" y="6422"/>
                  </a:lnTo>
                  <a:lnTo>
                    <a:pt x="30606" y="6422"/>
                  </a:lnTo>
                  <a:lnTo>
                    <a:pt x="21543" y="0"/>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8" name="Google Shape;5958;p75"/>
            <p:cNvSpPr/>
            <p:nvPr/>
          </p:nvSpPr>
          <p:spPr>
            <a:xfrm>
              <a:off x="2966546" y="-1399912"/>
              <a:ext cx="1456587" cy="40927"/>
            </a:xfrm>
            <a:custGeom>
              <a:avLst/>
              <a:gdLst/>
              <a:ahLst/>
              <a:cxnLst/>
              <a:rect l="l" t="t" r="r" b="b"/>
              <a:pathLst>
                <a:path w="30607" h="860" extrusionOk="0">
                  <a:moveTo>
                    <a:pt x="0" y="0"/>
                  </a:moveTo>
                  <a:lnTo>
                    <a:pt x="0" y="859"/>
                  </a:lnTo>
                  <a:lnTo>
                    <a:pt x="30606" y="859"/>
                  </a:lnTo>
                  <a:lnTo>
                    <a:pt x="29365" y="0"/>
                  </a:ln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59" name="Google Shape;5959;p75"/>
            <p:cNvSpPr/>
            <p:nvPr/>
          </p:nvSpPr>
          <p:spPr>
            <a:xfrm>
              <a:off x="1533992" y="-1663767"/>
              <a:ext cx="1456587" cy="305671"/>
            </a:xfrm>
            <a:custGeom>
              <a:avLst/>
              <a:gdLst/>
              <a:ahLst/>
              <a:cxnLst/>
              <a:rect l="l" t="t" r="r" b="b"/>
              <a:pathLst>
                <a:path w="30607" h="6423" extrusionOk="0">
                  <a:moveTo>
                    <a:pt x="9101" y="0"/>
                  </a:moveTo>
                  <a:lnTo>
                    <a:pt x="0" y="6422"/>
                  </a:lnTo>
                  <a:lnTo>
                    <a:pt x="30606" y="6422"/>
                  </a:lnTo>
                  <a:lnTo>
                    <a:pt x="30606" y="0"/>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0" name="Google Shape;5960;p75"/>
            <p:cNvSpPr/>
            <p:nvPr/>
          </p:nvSpPr>
          <p:spPr>
            <a:xfrm>
              <a:off x="1533992" y="-1399912"/>
              <a:ext cx="1456587" cy="40927"/>
            </a:xfrm>
            <a:custGeom>
              <a:avLst/>
              <a:gdLst/>
              <a:ahLst/>
              <a:cxnLst/>
              <a:rect l="l" t="t" r="r" b="b"/>
              <a:pathLst>
                <a:path w="30607" h="860" extrusionOk="0">
                  <a:moveTo>
                    <a:pt x="1242" y="0"/>
                  </a:moveTo>
                  <a:lnTo>
                    <a:pt x="0" y="859"/>
                  </a:lnTo>
                  <a:lnTo>
                    <a:pt x="30606" y="859"/>
                  </a:lnTo>
                  <a:lnTo>
                    <a:pt x="30606" y="0"/>
                  </a:ln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1" name="Google Shape;5961;p75"/>
            <p:cNvSpPr/>
            <p:nvPr/>
          </p:nvSpPr>
          <p:spPr>
            <a:xfrm>
              <a:off x="1576632" y="-1289757"/>
              <a:ext cx="2779875" cy="768055"/>
            </a:xfrm>
            <a:custGeom>
              <a:avLst/>
              <a:gdLst/>
              <a:ahLst/>
              <a:cxnLst/>
              <a:rect l="l" t="t" r="r" b="b"/>
              <a:pathLst>
                <a:path w="58413" h="16139" extrusionOk="0">
                  <a:moveTo>
                    <a:pt x="0" y="0"/>
                  </a:moveTo>
                  <a:lnTo>
                    <a:pt x="0" y="16139"/>
                  </a:lnTo>
                  <a:lnTo>
                    <a:pt x="58412" y="16139"/>
                  </a:lnTo>
                  <a:lnTo>
                    <a:pt x="58412" y="0"/>
                  </a:ln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2" name="Google Shape;5962;p75"/>
            <p:cNvSpPr/>
            <p:nvPr/>
          </p:nvSpPr>
          <p:spPr>
            <a:xfrm>
              <a:off x="1548650" y="-521750"/>
              <a:ext cx="1134974" cy="170610"/>
            </a:xfrm>
            <a:custGeom>
              <a:avLst/>
              <a:gdLst/>
              <a:ahLst/>
              <a:cxnLst/>
              <a:rect l="l" t="t" r="r" b="b"/>
              <a:pathLst>
                <a:path w="23849" h="3585" extrusionOk="0">
                  <a:moveTo>
                    <a:pt x="0" y="1"/>
                  </a:moveTo>
                  <a:lnTo>
                    <a:pt x="0" y="3585"/>
                  </a:lnTo>
                  <a:lnTo>
                    <a:pt x="23849" y="3585"/>
                  </a:lnTo>
                  <a:lnTo>
                    <a:pt x="23849" y="1"/>
                  </a:lnTo>
                  <a:close/>
                </a:path>
              </a:pathLst>
            </a:custGeom>
            <a:solidFill>
              <a:srgbClr val="FDF0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3" name="Google Shape;5963;p75"/>
            <p:cNvSpPr/>
            <p:nvPr/>
          </p:nvSpPr>
          <p:spPr>
            <a:xfrm>
              <a:off x="3261033" y="-521750"/>
              <a:ext cx="1134546" cy="170610"/>
            </a:xfrm>
            <a:custGeom>
              <a:avLst/>
              <a:gdLst/>
              <a:ahLst/>
              <a:cxnLst/>
              <a:rect l="l" t="t" r="r" b="b"/>
              <a:pathLst>
                <a:path w="23840" h="3585" extrusionOk="0">
                  <a:moveTo>
                    <a:pt x="1" y="1"/>
                  </a:moveTo>
                  <a:lnTo>
                    <a:pt x="1" y="3585"/>
                  </a:lnTo>
                  <a:lnTo>
                    <a:pt x="23840" y="3585"/>
                  </a:lnTo>
                  <a:lnTo>
                    <a:pt x="23840" y="1"/>
                  </a:lnTo>
                  <a:close/>
                </a:path>
              </a:pathLst>
            </a:custGeom>
            <a:solidFill>
              <a:srgbClr val="FDF0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4" name="Google Shape;5964;p75"/>
            <p:cNvSpPr/>
            <p:nvPr/>
          </p:nvSpPr>
          <p:spPr>
            <a:xfrm>
              <a:off x="1533987" y="-1358153"/>
              <a:ext cx="2889141" cy="68400"/>
            </a:xfrm>
            <a:custGeom>
              <a:avLst/>
              <a:gdLst/>
              <a:ahLst/>
              <a:cxnLst/>
              <a:rect l="l" t="t" r="r" b="b"/>
              <a:pathLst>
                <a:path w="60709" h="1009" extrusionOk="0">
                  <a:moveTo>
                    <a:pt x="0" y="0"/>
                  </a:moveTo>
                  <a:lnTo>
                    <a:pt x="0" y="1008"/>
                  </a:lnTo>
                  <a:lnTo>
                    <a:pt x="60708" y="1008"/>
                  </a:lnTo>
                  <a:lnTo>
                    <a:pt x="60708"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5" name="Google Shape;5965;p75"/>
            <p:cNvSpPr/>
            <p:nvPr/>
          </p:nvSpPr>
          <p:spPr>
            <a:xfrm>
              <a:off x="2594725" y="-1837471"/>
              <a:ext cx="749447" cy="1353079"/>
            </a:xfrm>
            <a:custGeom>
              <a:avLst/>
              <a:gdLst/>
              <a:ahLst/>
              <a:cxnLst/>
              <a:rect l="l" t="t" r="r" b="b"/>
              <a:pathLst>
                <a:path w="15748" h="28432" extrusionOk="0">
                  <a:moveTo>
                    <a:pt x="7701" y="1"/>
                  </a:moveTo>
                  <a:lnTo>
                    <a:pt x="1" y="6917"/>
                  </a:lnTo>
                  <a:lnTo>
                    <a:pt x="1" y="28432"/>
                  </a:lnTo>
                  <a:lnTo>
                    <a:pt x="15747" y="28432"/>
                  </a:lnTo>
                  <a:lnTo>
                    <a:pt x="15747" y="6917"/>
                  </a:lnTo>
                  <a:lnTo>
                    <a:pt x="7701" y="1"/>
                  </a:ln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66" name="Google Shape;5966;p75"/>
            <p:cNvGrpSpPr/>
            <p:nvPr/>
          </p:nvGrpSpPr>
          <p:grpSpPr>
            <a:xfrm>
              <a:off x="2761338" y="-823328"/>
              <a:ext cx="77762" cy="338936"/>
              <a:chOff x="-1760275" y="2602822"/>
              <a:chExt cx="77762" cy="338936"/>
            </a:xfrm>
          </p:grpSpPr>
          <p:sp>
            <p:nvSpPr>
              <p:cNvPr id="5967" name="Google Shape;5967;p75"/>
              <p:cNvSpPr/>
              <p:nvPr/>
            </p:nvSpPr>
            <p:spPr>
              <a:xfrm>
                <a:off x="-1742095" y="2626808"/>
                <a:ext cx="42688" cy="314951"/>
              </a:xfrm>
              <a:custGeom>
                <a:avLst/>
                <a:gdLst/>
                <a:ahLst/>
                <a:cxnLst/>
                <a:rect l="l" t="t" r="r" b="b"/>
                <a:pathLst>
                  <a:path w="897" h="6618" extrusionOk="0">
                    <a:moveTo>
                      <a:pt x="1" y="0"/>
                    </a:moveTo>
                    <a:lnTo>
                      <a:pt x="1" y="6618"/>
                    </a:lnTo>
                    <a:lnTo>
                      <a:pt x="897" y="6618"/>
                    </a:lnTo>
                    <a:lnTo>
                      <a:pt x="89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8" name="Google Shape;5968;p75"/>
              <p:cNvSpPr/>
              <p:nvPr/>
            </p:nvSpPr>
            <p:spPr>
              <a:xfrm>
                <a:off x="-1760275" y="2602822"/>
                <a:ext cx="77762" cy="18703"/>
              </a:xfrm>
              <a:custGeom>
                <a:avLst/>
                <a:gdLst/>
                <a:ahLst/>
                <a:cxnLst/>
                <a:rect l="l" t="t" r="r" b="b"/>
                <a:pathLst>
                  <a:path w="1634" h="393" extrusionOk="0">
                    <a:moveTo>
                      <a:pt x="0" y="0"/>
                    </a:moveTo>
                    <a:lnTo>
                      <a:pt x="0" y="392"/>
                    </a:lnTo>
                    <a:lnTo>
                      <a:pt x="1634" y="392"/>
                    </a:lnTo>
                    <a:lnTo>
                      <a:pt x="16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69" name="Google Shape;5969;p75"/>
              <p:cNvSpPr/>
              <p:nvPr/>
            </p:nvSpPr>
            <p:spPr>
              <a:xfrm>
                <a:off x="-1751423" y="2621477"/>
                <a:ext cx="63152" cy="14705"/>
              </a:xfrm>
              <a:custGeom>
                <a:avLst/>
                <a:gdLst/>
                <a:ahLst/>
                <a:cxnLst/>
                <a:rect l="l" t="t" r="r" b="b"/>
                <a:pathLst>
                  <a:path w="1327" h="309" extrusionOk="0">
                    <a:moveTo>
                      <a:pt x="1" y="0"/>
                    </a:moveTo>
                    <a:lnTo>
                      <a:pt x="1" y="308"/>
                    </a:lnTo>
                    <a:lnTo>
                      <a:pt x="1326" y="308"/>
                    </a:lnTo>
                    <a:lnTo>
                      <a:pt x="132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0" name="Google Shape;5970;p75"/>
              <p:cNvSpPr/>
              <p:nvPr/>
            </p:nvSpPr>
            <p:spPr>
              <a:xfrm>
                <a:off x="-1760275" y="2923055"/>
                <a:ext cx="77762" cy="18703"/>
              </a:xfrm>
              <a:custGeom>
                <a:avLst/>
                <a:gdLst/>
                <a:ahLst/>
                <a:cxnLst/>
                <a:rect l="l" t="t" r="r" b="b"/>
                <a:pathLst>
                  <a:path w="1634" h="393" extrusionOk="0">
                    <a:moveTo>
                      <a:pt x="0" y="1"/>
                    </a:moveTo>
                    <a:lnTo>
                      <a:pt x="0" y="393"/>
                    </a:lnTo>
                    <a:lnTo>
                      <a:pt x="1634" y="393"/>
                    </a:lnTo>
                    <a:lnTo>
                      <a:pt x="16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1" name="Google Shape;5971;p75"/>
              <p:cNvSpPr/>
              <p:nvPr/>
            </p:nvSpPr>
            <p:spPr>
              <a:xfrm>
                <a:off x="-1751423" y="2908398"/>
                <a:ext cx="63152" cy="14705"/>
              </a:xfrm>
              <a:custGeom>
                <a:avLst/>
                <a:gdLst/>
                <a:ahLst/>
                <a:cxnLst/>
                <a:rect l="l" t="t" r="r" b="b"/>
                <a:pathLst>
                  <a:path w="1327" h="309" extrusionOk="0">
                    <a:moveTo>
                      <a:pt x="1" y="1"/>
                    </a:moveTo>
                    <a:lnTo>
                      <a:pt x="1" y="309"/>
                    </a:lnTo>
                    <a:lnTo>
                      <a:pt x="1326" y="309"/>
                    </a:lnTo>
                    <a:lnTo>
                      <a:pt x="132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72" name="Google Shape;5972;p75"/>
            <p:cNvGrpSpPr/>
            <p:nvPr/>
          </p:nvGrpSpPr>
          <p:grpSpPr>
            <a:xfrm>
              <a:off x="3103367" y="-823328"/>
              <a:ext cx="79999" cy="338936"/>
              <a:chOff x="-1418245" y="2602822"/>
              <a:chExt cx="79999" cy="338936"/>
            </a:xfrm>
          </p:grpSpPr>
          <p:sp>
            <p:nvSpPr>
              <p:cNvPr id="5973" name="Google Shape;5973;p75"/>
              <p:cNvSpPr/>
              <p:nvPr/>
            </p:nvSpPr>
            <p:spPr>
              <a:xfrm>
                <a:off x="-1399590" y="2626808"/>
                <a:ext cx="42688" cy="314951"/>
              </a:xfrm>
              <a:custGeom>
                <a:avLst/>
                <a:gdLst/>
                <a:ahLst/>
                <a:cxnLst/>
                <a:rect l="l" t="t" r="r" b="b"/>
                <a:pathLst>
                  <a:path w="897" h="6618" extrusionOk="0">
                    <a:moveTo>
                      <a:pt x="0" y="0"/>
                    </a:moveTo>
                    <a:lnTo>
                      <a:pt x="0" y="6618"/>
                    </a:lnTo>
                    <a:lnTo>
                      <a:pt x="896" y="6618"/>
                    </a:lnTo>
                    <a:lnTo>
                      <a:pt x="89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4" name="Google Shape;5974;p75"/>
              <p:cNvSpPr/>
              <p:nvPr/>
            </p:nvSpPr>
            <p:spPr>
              <a:xfrm>
                <a:off x="-1416056" y="2923055"/>
                <a:ext cx="77810" cy="18703"/>
              </a:xfrm>
              <a:custGeom>
                <a:avLst/>
                <a:gdLst/>
                <a:ahLst/>
                <a:cxnLst/>
                <a:rect l="l" t="t" r="r" b="b"/>
                <a:pathLst>
                  <a:path w="1635" h="393" extrusionOk="0">
                    <a:moveTo>
                      <a:pt x="1" y="1"/>
                    </a:moveTo>
                    <a:lnTo>
                      <a:pt x="1" y="393"/>
                    </a:lnTo>
                    <a:lnTo>
                      <a:pt x="1634" y="393"/>
                    </a:lnTo>
                    <a:lnTo>
                      <a:pt x="16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5" name="Google Shape;5975;p75"/>
              <p:cNvSpPr/>
              <p:nvPr/>
            </p:nvSpPr>
            <p:spPr>
              <a:xfrm>
                <a:off x="-1407157" y="2908398"/>
                <a:ext cx="63152" cy="14705"/>
              </a:xfrm>
              <a:custGeom>
                <a:avLst/>
                <a:gdLst/>
                <a:ahLst/>
                <a:cxnLst/>
                <a:rect l="l" t="t" r="r" b="b"/>
                <a:pathLst>
                  <a:path w="1327" h="309" extrusionOk="0">
                    <a:moveTo>
                      <a:pt x="1" y="1"/>
                    </a:moveTo>
                    <a:lnTo>
                      <a:pt x="1" y="309"/>
                    </a:lnTo>
                    <a:lnTo>
                      <a:pt x="1326" y="309"/>
                    </a:lnTo>
                    <a:lnTo>
                      <a:pt x="132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6" name="Google Shape;5976;p75"/>
              <p:cNvSpPr/>
              <p:nvPr/>
            </p:nvSpPr>
            <p:spPr>
              <a:xfrm>
                <a:off x="-1418245" y="2602822"/>
                <a:ext cx="77762" cy="18703"/>
              </a:xfrm>
              <a:custGeom>
                <a:avLst/>
                <a:gdLst/>
                <a:ahLst/>
                <a:cxnLst/>
                <a:rect l="l" t="t" r="r" b="b"/>
                <a:pathLst>
                  <a:path w="1634" h="393" extrusionOk="0">
                    <a:moveTo>
                      <a:pt x="0" y="0"/>
                    </a:moveTo>
                    <a:lnTo>
                      <a:pt x="0" y="392"/>
                    </a:lnTo>
                    <a:lnTo>
                      <a:pt x="1634" y="392"/>
                    </a:lnTo>
                    <a:lnTo>
                      <a:pt x="16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77" name="Google Shape;5977;p75"/>
              <p:cNvSpPr/>
              <p:nvPr/>
            </p:nvSpPr>
            <p:spPr>
              <a:xfrm>
                <a:off x="-1408918" y="2621477"/>
                <a:ext cx="63104" cy="14705"/>
              </a:xfrm>
              <a:custGeom>
                <a:avLst/>
                <a:gdLst/>
                <a:ahLst/>
                <a:cxnLst/>
                <a:rect l="l" t="t" r="r" b="b"/>
                <a:pathLst>
                  <a:path w="1326" h="309" extrusionOk="0">
                    <a:moveTo>
                      <a:pt x="0" y="0"/>
                    </a:moveTo>
                    <a:lnTo>
                      <a:pt x="0" y="308"/>
                    </a:lnTo>
                    <a:lnTo>
                      <a:pt x="1326" y="308"/>
                    </a:lnTo>
                    <a:lnTo>
                      <a:pt x="132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78" name="Google Shape;5978;p75"/>
            <p:cNvGrpSpPr/>
            <p:nvPr/>
          </p:nvGrpSpPr>
          <p:grpSpPr>
            <a:xfrm>
              <a:off x="2844382" y="-915748"/>
              <a:ext cx="257224" cy="431356"/>
              <a:chOff x="-1677230" y="2510402"/>
              <a:chExt cx="257224" cy="431356"/>
            </a:xfrm>
          </p:grpSpPr>
          <p:sp>
            <p:nvSpPr>
              <p:cNvPr id="5979" name="Google Shape;5979;p75"/>
              <p:cNvSpPr/>
              <p:nvPr/>
            </p:nvSpPr>
            <p:spPr>
              <a:xfrm>
                <a:off x="-1677230" y="2510402"/>
                <a:ext cx="257224" cy="431356"/>
              </a:xfrm>
              <a:custGeom>
                <a:avLst/>
                <a:gdLst/>
                <a:ahLst/>
                <a:cxnLst/>
                <a:rect l="l" t="t" r="r" b="b"/>
                <a:pathLst>
                  <a:path w="5405" h="9064" extrusionOk="0">
                    <a:moveTo>
                      <a:pt x="2689" y="1"/>
                    </a:moveTo>
                    <a:cubicBezTo>
                      <a:pt x="1205" y="1"/>
                      <a:pt x="1" y="1205"/>
                      <a:pt x="1" y="2717"/>
                    </a:cubicBezTo>
                    <a:lnTo>
                      <a:pt x="1" y="9064"/>
                    </a:lnTo>
                    <a:lnTo>
                      <a:pt x="430" y="9064"/>
                    </a:lnTo>
                    <a:lnTo>
                      <a:pt x="430" y="2838"/>
                    </a:lnTo>
                    <a:cubicBezTo>
                      <a:pt x="430" y="1550"/>
                      <a:pt x="1438" y="542"/>
                      <a:pt x="2726" y="542"/>
                    </a:cubicBezTo>
                    <a:cubicBezTo>
                      <a:pt x="4005" y="542"/>
                      <a:pt x="5022" y="1550"/>
                      <a:pt x="5022" y="2838"/>
                    </a:cubicBezTo>
                    <a:lnTo>
                      <a:pt x="5022" y="9064"/>
                    </a:lnTo>
                    <a:lnTo>
                      <a:pt x="5405" y="9064"/>
                    </a:lnTo>
                    <a:lnTo>
                      <a:pt x="5405" y="2717"/>
                    </a:lnTo>
                    <a:cubicBezTo>
                      <a:pt x="5405" y="1205"/>
                      <a:pt x="4201" y="1"/>
                      <a:pt x="2689" y="1"/>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0" name="Google Shape;5980;p75"/>
              <p:cNvSpPr/>
              <p:nvPr/>
            </p:nvSpPr>
            <p:spPr>
              <a:xfrm>
                <a:off x="-1656814" y="2536149"/>
                <a:ext cx="218628" cy="405610"/>
              </a:xfrm>
              <a:custGeom>
                <a:avLst/>
                <a:gdLst/>
                <a:ahLst/>
                <a:cxnLst/>
                <a:rect l="l" t="t" r="r" b="b"/>
                <a:pathLst>
                  <a:path w="4594" h="8523" extrusionOk="0">
                    <a:moveTo>
                      <a:pt x="2297" y="1"/>
                    </a:moveTo>
                    <a:cubicBezTo>
                      <a:pt x="1009" y="1"/>
                      <a:pt x="1" y="1009"/>
                      <a:pt x="1" y="2297"/>
                    </a:cubicBezTo>
                    <a:lnTo>
                      <a:pt x="1" y="8523"/>
                    </a:lnTo>
                    <a:lnTo>
                      <a:pt x="4593" y="8523"/>
                    </a:lnTo>
                    <a:lnTo>
                      <a:pt x="4593" y="2297"/>
                    </a:lnTo>
                    <a:cubicBezTo>
                      <a:pt x="4593" y="1009"/>
                      <a:pt x="3576" y="1"/>
                      <a:pt x="2297" y="1"/>
                    </a:cubicBezTo>
                    <a:close/>
                  </a:path>
                </a:pathLst>
              </a:custGeom>
              <a:solidFill>
                <a:srgbClr val="D7F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1" name="Google Shape;5981;p75"/>
              <p:cNvSpPr/>
              <p:nvPr/>
            </p:nvSpPr>
            <p:spPr>
              <a:xfrm>
                <a:off x="-1558636" y="2519730"/>
                <a:ext cx="18275" cy="422028"/>
              </a:xfrm>
              <a:custGeom>
                <a:avLst/>
                <a:gdLst/>
                <a:ahLst/>
                <a:cxnLst/>
                <a:rect l="l" t="t" r="r" b="b"/>
                <a:pathLst>
                  <a:path w="384" h="8868" extrusionOk="0">
                    <a:moveTo>
                      <a:pt x="1" y="1"/>
                    </a:moveTo>
                    <a:lnTo>
                      <a:pt x="1" y="8868"/>
                    </a:lnTo>
                    <a:lnTo>
                      <a:pt x="383" y="8868"/>
                    </a:lnTo>
                    <a:lnTo>
                      <a:pt x="38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2" name="Google Shape;5982;p75"/>
              <p:cNvSpPr/>
              <p:nvPr/>
            </p:nvSpPr>
            <p:spPr>
              <a:xfrm>
                <a:off x="-1673661" y="2636135"/>
                <a:ext cx="251894" cy="18703"/>
              </a:xfrm>
              <a:custGeom>
                <a:avLst/>
                <a:gdLst/>
                <a:ahLst/>
                <a:cxnLst/>
                <a:rect l="l" t="t" r="r" b="b"/>
                <a:pathLst>
                  <a:path w="5293" h="393" extrusionOk="0">
                    <a:moveTo>
                      <a:pt x="0" y="0"/>
                    </a:moveTo>
                    <a:lnTo>
                      <a:pt x="0" y="392"/>
                    </a:lnTo>
                    <a:lnTo>
                      <a:pt x="5293" y="392"/>
                    </a:lnTo>
                    <a:lnTo>
                      <a:pt x="52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3" name="Google Shape;5983;p75"/>
              <p:cNvSpPr/>
              <p:nvPr/>
            </p:nvSpPr>
            <p:spPr>
              <a:xfrm>
                <a:off x="-1673661" y="2728507"/>
                <a:ext cx="251894" cy="18703"/>
              </a:xfrm>
              <a:custGeom>
                <a:avLst/>
                <a:gdLst/>
                <a:ahLst/>
                <a:cxnLst/>
                <a:rect l="l" t="t" r="r" b="b"/>
                <a:pathLst>
                  <a:path w="5293" h="393" extrusionOk="0">
                    <a:moveTo>
                      <a:pt x="0" y="1"/>
                    </a:moveTo>
                    <a:lnTo>
                      <a:pt x="0" y="393"/>
                    </a:lnTo>
                    <a:lnTo>
                      <a:pt x="5293" y="393"/>
                    </a:lnTo>
                    <a:lnTo>
                      <a:pt x="529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4" name="Google Shape;5984;p75"/>
              <p:cNvSpPr/>
              <p:nvPr/>
            </p:nvSpPr>
            <p:spPr>
              <a:xfrm>
                <a:off x="-1673661" y="2823116"/>
                <a:ext cx="251894" cy="18703"/>
              </a:xfrm>
              <a:custGeom>
                <a:avLst/>
                <a:gdLst/>
                <a:ahLst/>
                <a:cxnLst/>
                <a:rect l="l" t="t" r="r" b="b"/>
                <a:pathLst>
                  <a:path w="5293" h="393" extrusionOk="0">
                    <a:moveTo>
                      <a:pt x="0" y="1"/>
                    </a:moveTo>
                    <a:lnTo>
                      <a:pt x="0" y="393"/>
                    </a:lnTo>
                    <a:lnTo>
                      <a:pt x="5293" y="393"/>
                    </a:lnTo>
                    <a:lnTo>
                      <a:pt x="529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5985" name="Google Shape;5985;p75"/>
            <p:cNvSpPr/>
            <p:nvPr/>
          </p:nvSpPr>
          <p:spPr>
            <a:xfrm>
              <a:off x="2847952" y="-503095"/>
              <a:ext cx="251894" cy="18703"/>
            </a:xfrm>
            <a:custGeom>
              <a:avLst/>
              <a:gdLst/>
              <a:ahLst/>
              <a:cxnLst/>
              <a:rect l="l" t="t" r="r" b="b"/>
              <a:pathLst>
                <a:path w="5293" h="393" extrusionOk="0">
                  <a:moveTo>
                    <a:pt x="0" y="1"/>
                  </a:moveTo>
                  <a:lnTo>
                    <a:pt x="0" y="393"/>
                  </a:lnTo>
                  <a:lnTo>
                    <a:pt x="5293" y="393"/>
                  </a:lnTo>
                  <a:lnTo>
                    <a:pt x="529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86" name="Google Shape;5986;p75"/>
            <p:cNvGrpSpPr/>
            <p:nvPr/>
          </p:nvGrpSpPr>
          <p:grpSpPr>
            <a:xfrm>
              <a:off x="2588967" y="-1852557"/>
              <a:ext cx="755206" cy="344314"/>
              <a:chOff x="2588967" y="-1852557"/>
              <a:chExt cx="755206" cy="344314"/>
            </a:xfrm>
          </p:grpSpPr>
          <p:sp>
            <p:nvSpPr>
              <p:cNvPr id="5987" name="Google Shape;5987;p75"/>
              <p:cNvSpPr/>
              <p:nvPr/>
            </p:nvSpPr>
            <p:spPr>
              <a:xfrm>
                <a:off x="2588967" y="-1852557"/>
                <a:ext cx="372297" cy="344314"/>
              </a:xfrm>
              <a:custGeom>
                <a:avLst/>
                <a:gdLst/>
                <a:ahLst/>
                <a:cxnLst/>
                <a:rect l="l" t="t" r="r" b="b"/>
                <a:pathLst>
                  <a:path w="7823" h="7235" extrusionOk="0">
                    <a:moveTo>
                      <a:pt x="7822" y="0"/>
                    </a:moveTo>
                    <a:lnTo>
                      <a:pt x="1" y="7234"/>
                    </a:lnTo>
                    <a:lnTo>
                      <a:pt x="663" y="7234"/>
                    </a:lnTo>
                    <a:lnTo>
                      <a:pt x="7822" y="859"/>
                    </a:lnTo>
                    <a:lnTo>
                      <a:pt x="7822" y="0"/>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88" name="Google Shape;5988;p75"/>
              <p:cNvSpPr/>
              <p:nvPr/>
            </p:nvSpPr>
            <p:spPr>
              <a:xfrm>
                <a:off x="2961216" y="-1852557"/>
                <a:ext cx="382957" cy="344314"/>
              </a:xfrm>
              <a:custGeom>
                <a:avLst/>
                <a:gdLst/>
                <a:ahLst/>
                <a:cxnLst/>
                <a:rect l="l" t="t" r="r" b="b"/>
                <a:pathLst>
                  <a:path w="8047" h="7235" extrusionOk="0">
                    <a:moveTo>
                      <a:pt x="0" y="0"/>
                    </a:moveTo>
                    <a:lnTo>
                      <a:pt x="0" y="859"/>
                    </a:lnTo>
                    <a:lnTo>
                      <a:pt x="7421" y="7234"/>
                    </a:lnTo>
                    <a:lnTo>
                      <a:pt x="8046" y="7234"/>
                    </a:lnTo>
                    <a:lnTo>
                      <a:pt x="0" y="0"/>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5989" name="Google Shape;5989;p75"/>
            <p:cNvGrpSpPr/>
            <p:nvPr/>
          </p:nvGrpSpPr>
          <p:grpSpPr>
            <a:xfrm>
              <a:off x="2853710" y="-1351727"/>
              <a:ext cx="223911" cy="288776"/>
              <a:chOff x="-1667902" y="2073336"/>
              <a:chExt cx="223911" cy="288776"/>
            </a:xfrm>
          </p:grpSpPr>
          <p:sp>
            <p:nvSpPr>
              <p:cNvPr id="5990" name="Google Shape;5990;p75"/>
              <p:cNvSpPr/>
              <p:nvPr/>
            </p:nvSpPr>
            <p:spPr>
              <a:xfrm>
                <a:off x="-1667902" y="2073336"/>
                <a:ext cx="223911" cy="279877"/>
              </a:xfrm>
              <a:custGeom>
                <a:avLst/>
                <a:gdLst/>
                <a:ahLst/>
                <a:cxnLst/>
                <a:rect l="l" t="t" r="r" b="b"/>
                <a:pathLst>
                  <a:path w="4705" h="5881" extrusionOk="0">
                    <a:moveTo>
                      <a:pt x="2334" y="0"/>
                    </a:moveTo>
                    <a:cubicBezTo>
                      <a:pt x="1046" y="0"/>
                      <a:pt x="1" y="1055"/>
                      <a:pt x="1" y="2380"/>
                    </a:cubicBezTo>
                    <a:lnTo>
                      <a:pt x="1" y="5880"/>
                    </a:lnTo>
                    <a:lnTo>
                      <a:pt x="346" y="5880"/>
                    </a:lnTo>
                    <a:lnTo>
                      <a:pt x="346" y="2455"/>
                    </a:lnTo>
                    <a:cubicBezTo>
                      <a:pt x="346" y="1363"/>
                      <a:pt x="1242" y="467"/>
                      <a:pt x="2371" y="467"/>
                    </a:cubicBezTo>
                    <a:cubicBezTo>
                      <a:pt x="3501" y="467"/>
                      <a:pt x="4397" y="1363"/>
                      <a:pt x="4397" y="2455"/>
                    </a:cubicBezTo>
                    <a:lnTo>
                      <a:pt x="4397" y="5880"/>
                    </a:lnTo>
                    <a:lnTo>
                      <a:pt x="4705" y="5880"/>
                    </a:lnTo>
                    <a:lnTo>
                      <a:pt x="4705" y="2380"/>
                    </a:lnTo>
                    <a:cubicBezTo>
                      <a:pt x="4705" y="1055"/>
                      <a:pt x="3659" y="0"/>
                      <a:pt x="23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1" name="Google Shape;5991;p75"/>
              <p:cNvSpPr/>
              <p:nvPr/>
            </p:nvSpPr>
            <p:spPr>
              <a:xfrm>
                <a:off x="-1651484" y="2095513"/>
                <a:ext cx="192835" cy="257700"/>
              </a:xfrm>
              <a:custGeom>
                <a:avLst/>
                <a:gdLst/>
                <a:ahLst/>
                <a:cxnLst/>
                <a:rect l="l" t="t" r="r" b="b"/>
                <a:pathLst>
                  <a:path w="4052" h="5415" extrusionOk="0">
                    <a:moveTo>
                      <a:pt x="2026" y="1"/>
                    </a:moveTo>
                    <a:cubicBezTo>
                      <a:pt x="897" y="1"/>
                      <a:pt x="1" y="897"/>
                      <a:pt x="1" y="1989"/>
                    </a:cubicBezTo>
                    <a:lnTo>
                      <a:pt x="1" y="5414"/>
                    </a:lnTo>
                    <a:lnTo>
                      <a:pt x="4052" y="5414"/>
                    </a:lnTo>
                    <a:lnTo>
                      <a:pt x="4052" y="1989"/>
                    </a:lnTo>
                    <a:cubicBezTo>
                      <a:pt x="4052" y="897"/>
                      <a:pt x="3156" y="1"/>
                      <a:pt x="2026" y="1"/>
                    </a:cubicBezTo>
                    <a:close/>
                  </a:path>
                </a:pathLst>
              </a:custGeom>
              <a:solidFill>
                <a:srgbClr val="D7F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5992" name="Google Shape;5992;p75"/>
              <p:cNvGrpSpPr/>
              <p:nvPr/>
            </p:nvGrpSpPr>
            <p:grpSpPr>
              <a:xfrm>
                <a:off x="-1667902" y="2080855"/>
                <a:ext cx="223911" cy="281257"/>
                <a:chOff x="-1667902" y="2080855"/>
                <a:chExt cx="223911" cy="281257"/>
              </a:xfrm>
            </p:grpSpPr>
            <p:sp>
              <p:nvSpPr>
                <p:cNvPr id="5993" name="Google Shape;5993;p75"/>
                <p:cNvSpPr/>
                <p:nvPr/>
              </p:nvSpPr>
              <p:spPr>
                <a:xfrm>
                  <a:off x="-1564394" y="2080855"/>
                  <a:ext cx="16942" cy="274118"/>
                </a:xfrm>
                <a:custGeom>
                  <a:avLst/>
                  <a:gdLst/>
                  <a:ahLst/>
                  <a:cxnLst/>
                  <a:rect l="l" t="t" r="r" b="b"/>
                  <a:pathLst>
                    <a:path w="356" h="5760" extrusionOk="0">
                      <a:moveTo>
                        <a:pt x="0" y="1"/>
                      </a:moveTo>
                      <a:lnTo>
                        <a:pt x="0" y="5760"/>
                      </a:lnTo>
                      <a:lnTo>
                        <a:pt x="355" y="5760"/>
                      </a:lnTo>
                      <a:lnTo>
                        <a:pt x="35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4" name="Google Shape;5994;p75"/>
                <p:cNvSpPr/>
                <p:nvPr/>
              </p:nvSpPr>
              <p:spPr>
                <a:xfrm>
                  <a:off x="-1664333" y="2182602"/>
                  <a:ext cx="218581" cy="16894"/>
                </a:xfrm>
                <a:custGeom>
                  <a:avLst/>
                  <a:gdLst/>
                  <a:ahLst/>
                  <a:cxnLst/>
                  <a:rect l="l" t="t" r="r" b="b"/>
                  <a:pathLst>
                    <a:path w="4593" h="355" extrusionOk="0">
                      <a:moveTo>
                        <a:pt x="0" y="0"/>
                      </a:moveTo>
                      <a:lnTo>
                        <a:pt x="0" y="355"/>
                      </a:lnTo>
                      <a:lnTo>
                        <a:pt x="4593" y="355"/>
                      </a:lnTo>
                      <a:lnTo>
                        <a:pt x="45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5" name="Google Shape;5995;p75"/>
                <p:cNvSpPr/>
                <p:nvPr/>
              </p:nvSpPr>
              <p:spPr>
                <a:xfrm>
                  <a:off x="-1664333" y="2264315"/>
                  <a:ext cx="218581" cy="16466"/>
                </a:xfrm>
                <a:custGeom>
                  <a:avLst/>
                  <a:gdLst/>
                  <a:ahLst/>
                  <a:cxnLst/>
                  <a:rect l="l" t="t" r="r" b="b"/>
                  <a:pathLst>
                    <a:path w="4593" h="346" extrusionOk="0">
                      <a:moveTo>
                        <a:pt x="0" y="1"/>
                      </a:moveTo>
                      <a:lnTo>
                        <a:pt x="0" y="346"/>
                      </a:lnTo>
                      <a:lnTo>
                        <a:pt x="4593" y="346"/>
                      </a:lnTo>
                      <a:lnTo>
                        <a:pt x="459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6" name="Google Shape;5996;p75"/>
                <p:cNvSpPr/>
                <p:nvPr/>
              </p:nvSpPr>
              <p:spPr>
                <a:xfrm>
                  <a:off x="-1667902" y="2345598"/>
                  <a:ext cx="223911" cy="16514"/>
                </a:xfrm>
                <a:custGeom>
                  <a:avLst/>
                  <a:gdLst/>
                  <a:ahLst/>
                  <a:cxnLst/>
                  <a:rect l="l" t="t" r="r" b="b"/>
                  <a:pathLst>
                    <a:path w="4705" h="347" extrusionOk="0">
                      <a:moveTo>
                        <a:pt x="1" y="1"/>
                      </a:moveTo>
                      <a:lnTo>
                        <a:pt x="1" y="346"/>
                      </a:lnTo>
                      <a:lnTo>
                        <a:pt x="4705" y="346"/>
                      </a:lnTo>
                      <a:lnTo>
                        <a:pt x="47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5997" name="Google Shape;5997;p75"/>
            <p:cNvGrpSpPr/>
            <p:nvPr/>
          </p:nvGrpSpPr>
          <p:grpSpPr>
            <a:xfrm>
              <a:off x="3802988" y="-1293327"/>
              <a:ext cx="77762" cy="771624"/>
              <a:chOff x="-718625" y="2132823"/>
              <a:chExt cx="77762" cy="771624"/>
            </a:xfrm>
          </p:grpSpPr>
          <p:sp>
            <p:nvSpPr>
              <p:cNvPr id="5998" name="Google Shape;5998;p75"/>
              <p:cNvSpPr/>
              <p:nvPr/>
            </p:nvSpPr>
            <p:spPr>
              <a:xfrm>
                <a:off x="-705299" y="2132823"/>
                <a:ext cx="49779" cy="771624"/>
              </a:xfrm>
              <a:custGeom>
                <a:avLst/>
                <a:gdLst/>
                <a:ahLst/>
                <a:cxnLst/>
                <a:rect l="l" t="t" r="r" b="b"/>
                <a:pathLst>
                  <a:path w="1046" h="16214" extrusionOk="0">
                    <a:moveTo>
                      <a:pt x="0" y="1"/>
                    </a:moveTo>
                    <a:lnTo>
                      <a:pt x="0" y="16214"/>
                    </a:lnTo>
                    <a:lnTo>
                      <a:pt x="1046" y="16214"/>
                    </a:lnTo>
                    <a:lnTo>
                      <a:pt x="104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5999" name="Google Shape;5999;p75"/>
              <p:cNvSpPr/>
              <p:nvPr/>
            </p:nvSpPr>
            <p:spPr>
              <a:xfrm>
                <a:off x="-718625" y="2132823"/>
                <a:ext cx="77762" cy="18275"/>
              </a:xfrm>
              <a:custGeom>
                <a:avLst/>
                <a:gdLst/>
                <a:ahLst/>
                <a:cxnLst/>
                <a:rect l="l" t="t" r="r" b="b"/>
                <a:pathLst>
                  <a:path w="1634" h="384" extrusionOk="0">
                    <a:moveTo>
                      <a:pt x="0" y="1"/>
                    </a:moveTo>
                    <a:lnTo>
                      <a:pt x="0" y="383"/>
                    </a:lnTo>
                    <a:lnTo>
                      <a:pt x="1634" y="383"/>
                    </a:lnTo>
                    <a:lnTo>
                      <a:pt x="16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0" name="Google Shape;6000;p75"/>
              <p:cNvSpPr/>
              <p:nvPr/>
            </p:nvSpPr>
            <p:spPr>
              <a:xfrm>
                <a:off x="-711105" y="2151050"/>
                <a:ext cx="64913" cy="15134"/>
              </a:xfrm>
              <a:custGeom>
                <a:avLst/>
                <a:gdLst/>
                <a:ahLst/>
                <a:cxnLst/>
                <a:rect l="l" t="t" r="r" b="b"/>
                <a:pathLst>
                  <a:path w="1364" h="318" extrusionOk="0">
                    <a:moveTo>
                      <a:pt x="1" y="0"/>
                    </a:moveTo>
                    <a:lnTo>
                      <a:pt x="1" y="318"/>
                    </a:lnTo>
                    <a:lnTo>
                      <a:pt x="1364" y="318"/>
                    </a:lnTo>
                    <a:lnTo>
                      <a:pt x="136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1" name="Google Shape;6001;p75"/>
              <p:cNvSpPr/>
              <p:nvPr/>
            </p:nvSpPr>
            <p:spPr>
              <a:xfrm>
                <a:off x="-718625" y="2886221"/>
                <a:ext cx="77762" cy="18227"/>
              </a:xfrm>
              <a:custGeom>
                <a:avLst/>
                <a:gdLst/>
                <a:ahLst/>
                <a:cxnLst/>
                <a:rect l="l" t="t" r="r" b="b"/>
                <a:pathLst>
                  <a:path w="1634" h="383" extrusionOk="0">
                    <a:moveTo>
                      <a:pt x="0" y="0"/>
                    </a:moveTo>
                    <a:lnTo>
                      <a:pt x="0" y="383"/>
                    </a:lnTo>
                    <a:lnTo>
                      <a:pt x="1634" y="383"/>
                    </a:lnTo>
                    <a:lnTo>
                      <a:pt x="16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2" name="Google Shape;6002;p75"/>
              <p:cNvSpPr/>
              <p:nvPr/>
            </p:nvSpPr>
            <p:spPr>
              <a:xfrm>
                <a:off x="-711105" y="2871087"/>
                <a:ext cx="64913" cy="15181"/>
              </a:xfrm>
              <a:custGeom>
                <a:avLst/>
                <a:gdLst/>
                <a:ahLst/>
                <a:cxnLst/>
                <a:rect l="l" t="t" r="r" b="b"/>
                <a:pathLst>
                  <a:path w="1364" h="319" extrusionOk="0">
                    <a:moveTo>
                      <a:pt x="1" y="1"/>
                    </a:moveTo>
                    <a:lnTo>
                      <a:pt x="1" y="318"/>
                    </a:lnTo>
                    <a:lnTo>
                      <a:pt x="1364" y="318"/>
                    </a:lnTo>
                    <a:lnTo>
                      <a:pt x="136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03" name="Google Shape;6003;p75"/>
            <p:cNvGrpSpPr/>
            <p:nvPr/>
          </p:nvGrpSpPr>
          <p:grpSpPr>
            <a:xfrm>
              <a:off x="2063478" y="-1293327"/>
              <a:ext cx="77762" cy="771624"/>
              <a:chOff x="-2458134" y="2132823"/>
              <a:chExt cx="77762" cy="771624"/>
            </a:xfrm>
          </p:grpSpPr>
          <p:sp>
            <p:nvSpPr>
              <p:cNvPr id="6004" name="Google Shape;6004;p75"/>
              <p:cNvSpPr/>
              <p:nvPr/>
            </p:nvSpPr>
            <p:spPr>
              <a:xfrm>
                <a:off x="-2445237" y="2132823"/>
                <a:ext cx="52016" cy="771624"/>
              </a:xfrm>
              <a:custGeom>
                <a:avLst/>
                <a:gdLst/>
                <a:ahLst/>
                <a:cxnLst/>
                <a:rect l="l" t="t" r="r" b="b"/>
                <a:pathLst>
                  <a:path w="1093" h="16214" extrusionOk="0">
                    <a:moveTo>
                      <a:pt x="0" y="1"/>
                    </a:moveTo>
                    <a:lnTo>
                      <a:pt x="0" y="16214"/>
                    </a:lnTo>
                    <a:lnTo>
                      <a:pt x="1092" y="16214"/>
                    </a:lnTo>
                    <a:lnTo>
                      <a:pt x="1092"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5" name="Google Shape;6005;p75"/>
              <p:cNvSpPr/>
              <p:nvPr/>
            </p:nvSpPr>
            <p:spPr>
              <a:xfrm>
                <a:off x="-2458134" y="2132823"/>
                <a:ext cx="77762" cy="18275"/>
              </a:xfrm>
              <a:custGeom>
                <a:avLst/>
                <a:gdLst/>
                <a:ahLst/>
                <a:cxnLst/>
                <a:rect l="l" t="t" r="r" b="b"/>
                <a:pathLst>
                  <a:path w="1634" h="384" extrusionOk="0">
                    <a:moveTo>
                      <a:pt x="0" y="1"/>
                    </a:moveTo>
                    <a:lnTo>
                      <a:pt x="0" y="383"/>
                    </a:lnTo>
                    <a:lnTo>
                      <a:pt x="1634" y="383"/>
                    </a:lnTo>
                    <a:lnTo>
                      <a:pt x="16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6" name="Google Shape;6006;p75"/>
              <p:cNvSpPr/>
              <p:nvPr/>
            </p:nvSpPr>
            <p:spPr>
              <a:xfrm>
                <a:off x="-2452804" y="2151050"/>
                <a:ext cx="63104" cy="15134"/>
              </a:xfrm>
              <a:custGeom>
                <a:avLst/>
                <a:gdLst/>
                <a:ahLst/>
                <a:cxnLst/>
                <a:rect l="l" t="t" r="r" b="b"/>
                <a:pathLst>
                  <a:path w="1326" h="318" extrusionOk="0">
                    <a:moveTo>
                      <a:pt x="0" y="0"/>
                    </a:moveTo>
                    <a:lnTo>
                      <a:pt x="0" y="318"/>
                    </a:lnTo>
                    <a:lnTo>
                      <a:pt x="1326" y="318"/>
                    </a:lnTo>
                    <a:lnTo>
                      <a:pt x="132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7" name="Google Shape;6007;p75"/>
              <p:cNvSpPr/>
              <p:nvPr/>
            </p:nvSpPr>
            <p:spPr>
              <a:xfrm>
                <a:off x="-2458134" y="2886221"/>
                <a:ext cx="77762" cy="18227"/>
              </a:xfrm>
              <a:custGeom>
                <a:avLst/>
                <a:gdLst/>
                <a:ahLst/>
                <a:cxnLst/>
                <a:rect l="l" t="t" r="r" b="b"/>
                <a:pathLst>
                  <a:path w="1634" h="383" extrusionOk="0">
                    <a:moveTo>
                      <a:pt x="0" y="0"/>
                    </a:moveTo>
                    <a:lnTo>
                      <a:pt x="0" y="383"/>
                    </a:lnTo>
                    <a:lnTo>
                      <a:pt x="1634" y="383"/>
                    </a:lnTo>
                    <a:lnTo>
                      <a:pt x="16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08" name="Google Shape;6008;p75"/>
              <p:cNvSpPr/>
              <p:nvPr/>
            </p:nvSpPr>
            <p:spPr>
              <a:xfrm>
                <a:off x="-2452804" y="2871087"/>
                <a:ext cx="63104" cy="15181"/>
              </a:xfrm>
              <a:custGeom>
                <a:avLst/>
                <a:gdLst/>
                <a:ahLst/>
                <a:cxnLst/>
                <a:rect l="l" t="t" r="r" b="b"/>
                <a:pathLst>
                  <a:path w="1326" h="319" extrusionOk="0">
                    <a:moveTo>
                      <a:pt x="0" y="1"/>
                    </a:moveTo>
                    <a:lnTo>
                      <a:pt x="0" y="318"/>
                    </a:lnTo>
                    <a:lnTo>
                      <a:pt x="1326" y="318"/>
                    </a:lnTo>
                    <a:lnTo>
                      <a:pt x="132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09" name="Google Shape;6009;p75"/>
            <p:cNvGrpSpPr/>
            <p:nvPr/>
          </p:nvGrpSpPr>
          <p:grpSpPr>
            <a:xfrm>
              <a:off x="1548650" y="-1293327"/>
              <a:ext cx="76001" cy="771624"/>
              <a:chOff x="-2972963" y="2132823"/>
              <a:chExt cx="76001" cy="771624"/>
            </a:xfrm>
          </p:grpSpPr>
          <p:sp>
            <p:nvSpPr>
              <p:cNvPr id="6010" name="Google Shape;6010;p75"/>
              <p:cNvSpPr/>
              <p:nvPr/>
            </p:nvSpPr>
            <p:spPr>
              <a:xfrm>
                <a:off x="-2959638" y="2132823"/>
                <a:ext cx="49779" cy="771624"/>
              </a:xfrm>
              <a:custGeom>
                <a:avLst/>
                <a:gdLst/>
                <a:ahLst/>
                <a:cxnLst/>
                <a:rect l="l" t="t" r="r" b="b"/>
                <a:pathLst>
                  <a:path w="1046" h="16214" extrusionOk="0">
                    <a:moveTo>
                      <a:pt x="0" y="1"/>
                    </a:moveTo>
                    <a:lnTo>
                      <a:pt x="0" y="16214"/>
                    </a:lnTo>
                    <a:lnTo>
                      <a:pt x="1046" y="16214"/>
                    </a:lnTo>
                    <a:lnTo>
                      <a:pt x="104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1" name="Google Shape;6011;p75"/>
              <p:cNvSpPr/>
              <p:nvPr/>
            </p:nvSpPr>
            <p:spPr>
              <a:xfrm>
                <a:off x="-2972963" y="2132823"/>
                <a:ext cx="76001" cy="18275"/>
              </a:xfrm>
              <a:custGeom>
                <a:avLst/>
                <a:gdLst/>
                <a:ahLst/>
                <a:cxnLst/>
                <a:rect l="l" t="t" r="r" b="b"/>
                <a:pathLst>
                  <a:path w="1597" h="384" extrusionOk="0">
                    <a:moveTo>
                      <a:pt x="0" y="1"/>
                    </a:moveTo>
                    <a:lnTo>
                      <a:pt x="0" y="383"/>
                    </a:lnTo>
                    <a:lnTo>
                      <a:pt x="1596" y="383"/>
                    </a:lnTo>
                    <a:lnTo>
                      <a:pt x="159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2" name="Google Shape;6012;p75"/>
              <p:cNvSpPr/>
              <p:nvPr/>
            </p:nvSpPr>
            <p:spPr>
              <a:xfrm>
                <a:off x="-2967205" y="2151050"/>
                <a:ext cx="63152" cy="15134"/>
              </a:xfrm>
              <a:custGeom>
                <a:avLst/>
                <a:gdLst/>
                <a:ahLst/>
                <a:cxnLst/>
                <a:rect l="l" t="t" r="r" b="b"/>
                <a:pathLst>
                  <a:path w="1327" h="318" extrusionOk="0">
                    <a:moveTo>
                      <a:pt x="1" y="0"/>
                    </a:moveTo>
                    <a:lnTo>
                      <a:pt x="1" y="318"/>
                    </a:lnTo>
                    <a:lnTo>
                      <a:pt x="1326" y="318"/>
                    </a:lnTo>
                    <a:lnTo>
                      <a:pt x="132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3" name="Google Shape;6013;p75"/>
              <p:cNvSpPr/>
              <p:nvPr/>
            </p:nvSpPr>
            <p:spPr>
              <a:xfrm>
                <a:off x="-2972963" y="2886221"/>
                <a:ext cx="76001" cy="18227"/>
              </a:xfrm>
              <a:custGeom>
                <a:avLst/>
                <a:gdLst/>
                <a:ahLst/>
                <a:cxnLst/>
                <a:rect l="l" t="t" r="r" b="b"/>
                <a:pathLst>
                  <a:path w="1597" h="383" extrusionOk="0">
                    <a:moveTo>
                      <a:pt x="0" y="0"/>
                    </a:moveTo>
                    <a:lnTo>
                      <a:pt x="0" y="383"/>
                    </a:lnTo>
                    <a:lnTo>
                      <a:pt x="1596" y="383"/>
                    </a:lnTo>
                    <a:lnTo>
                      <a:pt x="159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4" name="Google Shape;6014;p75"/>
              <p:cNvSpPr/>
              <p:nvPr/>
            </p:nvSpPr>
            <p:spPr>
              <a:xfrm>
                <a:off x="-2967205" y="2871087"/>
                <a:ext cx="63152" cy="15181"/>
              </a:xfrm>
              <a:custGeom>
                <a:avLst/>
                <a:gdLst/>
                <a:ahLst/>
                <a:cxnLst/>
                <a:rect l="l" t="t" r="r" b="b"/>
                <a:pathLst>
                  <a:path w="1327" h="319" extrusionOk="0">
                    <a:moveTo>
                      <a:pt x="1" y="1"/>
                    </a:moveTo>
                    <a:lnTo>
                      <a:pt x="1" y="318"/>
                    </a:lnTo>
                    <a:lnTo>
                      <a:pt x="1326" y="318"/>
                    </a:lnTo>
                    <a:lnTo>
                      <a:pt x="132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15" name="Google Shape;6015;p75"/>
            <p:cNvGrpSpPr/>
            <p:nvPr/>
          </p:nvGrpSpPr>
          <p:grpSpPr>
            <a:xfrm>
              <a:off x="1732109" y="-1059233"/>
              <a:ext cx="223911" cy="288776"/>
              <a:chOff x="-2789503" y="2456673"/>
              <a:chExt cx="223911" cy="288776"/>
            </a:xfrm>
          </p:grpSpPr>
          <p:sp>
            <p:nvSpPr>
              <p:cNvPr id="6016" name="Google Shape;6016;p75"/>
              <p:cNvSpPr/>
              <p:nvPr/>
            </p:nvSpPr>
            <p:spPr>
              <a:xfrm>
                <a:off x="-2789503" y="2456673"/>
                <a:ext cx="223911" cy="279448"/>
              </a:xfrm>
              <a:custGeom>
                <a:avLst/>
                <a:gdLst/>
                <a:ahLst/>
                <a:cxnLst/>
                <a:rect l="l" t="t" r="r" b="b"/>
                <a:pathLst>
                  <a:path w="4705" h="5872" extrusionOk="0">
                    <a:moveTo>
                      <a:pt x="2334" y="0"/>
                    </a:moveTo>
                    <a:cubicBezTo>
                      <a:pt x="1046" y="0"/>
                      <a:pt x="0" y="1046"/>
                      <a:pt x="0" y="2371"/>
                    </a:cubicBezTo>
                    <a:lnTo>
                      <a:pt x="0" y="5871"/>
                    </a:lnTo>
                    <a:lnTo>
                      <a:pt x="308" y="5871"/>
                    </a:lnTo>
                    <a:lnTo>
                      <a:pt x="308" y="2492"/>
                    </a:lnTo>
                    <a:cubicBezTo>
                      <a:pt x="308" y="1363"/>
                      <a:pt x="1204" y="467"/>
                      <a:pt x="2334" y="467"/>
                    </a:cubicBezTo>
                    <a:cubicBezTo>
                      <a:pt x="3426" y="467"/>
                      <a:pt x="4359" y="1363"/>
                      <a:pt x="4359" y="2492"/>
                    </a:cubicBezTo>
                    <a:lnTo>
                      <a:pt x="4359" y="5871"/>
                    </a:lnTo>
                    <a:lnTo>
                      <a:pt x="4705" y="5871"/>
                    </a:lnTo>
                    <a:lnTo>
                      <a:pt x="4705" y="2371"/>
                    </a:lnTo>
                    <a:cubicBezTo>
                      <a:pt x="4705" y="1046"/>
                      <a:pt x="3659" y="0"/>
                      <a:pt x="23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7" name="Google Shape;6017;p75"/>
              <p:cNvSpPr/>
              <p:nvPr/>
            </p:nvSpPr>
            <p:spPr>
              <a:xfrm>
                <a:off x="-2774846" y="2478850"/>
                <a:ext cx="192835" cy="257272"/>
              </a:xfrm>
              <a:custGeom>
                <a:avLst/>
                <a:gdLst/>
                <a:ahLst/>
                <a:cxnLst/>
                <a:rect l="l" t="t" r="r" b="b"/>
                <a:pathLst>
                  <a:path w="4052" h="5406" extrusionOk="0">
                    <a:moveTo>
                      <a:pt x="2026" y="1"/>
                    </a:moveTo>
                    <a:cubicBezTo>
                      <a:pt x="896" y="1"/>
                      <a:pt x="0" y="897"/>
                      <a:pt x="0" y="2026"/>
                    </a:cubicBezTo>
                    <a:lnTo>
                      <a:pt x="0" y="5405"/>
                    </a:lnTo>
                    <a:lnTo>
                      <a:pt x="4051" y="5405"/>
                    </a:lnTo>
                    <a:lnTo>
                      <a:pt x="4051" y="2026"/>
                    </a:lnTo>
                    <a:cubicBezTo>
                      <a:pt x="4051" y="897"/>
                      <a:pt x="3118" y="1"/>
                      <a:pt x="2026" y="1"/>
                    </a:cubicBezTo>
                    <a:close/>
                  </a:path>
                </a:pathLst>
              </a:custGeom>
              <a:solidFill>
                <a:srgbClr val="D7F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8" name="Google Shape;6018;p75"/>
              <p:cNvSpPr/>
              <p:nvPr/>
            </p:nvSpPr>
            <p:spPr>
              <a:xfrm>
                <a:off x="-2685995" y="2464193"/>
                <a:ext cx="16894" cy="273690"/>
              </a:xfrm>
              <a:custGeom>
                <a:avLst/>
                <a:gdLst/>
                <a:ahLst/>
                <a:cxnLst/>
                <a:rect l="l" t="t" r="r" b="b"/>
                <a:pathLst>
                  <a:path w="355" h="5751" extrusionOk="0">
                    <a:moveTo>
                      <a:pt x="0" y="1"/>
                    </a:moveTo>
                    <a:lnTo>
                      <a:pt x="0" y="5751"/>
                    </a:lnTo>
                    <a:lnTo>
                      <a:pt x="355" y="5751"/>
                    </a:lnTo>
                    <a:lnTo>
                      <a:pt x="35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19" name="Google Shape;6019;p75"/>
              <p:cNvSpPr/>
              <p:nvPr/>
            </p:nvSpPr>
            <p:spPr>
              <a:xfrm>
                <a:off x="-2787743" y="2565940"/>
                <a:ext cx="218581" cy="16466"/>
              </a:xfrm>
              <a:custGeom>
                <a:avLst/>
                <a:gdLst/>
                <a:ahLst/>
                <a:cxnLst/>
                <a:rect l="l" t="t" r="r" b="b"/>
                <a:pathLst>
                  <a:path w="4593" h="346" extrusionOk="0">
                    <a:moveTo>
                      <a:pt x="1" y="0"/>
                    </a:moveTo>
                    <a:lnTo>
                      <a:pt x="1" y="346"/>
                    </a:lnTo>
                    <a:lnTo>
                      <a:pt x="4593" y="346"/>
                    </a:lnTo>
                    <a:lnTo>
                      <a:pt x="45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0" name="Google Shape;6020;p75"/>
              <p:cNvSpPr/>
              <p:nvPr/>
            </p:nvSpPr>
            <p:spPr>
              <a:xfrm>
                <a:off x="-2787743" y="2647224"/>
                <a:ext cx="218581" cy="16942"/>
              </a:xfrm>
              <a:custGeom>
                <a:avLst/>
                <a:gdLst/>
                <a:ahLst/>
                <a:cxnLst/>
                <a:rect l="l" t="t" r="r" b="b"/>
                <a:pathLst>
                  <a:path w="4593" h="356" extrusionOk="0">
                    <a:moveTo>
                      <a:pt x="1" y="0"/>
                    </a:moveTo>
                    <a:lnTo>
                      <a:pt x="1" y="355"/>
                    </a:lnTo>
                    <a:lnTo>
                      <a:pt x="4593" y="355"/>
                    </a:lnTo>
                    <a:lnTo>
                      <a:pt x="45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1" name="Google Shape;6021;p75"/>
              <p:cNvSpPr/>
              <p:nvPr/>
            </p:nvSpPr>
            <p:spPr>
              <a:xfrm>
                <a:off x="-2789503" y="2728507"/>
                <a:ext cx="223911" cy="16942"/>
              </a:xfrm>
              <a:custGeom>
                <a:avLst/>
                <a:gdLst/>
                <a:ahLst/>
                <a:cxnLst/>
                <a:rect l="l" t="t" r="r" b="b"/>
                <a:pathLst>
                  <a:path w="4705" h="356" extrusionOk="0">
                    <a:moveTo>
                      <a:pt x="0" y="1"/>
                    </a:moveTo>
                    <a:lnTo>
                      <a:pt x="0" y="355"/>
                    </a:lnTo>
                    <a:lnTo>
                      <a:pt x="4705" y="355"/>
                    </a:lnTo>
                    <a:lnTo>
                      <a:pt x="47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22" name="Google Shape;6022;p75"/>
            <p:cNvSpPr/>
            <p:nvPr/>
          </p:nvSpPr>
          <p:spPr>
            <a:xfrm>
              <a:off x="2885262" y="-1678425"/>
              <a:ext cx="177701" cy="179509"/>
            </a:xfrm>
            <a:custGeom>
              <a:avLst/>
              <a:gdLst/>
              <a:ahLst/>
              <a:cxnLst/>
              <a:rect l="l" t="t" r="r" b="b"/>
              <a:pathLst>
                <a:path w="3734" h="3772" extrusionOk="0">
                  <a:moveTo>
                    <a:pt x="1867" y="0"/>
                  </a:moveTo>
                  <a:cubicBezTo>
                    <a:pt x="812" y="0"/>
                    <a:pt x="0" y="859"/>
                    <a:pt x="0" y="1904"/>
                  </a:cubicBezTo>
                  <a:cubicBezTo>
                    <a:pt x="0" y="2922"/>
                    <a:pt x="812" y="3771"/>
                    <a:pt x="1867" y="3771"/>
                  </a:cubicBezTo>
                  <a:cubicBezTo>
                    <a:pt x="2912" y="3771"/>
                    <a:pt x="3734" y="2922"/>
                    <a:pt x="3734" y="1904"/>
                  </a:cubicBezTo>
                  <a:cubicBezTo>
                    <a:pt x="3734" y="859"/>
                    <a:pt x="2912" y="0"/>
                    <a:pt x="1867"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3" name="Google Shape;6023;p75"/>
            <p:cNvSpPr/>
            <p:nvPr/>
          </p:nvSpPr>
          <p:spPr>
            <a:xfrm>
              <a:off x="2899920" y="-1661578"/>
              <a:ext cx="147957" cy="146196"/>
            </a:xfrm>
            <a:custGeom>
              <a:avLst/>
              <a:gdLst/>
              <a:ahLst/>
              <a:cxnLst/>
              <a:rect l="l" t="t" r="r" b="b"/>
              <a:pathLst>
                <a:path w="3109" h="3072" extrusionOk="0">
                  <a:moveTo>
                    <a:pt x="1559" y="1"/>
                  </a:moveTo>
                  <a:cubicBezTo>
                    <a:pt x="700" y="1"/>
                    <a:pt x="0" y="701"/>
                    <a:pt x="0" y="1550"/>
                  </a:cubicBezTo>
                  <a:cubicBezTo>
                    <a:pt x="0" y="2409"/>
                    <a:pt x="700" y="3072"/>
                    <a:pt x="1559" y="3072"/>
                  </a:cubicBezTo>
                  <a:cubicBezTo>
                    <a:pt x="2408" y="3072"/>
                    <a:pt x="3109" y="2409"/>
                    <a:pt x="3109" y="1550"/>
                  </a:cubicBezTo>
                  <a:cubicBezTo>
                    <a:pt x="3109" y="701"/>
                    <a:pt x="2408" y="1"/>
                    <a:pt x="1559" y="1"/>
                  </a:cubicBezTo>
                  <a:close/>
                </a:path>
              </a:pathLst>
            </a:custGeom>
            <a:solidFill>
              <a:srgbClr val="D7F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4" name="Google Shape;6024;p75"/>
            <p:cNvSpPr/>
            <p:nvPr/>
          </p:nvSpPr>
          <p:spPr>
            <a:xfrm>
              <a:off x="2970115" y="-1645112"/>
              <a:ext cx="9375" cy="66674"/>
            </a:xfrm>
            <a:custGeom>
              <a:avLst/>
              <a:gdLst/>
              <a:ahLst/>
              <a:cxnLst/>
              <a:rect l="l" t="t" r="r" b="b"/>
              <a:pathLst>
                <a:path w="197" h="1401" extrusionOk="0">
                  <a:moveTo>
                    <a:pt x="84" y="0"/>
                  </a:moveTo>
                  <a:cubicBezTo>
                    <a:pt x="47" y="0"/>
                    <a:pt x="0" y="38"/>
                    <a:pt x="0" y="122"/>
                  </a:cubicBezTo>
                  <a:lnTo>
                    <a:pt x="0" y="1288"/>
                  </a:lnTo>
                  <a:cubicBezTo>
                    <a:pt x="0" y="1363"/>
                    <a:pt x="47" y="1400"/>
                    <a:pt x="84" y="1400"/>
                  </a:cubicBezTo>
                  <a:cubicBezTo>
                    <a:pt x="159" y="1400"/>
                    <a:pt x="196" y="1363"/>
                    <a:pt x="196" y="1288"/>
                  </a:cubicBezTo>
                  <a:lnTo>
                    <a:pt x="196" y="122"/>
                  </a:lnTo>
                  <a:cubicBezTo>
                    <a:pt x="196" y="38"/>
                    <a:pt x="159" y="0"/>
                    <a:pt x="8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5" name="Google Shape;6025;p75"/>
            <p:cNvSpPr/>
            <p:nvPr/>
          </p:nvSpPr>
          <p:spPr>
            <a:xfrm>
              <a:off x="2970115" y="-1587814"/>
              <a:ext cx="33361" cy="11136"/>
            </a:xfrm>
            <a:custGeom>
              <a:avLst/>
              <a:gdLst/>
              <a:ahLst/>
              <a:cxnLst/>
              <a:rect l="l" t="t" r="r" b="b"/>
              <a:pathLst>
                <a:path w="701" h="234" extrusionOk="0">
                  <a:moveTo>
                    <a:pt x="84" y="0"/>
                  </a:moveTo>
                  <a:cubicBezTo>
                    <a:pt x="47" y="0"/>
                    <a:pt x="0" y="38"/>
                    <a:pt x="0" y="122"/>
                  </a:cubicBezTo>
                  <a:cubicBezTo>
                    <a:pt x="0" y="159"/>
                    <a:pt x="47" y="234"/>
                    <a:pt x="84" y="234"/>
                  </a:cubicBezTo>
                  <a:lnTo>
                    <a:pt x="588" y="234"/>
                  </a:lnTo>
                  <a:cubicBezTo>
                    <a:pt x="625" y="234"/>
                    <a:pt x="700" y="159"/>
                    <a:pt x="700" y="122"/>
                  </a:cubicBezTo>
                  <a:cubicBezTo>
                    <a:pt x="700" y="38"/>
                    <a:pt x="625" y="0"/>
                    <a:pt x="588"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26" name="Google Shape;6026;p75"/>
            <p:cNvGrpSpPr/>
            <p:nvPr/>
          </p:nvGrpSpPr>
          <p:grpSpPr>
            <a:xfrm>
              <a:off x="4317816" y="-1293327"/>
              <a:ext cx="77762" cy="771624"/>
              <a:chOff x="-203796" y="2132823"/>
              <a:chExt cx="77762" cy="771624"/>
            </a:xfrm>
          </p:grpSpPr>
          <p:sp>
            <p:nvSpPr>
              <p:cNvPr id="6027" name="Google Shape;6027;p75"/>
              <p:cNvSpPr/>
              <p:nvPr/>
            </p:nvSpPr>
            <p:spPr>
              <a:xfrm>
                <a:off x="-203796" y="2132823"/>
                <a:ext cx="77762" cy="18275"/>
              </a:xfrm>
              <a:custGeom>
                <a:avLst/>
                <a:gdLst/>
                <a:ahLst/>
                <a:cxnLst/>
                <a:rect l="l" t="t" r="r" b="b"/>
                <a:pathLst>
                  <a:path w="1634" h="384" extrusionOk="0">
                    <a:moveTo>
                      <a:pt x="0" y="1"/>
                    </a:moveTo>
                    <a:lnTo>
                      <a:pt x="0" y="383"/>
                    </a:lnTo>
                    <a:lnTo>
                      <a:pt x="1634" y="383"/>
                    </a:lnTo>
                    <a:lnTo>
                      <a:pt x="16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8" name="Google Shape;6028;p75"/>
              <p:cNvSpPr/>
              <p:nvPr/>
            </p:nvSpPr>
            <p:spPr>
              <a:xfrm>
                <a:off x="-194468" y="2151050"/>
                <a:ext cx="62676" cy="15134"/>
              </a:xfrm>
              <a:custGeom>
                <a:avLst/>
                <a:gdLst/>
                <a:ahLst/>
                <a:cxnLst/>
                <a:rect l="l" t="t" r="r" b="b"/>
                <a:pathLst>
                  <a:path w="1317" h="318" extrusionOk="0">
                    <a:moveTo>
                      <a:pt x="0" y="0"/>
                    </a:moveTo>
                    <a:lnTo>
                      <a:pt x="0" y="318"/>
                    </a:lnTo>
                    <a:lnTo>
                      <a:pt x="1316" y="318"/>
                    </a:lnTo>
                    <a:lnTo>
                      <a:pt x="131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29" name="Google Shape;6029;p75"/>
              <p:cNvSpPr/>
              <p:nvPr/>
            </p:nvSpPr>
            <p:spPr>
              <a:xfrm>
                <a:off x="-203796" y="2886221"/>
                <a:ext cx="77762" cy="18227"/>
              </a:xfrm>
              <a:custGeom>
                <a:avLst/>
                <a:gdLst/>
                <a:ahLst/>
                <a:cxnLst/>
                <a:rect l="l" t="t" r="r" b="b"/>
                <a:pathLst>
                  <a:path w="1634" h="383" extrusionOk="0">
                    <a:moveTo>
                      <a:pt x="0" y="0"/>
                    </a:moveTo>
                    <a:lnTo>
                      <a:pt x="0" y="383"/>
                    </a:lnTo>
                    <a:lnTo>
                      <a:pt x="1634" y="383"/>
                    </a:lnTo>
                    <a:lnTo>
                      <a:pt x="16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0" name="Google Shape;6030;p75"/>
              <p:cNvSpPr/>
              <p:nvPr/>
            </p:nvSpPr>
            <p:spPr>
              <a:xfrm>
                <a:off x="-194468" y="2871087"/>
                <a:ext cx="62676" cy="15181"/>
              </a:xfrm>
              <a:custGeom>
                <a:avLst/>
                <a:gdLst/>
                <a:ahLst/>
                <a:cxnLst/>
                <a:rect l="l" t="t" r="r" b="b"/>
                <a:pathLst>
                  <a:path w="1317" h="319" extrusionOk="0">
                    <a:moveTo>
                      <a:pt x="0" y="1"/>
                    </a:moveTo>
                    <a:lnTo>
                      <a:pt x="0" y="318"/>
                    </a:lnTo>
                    <a:lnTo>
                      <a:pt x="1316" y="318"/>
                    </a:lnTo>
                    <a:lnTo>
                      <a:pt x="131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1" name="Google Shape;6031;p75"/>
              <p:cNvSpPr/>
              <p:nvPr/>
            </p:nvSpPr>
            <p:spPr>
              <a:xfrm>
                <a:off x="-189275" y="2166175"/>
                <a:ext cx="49800" cy="707619"/>
              </a:xfrm>
              <a:custGeom>
                <a:avLst/>
                <a:gdLst/>
                <a:ahLst/>
                <a:cxnLst/>
                <a:rect l="l" t="t" r="r" b="b"/>
                <a:pathLst>
                  <a:path w="1046" h="16214" extrusionOk="0">
                    <a:moveTo>
                      <a:pt x="0" y="1"/>
                    </a:moveTo>
                    <a:lnTo>
                      <a:pt x="0" y="16214"/>
                    </a:lnTo>
                    <a:lnTo>
                      <a:pt x="1046" y="16214"/>
                    </a:lnTo>
                    <a:lnTo>
                      <a:pt x="104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32" name="Google Shape;6032;p75"/>
            <p:cNvGrpSpPr/>
            <p:nvPr/>
          </p:nvGrpSpPr>
          <p:grpSpPr>
            <a:xfrm>
              <a:off x="2249609" y="-1059233"/>
              <a:ext cx="223911" cy="288776"/>
              <a:chOff x="-2789503" y="2456673"/>
              <a:chExt cx="223911" cy="288776"/>
            </a:xfrm>
          </p:grpSpPr>
          <p:sp>
            <p:nvSpPr>
              <p:cNvPr id="6033" name="Google Shape;6033;p75"/>
              <p:cNvSpPr/>
              <p:nvPr/>
            </p:nvSpPr>
            <p:spPr>
              <a:xfrm>
                <a:off x="-2789503" y="2456673"/>
                <a:ext cx="223911" cy="279448"/>
              </a:xfrm>
              <a:custGeom>
                <a:avLst/>
                <a:gdLst/>
                <a:ahLst/>
                <a:cxnLst/>
                <a:rect l="l" t="t" r="r" b="b"/>
                <a:pathLst>
                  <a:path w="4705" h="5872" extrusionOk="0">
                    <a:moveTo>
                      <a:pt x="2334" y="0"/>
                    </a:moveTo>
                    <a:cubicBezTo>
                      <a:pt x="1046" y="0"/>
                      <a:pt x="0" y="1046"/>
                      <a:pt x="0" y="2371"/>
                    </a:cubicBezTo>
                    <a:lnTo>
                      <a:pt x="0" y="5871"/>
                    </a:lnTo>
                    <a:lnTo>
                      <a:pt x="308" y="5871"/>
                    </a:lnTo>
                    <a:lnTo>
                      <a:pt x="308" y="2492"/>
                    </a:lnTo>
                    <a:cubicBezTo>
                      <a:pt x="308" y="1363"/>
                      <a:pt x="1204" y="467"/>
                      <a:pt x="2334" y="467"/>
                    </a:cubicBezTo>
                    <a:cubicBezTo>
                      <a:pt x="3426" y="467"/>
                      <a:pt x="4359" y="1363"/>
                      <a:pt x="4359" y="2492"/>
                    </a:cubicBezTo>
                    <a:lnTo>
                      <a:pt x="4359" y="5871"/>
                    </a:lnTo>
                    <a:lnTo>
                      <a:pt x="4705" y="5871"/>
                    </a:lnTo>
                    <a:lnTo>
                      <a:pt x="4705" y="2371"/>
                    </a:lnTo>
                    <a:cubicBezTo>
                      <a:pt x="4705" y="1046"/>
                      <a:pt x="3659" y="0"/>
                      <a:pt x="23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4" name="Google Shape;6034;p75"/>
              <p:cNvSpPr/>
              <p:nvPr/>
            </p:nvSpPr>
            <p:spPr>
              <a:xfrm>
                <a:off x="-2774846" y="2478850"/>
                <a:ext cx="192835" cy="257272"/>
              </a:xfrm>
              <a:custGeom>
                <a:avLst/>
                <a:gdLst/>
                <a:ahLst/>
                <a:cxnLst/>
                <a:rect l="l" t="t" r="r" b="b"/>
                <a:pathLst>
                  <a:path w="4052" h="5406" extrusionOk="0">
                    <a:moveTo>
                      <a:pt x="2026" y="1"/>
                    </a:moveTo>
                    <a:cubicBezTo>
                      <a:pt x="896" y="1"/>
                      <a:pt x="0" y="897"/>
                      <a:pt x="0" y="2026"/>
                    </a:cubicBezTo>
                    <a:lnTo>
                      <a:pt x="0" y="5405"/>
                    </a:lnTo>
                    <a:lnTo>
                      <a:pt x="4051" y="5405"/>
                    </a:lnTo>
                    <a:lnTo>
                      <a:pt x="4051" y="2026"/>
                    </a:lnTo>
                    <a:cubicBezTo>
                      <a:pt x="4051" y="897"/>
                      <a:pt x="3118" y="1"/>
                      <a:pt x="2026" y="1"/>
                    </a:cubicBezTo>
                    <a:close/>
                  </a:path>
                </a:pathLst>
              </a:custGeom>
              <a:solidFill>
                <a:srgbClr val="D7F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5" name="Google Shape;6035;p75"/>
              <p:cNvSpPr/>
              <p:nvPr/>
            </p:nvSpPr>
            <p:spPr>
              <a:xfrm>
                <a:off x="-2685995" y="2464193"/>
                <a:ext cx="16894" cy="273690"/>
              </a:xfrm>
              <a:custGeom>
                <a:avLst/>
                <a:gdLst/>
                <a:ahLst/>
                <a:cxnLst/>
                <a:rect l="l" t="t" r="r" b="b"/>
                <a:pathLst>
                  <a:path w="355" h="5751" extrusionOk="0">
                    <a:moveTo>
                      <a:pt x="0" y="1"/>
                    </a:moveTo>
                    <a:lnTo>
                      <a:pt x="0" y="5751"/>
                    </a:lnTo>
                    <a:lnTo>
                      <a:pt x="355" y="5751"/>
                    </a:lnTo>
                    <a:lnTo>
                      <a:pt x="35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6" name="Google Shape;6036;p75"/>
              <p:cNvSpPr/>
              <p:nvPr/>
            </p:nvSpPr>
            <p:spPr>
              <a:xfrm>
                <a:off x="-2787743" y="2565940"/>
                <a:ext cx="218581" cy="16466"/>
              </a:xfrm>
              <a:custGeom>
                <a:avLst/>
                <a:gdLst/>
                <a:ahLst/>
                <a:cxnLst/>
                <a:rect l="l" t="t" r="r" b="b"/>
                <a:pathLst>
                  <a:path w="4593" h="346" extrusionOk="0">
                    <a:moveTo>
                      <a:pt x="1" y="0"/>
                    </a:moveTo>
                    <a:lnTo>
                      <a:pt x="1" y="346"/>
                    </a:lnTo>
                    <a:lnTo>
                      <a:pt x="4593" y="346"/>
                    </a:lnTo>
                    <a:lnTo>
                      <a:pt x="45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7" name="Google Shape;6037;p75"/>
              <p:cNvSpPr/>
              <p:nvPr/>
            </p:nvSpPr>
            <p:spPr>
              <a:xfrm>
                <a:off x="-2787743" y="2647224"/>
                <a:ext cx="218581" cy="16942"/>
              </a:xfrm>
              <a:custGeom>
                <a:avLst/>
                <a:gdLst/>
                <a:ahLst/>
                <a:cxnLst/>
                <a:rect l="l" t="t" r="r" b="b"/>
                <a:pathLst>
                  <a:path w="4593" h="356" extrusionOk="0">
                    <a:moveTo>
                      <a:pt x="1" y="0"/>
                    </a:moveTo>
                    <a:lnTo>
                      <a:pt x="1" y="355"/>
                    </a:lnTo>
                    <a:lnTo>
                      <a:pt x="4593" y="355"/>
                    </a:lnTo>
                    <a:lnTo>
                      <a:pt x="45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38" name="Google Shape;6038;p75"/>
              <p:cNvSpPr/>
              <p:nvPr/>
            </p:nvSpPr>
            <p:spPr>
              <a:xfrm>
                <a:off x="-2789503" y="2728507"/>
                <a:ext cx="223911" cy="16942"/>
              </a:xfrm>
              <a:custGeom>
                <a:avLst/>
                <a:gdLst/>
                <a:ahLst/>
                <a:cxnLst/>
                <a:rect l="l" t="t" r="r" b="b"/>
                <a:pathLst>
                  <a:path w="4705" h="356" extrusionOk="0">
                    <a:moveTo>
                      <a:pt x="0" y="1"/>
                    </a:moveTo>
                    <a:lnTo>
                      <a:pt x="0" y="355"/>
                    </a:lnTo>
                    <a:lnTo>
                      <a:pt x="4705" y="355"/>
                    </a:lnTo>
                    <a:lnTo>
                      <a:pt x="47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39" name="Google Shape;6039;p75"/>
            <p:cNvGrpSpPr/>
            <p:nvPr/>
          </p:nvGrpSpPr>
          <p:grpSpPr>
            <a:xfrm>
              <a:off x="3468284" y="-1059233"/>
              <a:ext cx="223911" cy="288776"/>
              <a:chOff x="-2789503" y="2456673"/>
              <a:chExt cx="223911" cy="288776"/>
            </a:xfrm>
          </p:grpSpPr>
          <p:sp>
            <p:nvSpPr>
              <p:cNvPr id="6040" name="Google Shape;6040;p75"/>
              <p:cNvSpPr/>
              <p:nvPr/>
            </p:nvSpPr>
            <p:spPr>
              <a:xfrm>
                <a:off x="-2789503" y="2456673"/>
                <a:ext cx="223911" cy="279448"/>
              </a:xfrm>
              <a:custGeom>
                <a:avLst/>
                <a:gdLst/>
                <a:ahLst/>
                <a:cxnLst/>
                <a:rect l="l" t="t" r="r" b="b"/>
                <a:pathLst>
                  <a:path w="4705" h="5872" extrusionOk="0">
                    <a:moveTo>
                      <a:pt x="2334" y="0"/>
                    </a:moveTo>
                    <a:cubicBezTo>
                      <a:pt x="1046" y="0"/>
                      <a:pt x="0" y="1046"/>
                      <a:pt x="0" y="2371"/>
                    </a:cubicBezTo>
                    <a:lnTo>
                      <a:pt x="0" y="5871"/>
                    </a:lnTo>
                    <a:lnTo>
                      <a:pt x="308" y="5871"/>
                    </a:lnTo>
                    <a:lnTo>
                      <a:pt x="308" y="2492"/>
                    </a:lnTo>
                    <a:cubicBezTo>
                      <a:pt x="308" y="1363"/>
                      <a:pt x="1204" y="467"/>
                      <a:pt x="2334" y="467"/>
                    </a:cubicBezTo>
                    <a:cubicBezTo>
                      <a:pt x="3426" y="467"/>
                      <a:pt x="4359" y="1363"/>
                      <a:pt x="4359" y="2492"/>
                    </a:cubicBezTo>
                    <a:lnTo>
                      <a:pt x="4359" y="5871"/>
                    </a:lnTo>
                    <a:lnTo>
                      <a:pt x="4705" y="5871"/>
                    </a:lnTo>
                    <a:lnTo>
                      <a:pt x="4705" y="2371"/>
                    </a:lnTo>
                    <a:cubicBezTo>
                      <a:pt x="4705" y="1046"/>
                      <a:pt x="3659" y="0"/>
                      <a:pt x="23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1" name="Google Shape;6041;p75"/>
              <p:cNvSpPr/>
              <p:nvPr/>
            </p:nvSpPr>
            <p:spPr>
              <a:xfrm>
                <a:off x="-2774846" y="2478850"/>
                <a:ext cx="192835" cy="257272"/>
              </a:xfrm>
              <a:custGeom>
                <a:avLst/>
                <a:gdLst/>
                <a:ahLst/>
                <a:cxnLst/>
                <a:rect l="l" t="t" r="r" b="b"/>
                <a:pathLst>
                  <a:path w="4052" h="5406" extrusionOk="0">
                    <a:moveTo>
                      <a:pt x="2026" y="1"/>
                    </a:moveTo>
                    <a:cubicBezTo>
                      <a:pt x="896" y="1"/>
                      <a:pt x="0" y="897"/>
                      <a:pt x="0" y="2026"/>
                    </a:cubicBezTo>
                    <a:lnTo>
                      <a:pt x="0" y="5405"/>
                    </a:lnTo>
                    <a:lnTo>
                      <a:pt x="4051" y="5405"/>
                    </a:lnTo>
                    <a:lnTo>
                      <a:pt x="4051" y="2026"/>
                    </a:lnTo>
                    <a:cubicBezTo>
                      <a:pt x="4051" y="897"/>
                      <a:pt x="3118" y="1"/>
                      <a:pt x="2026" y="1"/>
                    </a:cubicBezTo>
                    <a:close/>
                  </a:path>
                </a:pathLst>
              </a:custGeom>
              <a:solidFill>
                <a:srgbClr val="D7F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2" name="Google Shape;6042;p75"/>
              <p:cNvSpPr/>
              <p:nvPr/>
            </p:nvSpPr>
            <p:spPr>
              <a:xfrm>
                <a:off x="-2685995" y="2464193"/>
                <a:ext cx="16894" cy="273690"/>
              </a:xfrm>
              <a:custGeom>
                <a:avLst/>
                <a:gdLst/>
                <a:ahLst/>
                <a:cxnLst/>
                <a:rect l="l" t="t" r="r" b="b"/>
                <a:pathLst>
                  <a:path w="355" h="5751" extrusionOk="0">
                    <a:moveTo>
                      <a:pt x="0" y="1"/>
                    </a:moveTo>
                    <a:lnTo>
                      <a:pt x="0" y="5751"/>
                    </a:lnTo>
                    <a:lnTo>
                      <a:pt x="355" y="5751"/>
                    </a:lnTo>
                    <a:lnTo>
                      <a:pt x="35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3" name="Google Shape;6043;p75"/>
              <p:cNvSpPr/>
              <p:nvPr/>
            </p:nvSpPr>
            <p:spPr>
              <a:xfrm>
                <a:off x="-2787743" y="2565940"/>
                <a:ext cx="218581" cy="16466"/>
              </a:xfrm>
              <a:custGeom>
                <a:avLst/>
                <a:gdLst/>
                <a:ahLst/>
                <a:cxnLst/>
                <a:rect l="l" t="t" r="r" b="b"/>
                <a:pathLst>
                  <a:path w="4593" h="346" extrusionOk="0">
                    <a:moveTo>
                      <a:pt x="1" y="0"/>
                    </a:moveTo>
                    <a:lnTo>
                      <a:pt x="1" y="346"/>
                    </a:lnTo>
                    <a:lnTo>
                      <a:pt x="4593" y="346"/>
                    </a:lnTo>
                    <a:lnTo>
                      <a:pt x="45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4" name="Google Shape;6044;p75"/>
              <p:cNvSpPr/>
              <p:nvPr/>
            </p:nvSpPr>
            <p:spPr>
              <a:xfrm>
                <a:off x="-2787743" y="2647224"/>
                <a:ext cx="218581" cy="16942"/>
              </a:xfrm>
              <a:custGeom>
                <a:avLst/>
                <a:gdLst/>
                <a:ahLst/>
                <a:cxnLst/>
                <a:rect l="l" t="t" r="r" b="b"/>
                <a:pathLst>
                  <a:path w="4593" h="356" extrusionOk="0">
                    <a:moveTo>
                      <a:pt x="1" y="0"/>
                    </a:moveTo>
                    <a:lnTo>
                      <a:pt x="1" y="355"/>
                    </a:lnTo>
                    <a:lnTo>
                      <a:pt x="4593" y="355"/>
                    </a:lnTo>
                    <a:lnTo>
                      <a:pt x="45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5" name="Google Shape;6045;p75"/>
              <p:cNvSpPr/>
              <p:nvPr/>
            </p:nvSpPr>
            <p:spPr>
              <a:xfrm>
                <a:off x="-2789503" y="2728507"/>
                <a:ext cx="223911" cy="16942"/>
              </a:xfrm>
              <a:custGeom>
                <a:avLst/>
                <a:gdLst/>
                <a:ahLst/>
                <a:cxnLst/>
                <a:rect l="l" t="t" r="r" b="b"/>
                <a:pathLst>
                  <a:path w="4705" h="356" extrusionOk="0">
                    <a:moveTo>
                      <a:pt x="0" y="1"/>
                    </a:moveTo>
                    <a:lnTo>
                      <a:pt x="0" y="355"/>
                    </a:lnTo>
                    <a:lnTo>
                      <a:pt x="4705" y="355"/>
                    </a:lnTo>
                    <a:lnTo>
                      <a:pt x="47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46" name="Google Shape;6046;p75"/>
            <p:cNvGrpSpPr/>
            <p:nvPr/>
          </p:nvGrpSpPr>
          <p:grpSpPr>
            <a:xfrm>
              <a:off x="3997709" y="-1059233"/>
              <a:ext cx="223911" cy="288776"/>
              <a:chOff x="-2789503" y="2456673"/>
              <a:chExt cx="223911" cy="288776"/>
            </a:xfrm>
          </p:grpSpPr>
          <p:sp>
            <p:nvSpPr>
              <p:cNvPr id="6047" name="Google Shape;6047;p75"/>
              <p:cNvSpPr/>
              <p:nvPr/>
            </p:nvSpPr>
            <p:spPr>
              <a:xfrm>
                <a:off x="-2789503" y="2456673"/>
                <a:ext cx="223911" cy="279448"/>
              </a:xfrm>
              <a:custGeom>
                <a:avLst/>
                <a:gdLst/>
                <a:ahLst/>
                <a:cxnLst/>
                <a:rect l="l" t="t" r="r" b="b"/>
                <a:pathLst>
                  <a:path w="4705" h="5872" extrusionOk="0">
                    <a:moveTo>
                      <a:pt x="2334" y="0"/>
                    </a:moveTo>
                    <a:cubicBezTo>
                      <a:pt x="1046" y="0"/>
                      <a:pt x="0" y="1046"/>
                      <a:pt x="0" y="2371"/>
                    </a:cubicBezTo>
                    <a:lnTo>
                      <a:pt x="0" y="5871"/>
                    </a:lnTo>
                    <a:lnTo>
                      <a:pt x="308" y="5871"/>
                    </a:lnTo>
                    <a:lnTo>
                      <a:pt x="308" y="2492"/>
                    </a:lnTo>
                    <a:cubicBezTo>
                      <a:pt x="308" y="1363"/>
                      <a:pt x="1204" y="467"/>
                      <a:pt x="2334" y="467"/>
                    </a:cubicBezTo>
                    <a:cubicBezTo>
                      <a:pt x="3426" y="467"/>
                      <a:pt x="4359" y="1363"/>
                      <a:pt x="4359" y="2492"/>
                    </a:cubicBezTo>
                    <a:lnTo>
                      <a:pt x="4359" y="5871"/>
                    </a:lnTo>
                    <a:lnTo>
                      <a:pt x="4705" y="5871"/>
                    </a:lnTo>
                    <a:lnTo>
                      <a:pt x="4705" y="2371"/>
                    </a:lnTo>
                    <a:cubicBezTo>
                      <a:pt x="4705" y="1046"/>
                      <a:pt x="3659" y="0"/>
                      <a:pt x="2334" y="0"/>
                    </a:cubicBez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8" name="Google Shape;6048;p75"/>
              <p:cNvSpPr/>
              <p:nvPr/>
            </p:nvSpPr>
            <p:spPr>
              <a:xfrm>
                <a:off x="-2774846" y="2478850"/>
                <a:ext cx="192835" cy="257272"/>
              </a:xfrm>
              <a:custGeom>
                <a:avLst/>
                <a:gdLst/>
                <a:ahLst/>
                <a:cxnLst/>
                <a:rect l="l" t="t" r="r" b="b"/>
                <a:pathLst>
                  <a:path w="4052" h="5406" extrusionOk="0">
                    <a:moveTo>
                      <a:pt x="2026" y="1"/>
                    </a:moveTo>
                    <a:cubicBezTo>
                      <a:pt x="896" y="1"/>
                      <a:pt x="0" y="897"/>
                      <a:pt x="0" y="2026"/>
                    </a:cubicBezTo>
                    <a:lnTo>
                      <a:pt x="0" y="5405"/>
                    </a:lnTo>
                    <a:lnTo>
                      <a:pt x="4051" y="5405"/>
                    </a:lnTo>
                    <a:lnTo>
                      <a:pt x="4051" y="2026"/>
                    </a:lnTo>
                    <a:cubicBezTo>
                      <a:pt x="4051" y="897"/>
                      <a:pt x="3118" y="1"/>
                      <a:pt x="2026" y="1"/>
                    </a:cubicBezTo>
                    <a:close/>
                  </a:path>
                </a:pathLst>
              </a:custGeom>
              <a:solidFill>
                <a:srgbClr val="D7F0E5"/>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49" name="Google Shape;6049;p75"/>
              <p:cNvSpPr/>
              <p:nvPr/>
            </p:nvSpPr>
            <p:spPr>
              <a:xfrm>
                <a:off x="-2685995" y="2464193"/>
                <a:ext cx="16894" cy="273690"/>
              </a:xfrm>
              <a:custGeom>
                <a:avLst/>
                <a:gdLst/>
                <a:ahLst/>
                <a:cxnLst/>
                <a:rect l="l" t="t" r="r" b="b"/>
                <a:pathLst>
                  <a:path w="355" h="5751" extrusionOk="0">
                    <a:moveTo>
                      <a:pt x="0" y="1"/>
                    </a:moveTo>
                    <a:lnTo>
                      <a:pt x="0" y="5751"/>
                    </a:lnTo>
                    <a:lnTo>
                      <a:pt x="355" y="5751"/>
                    </a:lnTo>
                    <a:lnTo>
                      <a:pt x="35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0" name="Google Shape;6050;p75"/>
              <p:cNvSpPr/>
              <p:nvPr/>
            </p:nvSpPr>
            <p:spPr>
              <a:xfrm>
                <a:off x="-2787743" y="2565940"/>
                <a:ext cx="218581" cy="16466"/>
              </a:xfrm>
              <a:custGeom>
                <a:avLst/>
                <a:gdLst/>
                <a:ahLst/>
                <a:cxnLst/>
                <a:rect l="l" t="t" r="r" b="b"/>
                <a:pathLst>
                  <a:path w="4593" h="346" extrusionOk="0">
                    <a:moveTo>
                      <a:pt x="1" y="0"/>
                    </a:moveTo>
                    <a:lnTo>
                      <a:pt x="1" y="346"/>
                    </a:lnTo>
                    <a:lnTo>
                      <a:pt x="4593" y="346"/>
                    </a:lnTo>
                    <a:lnTo>
                      <a:pt x="45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1" name="Google Shape;6051;p75"/>
              <p:cNvSpPr/>
              <p:nvPr/>
            </p:nvSpPr>
            <p:spPr>
              <a:xfrm>
                <a:off x="-2787743" y="2647224"/>
                <a:ext cx="218581" cy="16942"/>
              </a:xfrm>
              <a:custGeom>
                <a:avLst/>
                <a:gdLst/>
                <a:ahLst/>
                <a:cxnLst/>
                <a:rect l="l" t="t" r="r" b="b"/>
                <a:pathLst>
                  <a:path w="4593" h="356" extrusionOk="0">
                    <a:moveTo>
                      <a:pt x="1" y="0"/>
                    </a:moveTo>
                    <a:lnTo>
                      <a:pt x="1" y="355"/>
                    </a:lnTo>
                    <a:lnTo>
                      <a:pt x="4593" y="355"/>
                    </a:lnTo>
                    <a:lnTo>
                      <a:pt x="459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2" name="Google Shape;6052;p75"/>
              <p:cNvSpPr/>
              <p:nvPr/>
            </p:nvSpPr>
            <p:spPr>
              <a:xfrm>
                <a:off x="-2789503" y="2728507"/>
                <a:ext cx="223911" cy="16942"/>
              </a:xfrm>
              <a:custGeom>
                <a:avLst/>
                <a:gdLst/>
                <a:ahLst/>
                <a:cxnLst/>
                <a:rect l="l" t="t" r="r" b="b"/>
                <a:pathLst>
                  <a:path w="4705" h="356" extrusionOk="0">
                    <a:moveTo>
                      <a:pt x="0" y="1"/>
                    </a:moveTo>
                    <a:lnTo>
                      <a:pt x="0" y="355"/>
                    </a:lnTo>
                    <a:lnTo>
                      <a:pt x="4705" y="355"/>
                    </a:lnTo>
                    <a:lnTo>
                      <a:pt x="47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53" name="Google Shape;6053;p75"/>
            <p:cNvSpPr/>
            <p:nvPr/>
          </p:nvSpPr>
          <p:spPr>
            <a:xfrm>
              <a:off x="3295654" y="-521716"/>
              <a:ext cx="85349" cy="170592"/>
            </a:xfrm>
            <a:custGeom>
              <a:avLst/>
              <a:gdLst/>
              <a:ahLst/>
              <a:cxnLst/>
              <a:rect l="l" t="t" r="r" b="b"/>
              <a:pathLst>
                <a:path w="2334" h="3585" extrusionOk="0">
                  <a:moveTo>
                    <a:pt x="1" y="1"/>
                  </a:moveTo>
                  <a:lnTo>
                    <a:pt x="1" y="3585"/>
                  </a:lnTo>
                  <a:lnTo>
                    <a:pt x="2334" y="3585"/>
                  </a:lnTo>
                  <a:lnTo>
                    <a:pt x="2334" y="1"/>
                  </a:lnTo>
                  <a:close/>
                </a:path>
              </a:pathLst>
            </a:custGeom>
            <a:solidFill>
              <a:srgbClr val="000000">
                <a:alpha val="8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4" name="Google Shape;6054;p75"/>
            <p:cNvSpPr/>
            <p:nvPr/>
          </p:nvSpPr>
          <p:spPr>
            <a:xfrm>
              <a:off x="2553954" y="-521716"/>
              <a:ext cx="69075" cy="170592"/>
            </a:xfrm>
            <a:custGeom>
              <a:avLst/>
              <a:gdLst/>
              <a:ahLst/>
              <a:cxnLst/>
              <a:rect l="l" t="t" r="r" b="b"/>
              <a:pathLst>
                <a:path w="2334" h="3585" extrusionOk="0">
                  <a:moveTo>
                    <a:pt x="1" y="1"/>
                  </a:moveTo>
                  <a:lnTo>
                    <a:pt x="1" y="3585"/>
                  </a:lnTo>
                  <a:lnTo>
                    <a:pt x="2334" y="3585"/>
                  </a:lnTo>
                  <a:lnTo>
                    <a:pt x="2334" y="1"/>
                  </a:lnTo>
                  <a:close/>
                </a:path>
              </a:pathLst>
            </a:custGeom>
            <a:solidFill>
              <a:srgbClr val="000000">
                <a:alpha val="8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5" name="Google Shape;6055;p75"/>
            <p:cNvSpPr/>
            <p:nvPr/>
          </p:nvSpPr>
          <p:spPr>
            <a:xfrm>
              <a:off x="2581400" y="-484439"/>
              <a:ext cx="775622" cy="170182"/>
            </a:xfrm>
            <a:custGeom>
              <a:avLst/>
              <a:gdLst/>
              <a:ahLst/>
              <a:cxnLst/>
              <a:rect l="l" t="t" r="r" b="b"/>
              <a:pathLst>
                <a:path w="16298" h="3576" extrusionOk="0">
                  <a:moveTo>
                    <a:pt x="1" y="1"/>
                  </a:moveTo>
                  <a:lnTo>
                    <a:pt x="1" y="3576"/>
                  </a:lnTo>
                  <a:lnTo>
                    <a:pt x="16298" y="3576"/>
                  </a:lnTo>
                  <a:lnTo>
                    <a:pt x="16298" y="1"/>
                  </a:lnTo>
                  <a:close/>
                </a:path>
              </a:pathLst>
            </a:custGeom>
            <a:solidFill>
              <a:srgbClr val="FDF0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6" name="Google Shape;6056;p75"/>
            <p:cNvSpPr/>
            <p:nvPr/>
          </p:nvSpPr>
          <p:spPr>
            <a:xfrm>
              <a:off x="2844382" y="-477301"/>
              <a:ext cx="257224" cy="16894"/>
            </a:xfrm>
            <a:custGeom>
              <a:avLst/>
              <a:gdLst/>
              <a:ahLst/>
              <a:cxnLst/>
              <a:rect l="l" t="t" r="r" b="b"/>
              <a:pathLst>
                <a:path w="5405" h="355" extrusionOk="0">
                  <a:moveTo>
                    <a:pt x="1" y="0"/>
                  </a:moveTo>
                  <a:lnTo>
                    <a:pt x="1" y="355"/>
                  </a:lnTo>
                  <a:lnTo>
                    <a:pt x="5405" y="355"/>
                  </a:lnTo>
                  <a:lnTo>
                    <a:pt x="54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7" name="Google Shape;6057;p75"/>
            <p:cNvSpPr/>
            <p:nvPr/>
          </p:nvSpPr>
          <p:spPr>
            <a:xfrm>
              <a:off x="2844382" y="-453316"/>
              <a:ext cx="257224" cy="16894"/>
            </a:xfrm>
            <a:custGeom>
              <a:avLst/>
              <a:gdLst/>
              <a:ahLst/>
              <a:cxnLst/>
              <a:rect l="l" t="t" r="r" b="b"/>
              <a:pathLst>
                <a:path w="5405" h="355" extrusionOk="0">
                  <a:moveTo>
                    <a:pt x="1" y="0"/>
                  </a:moveTo>
                  <a:lnTo>
                    <a:pt x="1" y="355"/>
                  </a:lnTo>
                  <a:lnTo>
                    <a:pt x="5405" y="355"/>
                  </a:lnTo>
                  <a:lnTo>
                    <a:pt x="5405"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8" name="Google Shape;6058;p75"/>
            <p:cNvSpPr/>
            <p:nvPr/>
          </p:nvSpPr>
          <p:spPr>
            <a:xfrm>
              <a:off x="2844382" y="-428902"/>
              <a:ext cx="257224" cy="16466"/>
            </a:xfrm>
            <a:custGeom>
              <a:avLst/>
              <a:gdLst/>
              <a:ahLst/>
              <a:cxnLst/>
              <a:rect l="l" t="t" r="r" b="b"/>
              <a:pathLst>
                <a:path w="5405" h="346" extrusionOk="0">
                  <a:moveTo>
                    <a:pt x="1" y="1"/>
                  </a:moveTo>
                  <a:lnTo>
                    <a:pt x="1" y="346"/>
                  </a:lnTo>
                  <a:lnTo>
                    <a:pt x="5405" y="346"/>
                  </a:lnTo>
                  <a:lnTo>
                    <a:pt x="54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59" name="Google Shape;6059;p75"/>
            <p:cNvSpPr/>
            <p:nvPr/>
          </p:nvSpPr>
          <p:spPr>
            <a:xfrm>
              <a:off x="2844382" y="-404917"/>
              <a:ext cx="257224" cy="18275"/>
            </a:xfrm>
            <a:custGeom>
              <a:avLst/>
              <a:gdLst/>
              <a:ahLst/>
              <a:cxnLst/>
              <a:rect l="l" t="t" r="r" b="b"/>
              <a:pathLst>
                <a:path w="5405" h="384" extrusionOk="0">
                  <a:moveTo>
                    <a:pt x="1" y="1"/>
                  </a:moveTo>
                  <a:lnTo>
                    <a:pt x="1" y="383"/>
                  </a:lnTo>
                  <a:lnTo>
                    <a:pt x="5405" y="383"/>
                  </a:lnTo>
                  <a:lnTo>
                    <a:pt x="54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0" name="Google Shape;6060;p75"/>
            <p:cNvSpPr/>
            <p:nvPr/>
          </p:nvSpPr>
          <p:spPr>
            <a:xfrm>
              <a:off x="2844382" y="-380931"/>
              <a:ext cx="257224" cy="18703"/>
            </a:xfrm>
            <a:custGeom>
              <a:avLst/>
              <a:gdLst/>
              <a:ahLst/>
              <a:cxnLst/>
              <a:rect l="l" t="t" r="r" b="b"/>
              <a:pathLst>
                <a:path w="5405" h="393" extrusionOk="0">
                  <a:moveTo>
                    <a:pt x="1" y="1"/>
                  </a:moveTo>
                  <a:lnTo>
                    <a:pt x="1" y="393"/>
                  </a:lnTo>
                  <a:lnTo>
                    <a:pt x="5405" y="393"/>
                  </a:lnTo>
                  <a:lnTo>
                    <a:pt x="54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1" name="Google Shape;6061;p75"/>
            <p:cNvSpPr/>
            <p:nvPr/>
          </p:nvSpPr>
          <p:spPr>
            <a:xfrm>
              <a:off x="2844382" y="-356946"/>
              <a:ext cx="257224" cy="18703"/>
            </a:xfrm>
            <a:custGeom>
              <a:avLst/>
              <a:gdLst/>
              <a:ahLst/>
              <a:cxnLst/>
              <a:rect l="l" t="t" r="r" b="b"/>
              <a:pathLst>
                <a:path w="5405" h="393" extrusionOk="0">
                  <a:moveTo>
                    <a:pt x="1" y="1"/>
                  </a:moveTo>
                  <a:lnTo>
                    <a:pt x="1" y="393"/>
                  </a:lnTo>
                  <a:lnTo>
                    <a:pt x="5405" y="393"/>
                  </a:lnTo>
                  <a:lnTo>
                    <a:pt x="54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2" name="Google Shape;6062;p75"/>
            <p:cNvSpPr/>
            <p:nvPr/>
          </p:nvSpPr>
          <p:spPr>
            <a:xfrm>
              <a:off x="2844382" y="-332960"/>
              <a:ext cx="257224" cy="18703"/>
            </a:xfrm>
            <a:custGeom>
              <a:avLst/>
              <a:gdLst/>
              <a:ahLst/>
              <a:cxnLst/>
              <a:rect l="l" t="t" r="r" b="b"/>
              <a:pathLst>
                <a:path w="5405" h="393" extrusionOk="0">
                  <a:moveTo>
                    <a:pt x="1" y="1"/>
                  </a:moveTo>
                  <a:lnTo>
                    <a:pt x="1" y="393"/>
                  </a:lnTo>
                  <a:lnTo>
                    <a:pt x="5405" y="393"/>
                  </a:lnTo>
                  <a:lnTo>
                    <a:pt x="5405"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063" name="Google Shape;6063;p75"/>
            <p:cNvGrpSpPr/>
            <p:nvPr/>
          </p:nvGrpSpPr>
          <p:grpSpPr>
            <a:xfrm>
              <a:off x="2581400" y="-1508291"/>
              <a:ext cx="77810" cy="1023899"/>
              <a:chOff x="-1940212" y="1917859"/>
              <a:chExt cx="77810" cy="1023899"/>
            </a:xfrm>
          </p:grpSpPr>
          <p:sp>
            <p:nvSpPr>
              <p:cNvPr id="6064" name="Google Shape;6064;p75"/>
              <p:cNvSpPr/>
              <p:nvPr/>
            </p:nvSpPr>
            <p:spPr>
              <a:xfrm>
                <a:off x="-1926887" y="1917859"/>
                <a:ext cx="49827" cy="1023899"/>
              </a:xfrm>
              <a:custGeom>
                <a:avLst/>
                <a:gdLst/>
                <a:ahLst/>
                <a:cxnLst/>
                <a:rect l="l" t="t" r="r" b="b"/>
                <a:pathLst>
                  <a:path w="1047" h="21515" extrusionOk="0">
                    <a:moveTo>
                      <a:pt x="1" y="0"/>
                    </a:moveTo>
                    <a:lnTo>
                      <a:pt x="1" y="21515"/>
                    </a:lnTo>
                    <a:lnTo>
                      <a:pt x="1046" y="21515"/>
                    </a:lnTo>
                    <a:lnTo>
                      <a:pt x="1046" y="0"/>
                    </a:lnTo>
                    <a:close/>
                  </a:path>
                </a:pathLst>
              </a:custGeom>
              <a:solidFill>
                <a:srgbClr val="FFF8F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5" name="Google Shape;6065;p75"/>
              <p:cNvSpPr/>
              <p:nvPr/>
            </p:nvSpPr>
            <p:spPr>
              <a:xfrm>
                <a:off x="-1940212" y="1917859"/>
                <a:ext cx="77810" cy="18703"/>
              </a:xfrm>
              <a:custGeom>
                <a:avLst/>
                <a:gdLst/>
                <a:ahLst/>
                <a:cxnLst/>
                <a:rect l="l" t="t" r="r" b="b"/>
                <a:pathLst>
                  <a:path w="1635" h="393" extrusionOk="0">
                    <a:moveTo>
                      <a:pt x="1" y="0"/>
                    </a:moveTo>
                    <a:lnTo>
                      <a:pt x="1" y="392"/>
                    </a:lnTo>
                    <a:lnTo>
                      <a:pt x="1634" y="392"/>
                    </a:lnTo>
                    <a:lnTo>
                      <a:pt x="1634"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6" name="Google Shape;6066;p75"/>
              <p:cNvSpPr/>
              <p:nvPr/>
            </p:nvSpPr>
            <p:spPr>
              <a:xfrm>
                <a:off x="-1932646" y="1936515"/>
                <a:ext cx="64913" cy="14705"/>
              </a:xfrm>
              <a:custGeom>
                <a:avLst/>
                <a:gdLst/>
                <a:ahLst/>
                <a:cxnLst/>
                <a:rect l="l" t="t" r="r" b="b"/>
                <a:pathLst>
                  <a:path w="1364" h="309" extrusionOk="0">
                    <a:moveTo>
                      <a:pt x="1" y="0"/>
                    </a:moveTo>
                    <a:lnTo>
                      <a:pt x="1" y="308"/>
                    </a:lnTo>
                    <a:lnTo>
                      <a:pt x="1363" y="308"/>
                    </a:lnTo>
                    <a:lnTo>
                      <a:pt x="1363"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7" name="Google Shape;6067;p75"/>
              <p:cNvSpPr/>
              <p:nvPr/>
            </p:nvSpPr>
            <p:spPr>
              <a:xfrm>
                <a:off x="-1940212" y="2923055"/>
                <a:ext cx="77810" cy="18703"/>
              </a:xfrm>
              <a:custGeom>
                <a:avLst/>
                <a:gdLst/>
                <a:ahLst/>
                <a:cxnLst/>
                <a:rect l="l" t="t" r="r" b="b"/>
                <a:pathLst>
                  <a:path w="1635" h="393" extrusionOk="0">
                    <a:moveTo>
                      <a:pt x="1" y="1"/>
                    </a:moveTo>
                    <a:lnTo>
                      <a:pt x="1" y="393"/>
                    </a:lnTo>
                    <a:lnTo>
                      <a:pt x="1634" y="393"/>
                    </a:lnTo>
                    <a:lnTo>
                      <a:pt x="1634"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68" name="Google Shape;6068;p75"/>
              <p:cNvSpPr/>
              <p:nvPr/>
            </p:nvSpPr>
            <p:spPr>
              <a:xfrm>
                <a:off x="-1932646" y="2908398"/>
                <a:ext cx="64913" cy="14705"/>
              </a:xfrm>
              <a:custGeom>
                <a:avLst/>
                <a:gdLst/>
                <a:ahLst/>
                <a:cxnLst/>
                <a:rect l="l" t="t" r="r" b="b"/>
                <a:pathLst>
                  <a:path w="1364" h="309" extrusionOk="0">
                    <a:moveTo>
                      <a:pt x="1" y="1"/>
                    </a:moveTo>
                    <a:lnTo>
                      <a:pt x="1" y="309"/>
                    </a:lnTo>
                    <a:lnTo>
                      <a:pt x="1363" y="309"/>
                    </a:lnTo>
                    <a:lnTo>
                      <a:pt x="1363"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69" name="Google Shape;6069;p75"/>
            <p:cNvGrpSpPr/>
            <p:nvPr/>
          </p:nvGrpSpPr>
          <p:grpSpPr>
            <a:xfrm>
              <a:off x="3281021" y="-1508291"/>
              <a:ext cx="76001" cy="1023899"/>
              <a:chOff x="-1240592" y="1917859"/>
              <a:chExt cx="76001" cy="1023899"/>
            </a:xfrm>
          </p:grpSpPr>
          <p:sp>
            <p:nvSpPr>
              <p:cNvPr id="6070" name="Google Shape;6070;p75"/>
              <p:cNvSpPr/>
              <p:nvPr/>
            </p:nvSpPr>
            <p:spPr>
              <a:xfrm>
                <a:off x="-1227267" y="1917859"/>
                <a:ext cx="49827" cy="1023899"/>
              </a:xfrm>
              <a:custGeom>
                <a:avLst/>
                <a:gdLst/>
                <a:ahLst/>
                <a:cxnLst/>
                <a:rect l="l" t="t" r="r" b="b"/>
                <a:pathLst>
                  <a:path w="1047" h="21515" extrusionOk="0">
                    <a:moveTo>
                      <a:pt x="1" y="0"/>
                    </a:moveTo>
                    <a:lnTo>
                      <a:pt x="1" y="21515"/>
                    </a:lnTo>
                    <a:lnTo>
                      <a:pt x="1046" y="21515"/>
                    </a:lnTo>
                    <a:lnTo>
                      <a:pt x="104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1" name="Google Shape;6071;p75"/>
              <p:cNvSpPr/>
              <p:nvPr/>
            </p:nvSpPr>
            <p:spPr>
              <a:xfrm>
                <a:off x="-1240592" y="1917859"/>
                <a:ext cx="76001" cy="18703"/>
              </a:xfrm>
              <a:custGeom>
                <a:avLst/>
                <a:gdLst/>
                <a:ahLst/>
                <a:cxnLst/>
                <a:rect l="l" t="t" r="r" b="b"/>
                <a:pathLst>
                  <a:path w="1597" h="393" extrusionOk="0">
                    <a:moveTo>
                      <a:pt x="1" y="0"/>
                    </a:moveTo>
                    <a:lnTo>
                      <a:pt x="1" y="392"/>
                    </a:lnTo>
                    <a:lnTo>
                      <a:pt x="1597" y="392"/>
                    </a:lnTo>
                    <a:lnTo>
                      <a:pt x="1597"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2" name="Google Shape;6072;p75"/>
              <p:cNvSpPr/>
              <p:nvPr/>
            </p:nvSpPr>
            <p:spPr>
              <a:xfrm>
                <a:off x="-1233025" y="1936515"/>
                <a:ext cx="63104" cy="14705"/>
              </a:xfrm>
              <a:custGeom>
                <a:avLst/>
                <a:gdLst/>
                <a:ahLst/>
                <a:cxnLst/>
                <a:rect l="l" t="t" r="r" b="b"/>
                <a:pathLst>
                  <a:path w="1326" h="309" extrusionOk="0">
                    <a:moveTo>
                      <a:pt x="1" y="0"/>
                    </a:moveTo>
                    <a:lnTo>
                      <a:pt x="1" y="308"/>
                    </a:lnTo>
                    <a:lnTo>
                      <a:pt x="1326" y="308"/>
                    </a:lnTo>
                    <a:lnTo>
                      <a:pt x="1326" y="0"/>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3" name="Google Shape;6073;p75"/>
              <p:cNvSpPr/>
              <p:nvPr/>
            </p:nvSpPr>
            <p:spPr>
              <a:xfrm>
                <a:off x="-1240592" y="2923055"/>
                <a:ext cx="76001" cy="18703"/>
              </a:xfrm>
              <a:custGeom>
                <a:avLst/>
                <a:gdLst/>
                <a:ahLst/>
                <a:cxnLst/>
                <a:rect l="l" t="t" r="r" b="b"/>
                <a:pathLst>
                  <a:path w="1597" h="393" extrusionOk="0">
                    <a:moveTo>
                      <a:pt x="1" y="1"/>
                    </a:moveTo>
                    <a:lnTo>
                      <a:pt x="1" y="393"/>
                    </a:lnTo>
                    <a:lnTo>
                      <a:pt x="1597" y="393"/>
                    </a:lnTo>
                    <a:lnTo>
                      <a:pt x="1597"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4" name="Google Shape;6074;p75"/>
              <p:cNvSpPr/>
              <p:nvPr/>
            </p:nvSpPr>
            <p:spPr>
              <a:xfrm>
                <a:off x="-1233025" y="2908398"/>
                <a:ext cx="63104" cy="14705"/>
              </a:xfrm>
              <a:custGeom>
                <a:avLst/>
                <a:gdLst/>
                <a:ahLst/>
                <a:cxnLst/>
                <a:rect l="l" t="t" r="r" b="b"/>
                <a:pathLst>
                  <a:path w="1326" h="309" extrusionOk="0">
                    <a:moveTo>
                      <a:pt x="1" y="1"/>
                    </a:moveTo>
                    <a:lnTo>
                      <a:pt x="1" y="309"/>
                    </a:lnTo>
                    <a:lnTo>
                      <a:pt x="1326" y="309"/>
                    </a:lnTo>
                    <a:lnTo>
                      <a:pt x="1326" y="1"/>
                    </a:lnTo>
                    <a:close/>
                  </a:path>
                </a:pathLst>
              </a:custGeom>
              <a:solidFill>
                <a:srgbClr val="FFFFF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075" name="Google Shape;6075;p75"/>
            <p:cNvGrpSpPr/>
            <p:nvPr/>
          </p:nvGrpSpPr>
          <p:grpSpPr>
            <a:xfrm>
              <a:off x="2588967" y="-1852132"/>
              <a:ext cx="755206" cy="344314"/>
              <a:chOff x="2588967" y="-1852132"/>
              <a:chExt cx="755206" cy="344314"/>
            </a:xfrm>
          </p:grpSpPr>
          <p:sp>
            <p:nvSpPr>
              <p:cNvPr id="6076" name="Google Shape;6076;p75"/>
              <p:cNvSpPr/>
              <p:nvPr/>
            </p:nvSpPr>
            <p:spPr>
              <a:xfrm>
                <a:off x="2588967" y="-1852132"/>
                <a:ext cx="372297" cy="344314"/>
              </a:xfrm>
              <a:custGeom>
                <a:avLst/>
                <a:gdLst/>
                <a:ahLst/>
                <a:cxnLst/>
                <a:rect l="l" t="t" r="r" b="b"/>
                <a:pathLst>
                  <a:path w="7823" h="7235" extrusionOk="0">
                    <a:moveTo>
                      <a:pt x="7822" y="0"/>
                    </a:moveTo>
                    <a:lnTo>
                      <a:pt x="1" y="7234"/>
                    </a:lnTo>
                    <a:lnTo>
                      <a:pt x="663" y="7234"/>
                    </a:lnTo>
                    <a:lnTo>
                      <a:pt x="7822" y="859"/>
                    </a:lnTo>
                    <a:lnTo>
                      <a:pt x="7822" y="0"/>
                    </a:ln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77" name="Google Shape;6077;p75"/>
              <p:cNvSpPr/>
              <p:nvPr/>
            </p:nvSpPr>
            <p:spPr>
              <a:xfrm>
                <a:off x="2961216" y="-1852132"/>
                <a:ext cx="382957" cy="344314"/>
              </a:xfrm>
              <a:custGeom>
                <a:avLst/>
                <a:gdLst/>
                <a:ahLst/>
                <a:cxnLst/>
                <a:rect l="l" t="t" r="r" b="b"/>
                <a:pathLst>
                  <a:path w="8047" h="7235" extrusionOk="0">
                    <a:moveTo>
                      <a:pt x="0" y="0"/>
                    </a:moveTo>
                    <a:lnTo>
                      <a:pt x="0" y="859"/>
                    </a:lnTo>
                    <a:lnTo>
                      <a:pt x="7421" y="7234"/>
                    </a:lnTo>
                    <a:lnTo>
                      <a:pt x="8046" y="7234"/>
                    </a:lnTo>
                    <a:lnTo>
                      <a:pt x="0" y="0"/>
                    </a:ln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078" name="Google Shape;6078;p75"/>
          <p:cNvGrpSpPr/>
          <p:nvPr/>
        </p:nvGrpSpPr>
        <p:grpSpPr>
          <a:xfrm>
            <a:off x="1829344" y="3589117"/>
            <a:ext cx="1476655" cy="1030808"/>
            <a:chOff x="-2200675" y="3031225"/>
            <a:chExt cx="1009540" cy="252253"/>
          </a:xfrm>
        </p:grpSpPr>
        <p:sp>
          <p:nvSpPr>
            <p:cNvPr id="6079" name="Google Shape;6079;p75"/>
            <p:cNvSpPr/>
            <p:nvPr/>
          </p:nvSpPr>
          <p:spPr>
            <a:xfrm>
              <a:off x="-2200675" y="3031225"/>
              <a:ext cx="1009540" cy="252253"/>
            </a:xfrm>
            <a:custGeom>
              <a:avLst/>
              <a:gdLst/>
              <a:ahLst/>
              <a:cxnLst/>
              <a:rect l="l" t="t" r="r" b="b"/>
              <a:pathLst>
                <a:path w="24774" h="10072" extrusionOk="0">
                  <a:moveTo>
                    <a:pt x="5172" y="1"/>
                  </a:moveTo>
                  <a:lnTo>
                    <a:pt x="1" y="10072"/>
                  </a:lnTo>
                  <a:lnTo>
                    <a:pt x="24773" y="10072"/>
                  </a:lnTo>
                  <a:lnTo>
                    <a:pt x="21469" y="1"/>
                  </a:lnTo>
                  <a:close/>
                </a:path>
              </a:pathLst>
            </a:custGeom>
            <a:solidFill>
              <a:srgbClr val="FDF0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080" name="Google Shape;6080;p75"/>
            <p:cNvSpPr/>
            <p:nvPr/>
          </p:nvSpPr>
          <p:spPr>
            <a:xfrm>
              <a:off x="-2200675" y="3031225"/>
              <a:ext cx="1009540" cy="252253"/>
            </a:xfrm>
            <a:custGeom>
              <a:avLst/>
              <a:gdLst/>
              <a:ahLst/>
              <a:cxnLst/>
              <a:rect l="l" t="t" r="r" b="b"/>
              <a:pathLst>
                <a:path w="24774" h="10072" extrusionOk="0">
                  <a:moveTo>
                    <a:pt x="5172" y="1"/>
                  </a:moveTo>
                  <a:lnTo>
                    <a:pt x="1" y="10072"/>
                  </a:lnTo>
                  <a:lnTo>
                    <a:pt x="24773" y="10072"/>
                  </a:lnTo>
                  <a:lnTo>
                    <a:pt x="21469" y="1"/>
                  </a:lnTo>
                  <a:close/>
                </a:path>
              </a:pathLst>
            </a:custGeom>
            <a:solidFill>
              <a:srgbClr val="000000">
                <a:alpha val="941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082" name="Google Shape;6082;p75"/>
          <p:cNvSpPr txBox="1">
            <a:spLocks noGrp="1"/>
          </p:cNvSpPr>
          <p:nvPr>
            <p:ph type="subTitle" idx="2"/>
          </p:nvPr>
        </p:nvSpPr>
        <p:spPr>
          <a:xfrm>
            <a:off x="5069625" y="1894475"/>
            <a:ext cx="2577900" cy="621300"/>
          </a:xfrm>
          <a:prstGeom prst="rect">
            <a:avLst/>
          </a:prstGeom>
        </p:spPr>
        <p:txBody>
          <a:bodyPr spcFirstLastPara="1" wrap="square" lIns="14400" tIns="14400" rIns="14400" bIns="14400" anchor="t" anchorCtr="0">
            <a:noAutofit/>
          </a:bodyPr>
          <a:lstStyle/>
          <a:p>
            <a:pPr marL="0" lvl="0" indent="0" algn="l" rtl="0">
              <a:spcBef>
                <a:spcPts val="0"/>
              </a:spcBef>
              <a:spcAft>
                <a:spcPts val="0"/>
              </a:spcAft>
              <a:buNone/>
            </a:pPr>
            <a:r>
              <a:rPr lang="en" dirty="0"/>
              <a:t>Allguém tem alguma pergunta?</a:t>
            </a:r>
            <a:endParaRPr dirty="0"/>
          </a:p>
        </p:txBody>
      </p:sp>
      <p:sp>
        <p:nvSpPr>
          <p:cNvPr id="6083" name="Google Shape;6083;p75"/>
          <p:cNvSpPr/>
          <p:nvPr/>
        </p:nvSpPr>
        <p:spPr>
          <a:xfrm rot="-393103">
            <a:off x="5084281" y="884617"/>
            <a:ext cx="1447312" cy="339761"/>
          </a:xfrm>
          <a:prstGeom prst="rect">
            <a:avLst/>
          </a:prstGeom>
        </p:spPr>
        <p:txBody>
          <a:bodyPr>
            <a:prstTxWarp prst="textPlain">
              <a:avLst/>
            </a:prstTxWarp>
          </a:bodyPr>
          <a:lstStyle/>
          <a:p>
            <a:pPr lvl="0" algn="ctr"/>
            <a:r>
              <a:rPr lang="pt-BR" b="0" i="0" dirty="0">
                <a:ln>
                  <a:noFill/>
                </a:ln>
                <a:solidFill>
                  <a:schemeClr val="lt2"/>
                </a:solidFill>
                <a:latin typeface="Nanum Pen Script"/>
              </a:rPr>
              <a:t>Isso foi divertido!</a:t>
            </a:r>
            <a:endParaRPr b="0" i="0" dirty="0">
              <a:ln>
                <a:noFill/>
              </a:ln>
              <a:solidFill>
                <a:schemeClr val="lt2"/>
              </a:solidFill>
              <a:latin typeface="Nanum Pen Script"/>
            </a:endParaRPr>
          </a:p>
        </p:txBody>
      </p:sp>
      <p:grpSp>
        <p:nvGrpSpPr>
          <p:cNvPr id="6098" name="Google Shape;6098;p75"/>
          <p:cNvGrpSpPr/>
          <p:nvPr/>
        </p:nvGrpSpPr>
        <p:grpSpPr>
          <a:xfrm>
            <a:off x="434405" y="3033846"/>
            <a:ext cx="519246" cy="1362936"/>
            <a:chOff x="9661064" y="1798221"/>
            <a:chExt cx="965680" cy="2534751"/>
          </a:xfrm>
        </p:grpSpPr>
        <p:sp>
          <p:nvSpPr>
            <p:cNvPr id="6099" name="Google Shape;6099;p75"/>
            <p:cNvSpPr/>
            <p:nvPr/>
          </p:nvSpPr>
          <p:spPr>
            <a:xfrm>
              <a:off x="9846686" y="4002376"/>
              <a:ext cx="167247" cy="276283"/>
            </a:xfrm>
            <a:custGeom>
              <a:avLst/>
              <a:gdLst/>
              <a:ahLst/>
              <a:cxnLst/>
              <a:rect l="l" t="t" r="r" b="b"/>
              <a:pathLst>
                <a:path w="2876" h="4751" extrusionOk="0">
                  <a:moveTo>
                    <a:pt x="2876" y="0"/>
                  </a:moveTo>
                  <a:lnTo>
                    <a:pt x="346" y="233"/>
                  </a:lnTo>
                  <a:lnTo>
                    <a:pt x="1" y="3780"/>
                  </a:lnTo>
                  <a:lnTo>
                    <a:pt x="468" y="4667"/>
                  </a:lnTo>
                  <a:lnTo>
                    <a:pt x="2288" y="4751"/>
                  </a:lnTo>
                  <a:lnTo>
                    <a:pt x="2642" y="3892"/>
                  </a:lnTo>
                  <a:cubicBezTo>
                    <a:pt x="2372" y="3780"/>
                    <a:pt x="2876" y="0"/>
                    <a:pt x="2876"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0" name="Google Shape;6100;p75"/>
            <p:cNvSpPr/>
            <p:nvPr/>
          </p:nvSpPr>
          <p:spPr>
            <a:xfrm>
              <a:off x="9826100" y="4215039"/>
              <a:ext cx="348508" cy="117933"/>
            </a:xfrm>
            <a:custGeom>
              <a:avLst/>
              <a:gdLst/>
              <a:ahLst/>
              <a:cxnLst/>
              <a:rect l="l" t="t" r="r" b="b"/>
              <a:pathLst>
                <a:path w="5993" h="2028" extrusionOk="0">
                  <a:moveTo>
                    <a:pt x="326" y="1"/>
                  </a:moveTo>
                  <a:cubicBezTo>
                    <a:pt x="289" y="1"/>
                    <a:pt x="271" y="2"/>
                    <a:pt x="271" y="2"/>
                  </a:cubicBezTo>
                  <a:lnTo>
                    <a:pt x="0" y="1990"/>
                  </a:lnTo>
                  <a:lnTo>
                    <a:pt x="5955" y="2027"/>
                  </a:lnTo>
                  <a:cubicBezTo>
                    <a:pt x="5993" y="1794"/>
                    <a:pt x="5871" y="1327"/>
                    <a:pt x="5675" y="1206"/>
                  </a:cubicBezTo>
                  <a:lnTo>
                    <a:pt x="2959" y="161"/>
                  </a:lnTo>
                  <a:cubicBezTo>
                    <a:pt x="2959" y="161"/>
                    <a:pt x="2800" y="385"/>
                    <a:pt x="2411" y="385"/>
                  </a:cubicBezTo>
                  <a:cubicBezTo>
                    <a:pt x="2292" y="385"/>
                    <a:pt x="2152" y="364"/>
                    <a:pt x="1988" y="310"/>
                  </a:cubicBezTo>
                  <a:cubicBezTo>
                    <a:pt x="1060" y="26"/>
                    <a:pt x="497" y="1"/>
                    <a:pt x="326"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1" name="Google Shape;6101;p75"/>
            <p:cNvSpPr/>
            <p:nvPr/>
          </p:nvSpPr>
          <p:spPr>
            <a:xfrm>
              <a:off x="10045393" y="4246616"/>
              <a:ext cx="113456" cy="45650"/>
            </a:xfrm>
            <a:custGeom>
              <a:avLst/>
              <a:gdLst/>
              <a:ahLst/>
              <a:cxnLst/>
              <a:rect l="l" t="t" r="r" b="b"/>
              <a:pathLst>
                <a:path w="1951" h="785" extrusionOk="0">
                  <a:moveTo>
                    <a:pt x="159" y="0"/>
                  </a:moveTo>
                  <a:lnTo>
                    <a:pt x="0" y="784"/>
                  </a:lnTo>
                  <a:lnTo>
                    <a:pt x="1951" y="784"/>
                  </a:lnTo>
                  <a:lnTo>
                    <a:pt x="1951" y="747"/>
                  </a:lnTo>
                  <a:lnTo>
                    <a:pt x="159" y="0"/>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2" name="Google Shape;6102;p75"/>
            <p:cNvSpPr/>
            <p:nvPr/>
          </p:nvSpPr>
          <p:spPr>
            <a:xfrm>
              <a:off x="10043184" y="4244406"/>
              <a:ext cx="117875" cy="47860"/>
            </a:xfrm>
            <a:custGeom>
              <a:avLst/>
              <a:gdLst/>
              <a:ahLst/>
              <a:cxnLst/>
              <a:rect l="l" t="t" r="r" b="b"/>
              <a:pathLst>
                <a:path w="2027" h="823" extrusionOk="0">
                  <a:moveTo>
                    <a:pt x="234" y="85"/>
                  </a:moveTo>
                  <a:lnTo>
                    <a:pt x="1905" y="785"/>
                  </a:lnTo>
                  <a:lnTo>
                    <a:pt x="75" y="785"/>
                  </a:lnTo>
                  <a:lnTo>
                    <a:pt x="234" y="85"/>
                  </a:lnTo>
                  <a:close/>
                  <a:moveTo>
                    <a:pt x="159" y="1"/>
                  </a:moveTo>
                  <a:lnTo>
                    <a:pt x="1" y="822"/>
                  </a:lnTo>
                  <a:lnTo>
                    <a:pt x="1989" y="822"/>
                  </a:lnTo>
                  <a:cubicBezTo>
                    <a:pt x="1989" y="822"/>
                    <a:pt x="2026" y="822"/>
                    <a:pt x="2026" y="785"/>
                  </a:cubicBezTo>
                  <a:cubicBezTo>
                    <a:pt x="2026" y="785"/>
                    <a:pt x="2026" y="738"/>
                    <a:pt x="1989" y="738"/>
                  </a:cubicBezTo>
                  <a:lnTo>
                    <a:pt x="197"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3" name="Google Shape;6103;p75"/>
            <p:cNvSpPr/>
            <p:nvPr/>
          </p:nvSpPr>
          <p:spPr>
            <a:xfrm>
              <a:off x="9830404" y="4215097"/>
              <a:ext cx="36462" cy="74959"/>
            </a:xfrm>
            <a:custGeom>
              <a:avLst/>
              <a:gdLst/>
              <a:ahLst/>
              <a:cxnLst/>
              <a:rect l="l" t="t" r="r" b="b"/>
              <a:pathLst>
                <a:path w="627" h="1289" extrusionOk="0">
                  <a:moveTo>
                    <a:pt x="197" y="1"/>
                  </a:moveTo>
                  <a:lnTo>
                    <a:pt x="1" y="1289"/>
                  </a:lnTo>
                  <a:lnTo>
                    <a:pt x="626" y="1289"/>
                  </a:lnTo>
                  <a:lnTo>
                    <a:pt x="552"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4" name="Google Shape;6104;p75"/>
            <p:cNvSpPr/>
            <p:nvPr/>
          </p:nvSpPr>
          <p:spPr>
            <a:xfrm>
              <a:off x="9830404" y="4212946"/>
              <a:ext cx="38613" cy="79320"/>
            </a:xfrm>
            <a:custGeom>
              <a:avLst/>
              <a:gdLst/>
              <a:ahLst/>
              <a:cxnLst/>
              <a:rect l="l" t="t" r="r" b="b"/>
              <a:pathLst>
                <a:path w="664" h="1364" extrusionOk="0">
                  <a:moveTo>
                    <a:pt x="197" y="38"/>
                  </a:moveTo>
                  <a:cubicBezTo>
                    <a:pt x="281" y="38"/>
                    <a:pt x="468" y="75"/>
                    <a:pt x="552" y="75"/>
                  </a:cubicBezTo>
                  <a:lnTo>
                    <a:pt x="626" y="1279"/>
                  </a:lnTo>
                  <a:lnTo>
                    <a:pt x="47" y="1326"/>
                  </a:lnTo>
                  <a:lnTo>
                    <a:pt x="47" y="1326"/>
                  </a:lnTo>
                  <a:lnTo>
                    <a:pt x="197" y="38"/>
                  </a:lnTo>
                  <a:close/>
                  <a:moveTo>
                    <a:pt x="160" y="1"/>
                  </a:moveTo>
                  <a:lnTo>
                    <a:pt x="1" y="1363"/>
                  </a:lnTo>
                  <a:lnTo>
                    <a:pt x="664" y="1363"/>
                  </a:lnTo>
                  <a:lnTo>
                    <a:pt x="589"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5" name="Google Shape;6105;p75"/>
            <p:cNvSpPr/>
            <p:nvPr/>
          </p:nvSpPr>
          <p:spPr>
            <a:xfrm>
              <a:off x="9830404" y="4289998"/>
              <a:ext cx="330655" cy="4420"/>
            </a:xfrm>
            <a:custGeom>
              <a:avLst/>
              <a:gdLst/>
              <a:ahLst/>
              <a:cxnLst/>
              <a:rect l="l" t="t" r="r" b="b"/>
              <a:pathLst>
                <a:path w="5686" h="76" extrusionOk="0">
                  <a:moveTo>
                    <a:pt x="1" y="1"/>
                  </a:moveTo>
                  <a:lnTo>
                    <a:pt x="1" y="38"/>
                  </a:lnTo>
                  <a:lnTo>
                    <a:pt x="5685" y="76"/>
                  </a:lnTo>
                  <a:lnTo>
                    <a:pt x="5685" y="38"/>
                  </a:lnTo>
                  <a:lnTo>
                    <a:pt x="5685"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6" name="Google Shape;6106;p75"/>
            <p:cNvSpPr/>
            <p:nvPr/>
          </p:nvSpPr>
          <p:spPr>
            <a:xfrm>
              <a:off x="9808189" y="3088858"/>
              <a:ext cx="445681" cy="1079078"/>
            </a:xfrm>
            <a:custGeom>
              <a:avLst/>
              <a:gdLst/>
              <a:ahLst/>
              <a:cxnLst/>
              <a:rect l="l" t="t" r="r" b="b"/>
              <a:pathLst>
                <a:path w="7664" h="18556" extrusionOk="0">
                  <a:moveTo>
                    <a:pt x="1512" y="0"/>
                  </a:moveTo>
                  <a:cubicBezTo>
                    <a:pt x="1512" y="0"/>
                    <a:pt x="663" y="10109"/>
                    <a:pt x="0" y="18556"/>
                  </a:cubicBezTo>
                  <a:lnTo>
                    <a:pt x="4238" y="18556"/>
                  </a:lnTo>
                  <a:cubicBezTo>
                    <a:pt x="4630" y="16876"/>
                    <a:pt x="5050" y="15205"/>
                    <a:pt x="5246" y="14309"/>
                  </a:cubicBezTo>
                  <a:cubicBezTo>
                    <a:pt x="6375" y="9875"/>
                    <a:pt x="7663" y="2138"/>
                    <a:pt x="7663" y="2138"/>
                  </a:cubicBezTo>
                  <a:lnTo>
                    <a:pt x="1512" y="0"/>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07" name="Google Shape;6107;p75"/>
            <p:cNvSpPr/>
            <p:nvPr/>
          </p:nvSpPr>
          <p:spPr>
            <a:xfrm>
              <a:off x="9808189" y="3088858"/>
              <a:ext cx="445681" cy="1079078"/>
            </a:xfrm>
            <a:custGeom>
              <a:avLst/>
              <a:gdLst/>
              <a:ahLst/>
              <a:cxnLst/>
              <a:rect l="l" t="t" r="r" b="b"/>
              <a:pathLst>
                <a:path w="7664" h="18556" extrusionOk="0">
                  <a:moveTo>
                    <a:pt x="1512" y="0"/>
                  </a:moveTo>
                  <a:cubicBezTo>
                    <a:pt x="1512" y="0"/>
                    <a:pt x="663" y="10109"/>
                    <a:pt x="0" y="18556"/>
                  </a:cubicBezTo>
                  <a:lnTo>
                    <a:pt x="4238" y="18556"/>
                  </a:lnTo>
                  <a:cubicBezTo>
                    <a:pt x="4630" y="16876"/>
                    <a:pt x="5050" y="15205"/>
                    <a:pt x="5246" y="14309"/>
                  </a:cubicBezTo>
                  <a:cubicBezTo>
                    <a:pt x="6375" y="9875"/>
                    <a:pt x="7663" y="2138"/>
                    <a:pt x="7663" y="2138"/>
                  </a:cubicBezTo>
                  <a:lnTo>
                    <a:pt x="1512" y="0"/>
                  </a:ln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08" name="Google Shape;6108;p75"/>
            <p:cNvGrpSpPr/>
            <p:nvPr/>
          </p:nvGrpSpPr>
          <p:grpSpPr>
            <a:xfrm>
              <a:off x="9661064" y="2414696"/>
              <a:ext cx="337168" cy="608508"/>
              <a:chOff x="9661064" y="2414696"/>
              <a:chExt cx="337168" cy="608508"/>
            </a:xfrm>
          </p:grpSpPr>
          <p:sp>
            <p:nvSpPr>
              <p:cNvPr id="6109" name="Google Shape;6109;p75"/>
              <p:cNvSpPr/>
              <p:nvPr/>
            </p:nvSpPr>
            <p:spPr>
              <a:xfrm>
                <a:off x="9661064" y="2474942"/>
                <a:ext cx="287215" cy="509707"/>
              </a:xfrm>
              <a:custGeom>
                <a:avLst/>
                <a:gdLst/>
                <a:ahLst/>
                <a:cxnLst/>
                <a:rect l="l" t="t" r="r" b="b"/>
                <a:pathLst>
                  <a:path w="4939" h="8765" extrusionOk="0">
                    <a:moveTo>
                      <a:pt x="4447" y="1"/>
                    </a:moveTo>
                    <a:cubicBezTo>
                      <a:pt x="3420" y="1"/>
                      <a:pt x="1102" y="213"/>
                      <a:pt x="626" y="2082"/>
                    </a:cubicBezTo>
                    <a:cubicBezTo>
                      <a:pt x="393" y="3053"/>
                      <a:pt x="113" y="4219"/>
                      <a:pt x="38" y="5731"/>
                    </a:cubicBezTo>
                    <a:cubicBezTo>
                      <a:pt x="1" y="6786"/>
                      <a:pt x="505" y="8420"/>
                      <a:pt x="2138" y="8765"/>
                    </a:cubicBezTo>
                    <a:lnTo>
                      <a:pt x="3576" y="8224"/>
                    </a:lnTo>
                    <a:lnTo>
                      <a:pt x="4938" y="19"/>
                    </a:lnTo>
                    <a:cubicBezTo>
                      <a:pt x="4938" y="19"/>
                      <a:pt x="4748" y="1"/>
                      <a:pt x="4447"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0" name="Google Shape;6110;p75"/>
              <p:cNvSpPr/>
              <p:nvPr/>
            </p:nvSpPr>
            <p:spPr>
              <a:xfrm>
                <a:off x="9667577" y="2417894"/>
                <a:ext cx="262791" cy="335307"/>
              </a:xfrm>
              <a:custGeom>
                <a:avLst/>
                <a:gdLst/>
                <a:ahLst/>
                <a:cxnLst/>
                <a:rect l="l" t="t" r="r" b="b"/>
                <a:pathLst>
                  <a:path w="4519" h="5766" extrusionOk="0">
                    <a:moveTo>
                      <a:pt x="3454" y="0"/>
                    </a:moveTo>
                    <a:cubicBezTo>
                      <a:pt x="2969" y="0"/>
                      <a:pt x="2484" y="130"/>
                      <a:pt x="2063" y="375"/>
                    </a:cubicBezTo>
                    <a:cubicBezTo>
                      <a:pt x="430" y="1308"/>
                      <a:pt x="1" y="4426"/>
                      <a:pt x="122" y="4892"/>
                    </a:cubicBezTo>
                    <a:cubicBezTo>
                      <a:pt x="229" y="5316"/>
                      <a:pt x="406" y="5765"/>
                      <a:pt x="684" y="5765"/>
                    </a:cubicBezTo>
                    <a:cubicBezTo>
                      <a:pt x="914" y="5765"/>
                      <a:pt x="1212" y="5458"/>
                      <a:pt x="1597" y="4575"/>
                    </a:cubicBezTo>
                    <a:cubicBezTo>
                      <a:pt x="2026" y="3530"/>
                      <a:pt x="3501" y="925"/>
                      <a:pt x="3501" y="925"/>
                    </a:cubicBezTo>
                    <a:lnTo>
                      <a:pt x="4518" y="225"/>
                    </a:lnTo>
                    <a:cubicBezTo>
                      <a:pt x="4182" y="73"/>
                      <a:pt x="3818" y="0"/>
                      <a:pt x="3454" y="0"/>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1" name="Google Shape;6111;p75"/>
              <p:cNvSpPr/>
              <p:nvPr/>
            </p:nvSpPr>
            <p:spPr>
              <a:xfrm>
                <a:off x="9711017" y="2455170"/>
                <a:ext cx="287215" cy="445913"/>
              </a:xfrm>
              <a:custGeom>
                <a:avLst/>
                <a:gdLst/>
                <a:ahLst/>
                <a:cxnLst/>
                <a:rect l="l" t="t" r="r" b="b"/>
                <a:pathLst>
                  <a:path w="4939" h="7668" extrusionOk="0">
                    <a:moveTo>
                      <a:pt x="3482" y="0"/>
                    </a:moveTo>
                    <a:cubicBezTo>
                      <a:pt x="2005" y="0"/>
                      <a:pt x="1316" y="1451"/>
                      <a:pt x="1316" y="1451"/>
                    </a:cubicBezTo>
                    <a:cubicBezTo>
                      <a:pt x="346" y="3159"/>
                      <a:pt x="0" y="7285"/>
                      <a:pt x="0" y="7285"/>
                    </a:cubicBezTo>
                    <a:lnTo>
                      <a:pt x="3417" y="7668"/>
                    </a:lnTo>
                    <a:cubicBezTo>
                      <a:pt x="4201" y="6771"/>
                      <a:pt x="4938" y="6659"/>
                      <a:pt x="4938" y="6659"/>
                    </a:cubicBezTo>
                    <a:lnTo>
                      <a:pt x="4667" y="284"/>
                    </a:lnTo>
                    <a:cubicBezTo>
                      <a:pt x="4227" y="82"/>
                      <a:pt x="3832" y="0"/>
                      <a:pt x="3482" y="0"/>
                    </a:cubicBezTo>
                    <a:close/>
                  </a:path>
                </a:pathLst>
              </a:custGeom>
              <a:solidFill>
                <a:srgbClr val="FD7D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2" name="Google Shape;6112;p75"/>
              <p:cNvSpPr/>
              <p:nvPr/>
            </p:nvSpPr>
            <p:spPr>
              <a:xfrm>
                <a:off x="9674613" y="2417894"/>
                <a:ext cx="300765" cy="605309"/>
              </a:xfrm>
              <a:custGeom>
                <a:avLst/>
                <a:gdLst/>
                <a:ahLst/>
                <a:cxnLst/>
                <a:rect l="l" t="t" r="r" b="b"/>
                <a:pathLst>
                  <a:path w="5172" h="10409" extrusionOk="0">
                    <a:moveTo>
                      <a:pt x="3944" y="1"/>
                    </a:moveTo>
                    <a:cubicBezTo>
                      <a:pt x="2876" y="1"/>
                      <a:pt x="1397" y="694"/>
                      <a:pt x="738" y="4192"/>
                    </a:cubicBezTo>
                    <a:cubicBezTo>
                      <a:pt x="738" y="4192"/>
                      <a:pt x="272" y="5742"/>
                      <a:pt x="113" y="7412"/>
                    </a:cubicBezTo>
                    <a:cubicBezTo>
                      <a:pt x="1" y="8626"/>
                      <a:pt x="813" y="9709"/>
                      <a:pt x="2026" y="9942"/>
                    </a:cubicBezTo>
                    <a:lnTo>
                      <a:pt x="4593" y="10409"/>
                    </a:lnTo>
                    <a:lnTo>
                      <a:pt x="5172" y="300"/>
                    </a:lnTo>
                    <a:cubicBezTo>
                      <a:pt x="5172" y="300"/>
                      <a:pt x="4647" y="1"/>
                      <a:pt x="3944"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3" name="Google Shape;6113;p75"/>
              <p:cNvSpPr/>
              <p:nvPr/>
            </p:nvSpPr>
            <p:spPr>
              <a:xfrm>
                <a:off x="9711017" y="2414696"/>
                <a:ext cx="217141" cy="549890"/>
              </a:xfrm>
              <a:custGeom>
                <a:avLst/>
                <a:gdLst/>
                <a:ahLst/>
                <a:cxnLst/>
                <a:rect l="l" t="t" r="r" b="b"/>
                <a:pathLst>
                  <a:path w="3734" h="9456" extrusionOk="0">
                    <a:moveTo>
                      <a:pt x="3613" y="0"/>
                    </a:moveTo>
                    <a:cubicBezTo>
                      <a:pt x="3575" y="47"/>
                      <a:pt x="2250" y="392"/>
                      <a:pt x="1634" y="1867"/>
                    </a:cubicBezTo>
                    <a:cubicBezTo>
                      <a:pt x="1083" y="3118"/>
                      <a:pt x="0" y="6618"/>
                      <a:pt x="234" y="9381"/>
                    </a:cubicBezTo>
                    <a:cubicBezTo>
                      <a:pt x="234" y="9418"/>
                      <a:pt x="271" y="9456"/>
                      <a:pt x="308" y="9456"/>
                    </a:cubicBezTo>
                    <a:cubicBezTo>
                      <a:pt x="346" y="9456"/>
                      <a:pt x="383" y="9418"/>
                      <a:pt x="383" y="9381"/>
                    </a:cubicBezTo>
                    <a:cubicBezTo>
                      <a:pt x="187" y="6618"/>
                      <a:pt x="1242" y="3155"/>
                      <a:pt x="1783" y="1951"/>
                    </a:cubicBezTo>
                    <a:cubicBezTo>
                      <a:pt x="2409" y="551"/>
                      <a:pt x="3650" y="196"/>
                      <a:pt x="3650" y="196"/>
                    </a:cubicBezTo>
                    <a:cubicBezTo>
                      <a:pt x="3734" y="159"/>
                      <a:pt x="3734" y="122"/>
                      <a:pt x="3734" y="84"/>
                    </a:cubicBezTo>
                    <a:cubicBezTo>
                      <a:pt x="3734" y="47"/>
                      <a:pt x="3650" y="0"/>
                      <a:pt x="3613"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14" name="Google Shape;6114;p75"/>
            <p:cNvSpPr/>
            <p:nvPr/>
          </p:nvSpPr>
          <p:spPr>
            <a:xfrm>
              <a:off x="10291786" y="4002376"/>
              <a:ext cx="160734" cy="276283"/>
            </a:xfrm>
            <a:custGeom>
              <a:avLst/>
              <a:gdLst/>
              <a:ahLst/>
              <a:cxnLst/>
              <a:rect l="l" t="t" r="r" b="b"/>
              <a:pathLst>
                <a:path w="2764" h="4751" extrusionOk="0">
                  <a:moveTo>
                    <a:pt x="2568" y="0"/>
                  </a:moveTo>
                  <a:lnTo>
                    <a:pt x="1" y="233"/>
                  </a:lnTo>
                  <a:lnTo>
                    <a:pt x="122" y="3780"/>
                  </a:lnTo>
                  <a:lnTo>
                    <a:pt x="626" y="4667"/>
                  </a:lnTo>
                  <a:lnTo>
                    <a:pt x="2456" y="4751"/>
                  </a:lnTo>
                  <a:lnTo>
                    <a:pt x="2764" y="3892"/>
                  </a:lnTo>
                  <a:cubicBezTo>
                    <a:pt x="2493" y="3780"/>
                    <a:pt x="2568" y="0"/>
                    <a:pt x="2568"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5" name="Google Shape;6115;p75"/>
            <p:cNvSpPr/>
            <p:nvPr/>
          </p:nvSpPr>
          <p:spPr>
            <a:xfrm>
              <a:off x="10294519" y="4215039"/>
              <a:ext cx="332225" cy="117933"/>
            </a:xfrm>
            <a:custGeom>
              <a:avLst/>
              <a:gdLst/>
              <a:ahLst/>
              <a:cxnLst/>
              <a:rect l="l" t="t" r="r" b="b"/>
              <a:pathLst>
                <a:path w="5713" h="2028" extrusionOk="0">
                  <a:moveTo>
                    <a:pt x="55" y="1"/>
                  </a:moveTo>
                  <a:cubicBezTo>
                    <a:pt x="19" y="1"/>
                    <a:pt x="0" y="2"/>
                    <a:pt x="0" y="2"/>
                  </a:cubicBezTo>
                  <a:lnTo>
                    <a:pt x="75" y="1990"/>
                  </a:lnTo>
                  <a:lnTo>
                    <a:pt x="5675" y="2027"/>
                  </a:lnTo>
                  <a:cubicBezTo>
                    <a:pt x="5713" y="1794"/>
                    <a:pt x="5601" y="1327"/>
                    <a:pt x="5442" y="1206"/>
                  </a:cubicBezTo>
                  <a:lnTo>
                    <a:pt x="2679" y="161"/>
                  </a:lnTo>
                  <a:cubicBezTo>
                    <a:pt x="2679" y="161"/>
                    <a:pt x="2520" y="385"/>
                    <a:pt x="2131" y="385"/>
                  </a:cubicBezTo>
                  <a:cubicBezTo>
                    <a:pt x="2012" y="385"/>
                    <a:pt x="1872" y="364"/>
                    <a:pt x="1708" y="310"/>
                  </a:cubicBezTo>
                  <a:cubicBezTo>
                    <a:pt x="780" y="26"/>
                    <a:pt x="224" y="1"/>
                    <a:pt x="55" y="1"/>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6" name="Google Shape;6116;p75"/>
            <p:cNvSpPr/>
            <p:nvPr/>
          </p:nvSpPr>
          <p:spPr>
            <a:xfrm>
              <a:off x="10498053" y="4246616"/>
              <a:ext cx="112990" cy="45650"/>
            </a:xfrm>
            <a:custGeom>
              <a:avLst/>
              <a:gdLst/>
              <a:ahLst/>
              <a:cxnLst/>
              <a:rect l="l" t="t" r="r" b="b"/>
              <a:pathLst>
                <a:path w="1943" h="785" extrusionOk="0">
                  <a:moveTo>
                    <a:pt x="150" y="0"/>
                  </a:moveTo>
                  <a:lnTo>
                    <a:pt x="1" y="784"/>
                  </a:lnTo>
                  <a:lnTo>
                    <a:pt x="1942" y="784"/>
                  </a:lnTo>
                  <a:lnTo>
                    <a:pt x="1942" y="747"/>
                  </a:lnTo>
                  <a:lnTo>
                    <a:pt x="150" y="0"/>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7" name="Google Shape;6117;p75"/>
            <p:cNvSpPr/>
            <p:nvPr/>
          </p:nvSpPr>
          <p:spPr>
            <a:xfrm>
              <a:off x="10495319" y="4244406"/>
              <a:ext cx="117875" cy="47860"/>
            </a:xfrm>
            <a:custGeom>
              <a:avLst/>
              <a:gdLst/>
              <a:ahLst/>
              <a:cxnLst/>
              <a:rect l="l" t="t" r="r" b="b"/>
              <a:pathLst>
                <a:path w="2027" h="823" extrusionOk="0">
                  <a:moveTo>
                    <a:pt x="234" y="85"/>
                  </a:moveTo>
                  <a:lnTo>
                    <a:pt x="1914" y="785"/>
                  </a:lnTo>
                  <a:lnTo>
                    <a:pt x="85" y="785"/>
                  </a:lnTo>
                  <a:lnTo>
                    <a:pt x="234" y="85"/>
                  </a:lnTo>
                  <a:close/>
                  <a:moveTo>
                    <a:pt x="197" y="1"/>
                  </a:moveTo>
                  <a:lnTo>
                    <a:pt x="1" y="822"/>
                  </a:lnTo>
                  <a:lnTo>
                    <a:pt x="1989" y="822"/>
                  </a:lnTo>
                  <a:cubicBezTo>
                    <a:pt x="1989" y="822"/>
                    <a:pt x="2026" y="822"/>
                    <a:pt x="2026" y="785"/>
                  </a:cubicBezTo>
                  <a:cubicBezTo>
                    <a:pt x="2026" y="785"/>
                    <a:pt x="2026" y="738"/>
                    <a:pt x="1989" y="738"/>
                  </a:cubicBezTo>
                  <a:lnTo>
                    <a:pt x="197"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8" name="Google Shape;6118;p75"/>
            <p:cNvSpPr/>
            <p:nvPr/>
          </p:nvSpPr>
          <p:spPr>
            <a:xfrm>
              <a:off x="10294519" y="4215097"/>
              <a:ext cx="27215" cy="74959"/>
            </a:xfrm>
            <a:custGeom>
              <a:avLst/>
              <a:gdLst/>
              <a:ahLst/>
              <a:cxnLst/>
              <a:rect l="l" t="t" r="r" b="b"/>
              <a:pathLst>
                <a:path w="468" h="1289" extrusionOk="0">
                  <a:moveTo>
                    <a:pt x="0" y="1"/>
                  </a:moveTo>
                  <a:lnTo>
                    <a:pt x="38" y="1289"/>
                  </a:lnTo>
                  <a:lnTo>
                    <a:pt x="467" y="1289"/>
                  </a:lnTo>
                  <a:lnTo>
                    <a:pt x="383" y="1"/>
                  </a:lnTo>
                  <a:close/>
                </a:path>
              </a:pathLst>
            </a:custGeom>
            <a:solidFill>
              <a:schemeClr val="accent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19" name="Google Shape;6119;p75"/>
            <p:cNvSpPr/>
            <p:nvPr/>
          </p:nvSpPr>
          <p:spPr>
            <a:xfrm>
              <a:off x="10291786" y="4212946"/>
              <a:ext cx="29949" cy="79320"/>
            </a:xfrm>
            <a:custGeom>
              <a:avLst/>
              <a:gdLst/>
              <a:ahLst/>
              <a:cxnLst/>
              <a:rect l="l" t="t" r="r" b="b"/>
              <a:pathLst>
                <a:path w="515" h="1364" extrusionOk="0">
                  <a:moveTo>
                    <a:pt x="85" y="38"/>
                  </a:moveTo>
                  <a:cubicBezTo>
                    <a:pt x="159" y="38"/>
                    <a:pt x="318" y="75"/>
                    <a:pt x="393" y="75"/>
                  </a:cubicBezTo>
                  <a:lnTo>
                    <a:pt x="467" y="1279"/>
                  </a:lnTo>
                  <a:lnTo>
                    <a:pt x="122" y="1326"/>
                  </a:lnTo>
                  <a:lnTo>
                    <a:pt x="85" y="38"/>
                  </a:lnTo>
                  <a:close/>
                  <a:moveTo>
                    <a:pt x="1" y="1"/>
                  </a:moveTo>
                  <a:lnTo>
                    <a:pt x="85" y="1363"/>
                  </a:lnTo>
                  <a:lnTo>
                    <a:pt x="514" y="1363"/>
                  </a:lnTo>
                  <a:lnTo>
                    <a:pt x="430"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0" name="Google Shape;6120;p75"/>
            <p:cNvSpPr/>
            <p:nvPr/>
          </p:nvSpPr>
          <p:spPr>
            <a:xfrm>
              <a:off x="10296670" y="4289998"/>
              <a:ext cx="318676" cy="4420"/>
            </a:xfrm>
            <a:custGeom>
              <a:avLst/>
              <a:gdLst/>
              <a:ahLst/>
              <a:cxnLst/>
              <a:rect l="l" t="t" r="r" b="b"/>
              <a:pathLst>
                <a:path w="5480" h="76" extrusionOk="0">
                  <a:moveTo>
                    <a:pt x="38" y="1"/>
                  </a:moveTo>
                  <a:cubicBezTo>
                    <a:pt x="38" y="1"/>
                    <a:pt x="1" y="1"/>
                    <a:pt x="1" y="38"/>
                  </a:cubicBezTo>
                  <a:lnTo>
                    <a:pt x="38" y="38"/>
                  </a:lnTo>
                  <a:lnTo>
                    <a:pt x="5442" y="76"/>
                  </a:lnTo>
                  <a:lnTo>
                    <a:pt x="5480" y="38"/>
                  </a:lnTo>
                  <a:lnTo>
                    <a:pt x="5442" y="1"/>
                  </a:ln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1" name="Google Shape;6121;p75"/>
            <p:cNvSpPr/>
            <p:nvPr/>
          </p:nvSpPr>
          <p:spPr>
            <a:xfrm>
              <a:off x="9846686" y="3138753"/>
              <a:ext cx="640026" cy="1015633"/>
            </a:xfrm>
            <a:custGeom>
              <a:avLst/>
              <a:gdLst/>
              <a:ahLst/>
              <a:cxnLst/>
              <a:rect l="l" t="t" r="r" b="b"/>
              <a:pathLst>
                <a:path w="11006" h="17465" extrusionOk="0">
                  <a:moveTo>
                    <a:pt x="8121" y="1"/>
                  </a:moveTo>
                  <a:lnTo>
                    <a:pt x="150" y="271"/>
                  </a:lnTo>
                  <a:cubicBezTo>
                    <a:pt x="150" y="271"/>
                    <a:pt x="1" y="2838"/>
                    <a:pt x="1280" y="4584"/>
                  </a:cubicBezTo>
                  <a:cubicBezTo>
                    <a:pt x="1784" y="5246"/>
                    <a:pt x="4705" y="9335"/>
                    <a:pt x="5209" y="10380"/>
                  </a:cubicBezTo>
                  <a:cubicBezTo>
                    <a:pt x="5872" y="11743"/>
                    <a:pt x="6301" y="13180"/>
                    <a:pt x="6488" y="14664"/>
                  </a:cubicBezTo>
                  <a:cubicBezTo>
                    <a:pt x="6609" y="15476"/>
                    <a:pt x="6805" y="16410"/>
                    <a:pt x="7001" y="17465"/>
                  </a:cubicBezTo>
                  <a:lnTo>
                    <a:pt x="11006" y="17465"/>
                  </a:lnTo>
                  <a:cubicBezTo>
                    <a:pt x="10968" y="14543"/>
                    <a:pt x="10922" y="11043"/>
                    <a:pt x="10810" y="10072"/>
                  </a:cubicBezTo>
                  <a:cubicBezTo>
                    <a:pt x="10306" y="5564"/>
                    <a:pt x="8121" y="1"/>
                    <a:pt x="8121"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2" name="Google Shape;6122;p75"/>
            <p:cNvSpPr/>
            <p:nvPr/>
          </p:nvSpPr>
          <p:spPr>
            <a:xfrm>
              <a:off x="10041032" y="3362931"/>
              <a:ext cx="300765" cy="712194"/>
            </a:xfrm>
            <a:custGeom>
              <a:avLst/>
              <a:gdLst/>
              <a:ahLst/>
              <a:cxnLst/>
              <a:rect l="l" t="t" r="r" b="b"/>
              <a:pathLst>
                <a:path w="5172" h="12247" extrusionOk="0">
                  <a:moveTo>
                    <a:pt x="117" y="1"/>
                  </a:moveTo>
                  <a:cubicBezTo>
                    <a:pt x="87" y="1"/>
                    <a:pt x="56" y="10"/>
                    <a:pt x="38" y="29"/>
                  </a:cubicBezTo>
                  <a:cubicBezTo>
                    <a:pt x="0" y="75"/>
                    <a:pt x="0" y="150"/>
                    <a:pt x="38" y="187"/>
                  </a:cubicBezTo>
                  <a:cubicBezTo>
                    <a:pt x="75" y="187"/>
                    <a:pt x="1559" y="1821"/>
                    <a:pt x="3109" y="4817"/>
                  </a:cubicBezTo>
                  <a:cubicBezTo>
                    <a:pt x="4863" y="8280"/>
                    <a:pt x="4938" y="12088"/>
                    <a:pt x="4938" y="12125"/>
                  </a:cubicBezTo>
                  <a:cubicBezTo>
                    <a:pt x="4938" y="12209"/>
                    <a:pt x="5013" y="12247"/>
                    <a:pt x="5059" y="12247"/>
                  </a:cubicBezTo>
                  <a:cubicBezTo>
                    <a:pt x="5134" y="12247"/>
                    <a:pt x="5171" y="12209"/>
                    <a:pt x="5171" y="12125"/>
                  </a:cubicBezTo>
                  <a:cubicBezTo>
                    <a:pt x="5171" y="12088"/>
                    <a:pt x="5097" y="8196"/>
                    <a:pt x="3305" y="4696"/>
                  </a:cubicBezTo>
                  <a:cubicBezTo>
                    <a:pt x="1746" y="1709"/>
                    <a:pt x="234" y="75"/>
                    <a:pt x="196" y="29"/>
                  </a:cubicBezTo>
                  <a:cubicBezTo>
                    <a:pt x="178" y="10"/>
                    <a:pt x="147" y="1"/>
                    <a:pt x="117" y="1"/>
                  </a:cubicBezTo>
                  <a:close/>
                </a:path>
              </a:pathLst>
            </a:custGeom>
            <a:solidFill>
              <a:srgbClr val="FDF0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3" name="Google Shape;6123;p75"/>
            <p:cNvSpPr/>
            <p:nvPr/>
          </p:nvSpPr>
          <p:spPr>
            <a:xfrm>
              <a:off x="10183215" y="3370200"/>
              <a:ext cx="74959" cy="211559"/>
            </a:xfrm>
            <a:custGeom>
              <a:avLst/>
              <a:gdLst/>
              <a:ahLst/>
              <a:cxnLst/>
              <a:rect l="l" t="t" r="r" b="b"/>
              <a:pathLst>
                <a:path w="1289" h="3638" extrusionOk="0">
                  <a:moveTo>
                    <a:pt x="145" y="0"/>
                  </a:moveTo>
                  <a:cubicBezTo>
                    <a:pt x="122" y="0"/>
                    <a:pt x="100" y="10"/>
                    <a:pt x="85" y="25"/>
                  </a:cubicBezTo>
                  <a:cubicBezTo>
                    <a:pt x="48" y="62"/>
                    <a:pt x="1" y="100"/>
                    <a:pt x="48" y="184"/>
                  </a:cubicBezTo>
                  <a:cubicBezTo>
                    <a:pt x="48" y="184"/>
                    <a:pt x="1018" y="1892"/>
                    <a:pt x="48" y="3451"/>
                  </a:cubicBezTo>
                  <a:cubicBezTo>
                    <a:pt x="1" y="3525"/>
                    <a:pt x="48" y="3563"/>
                    <a:pt x="85" y="3600"/>
                  </a:cubicBezTo>
                  <a:cubicBezTo>
                    <a:pt x="122" y="3600"/>
                    <a:pt x="122" y="3637"/>
                    <a:pt x="160" y="3637"/>
                  </a:cubicBezTo>
                  <a:cubicBezTo>
                    <a:pt x="197" y="3637"/>
                    <a:pt x="197" y="3600"/>
                    <a:pt x="234" y="3563"/>
                  </a:cubicBezTo>
                  <a:cubicBezTo>
                    <a:pt x="1289" y="1892"/>
                    <a:pt x="234" y="62"/>
                    <a:pt x="234" y="62"/>
                  </a:cubicBezTo>
                  <a:cubicBezTo>
                    <a:pt x="212" y="19"/>
                    <a:pt x="178" y="0"/>
                    <a:pt x="145" y="0"/>
                  </a:cubicBezTo>
                  <a:close/>
                </a:path>
              </a:pathLst>
            </a:custGeom>
            <a:solidFill>
              <a:srgbClr val="FDF0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4" name="Google Shape;6124;p75"/>
            <p:cNvSpPr/>
            <p:nvPr/>
          </p:nvSpPr>
          <p:spPr>
            <a:xfrm>
              <a:off x="10235320" y="4065878"/>
              <a:ext cx="246508" cy="15759"/>
            </a:xfrm>
            <a:custGeom>
              <a:avLst/>
              <a:gdLst/>
              <a:ahLst/>
              <a:cxnLst/>
              <a:rect l="l" t="t" r="r" b="b"/>
              <a:pathLst>
                <a:path w="4239" h="271" extrusionOk="0">
                  <a:moveTo>
                    <a:pt x="4127" y="0"/>
                  </a:moveTo>
                  <a:lnTo>
                    <a:pt x="122" y="37"/>
                  </a:lnTo>
                  <a:cubicBezTo>
                    <a:pt x="38" y="37"/>
                    <a:pt x="1" y="75"/>
                    <a:pt x="1" y="159"/>
                  </a:cubicBezTo>
                  <a:cubicBezTo>
                    <a:pt x="1" y="233"/>
                    <a:pt x="85" y="271"/>
                    <a:pt x="122" y="271"/>
                  </a:cubicBezTo>
                  <a:lnTo>
                    <a:pt x="4127" y="196"/>
                  </a:lnTo>
                  <a:cubicBezTo>
                    <a:pt x="4201" y="196"/>
                    <a:pt x="4239" y="159"/>
                    <a:pt x="4239" y="121"/>
                  </a:cubicBezTo>
                  <a:cubicBezTo>
                    <a:pt x="4239" y="37"/>
                    <a:pt x="4201" y="0"/>
                    <a:pt x="4127" y="0"/>
                  </a:cubicBezTo>
                  <a:close/>
                </a:path>
              </a:pathLst>
            </a:custGeom>
            <a:solidFill>
              <a:srgbClr val="FDF0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5" name="Google Shape;6125;p75"/>
            <p:cNvSpPr/>
            <p:nvPr/>
          </p:nvSpPr>
          <p:spPr>
            <a:xfrm>
              <a:off x="9814703" y="4065878"/>
              <a:ext cx="253545" cy="15759"/>
            </a:xfrm>
            <a:custGeom>
              <a:avLst/>
              <a:gdLst/>
              <a:ahLst/>
              <a:cxnLst/>
              <a:rect l="l" t="t" r="r" b="b"/>
              <a:pathLst>
                <a:path w="4360" h="271" extrusionOk="0">
                  <a:moveTo>
                    <a:pt x="4238" y="0"/>
                  </a:moveTo>
                  <a:lnTo>
                    <a:pt x="121" y="37"/>
                  </a:lnTo>
                  <a:cubicBezTo>
                    <a:pt x="37" y="37"/>
                    <a:pt x="0" y="121"/>
                    <a:pt x="0" y="159"/>
                  </a:cubicBezTo>
                  <a:cubicBezTo>
                    <a:pt x="0" y="233"/>
                    <a:pt x="37" y="271"/>
                    <a:pt x="121" y="271"/>
                  </a:cubicBezTo>
                  <a:lnTo>
                    <a:pt x="4238" y="233"/>
                  </a:lnTo>
                  <a:cubicBezTo>
                    <a:pt x="4322" y="233"/>
                    <a:pt x="4359" y="159"/>
                    <a:pt x="4359" y="121"/>
                  </a:cubicBezTo>
                  <a:cubicBezTo>
                    <a:pt x="4359" y="37"/>
                    <a:pt x="4322" y="0"/>
                    <a:pt x="4238" y="0"/>
                  </a:cubicBezTo>
                  <a:close/>
                </a:path>
              </a:pathLst>
            </a:custGeom>
            <a:solidFill>
              <a:srgbClr val="FDF0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6" name="Google Shape;6126;p75"/>
            <p:cNvSpPr/>
            <p:nvPr/>
          </p:nvSpPr>
          <p:spPr>
            <a:xfrm>
              <a:off x="10131692" y="2384980"/>
              <a:ext cx="271456" cy="631711"/>
            </a:xfrm>
            <a:custGeom>
              <a:avLst/>
              <a:gdLst/>
              <a:ahLst/>
              <a:cxnLst/>
              <a:rect l="l" t="t" r="r" b="b"/>
              <a:pathLst>
                <a:path w="4668" h="10863" extrusionOk="0">
                  <a:moveTo>
                    <a:pt x="1020" y="0"/>
                  </a:moveTo>
                  <a:cubicBezTo>
                    <a:pt x="992" y="0"/>
                    <a:pt x="963" y="3"/>
                    <a:pt x="934" y="7"/>
                  </a:cubicBezTo>
                  <a:cubicBezTo>
                    <a:pt x="812" y="7"/>
                    <a:pt x="738" y="91"/>
                    <a:pt x="738" y="91"/>
                  </a:cubicBezTo>
                  <a:lnTo>
                    <a:pt x="616" y="91"/>
                  </a:lnTo>
                  <a:cubicBezTo>
                    <a:pt x="0" y="941"/>
                    <a:pt x="4667" y="10863"/>
                    <a:pt x="4667" y="10863"/>
                  </a:cubicBezTo>
                  <a:cubicBezTo>
                    <a:pt x="4667" y="10863"/>
                    <a:pt x="4387" y="7558"/>
                    <a:pt x="4350" y="7325"/>
                  </a:cubicBezTo>
                  <a:cubicBezTo>
                    <a:pt x="3687" y="2733"/>
                    <a:pt x="1979" y="707"/>
                    <a:pt x="1475" y="203"/>
                  </a:cubicBezTo>
                  <a:cubicBezTo>
                    <a:pt x="1369" y="105"/>
                    <a:pt x="1213" y="0"/>
                    <a:pt x="1020"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7" name="Google Shape;6127;p75"/>
            <p:cNvSpPr/>
            <p:nvPr/>
          </p:nvSpPr>
          <p:spPr>
            <a:xfrm>
              <a:off x="10009572" y="2324560"/>
              <a:ext cx="187309" cy="196555"/>
            </a:xfrm>
            <a:custGeom>
              <a:avLst/>
              <a:gdLst/>
              <a:ahLst/>
              <a:cxnLst/>
              <a:rect l="l" t="t" r="r" b="b"/>
              <a:pathLst>
                <a:path w="3221" h="3380" extrusionOk="0">
                  <a:moveTo>
                    <a:pt x="504" y="1"/>
                  </a:moveTo>
                  <a:lnTo>
                    <a:pt x="308" y="1242"/>
                  </a:lnTo>
                  <a:lnTo>
                    <a:pt x="0" y="2997"/>
                  </a:lnTo>
                  <a:lnTo>
                    <a:pt x="3034" y="3380"/>
                  </a:lnTo>
                  <a:lnTo>
                    <a:pt x="3220" y="76"/>
                  </a:lnTo>
                  <a:lnTo>
                    <a:pt x="504" y="1"/>
                  </a:ln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8" name="Google Shape;6128;p75"/>
            <p:cNvSpPr/>
            <p:nvPr/>
          </p:nvSpPr>
          <p:spPr>
            <a:xfrm>
              <a:off x="10023121" y="2324560"/>
              <a:ext cx="173760" cy="87985"/>
            </a:xfrm>
            <a:custGeom>
              <a:avLst/>
              <a:gdLst/>
              <a:ahLst/>
              <a:cxnLst/>
              <a:rect l="l" t="t" r="r" b="b"/>
              <a:pathLst>
                <a:path w="2988" h="1513" extrusionOk="0">
                  <a:moveTo>
                    <a:pt x="271" y="1"/>
                  </a:moveTo>
                  <a:lnTo>
                    <a:pt x="75" y="1242"/>
                  </a:lnTo>
                  <a:lnTo>
                    <a:pt x="0" y="1513"/>
                  </a:lnTo>
                  <a:cubicBezTo>
                    <a:pt x="2483" y="1168"/>
                    <a:pt x="2987" y="76"/>
                    <a:pt x="2987" y="76"/>
                  </a:cubicBezTo>
                  <a:lnTo>
                    <a:pt x="271" y="1"/>
                  </a:lnTo>
                  <a:close/>
                </a:path>
              </a:pathLst>
            </a:custGeom>
            <a:solidFill>
              <a:srgbClr val="000000">
                <a:alpha val="8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29" name="Google Shape;6129;p75"/>
            <p:cNvSpPr/>
            <p:nvPr/>
          </p:nvSpPr>
          <p:spPr>
            <a:xfrm>
              <a:off x="9914550" y="2831010"/>
              <a:ext cx="99383" cy="56524"/>
            </a:xfrm>
            <a:custGeom>
              <a:avLst/>
              <a:gdLst/>
              <a:ahLst/>
              <a:cxnLst/>
              <a:rect l="l" t="t" r="r" b="b"/>
              <a:pathLst>
                <a:path w="1709" h="972" extrusionOk="0">
                  <a:moveTo>
                    <a:pt x="1587" y="0"/>
                  </a:moveTo>
                  <a:cubicBezTo>
                    <a:pt x="1438" y="0"/>
                    <a:pt x="1279" y="38"/>
                    <a:pt x="1121" y="75"/>
                  </a:cubicBezTo>
                  <a:cubicBezTo>
                    <a:pt x="971" y="122"/>
                    <a:pt x="813" y="159"/>
                    <a:pt x="701" y="234"/>
                  </a:cubicBezTo>
                  <a:cubicBezTo>
                    <a:pt x="542" y="308"/>
                    <a:pt x="421" y="430"/>
                    <a:pt x="309" y="504"/>
                  </a:cubicBezTo>
                  <a:cubicBezTo>
                    <a:pt x="187" y="626"/>
                    <a:pt x="75" y="775"/>
                    <a:pt x="1" y="896"/>
                  </a:cubicBezTo>
                  <a:cubicBezTo>
                    <a:pt x="1" y="934"/>
                    <a:pt x="1" y="971"/>
                    <a:pt x="38" y="971"/>
                  </a:cubicBezTo>
                  <a:lnTo>
                    <a:pt x="113" y="971"/>
                  </a:lnTo>
                  <a:lnTo>
                    <a:pt x="113" y="934"/>
                  </a:lnTo>
                  <a:cubicBezTo>
                    <a:pt x="187" y="822"/>
                    <a:pt x="271" y="700"/>
                    <a:pt x="383" y="626"/>
                  </a:cubicBezTo>
                  <a:cubicBezTo>
                    <a:pt x="505" y="504"/>
                    <a:pt x="617" y="430"/>
                    <a:pt x="738" y="392"/>
                  </a:cubicBezTo>
                  <a:cubicBezTo>
                    <a:pt x="887" y="308"/>
                    <a:pt x="1009" y="271"/>
                    <a:pt x="1167" y="234"/>
                  </a:cubicBezTo>
                  <a:cubicBezTo>
                    <a:pt x="1317" y="234"/>
                    <a:pt x="1438" y="196"/>
                    <a:pt x="1587" y="196"/>
                  </a:cubicBezTo>
                  <a:cubicBezTo>
                    <a:pt x="1634" y="196"/>
                    <a:pt x="1709" y="159"/>
                    <a:pt x="1671" y="75"/>
                  </a:cubicBezTo>
                  <a:cubicBezTo>
                    <a:pt x="1671" y="38"/>
                    <a:pt x="1634" y="0"/>
                    <a:pt x="1587" y="0"/>
                  </a:cubicBezTo>
                  <a:close/>
                </a:path>
              </a:pathLst>
            </a:custGeom>
            <a:solidFill>
              <a:srgbClr val="415C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0" name="Google Shape;6130;p75"/>
            <p:cNvSpPr/>
            <p:nvPr/>
          </p:nvSpPr>
          <p:spPr>
            <a:xfrm>
              <a:off x="9814703" y="2396785"/>
              <a:ext cx="624267" cy="966553"/>
            </a:xfrm>
            <a:custGeom>
              <a:avLst/>
              <a:gdLst/>
              <a:ahLst/>
              <a:cxnLst/>
              <a:rect l="l" t="t" r="r" b="b"/>
              <a:pathLst>
                <a:path w="10735" h="16621" extrusionOk="0">
                  <a:moveTo>
                    <a:pt x="3584" y="0"/>
                  </a:moveTo>
                  <a:cubicBezTo>
                    <a:pt x="0" y="4471"/>
                    <a:pt x="467" y="14001"/>
                    <a:pt x="467" y="14001"/>
                  </a:cubicBezTo>
                  <a:cubicBezTo>
                    <a:pt x="355" y="16409"/>
                    <a:pt x="4938" y="16493"/>
                    <a:pt x="4938" y="16493"/>
                  </a:cubicBezTo>
                  <a:cubicBezTo>
                    <a:pt x="5688" y="16580"/>
                    <a:pt x="6329" y="16620"/>
                    <a:pt x="6877" y="16620"/>
                  </a:cubicBezTo>
                  <a:cubicBezTo>
                    <a:pt x="9735" y="16620"/>
                    <a:pt x="10054" y="15531"/>
                    <a:pt x="10155" y="14356"/>
                  </a:cubicBezTo>
                  <a:cubicBezTo>
                    <a:pt x="10734" y="5330"/>
                    <a:pt x="6497" y="467"/>
                    <a:pt x="6497" y="467"/>
                  </a:cubicBezTo>
                  <a:cubicBezTo>
                    <a:pt x="6384" y="774"/>
                    <a:pt x="6128" y="887"/>
                    <a:pt x="5814" y="887"/>
                  </a:cubicBezTo>
                  <a:cubicBezTo>
                    <a:pt x="4932" y="887"/>
                    <a:pt x="3584" y="0"/>
                    <a:pt x="3584" y="0"/>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1" name="Google Shape;6131;p75"/>
            <p:cNvSpPr/>
            <p:nvPr/>
          </p:nvSpPr>
          <p:spPr>
            <a:xfrm>
              <a:off x="9841802" y="2430979"/>
              <a:ext cx="165095" cy="280121"/>
            </a:xfrm>
            <a:custGeom>
              <a:avLst/>
              <a:gdLst/>
              <a:ahLst/>
              <a:cxnLst/>
              <a:rect l="l" t="t" r="r" b="b"/>
              <a:pathLst>
                <a:path w="2839" h="4817" extrusionOk="0">
                  <a:moveTo>
                    <a:pt x="2838" y="0"/>
                  </a:moveTo>
                  <a:cubicBezTo>
                    <a:pt x="2838" y="0"/>
                    <a:pt x="1718" y="75"/>
                    <a:pt x="1597" y="150"/>
                  </a:cubicBezTo>
                  <a:cubicBezTo>
                    <a:pt x="1597" y="150"/>
                    <a:pt x="589" y="1354"/>
                    <a:pt x="1" y="4817"/>
                  </a:cubicBezTo>
                  <a:lnTo>
                    <a:pt x="2138" y="1046"/>
                  </a:lnTo>
                  <a:cubicBezTo>
                    <a:pt x="2138" y="1046"/>
                    <a:pt x="2297" y="700"/>
                    <a:pt x="2838"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2" name="Google Shape;6132;p75"/>
            <p:cNvSpPr/>
            <p:nvPr/>
          </p:nvSpPr>
          <p:spPr>
            <a:xfrm>
              <a:off x="9837498" y="3206617"/>
              <a:ext cx="562916" cy="83623"/>
            </a:xfrm>
            <a:custGeom>
              <a:avLst/>
              <a:gdLst/>
              <a:ahLst/>
              <a:cxnLst/>
              <a:rect l="l" t="t" r="r" b="b"/>
              <a:pathLst>
                <a:path w="9680" h="1438" extrusionOk="0">
                  <a:moveTo>
                    <a:pt x="0" y="1"/>
                  </a:moveTo>
                  <a:cubicBezTo>
                    <a:pt x="0" y="38"/>
                    <a:pt x="0" y="75"/>
                    <a:pt x="38" y="75"/>
                  </a:cubicBezTo>
                  <a:cubicBezTo>
                    <a:pt x="38" y="113"/>
                    <a:pt x="1671" y="1279"/>
                    <a:pt x="4779" y="1401"/>
                  </a:cubicBezTo>
                  <a:cubicBezTo>
                    <a:pt x="5097" y="1438"/>
                    <a:pt x="5442" y="1438"/>
                    <a:pt x="5759" y="1438"/>
                  </a:cubicBezTo>
                  <a:cubicBezTo>
                    <a:pt x="8205" y="1438"/>
                    <a:pt x="9642" y="971"/>
                    <a:pt x="9642" y="971"/>
                  </a:cubicBezTo>
                  <a:cubicBezTo>
                    <a:pt x="9679" y="971"/>
                    <a:pt x="9679" y="934"/>
                    <a:pt x="9679" y="897"/>
                  </a:cubicBezTo>
                  <a:cubicBezTo>
                    <a:pt x="9679" y="897"/>
                    <a:pt x="9642" y="850"/>
                    <a:pt x="9605" y="850"/>
                  </a:cubicBezTo>
                  <a:cubicBezTo>
                    <a:pt x="9605" y="891"/>
                    <a:pt x="8239" y="1308"/>
                    <a:pt x="5875" y="1308"/>
                  </a:cubicBezTo>
                  <a:cubicBezTo>
                    <a:pt x="5530" y="1308"/>
                    <a:pt x="5165" y="1299"/>
                    <a:pt x="4779" y="1279"/>
                  </a:cubicBezTo>
                  <a:cubicBezTo>
                    <a:pt x="1746" y="1167"/>
                    <a:pt x="112" y="1"/>
                    <a:pt x="75"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3" name="Google Shape;6133;p75"/>
            <p:cNvSpPr/>
            <p:nvPr/>
          </p:nvSpPr>
          <p:spPr>
            <a:xfrm>
              <a:off x="9855409" y="3220166"/>
              <a:ext cx="13608" cy="58676"/>
            </a:xfrm>
            <a:custGeom>
              <a:avLst/>
              <a:gdLst/>
              <a:ahLst/>
              <a:cxnLst/>
              <a:rect l="l" t="t" r="r" b="b"/>
              <a:pathLst>
                <a:path w="234" h="1009" extrusionOk="0">
                  <a:moveTo>
                    <a:pt x="159" y="1"/>
                  </a:moveTo>
                  <a:cubicBezTo>
                    <a:pt x="122" y="1"/>
                    <a:pt x="84" y="38"/>
                    <a:pt x="84" y="38"/>
                  </a:cubicBezTo>
                  <a:cubicBezTo>
                    <a:pt x="84" y="76"/>
                    <a:pt x="0" y="505"/>
                    <a:pt x="122" y="972"/>
                  </a:cubicBezTo>
                  <a:cubicBezTo>
                    <a:pt x="122" y="1009"/>
                    <a:pt x="159" y="1009"/>
                    <a:pt x="159" y="1009"/>
                  </a:cubicBezTo>
                  <a:lnTo>
                    <a:pt x="196" y="1009"/>
                  </a:lnTo>
                  <a:cubicBezTo>
                    <a:pt x="196" y="1009"/>
                    <a:pt x="234" y="972"/>
                    <a:pt x="234" y="934"/>
                  </a:cubicBezTo>
                  <a:cubicBezTo>
                    <a:pt x="122" y="505"/>
                    <a:pt x="196" y="76"/>
                    <a:pt x="196" y="76"/>
                  </a:cubicBezTo>
                  <a:cubicBezTo>
                    <a:pt x="196" y="38"/>
                    <a:pt x="159" y="1"/>
                    <a:pt x="159"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4" name="Google Shape;6134;p75"/>
            <p:cNvSpPr/>
            <p:nvPr/>
          </p:nvSpPr>
          <p:spPr>
            <a:xfrm>
              <a:off x="9889603" y="3235926"/>
              <a:ext cx="11456" cy="70074"/>
            </a:xfrm>
            <a:custGeom>
              <a:avLst/>
              <a:gdLst/>
              <a:ahLst/>
              <a:cxnLst/>
              <a:rect l="l" t="t" r="r" b="b"/>
              <a:pathLst>
                <a:path w="197" h="1205" extrusionOk="0">
                  <a:moveTo>
                    <a:pt x="112" y="1"/>
                  </a:moveTo>
                  <a:cubicBezTo>
                    <a:pt x="112" y="1"/>
                    <a:pt x="75" y="1"/>
                    <a:pt x="75" y="38"/>
                  </a:cubicBezTo>
                  <a:cubicBezTo>
                    <a:pt x="75" y="75"/>
                    <a:pt x="0" y="701"/>
                    <a:pt x="75" y="1167"/>
                  </a:cubicBezTo>
                  <a:cubicBezTo>
                    <a:pt x="112" y="1167"/>
                    <a:pt x="112" y="1205"/>
                    <a:pt x="150" y="1205"/>
                  </a:cubicBezTo>
                  <a:cubicBezTo>
                    <a:pt x="196" y="1205"/>
                    <a:pt x="196" y="1167"/>
                    <a:pt x="196" y="1130"/>
                  </a:cubicBezTo>
                  <a:cubicBezTo>
                    <a:pt x="112" y="663"/>
                    <a:pt x="196" y="75"/>
                    <a:pt x="196" y="38"/>
                  </a:cubicBezTo>
                  <a:cubicBezTo>
                    <a:pt x="196" y="38"/>
                    <a:pt x="150" y="1"/>
                    <a:pt x="112"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5" name="Google Shape;6135;p75"/>
            <p:cNvSpPr/>
            <p:nvPr/>
          </p:nvSpPr>
          <p:spPr>
            <a:xfrm>
              <a:off x="9928100" y="3251685"/>
              <a:ext cx="10933" cy="70074"/>
            </a:xfrm>
            <a:custGeom>
              <a:avLst/>
              <a:gdLst/>
              <a:ahLst/>
              <a:cxnLst/>
              <a:rect l="l" t="t" r="r" b="b"/>
              <a:pathLst>
                <a:path w="188" h="1205" extrusionOk="0">
                  <a:moveTo>
                    <a:pt x="113" y="0"/>
                  </a:moveTo>
                  <a:cubicBezTo>
                    <a:pt x="76" y="0"/>
                    <a:pt x="76" y="38"/>
                    <a:pt x="76" y="75"/>
                  </a:cubicBezTo>
                  <a:cubicBezTo>
                    <a:pt x="38" y="75"/>
                    <a:pt x="1" y="700"/>
                    <a:pt x="76" y="1167"/>
                  </a:cubicBezTo>
                  <a:cubicBezTo>
                    <a:pt x="76" y="1204"/>
                    <a:pt x="113" y="1204"/>
                    <a:pt x="150" y="1204"/>
                  </a:cubicBezTo>
                  <a:cubicBezTo>
                    <a:pt x="188" y="1204"/>
                    <a:pt x="188" y="1167"/>
                    <a:pt x="188" y="1167"/>
                  </a:cubicBezTo>
                  <a:cubicBezTo>
                    <a:pt x="113" y="700"/>
                    <a:pt x="150" y="75"/>
                    <a:pt x="150" y="75"/>
                  </a:cubicBezTo>
                  <a:cubicBezTo>
                    <a:pt x="188" y="38"/>
                    <a:pt x="150" y="38"/>
                    <a:pt x="113"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6" name="Google Shape;6136;p75"/>
            <p:cNvSpPr/>
            <p:nvPr/>
          </p:nvSpPr>
          <p:spPr>
            <a:xfrm>
              <a:off x="9973168" y="3267386"/>
              <a:ext cx="13666" cy="70074"/>
            </a:xfrm>
            <a:custGeom>
              <a:avLst/>
              <a:gdLst/>
              <a:ahLst/>
              <a:cxnLst/>
              <a:rect l="l" t="t" r="r" b="b"/>
              <a:pathLst>
                <a:path w="235" h="1205" extrusionOk="0">
                  <a:moveTo>
                    <a:pt x="159" y="1"/>
                  </a:moveTo>
                  <a:cubicBezTo>
                    <a:pt x="113" y="1"/>
                    <a:pt x="113" y="1"/>
                    <a:pt x="75" y="38"/>
                  </a:cubicBezTo>
                  <a:cubicBezTo>
                    <a:pt x="75" y="85"/>
                    <a:pt x="1" y="664"/>
                    <a:pt x="113" y="1130"/>
                  </a:cubicBezTo>
                  <a:cubicBezTo>
                    <a:pt x="113" y="1168"/>
                    <a:pt x="159" y="1205"/>
                    <a:pt x="159" y="1205"/>
                  </a:cubicBezTo>
                  <a:lnTo>
                    <a:pt x="197" y="1205"/>
                  </a:lnTo>
                  <a:cubicBezTo>
                    <a:pt x="234" y="1168"/>
                    <a:pt x="234" y="1168"/>
                    <a:pt x="234" y="1130"/>
                  </a:cubicBezTo>
                  <a:cubicBezTo>
                    <a:pt x="113" y="664"/>
                    <a:pt x="197" y="38"/>
                    <a:pt x="197" y="38"/>
                  </a:cubicBezTo>
                  <a:cubicBezTo>
                    <a:pt x="197" y="38"/>
                    <a:pt x="197" y="1"/>
                    <a:pt x="159"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7" name="Google Shape;6137;p75"/>
            <p:cNvSpPr/>
            <p:nvPr/>
          </p:nvSpPr>
          <p:spPr>
            <a:xfrm>
              <a:off x="10027483" y="3276632"/>
              <a:ext cx="11456" cy="70074"/>
            </a:xfrm>
            <a:custGeom>
              <a:avLst/>
              <a:gdLst/>
              <a:ahLst/>
              <a:cxnLst/>
              <a:rect l="l" t="t" r="r" b="b"/>
              <a:pathLst>
                <a:path w="197" h="1205" extrusionOk="0">
                  <a:moveTo>
                    <a:pt x="112" y="1"/>
                  </a:moveTo>
                  <a:lnTo>
                    <a:pt x="75" y="38"/>
                  </a:lnTo>
                  <a:cubicBezTo>
                    <a:pt x="75" y="75"/>
                    <a:pt x="0" y="701"/>
                    <a:pt x="75" y="1167"/>
                  </a:cubicBezTo>
                  <a:cubicBezTo>
                    <a:pt x="112" y="1205"/>
                    <a:pt x="112" y="1205"/>
                    <a:pt x="159" y="1205"/>
                  </a:cubicBezTo>
                  <a:cubicBezTo>
                    <a:pt x="196" y="1205"/>
                    <a:pt x="196" y="1167"/>
                    <a:pt x="196" y="1130"/>
                  </a:cubicBezTo>
                  <a:cubicBezTo>
                    <a:pt x="112" y="701"/>
                    <a:pt x="196" y="75"/>
                    <a:pt x="196" y="75"/>
                  </a:cubicBezTo>
                  <a:cubicBezTo>
                    <a:pt x="196" y="38"/>
                    <a:pt x="159" y="1"/>
                    <a:pt x="112"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8" name="Google Shape;6138;p75"/>
            <p:cNvSpPr/>
            <p:nvPr/>
          </p:nvSpPr>
          <p:spPr>
            <a:xfrm>
              <a:off x="10077377" y="3283145"/>
              <a:ext cx="10933" cy="70597"/>
            </a:xfrm>
            <a:custGeom>
              <a:avLst/>
              <a:gdLst/>
              <a:ahLst/>
              <a:cxnLst/>
              <a:rect l="l" t="t" r="r" b="b"/>
              <a:pathLst>
                <a:path w="188" h="1214" extrusionOk="0">
                  <a:moveTo>
                    <a:pt x="113" y="1"/>
                  </a:moveTo>
                  <a:cubicBezTo>
                    <a:pt x="75" y="1"/>
                    <a:pt x="75" y="47"/>
                    <a:pt x="75" y="47"/>
                  </a:cubicBezTo>
                  <a:cubicBezTo>
                    <a:pt x="75" y="85"/>
                    <a:pt x="1" y="701"/>
                    <a:pt x="75" y="1167"/>
                  </a:cubicBezTo>
                  <a:cubicBezTo>
                    <a:pt x="75" y="1167"/>
                    <a:pt x="113" y="1214"/>
                    <a:pt x="150" y="1214"/>
                  </a:cubicBezTo>
                  <a:cubicBezTo>
                    <a:pt x="187" y="1214"/>
                    <a:pt x="187" y="1167"/>
                    <a:pt x="187" y="1130"/>
                  </a:cubicBezTo>
                  <a:cubicBezTo>
                    <a:pt x="113" y="701"/>
                    <a:pt x="150" y="85"/>
                    <a:pt x="187" y="85"/>
                  </a:cubicBezTo>
                  <a:cubicBezTo>
                    <a:pt x="187" y="47"/>
                    <a:pt x="150" y="1"/>
                    <a:pt x="113"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39" name="Google Shape;6139;p75"/>
            <p:cNvSpPr/>
            <p:nvPr/>
          </p:nvSpPr>
          <p:spPr>
            <a:xfrm>
              <a:off x="10133843" y="3285879"/>
              <a:ext cx="11456" cy="70074"/>
            </a:xfrm>
            <a:custGeom>
              <a:avLst/>
              <a:gdLst/>
              <a:ahLst/>
              <a:cxnLst/>
              <a:rect l="l" t="t" r="r" b="b"/>
              <a:pathLst>
                <a:path w="197" h="1205" extrusionOk="0">
                  <a:moveTo>
                    <a:pt x="113" y="0"/>
                  </a:moveTo>
                  <a:cubicBezTo>
                    <a:pt x="75" y="0"/>
                    <a:pt x="75" y="38"/>
                    <a:pt x="38" y="75"/>
                  </a:cubicBezTo>
                  <a:cubicBezTo>
                    <a:pt x="38" y="75"/>
                    <a:pt x="1" y="700"/>
                    <a:pt x="75" y="1167"/>
                  </a:cubicBezTo>
                  <a:cubicBezTo>
                    <a:pt x="75" y="1204"/>
                    <a:pt x="113" y="1204"/>
                    <a:pt x="113" y="1204"/>
                  </a:cubicBezTo>
                  <a:lnTo>
                    <a:pt x="150" y="1204"/>
                  </a:lnTo>
                  <a:cubicBezTo>
                    <a:pt x="197" y="1204"/>
                    <a:pt x="197" y="1167"/>
                    <a:pt x="197" y="1167"/>
                  </a:cubicBezTo>
                  <a:cubicBezTo>
                    <a:pt x="75" y="700"/>
                    <a:pt x="150" y="75"/>
                    <a:pt x="150" y="75"/>
                  </a:cubicBezTo>
                  <a:cubicBezTo>
                    <a:pt x="150" y="38"/>
                    <a:pt x="150" y="38"/>
                    <a:pt x="113"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0" name="Google Shape;6140;p75"/>
            <p:cNvSpPr/>
            <p:nvPr/>
          </p:nvSpPr>
          <p:spPr>
            <a:xfrm>
              <a:off x="10341739" y="3269596"/>
              <a:ext cx="13608" cy="67864"/>
            </a:xfrm>
            <a:custGeom>
              <a:avLst/>
              <a:gdLst/>
              <a:ahLst/>
              <a:cxnLst/>
              <a:rect l="l" t="t" r="r" b="b"/>
              <a:pathLst>
                <a:path w="234" h="1167" extrusionOk="0">
                  <a:moveTo>
                    <a:pt x="75" y="0"/>
                  </a:moveTo>
                  <a:cubicBezTo>
                    <a:pt x="38" y="0"/>
                    <a:pt x="0" y="47"/>
                    <a:pt x="38" y="84"/>
                  </a:cubicBezTo>
                  <a:cubicBezTo>
                    <a:pt x="122" y="514"/>
                    <a:pt x="38" y="1092"/>
                    <a:pt x="38" y="1092"/>
                  </a:cubicBezTo>
                  <a:cubicBezTo>
                    <a:pt x="38" y="1130"/>
                    <a:pt x="75" y="1130"/>
                    <a:pt x="122" y="1167"/>
                  </a:cubicBezTo>
                  <a:cubicBezTo>
                    <a:pt x="122" y="1167"/>
                    <a:pt x="159" y="1130"/>
                    <a:pt x="159" y="1092"/>
                  </a:cubicBezTo>
                  <a:cubicBezTo>
                    <a:pt x="159" y="1092"/>
                    <a:pt x="234" y="514"/>
                    <a:pt x="122" y="47"/>
                  </a:cubicBezTo>
                  <a:cubicBezTo>
                    <a:pt x="122" y="0"/>
                    <a:pt x="75" y="0"/>
                    <a:pt x="75"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1" name="Google Shape;6141;p75"/>
            <p:cNvSpPr/>
            <p:nvPr/>
          </p:nvSpPr>
          <p:spPr>
            <a:xfrm>
              <a:off x="10298880" y="3278784"/>
              <a:ext cx="13608" cy="74959"/>
            </a:xfrm>
            <a:custGeom>
              <a:avLst/>
              <a:gdLst/>
              <a:ahLst/>
              <a:cxnLst/>
              <a:rect l="l" t="t" r="r" b="b"/>
              <a:pathLst>
                <a:path w="234" h="1289" extrusionOk="0">
                  <a:moveTo>
                    <a:pt x="75" y="1"/>
                  </a:moveTo>
                  <a:cubicBezTo>
                    <a:pt x="37" y="1"/>
                    <a:pt x="0" y="38"/>
                    <a:pt x="37" y="76"/>
                  </a:cubicBezTo>
                  <a:cubicBezTo>
                    <a:pt x="112" y="505"/>
                    <a:pt x="37" y="1205"/>
                    <a:pt x="0" y="1242"/>
                  </a:cubicBezTo>
                  <a:cubicBezTo>
                    <a:pt x="0" y="1242"/>
                    <a:pt x="37" y="1289"/>
                    <a:pt x="75" y="1289"/>
                  </a:cubicBezTo>
                  <a:cubicBezTo>
                    <a:pt x="112" y="1289"/>
                    <a:pt x="112" y="1289"/>
                    <a:pt x="112" y="1242"/>
                  </a:cubicBezTo>
                  <a:cubicBezTo>
                    <a:pt x="112" y="1205"/>
                    <a:pt x="233" y="505"/>
                    <a:pt x="112" y="38"/>
                  </a:cubicBezTo>
                  <a:cubicBezTo>
                    <a:pt x="112" y="1"/>
                    <a:pt x="112" y="1"/>
                    <a:pt x="75"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2" name="Google Shape;6142;p75"/>
            <p:cNvSpPr/>
            <p:nvPr/>
          </p:nvSpPr>
          <p:spPr>
            <a:xfrm>
              <a:off x="10242414" y="3283145"/>
              <a:ext cx="13608" cy="79320"/>
            </a:xfrm>
            <a:custGeom>
              <a:avLst/>
              <a:gdLst/>
              <a:ahLst/>
              <a:cxnLst/>
              <a:rect l="l" t="t" r="r" b="b"/>
              <a:pathLst>
                <a:path w="234" h="1364" extrusionOk="0">
                  <a:moveTo>
                    <a:pt x="38" y="1"/>
                  </a:moveTo>
                  <a:cubicBezTo>
                    <a:pt x="38" y="1"/>
                    <a:pt x="0" y="47"/>
                    <a:pt x="0" y="85"/>
                  </a:cubicBezTo>
                  <a:cubicBezTo>
                    <a:pt x="112" y="551"/>
                    <a:pt x="38" y="1289"/>
                    <a:pt x="38" y="1289"/>
                  </a:cubicBezTo>
                  <a:cubicBezTo>
                    <a:pt x="38" y="1326"/>
                    <a:pt x="38" y="1363"/>
                    <a:pt x="75" y="1363"/>
                  </a:cubicBezTo>
                  <a:cubicBezTo>
                    <a:pt x="112" y="1363"/>
                    <a:pt x="150" y="1326"/>
                    <a:pt x="150" y="1326"/>
                  </a:cubicBezTo>
                  <a:cubicBezTo>
                    <a:pt x="150" y="1289"/>
                    <a:pt x="234" y="514"/>
                    <a:pt x="112" y="47"/>
                  </a:cubicBezTo>
                  <a:cubicBezTo>
                    <a:pt x="112" y="47"/>
                    <a:pt x="75" y="1"/>
                    <a:pt x="38"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3" name="Google Shape;6143;p75"/>
            <p:cNvSpPr/>
            <p:nvPr/>
          </p:nvSpPr>
          <p:spPr>
            <a:xfrm>
              <a:off x="10196823" y="3285879"/>
              <a:ext cx="11456" cy="76587"/>
            </a:xfrm>
            <a:custGeom>
              <a:avLst/>
              <a:gdLst/>
              <a:ahLst/>
              <a:cxnLst/>
              <a:rect l="l" t="t" r="r" b="b"/>
              <a:pathLst>
                <a:path w="197" h="1317" extrusionOk="0">
                  <a:moveTo>
                    <a:pt x="47" y="0"/>
                  </a:moveTo>
                  <a:cubicBezTo>
                    <a:pt x="0" y="0"/>
                    <a:pt x="0" y="38"/>
                    <a:pt x="0" y="75"/>
                  </a:cubicBezTo>
                  <a:cubicBezTo>
                    <a:pt x="84" y="504"/>
                    <a:pt x="0" y="1279"/>
                    <a:pt x="0" y="1279"/>
                  </a:cubicBezTo>
                  <a:cubicBezTo>
                    <a:pt x="0" y="1316"/>
                    <a:pt x="0" y="1316"/>
                    <a:pt x="47" y="1316"/>
                  </a:cubicBezTo>
                  <a:cubicBezTo>
                    <a:pt x="84" y="1316"/>
                    <a:pt x="122" y="1316"/>
                    <a:pt x="122" y="1279"/>
                  </a:cubicBezTo>
                  <a:cubicBezTo>
                    <a:pt x="122" y="1242"/>
                    <a:pt x="196" y="504"/>
                    <a:pt x="122" y="38"/>
                  </a:cubicBezTo>
                  <a:cubicBezTo>
                    <a:pt x="122" y="38"/>
                    <a:pt x="84" y="0"/>
                    <a:pt x="47"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4" name="Google Shape;6144;p75"/>
            <p:cNvSpPr/>
            <p:nvPr/>
          </p:nvSpPr>
          <p:spPr>
            <a:xfrm>
              <a:off x="9993289" y="2890035"/>
              <a:ext cx="106419" cy="93509"/>
            </a:xfrm>
            <a:custGeom>
              <a:avLst/>
              <a:gdLst/>
              <a:ahLst/>
              <a:cxnLst/>
              <a:rect l="l" t="t" r="r" b="b"/>
              <a:pathLst>
                <a:path w="1830" h="1608" extrusionOk="0">
                  <a:moveTo>
                    <a:pt x="914" y="0"/>
                  </a:moveTo>
                  <a:cubicBezTo>
                    <a:pt x="804" y="0"/>
                    <a:pt x="693" y="25"/>
                    <a:pt x="588" y="78"/>
                  </a:cubicBezTo>
                  <a:cubicBezTo>
                    <a:pt x="159" y="227"/>
                    <a:pt x="0" y="740"/>
                    <a:pt x="159" y="1123"/>
                  </a:cubicBezTo>
                  <a:cubicBezTo>
                    <a:pt x="308" y="1422"/>
                    <a:pt x="616" y="1607"/>
                    <a:pt x="944" y="1607"/>
                  </a:cubicBezTo>
                  <a:cubicBezTo>
                    <a:pt x="1046" y="1607"/>
                    <a:pt x="1149" y="1590"/>
                    <a:pt x="1251" y="1552"/>
                  </a:cubicBezTo>
                  <a:cubicBezTo>
                    <a:pt x="1633" y="1356"/>
                    <a:pt x="1829" y="890"/>
                    <a:pt x="1633" y="460"/>
                  </a:cubicBezTo>
                  <a:cubicBezTo>
                    <a:pt x="1497" y="180"/>
                    <a:pt x="1211" y="0"/>
                    <a:pt x="914"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5" name="Google Shape;6145;p75"/>
            <p:cNvSpPr/>
            <p:nvPr/>
          </p:nvSpPr>
          <p:spPr>
            <a:xfrm>
              <a:off x="9830404" y="1953314"/>
              <a:ext cx="156430" cy="317047"/>
            </a:xfrm>
            <a:custGeom>
              <a:avLst/>
              <a:gdLst/>
              <a:ahLst/>
              <a:cxnLst/>
              <a:rect l="l" t="t" r="r" b="b"/>
              <a:pathLst>
                <a:path w="2690" h="5452" extrusionOk="0">
                  <a:moveTo>
                    <a:pt x="1830" y="0"/>
                  </a:moveTo>
                  <a:cubicBezTo>
                    <a:pt x="1830" y="0"/>
                    <a:pt x="1" y="514"/>
                    <a:pt x="934" y="3426"/>
                  </a:cubicBezTo>
                  <a:cubicBezTo>
                    <a:pt x="1326" y="4714"/>
                    <a:pt x="2689" y="5452"/>
                    <a:pt x="2689" y="5452"/>
                  </a:cubicBezTo>
                  <a:lnTo>
                    <a:pt x="1830" y="0"/>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6" name="Google Shape;6146;p75"/>
            <p:cNvSpPr/>
            <p:nvPr/>
          </p:nvSpPr>
          <p:spPr>
            <a:xfrm>
              <a:off x="10073481" y="1881147"/>
              <a:ext cx="248253" cy="201324"/>
            </a:xfrm>
            <a:custGeom>
              <a:avLst/>
              <a:gdLst/>
              <a:ahLst/>
              <a:cxnLst/>
              <a:rect l="l" t="t" r="r" b="b"/>
              <a:pathLst>
                <a:path w="4269" h="3462" extrusionOk="0">
                  <a:moveTo>
                    <a:pt x="2476" y="0"/>
                  </a:moveTo>
                  <a:lnTo>
                    <a:pt x="2476" y="0"/>
                  </a:lnTo>
                  <a:cubicBezTo>
                    <a:pt x="1" y="1860"/>
                    <a:pt x="2104" y="3461"/>
                    <a:pt x="3274" y="3461"/>
                  </a:cubicBezTo>
                  <a:cubicBezTo>
                    <a:pt x="3596" y="3461"/>
                    <a:pt x="3847" y="3340"/>
                    <a:pt x="3913" y="3071"/>
                  </a:cubicBezTo>
                  <a:cubicBezTo>
                    <a:pt x="4268" y="1830"/>
                    <a:pt x="2476" y="0"/>
                    <a:pt x="2476"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7" name="Google Shape;6147;p75"/>
            <p:cNvSpPr/>
            <p:nvPr/>
          </p:nvSpPr>
          <p:spPr>
            <a:xfrm>
              <a:off x="9918912" y="1919353"/>
              <a:ext cx="429921" cy="437074"/>
            </a:xfrm>
            <a:custGeom>
              <a:avLst/>
              <a:gdLst/>
              <a:ahLst/>
              <a:cxnLst/>
              <a:rect l="l" t="t" r="r" b="b"/>
              <a:pathLst>
                <a:path w="7393" h="7516" extrusionOk="0">
                  <a:moveTo>
                    <a:pt x="3578" y="1"/>
                  </a:moveTo>
                  <a:cubicBezTo>
                    <a:pt x="3410" y="1"/>
                    <a:pt x="3241" y="15"/>
                    <a:pt x="3071" y="43"/>
                  </a:cubicBezTo>
                  <a:cubicBezTo>
                    <a:pt x="1204" y="398"/>
                    <a:pt x="0" y="2302"/>
                    <a:pt x="346" y="4365"/>
                  </a:cubicBezTo>
                  <a:cubicBezTo>
                    <a:pt x="667" y="6194"/>
                    <a:pt x="2172" y="7515"/>
                    <a:pt x="3842" y="7515"/>
                  </a:cubicBezTo>
                  <a:cubicBezTo>
                    <a:pt x="4013" y="7515"/>
                    <a:pt x="4186" y="7502"/>
                    <a:pt x="4359" y="7473"/>
                  </a:cubicBezTo>
                  <a:cubicBezTo>
                    <a:pt x="6179" y="7165"/>
                    <a:pt x="7393" y="5214"/>
                    <a:pt x="7038" y="3198"/>
                  </a:cubicBezTo>
                  <a:cubicBezTo>
                    <a:pt x="6725" y="1327"/>
                    <a:pt x="5221" y="1"/>
                    <a:pt x="3578" y="1"/>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8" name="Google Shape;6148;p75"/>
            <p:cNvSpPr/>
            <p:nvPr/>
          </p:nvSpPr>
          <p:spPr>
            <a:xfrm>
              <a:off x="9889603" y="2134401"/>
              <a:ext cx="99383" cy="95428"/>
            </a:xfrm>
            <a:custGeom>
              <a:avLst/>
              <a:gdLst/>
              <a:ahLst/>
              <a:cxnLst/>
              <a:rect l="l" t="t" r="r" b="b"/>
              <a:pathLst>
                <a:path w="1709" h="1641" extrusionOk="0">
                  <a:moveTo>
                    <a:pt x="851" y="1"/>
                  </a:moveTo>
                  <a:cubicBezTo>
                    <a:pt x="826" y="1"/>
                    <a:pt x="801" y="2"/>
                    <a:pt x="775" y="4"/>
                  </a:cubicBezTo>
                  <a:cubicBezTo>
                    <a:pt x="308" y="41"/>
                    <a:pt x="0" y="433"/>
                    <a:pt x="38" y="900"/>
                  </a:cubicBezTo>
                  <a:cubicBezTo>
                    <a:pt x="73" y="1341"/>
                    <a:pt x="458" y="1641"/>
                    <a:pt x="863" y="1641"/>
                  </a:cubicBezTo>
                  <a:cubicBezTo>
                    <a:pt x="887" y="1641"/>
                    <a:pt x="910" y="1640"/>
                    <a:pt x="934" y="1637"/>
                  </a:cubicBezTo>
                  <a:cubicBezTo>
                    <a:pt x="1400" y="1600"/>
                    <a:pt x="1708" y="1171"/>
                    <a:pt x="1671" y="741"/>
                  </a:cubicBezTo>
                  <a:cubicBezTo>
                    <a:pt x="1636" y="300"/>
                    <a:pt x="1284" y="1"/>
                    <a:pt x="851" y="1"/>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49" name="Google Shape;6149;p75"/>
            <p:cNvSpPr/>
            <p:nvPr/>
          </p:nvSpPr>
          <p:spPr>
            <a:xfrm>
              <a:off x="9914550" y="2170456"/>
              <a:ext cx="20121" cy="34252"/>
            </a:xfrm>
            <a:custGeom>
              <a:avLst/>
              <a:gdLst/>
              <a:ahLst/>
              <a:cxnLst/>
              <a:rect l="l" t="t" r="r" b="b"/>
              <a:pathLst>
                <a:path w="346" h="589" extrusionOk="0">
                  <a:moveTo>
                    <a:pt x="309" y="0"/>
                  </a:moveTo>
                  <a:lnTo>
                    <a:pt x="309" y="0"/>
                  </a:lnTo>
                  <a:cubicBezTo>
                    <a:pt x="234" y="47"/>
                    <a:pt x="150" y="84"/>
                    <a:pt x="113" y="121"/>
                  </a:cubicBezTo>
                  <a:cubicBezTo>
                    <a:pt x="38" y="159"/>
                    <a:pt x="1" y="233"/>
                    <a:pt x="1" y="317"/>
                  </a:cubicBezTo>
                  <a:cubicBezTo>
                    <a:pt x="1" y="429"/>
                    <a:pt x="75" y="513"/>
                    <a:pt x="150" y="551"/>
                  </a:cubicBezTo>
                  <a:cubicBezTo>
                    <a:pt x="187" y="551"/>
                    <a:pt x="234" y="551"/>
                    <a:pt x="234" y="588"/>
                  </a:cubicBezTo>
                  <a:lnTo>
                    <a:pt x="346" y="588"/>
                  </a:lnTo>
                  <a:lnTo>
                    <a:pt x="187" y="467"/>
                  </a:lnTo>
                  <a:cubicBezTo>
                    <a:pt x="150" y="392"/>
                    <a:pt x="113" y="355"/>
                    <a:pt x="113" y="317"/>
                  </a:cubicBezTo>
                  <a:cubicBezTo>
                    <a:pt x="113" y="280"/>
                    <a:pt x="150" y="233"/>
                    <a:pt x="187" y="196"/>
                  </a:cubicBezTo>
                  <a:cubicBezTo>
                    <a:pt x="234" y="121"/>
                    <a:pt x="271" y="84"/>
                    <a:pt x="309" y="0"/>
                  </a:cubicBezTo>
                  <a:close/>
                </a:path>
              </a:pathLst>
            </a:custGeom>
            <a:solidFill>
              <a:srgbClr val="F974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0" name="Google Shape;6150;p75"/>
            <p:cNvSpPr/>
            <p:nvPr/>
          </p:nvSpPr>
          <p:spPr>
            <a:xfrm>
              <a:off x="10199498" y="2188890"/>
              <a:ext cx="95079" cy="41346"/>
            </a:xfrm>
            <a:custGeom>
              <a:avLst/>
              <a:gdLst/>
              <a:ahLst/>
              <a:cxnLst/>
              <a:rect l="l" t="t" r="r" b="b"/>
              <a:pathLst>
                <a:path w="1635" h="711" extrusionOk="0">
                  <a:moveTo>
                    <a:pt x="1634" y="0"/>
                  </a:moveTo>
                  <a:lnTo>
                    <a:pt x="1634" y="0"/>
                  </a:lnTo>
                  <a:cubicBezTo>
                    <a:pt x="1513" y="150"/>
                    <a:pt x="1401" y="271"/>
                    <a:pt x="1280" y="346"/>
                  </a:cubicBezTo>
                  <a:cubicBezTo>
                    <a:pt x="1168" y="430"/>
                    <a:pt x="1046" y="504"/>
                    <a:pt x="888" y="504"/>
                  </a:cubicBezTo>
                  <a:cubicBezTo>
                    <a:pt x="776" y="504"/>
                    <a:pt x="617" y="467"/>
                    <a:pt x="468" y="430"/>
                  </a:cubicBezTo>
                  <a:lnTo>
                    <a:pt x="234" y="346"/>
                  </a:lnTo>
                  <a:cubicBezTo>
                    <a:pt x="150" y="308"/>
                    <a:pt x="113" y="308"/>
                    <a:pt x="1" y="271"/>
                  </a:cubicBezTo>
                  <a:lnTo>
                    <a:pt x="1" y="271"/>
                  </a:lnTo>
                  <a:cubicBezTo>
                    <a:pt x="76" y="308"/>
                    <a:pt x="113" y="383"/>
                    <a:pt x="188" y="430"/>
                  </a:cubicBezTo>
                  <a:cubicBezTo>
                    <a:pt x="272" y="504"/>
                    <a:pt x="309" y="542"/>
                    <a:pt x="384" y="579"/>
                  </a:cubicBezTo>
                  <a:cubicBezTo>
                    <a:pt x="513" y="648"/>
                    <a:pt x="668" y="710"/>
                    <a:pt x="828" y="710"/>
                  </a:cubicBezTo>
                  <a:cubicBezTo>
                    <a:pt x="863" y="710"/>
                    <a:pt x="899" y="707"/>
                    <a:pt x="934" y="700"/>
                  </a:cubicBezTo>
                  <a:cubicBezTo>
                    <a:pt x="1121" y="700"/>
                    <a:pt x="1280" y="579"/>
                    <a:pt x="1401" y="467"/>
                  </a:cubicBezTo>
                  <a:cubicBezTo>
                    <a:pt x="1513" y="346"/>
                    <a:pt x="1588" y="150"/>
                    <a:pt x="1634" y="0"/>
                  </a:cubicBezTo>
                  <a:close/>
                </a:path>
              </a:pathLst>
            </a:custGeom>
            <a:solidFill>
              <a:srgbClr val="F974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1" name="Google Shape;6151;p75"/>
            <p:cNvSpPr/>
            <p:nvPr/>
          </p:nvSpPr>
          <p:spPr>
            <a:xfrm>
              <a:off x="10235320" y="2104162"/>
              <a:ext cx="40823" cy="66817"/>
            </a:xfrm>
            <a:custGeom>
              <a:avLst/>
              <a:gdLst/>
              <a:ahLst/>
              <a:cxnLst/>
              <a:rect l="l" t="t" r="r" b="b"/>
              <a:pathLst>
                <a:path w="702" h="1149" extrusionOk="0">
                  <a:moveTo>
                    <a:pt x="146" y="0"/>
                  </a:moveTo>
                  <a:cubicBezTo>
                    <a:pt x="98" y="0"/>
                    <a:pt x="38" y="31"/>
                    <a:pt x="38" y="57"/>
                  </a:cubicBezTo>
                  <a:cubicBezTo>
                    <a:pt x="38" y="365"/>
                    <a:pt x="1" y="953"/>
                    <a:pt x="234" y="1140"/>
                  </a:cubicBezTo>
                  <a:cubicBezTo>
                    <a:pt x="239" y="1146"/>
                    <a:pt x="249" y="1148"/>
                    <a:pt x="262" y="1148"/>
                  </a:cubicBezTo>
                  <a:cubicBezTo>
                    <a:pt x="361" y="1148"/>
                    <a:pt x="664" y="1009"/>
                    <a:pt x="664" y="869"/>
                  </a:cubicBezTo>
                  <a:cubicBezTo>
                    <a:pt x="701" y="599"/>
                    <a:pt x="318" y="207"/>
                    <a:pt x="197" y="20"/>
                  </a:cubicBezTo>
                  <a:cubicBezTo>
                    <a:pt x="186" y="6"/>
                    <a:pt x="167" y="0"/>
                    <a:pt x="146" y="0"/>
                  </a:cubicBezTo>
                  <a:close/>
                </a:path>
              </a:pathLst>
            </a:custGeom>
            <a:solidFill>
              <a:srgbClr val="F9745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2" name="Google Shape;6152;p75"/>
            <p:cNvSpPr/>
            <p:nvPr/>
          </p:nvSpPr>
          <p:spPr>
            <a:xfrm>
              <a:off x="10289634" y="2086832"/>
              <a:ext cx="25006" cy="32507"/>
            </a:xfrm>
            <a:custGeom>
              <a:avLst/>
              <a:gdLst/>
              <a:ahLst/>
              <a:cxnLst/>
              <a:rect l="l" t="t" r="r" b="b"/>
              <a:pathLst>
                <a:path w="430" h="559" extrusionOk="0">
                  <a:moveTo>
                    <a:pt x="196" y="1"/>
                  </a:moveTo>
                  <a:cubicBezTo>
                    <a:pt x="84" y="38"/>
                    <a:pt x="0" y="159"/>
                    <a:pt x="0" y="318"/>
                  </a:cubicBezTo>
                  <a:cubicBezTo>
                    <a:pt x="33" y="449"/>
                    <a:pt x="102" y="558"/>
                    <a:pt x="193" y="558"/>
                  </a:cubicBezTo>
                  <a:cubicBezTo>
                    <a:pt x="206" y="558"/>
                    <a:pt x="220" y="556"/>
                    <a:pt x="234" y="551"/>
                  </a:cubicBezTo>
                  <a:cubicBezTo>
                    <a:pt x="355" y="551"/>
                    <a:pt x="430" y="430"/>
                    <a:pt x="430" y="271"/>
                  </a:cubicBezTo>
                  <a:cubicBezTo>
                    <a:pt x="392" y="122"/>
                    <a:pt x="318" y="1"/>
                    <a:pt x="196"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3" name="Google Shape;6153;p75"/>
            <p:cNvSpPr/>
            <p:nvPr/>
          </p:nvSpPr>
          <p:spPr>
            <a:xfrm>
              <a:off x="10120294" y="2118874"/>
              <a:ext cx="27157" cy="33728"/>
            </a:xfrm>
            <a:custGeom>
              <a:avLst/>
              <a:gdLst/>
              <a:ahLst/>
              <a:cxnLst/>
              <a:rect l="l" t="t" r="r" b="b"/>
              <a:pathLst>
                <a:path w="467" h="580" extrusionOk="0">
                  <a:moveTo>
                    <a:pt x="196" y="0"/>
                  </a:moveTo>
                  <a:cubicBezTo>
                    <a:pt x="112" y="38"/>
                    <a:pt x="0" y="150"/>
                    <a:pt x="37" y="308"/>
                  </a:cubicBezTo>
                  <a:cubicBezTo>
                    <a:pt x="37" y="467"/>
                    <a:pt x="150" y="579"/>
                    <a:pt x="271" y="579"/>
                  </a:cubicBezTo>
                  <a:cubicBezTo>
                    <a:pt x="346" y="542"/>
                    <a:pt x="467" y="420"/>
                    <a:pt x="430" y="271"/>
                  </a:cubicBezTo>
                  <a:cubicBezTo>
                    <a:pt x="430" y="112"/>
                    <a:pt x="308" y="0"/>
                    <a:pt x="196"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4" name="Google Shape;6154;p75"/>
            <p:cNvSpPr/>
            <p:nvPr/>
          </p:nvSpPr>
          <p:spPr>
            <a:xfrm>
              <a:off x="9921063" y="1798221"/>
              <a:ext cx="376537" cy="217781"/>
            </a:xfrm>
            <a:custGeom>
              <a:avLst/>
              <a:gdLst/>
              <a:ahLst/>
              <a:cxnLst/>
              <a:rect l="l" t="t" r="r" b="b"/>
              <a:pathLst>
                <a:path w="6475" h="3745" extrusionOk="0">
                  <a:moveTo>
                    <a:pt x="4761" y="0"/>
                  </a:moveTo>
                  <a:cubicBezTo>
                    <a:pt x="4278" y="0"/>
                    <a:pt x="3628" y="215"/>
                    <a:pt x="2763" y="763"/>
                  </a:cubicBezTo>
                  <a:cubicBezTo>
                    <a:pt x="234" y="2434"/>
                    <a:pt x="1" y="2864"/>
                    <a:pt x="1130" y="3685"/>
                  </a:cubicBezTo>
                  <a:cubicBezTo>
                    <a:pt x="1130" y="3685"/>
                    <a:pt x="1345" y="3745"/>
                    <a:pt x="1665" y="3745"/>
                  </a:cubicBezTo>
                  <a:cubicBezTo>
                    <a:pt x="2115" y="3745"/>
                    <a:pt x="2775" y="3627"/>
                    <a:pt x="3342" y="3060"/>
                  </a:cubicBezTo>
                  <a:cubicBezTo>
                    <a:pt x="3688" y="2699"/>
                    <a:pt x="4057" y="2591"/>
                    <a:pt x="4403" y="2591"/>
                  </a:cubicBezTo>
                  <a:cubicBezTo>
                    <a:pt x="4925" y="2591"/>
                    <a:pt x="5398" y="2838"/>
                    <a:pt x="5669" y="2838"/>
                  </a:cubicBezTo>
                  <a:cubicBezTo>
                    <a:pt x="5703" y="2838"/>
                    <a:pt x="5733" y="2835"/>
                    <a:pt x="5760" y="2826"/>
                  </a:cubicBezTo>
                  <a:cubicBezTo>
                    <a:pt x="6095" y="2702"/>
                    <a:pt x="6475" y="0"/>
                    <a:pt x="4761"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5" name="Google Shape;6155;p75"/>
            <p:cNvSpPr/>
            <p:nvPr/>
          </p:nvSpPr>
          <p:spPr>
            <a:xfrm>
              <a:off x="9876112" y="1942381"/>
              <a:ext cx="126075" cy="200742"/>
            </a:xfrm>
            <a:custGeom>
              <a:avLst/>
              <a:gdLst/>
              <a:ahLst/>
              <a:cxnLst/>
              <a:rect l="l" t="t" r="r" b="b"/>
              <a:pathLst>
                <a:path w="2168" h="3452" extrusionOk="0">
                  <a:moveTo>
                    <a:pt x="1616" y="1"/>
                  </a:moveTo>
                  <a:cubicBezTo>
                    <a:pt x="1437" y="1"/>
                    <a:pt x="1278" y="151"/>
                    <a:pt x="1278" y="151"/>
                  </a:cubicBezTo>
                  <a:cubicBezTo>
                    <a:pt x="1278" y="151"/>
                    <a:pt x="1275" y="151"/>
                    <a:pt x="1270" y="151"/>
                  </a:cubicBezTo>
                  <a:cubicBezTo>
                    <a:pt x="1166" y="151"/>
                    <a:pt x="1" y="219"/>
                    <a:pt x="848" y="3306"/>
                  </a:cubicBezTo>
                  <a:cubicBezTo>
                    <a:pt x="848" y="3306"/>
                    <a:pt x="1053" y="3452"/>
                    <a:pt x="1297" y="3452"/>
                  </a:cubicBezTo>
                  <a:cubicBezTo>
                    <a:pt x="1683" y="3452"/>
                    <a:pt x="2168" y="3087"/>
                    <a:pt x="2099" y="1206"/>
                  </a:cubicBezTo>
                  <a:cubicBezTo>
                    <a:pt x="2079" y="223"/>
                    <a:pt x="1833" y="1"/>
                    <a:pt x="1616"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6" name="Google Shape;6156;p75"/>
            <p:cNvSpPr/>
            <p:nvPr/>
          </p:nvSpPr>
          <p:spPr>
            <a:xfrm>
              <a:off x="9842077" y="2430979"/>
              <a:ext cx="165095" cy="280121"/>
            </a:xfrm>
            <a:custGeom>
              <a:avLst/>
              <a:gdLst/>
              <a:ahLst/>
              <a:cxnLst/>
              <a:rect l="l" t="t" r="r" b="b"/>
              <a:pathLst>
                <a:path w="2839" h="4817" extrusionOk="0">
                  <a:moveTo>
                    <a:pt x="2838" y="0"/>
                  </a:moveTo>
                  <a:cubicBezTo>
                    <a:pt x="2838" y="0"/>
                    <a:pt x="1718" y="75"/>
                    <a:pt x="1597" y="150"/>
                  </a:cubicBezTo>
                  <a:cubicBezTo>
                    <a:pt x="1597" y="150"/>
                    <a:pt x="589" y="1354"/>
                    <a:pt x="1" y="4817"/>
                  </a:cubicBezTo>
                  <a:lnTo>
                    <a:pt x="2138" y="1046"/>
                  </a:lnTo>
                  <a:cubicBezTo>
                    <a:pt x="2138" y="1046"/>
                    <a:pt x="2297" y="700"/>
                    <a:pt x="2838"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57" name="Google Shape;6157;p75"/>
            <p:cNvSpPr/>
            <p:nvPr/>
          </p:nvSpPr>
          <p:spPr>
            <a:xfrm>
              <a:off x="9846686" y="2408590"/>
              <a:ext cx="390901" cy="682652"/>
            </a:xfrm>
            <a:custGeom>
              <a:avLst/>
              <a:gdLst/>
              <a:ahLst/>
              <a:cxnLst/>
              <a:rect l="l" t="t" r="r" b="b"/>
              <a:pathLst>
                <a:path w="6722" h="11739" extrusionOk="0">
                  <a:moveTo>
                    <a:pt x="2656" y="1"/>
                  </a:moveTo>
                  <a:cubicBezTo>
                    <a:pt x="2101" y="1"/>
                    <a:pt x="1292" y="474"/>
                    <a:pt x="813" y="1897"/>
                  </a:cubicBezTo>
                  <a:cubicBezTo>
                    <a:pt x="813" y="1897"/>
                    <a:pt x="1329" y="810"/>
                    <a:pt x="2091" y="810"/>
                  </a:cubicBezTo>
                  <a:cubicBezTo>
                    <a:pt x="2263" y="810"/>
                    <a:pt x="2448" y="866"/>
                    <a:pt x="2642" y="1001"/>
                  </a:cubicBezTo>
                  <a:cubicBezTo>
                    <a:pt x="3846" y="1823"/>
                    <a:pt x="4939" y="4352"/>
                    <a:pt x="5517" y="8469"/>
                  </a:cubicBezTo>
                  <a:cubicBezTo>
                    <a:pt x="5639" y="9561"/>
                    <a:pt x="5013" y="10606"/>
                    <a:pt x="3968" y="10923"/>
                  </a:cubicBezTo>
                  <a:cubicBezTo>
                    <a:pt x="3667" y="11003"/>
                    <a:pt x="3353" y="11036"/>
                    <a:pt x="3040" y="11036"/>
                  </a:cubicBezTo>
                  <a:cubicBezTo>
                    <a:pt x="1520" y="11036"/>
                    <a:pt x="1" y="10261"/>
                    <a:pt x="1" y="10261"/>
                  </a:cubicBezTo>
                  <a:lnTo>
                    <a:pt x="1" y="11306"/>
                  </a:lnTo>
                  <a:cubicBezTo>
                    <a:pt x="1" y="11306"/>
                    <a:pt x="824" y="11738"/>
                    <a:pt x="2852" y="11738"/>
                  </a:cubicBezTo>
                  <a:cubicBezTo>
                    <a:pt x="3190" y="11738"/>
                    <a:pt x="3561" y="11726"/>
                    <a:pt x="3968" y="11698"/>
                  </a:cubicBezTo>
                  <a:cubicBezTo>
                    <a:pt x="6721" y="11502"/>
                    <a:pt x="6488" y="8861"/>
                    <a:pt x="6488" y="8861"/>
                  </a:cubicBezTo>
                  <a:cubicBezTo>
                    <a:pt x="6488" y="8861"/>
                    <a:pt x="6376" y="1785"/>
                    <a:pt x="2988" y="68"/>
                  </a:cubicBezTo>
                  <a:cubicBezTo>
                    <a:pt x="2895" y="25"/>
                    <a:pt x="2782" y="1"/>
                    <a:pt x="2656" y="1"/>
                  </a:cubicBezTo>
                  <a:close/>
                </a:path>
              </a:pathLst>
            </a:custGeom>
            <a:solidFill>
              <a:schemeClr val="l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58" name="Google Shape;6158;p75"/>
            <p:cNvGrpSpPr/>
            <p:nvPr/>
          </p:nvGrpSpPr>
          <p:grpSpPr>
            <a:xfrm>
              <a:off x="10027483" y="2751748"/>
              <a:ext cx="226388" cy="226388"/>
              <a:chOff x="10027483" y="2751748"/>
              <a:chExt cx="226388" cy="226388"/>
            </a:xfrm>
          </p:grpSpPr>
          <p:sp>
            <p:nvSpPr>
              <p:cNvPr id="6159" name="Google Shape;6159;p75"/>
              <p:cNvSpPr/>
              <p:nvPr/>
            </p:nvSpPr>
            <p:spPr>
              <a:xfrm>
                <a:off x="10027483" y="2813099"/>
                <a:ext cx="182948" cy="165037"/>
              </a:xfrm>
              <a:custGeom>
                <a:avLst/>
                <a:gdLst/>
                <a:ahLst/>
                <a:cxnLst/>
                <a:rect l="l" t="t" r="r" b="b"/>
                <a:pathLst>
                  <a:path w="3146" h="2838" extrusionOk="0">
                    <a:moveTo>
                      <a:pt x="1830" y="0"/>
                    </a:moveTo>
                    <a:cubicBezTo>
                      <a:pt x="1792" y="38"/>
                      <a:pt x="1746" y="112"/>
                      <a:pt x="1708" y="150"/>
                    </a:cubicBezTo>
                    <a:cubicBezTo>
                      <a:pt x="1279" y="738"/>
                      <a:pt x="663" y="1130"/>
                      <a:pt x="0" y="1401"/>
                    </a:cubicBezTo>
                    <a:lnTo>
                      <a:pt x="663" y="2838"/>
                    </a:lnTo>
                    <a:cubicBezTo>
                      <a:pt x="1400" y="2483"/>
                      <a:pt x="3108" y="1709"/>
                      <a:pt x="3146" y="1401"/>
                    </a:cubicBezTo>
                    <a:cubicBezTo>
                      <a:pt x="3034" y="504"/>
                      <a:pt x="2334" y="150"/>
                      <a:pt x="1830" y="0"/>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0" name="Google Shape;6160;p75"/>
              <p:cNvSpPr/>
              <p:nvPr/>
            </p:nvSpPr>
            <p:spPr>
              <a:xfrm>
                <a:off x="10087147" y="2751748"/>
                <a:ext cx="78215" cy="129855"/>
              </a:xfrm>
              <a:custGeom>
                <a:avLst/>
                <a:gdLst/>
                <a:ahLst/>
                <a:cxnLst/>
                <a:rect l="l" t="t" r="r" b="b"/>
                <a:pathLst>
                  <a:path w="1345" h="2233" extrusionOk="0">
                    <a:moveTo>
                      <a:pt x="766" y="1"/>
                    </a:moveTo>
                    <a:cubicBezTo>
                      <a:pt x="841" y="271"/>
                      <a:pt x="682" y="663"/>
                      <a:pt x="533" y="1093"/>
                    </a:cubicBezTo>
                    <a:cubicBezTo>
                      <a:pt x="449" y="1326"/>
                      <a:pt x="299" y="1522"/>
                      <a:pt x="178" y="1755"/>
                    </a:cubicBezTo>
                    <a:cubicBezTo>
                      <a:pt x="1" y="1933"/>
                      <a:pt x="175" y="2233"/>
                      <a:pt x="410" y="2233"/>
                    </a:cubicBezTo>
                    <a:cubicBezTo>
                      <a:pt x="435" y="2233"/>
                      <a:pt x="460" y="2229"/>
                      <a:pt x="486" y="2222"/>
                    </a:cubicBezTo>
                    <a:cubicBezTo>
                      <a:pt x="878" y="2101"/>
                      <a:pt x="1149" y="1755"/>
                      <a:pt x="1149" y="1326"/>
                    </a:cubicBezTo>
                    <a:cubicBezTo>
                      <a:pt x="1149" y="1167"/>
                      <a:pt x="1186" y="971"/>
                      <a:pt x="1186" y="971"/>
                    </a:cubicBezTo>
                    <a:cubicBezTo>
                      <a:pt x="1186" y="971"/>
                      <a:pt x="1345" y="505"/>
                      <a:pt x="1074" y="85"/>
                    </a:cubicBezTo>
                    <a:cubicBezTo>
                      <a:pt x="1000" y="1"/>
                      <a:pt x="841" y="1"/>
                      <a:pt x="766" y="1"/>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1" name="Google Shape;6161;p75"/>
              <p:cNvSpPr/>
              <p:nvPr/>
            </p:nvSpPr>
            <p:spPr>
              <a:xfrm>
                <a:off x="10174550" y="2866541"/>
                <a:ext cx="70074" cy="31402"/>
              </a:xfrm>
              <a:custGeom>
                <a:avLst/>
                <a:gdLst/>
                <a:ahLst/>
                <a:cxnLst/>
                <a:rect l="l" t="t" r="r" b="b"/>
                <a:pathLst>
                  <a:path w="1205" h="540" extrusionOk="0">
                    <a:moveTo>
                      <a:pt x="1002" y="0"/>
                    </a:moveTo>
                    <a:cubicBezTo>
                      <a:pt x="977" y="0"/>
                      <a:pt x="954" y="5"/>
                      <a:pt x="934" y="15"/>
                    </a:cubicBezTo>
                    <a:cubicBezTo>
                      <a:pt x="579" y="164"/>
                      <a:pt x="1" y="360"/>
                      <a:pt x="38" y="519"/>
                    </a:cubicBezTo>
                    <a:cubicBezTo>
                      <a:pt x="45" y="533"/>
                      <a:pt x="72" y="539"/>
                      <a:pt x="114" y="539"/>
                    </a:cubicBezTo>
                    <a:cubicBezTo>
                      <a:pt x="291" y="539"/>
                      <a:pt x="736" y="428"/>
                      <a:pt x="1046" y="360"/>
                    </a:cubicBezTo>
                    <a:cubicBezTo>
                      <a:pt x="1167" y="323"/>
                      <a:pt x="1205" y="211"/>
                      <a:pt x="1167" y="89"/>
                    </a:cubicBezTo>
                    <a:cubicBezTo>
                      <a:pt x="1140" y="35"/>
                      <a:pt x="1068" y="0"/>
                      <a:pt x="1002" y="0"/>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2" name="Google Shape;6162;p75"/>
              <p:cNvSpPr/>
              <p:nvPr/>
            </p:nvSpPr>
            <p:spPr>
              <a:xfrm>
                <a:off x="10172399" y="2861656"/>
                <a:ext cx="76587" cy="41579"/>
              </a:xfrm>
              <a:custGeom>
                <a:avLst/>
                <a:gdLst/>
                <a:ahLst/>
                <a:cxnLst/>
                <a:rect l="l" t="t" r="r" b="b"/>
                <a:pathLst>
                  <a:path w="1317" h="715" extrusionOk="0">
                    <a:moveTo>
                      <a:pt x="1046" y="173"/>
                    </a:moveTo>
                    <a:cubicBezTo>
                      <a:pt x="1083" y="173"/>
                      <a:pt x="1083" y="173"/>
                      <a:pt x="1120" y="211"/>
                    </a:cubicBezTo>
                    <a:lnTo>
                      <a:pt x="1120" y="295"/>
                    </a:lnTo>
                    <a:cubicBezTo>
                      <a:pt x="1120" y="332"/>
                      <a:pt x="1083" y="332"/>
                      <a:pt x="1046" y="369"/>
                    </a:cubicBezTo>
                    <a:cubicBezTo>
                      <a:pt x="850" y="407"/>
                      <a:pt x="383" y="528"/>
                      <a:pt x="187" y="528"/>
                    </a:cubicBezTo>
                    <a:cubicBezTo>
                      <a:pt x="271" y="481"/>
                      <a:pt x="542" y="369"/>
                      <a:pt x="700" y="332"/>
                    </a:cubicBezTo>
                    <a:cubicBezTo>
                      <a:pt x="775" y="248"/>
                      <a:pt x="887" y="211"/>
                      <a:pt x="1008" y="173"/>
                    </a:cubicBezTo>
                    <a:close/>
                    <a:moveTo>
                      <a:pt x="1023" y="1"/>
                    </a:moveTo>
                    <a:cubicBezTo>
                      <a:pt x="992" y="1"/>
                      <a:pt x="961" y="6"/>
                      <a:pt x="934" y="15"/>
                    </a:cubicBezTo>
                    <a:cubicBezTo>
                      <a:pt x="850" y="61"/>
                      <a:pt x="738" y="99"/>
                      <a:pt x="616" y="136"/>
                    </a:cubicBezTo>
                    <a:cubicBezTo>
                      <a:pt x="271" y="295"/>
                      <a:pt x="75" y="369"/>
                      <a:pt x="0" y="481"/>
                    </a:cubicBezTo>
                    <a:lnTo>
                      <a:pt x="0" y="603"/>
                    </a:lnTo>
                    <a:cubicBezTo>
                      <a:pt x="38" y="678"/>
                      <a:pt x="75" y="715"/>
                      <a:pt x="187" y="715"/>
                    </a:cubicBezTo>
                    <a:cubicBezTo>
                      <a:pt x="346" y="715"/>
                      <a:pt x="616" y="640"/>
                      <a:pt x="1120" y="528"/>
                    </a:cubicBezTo>
                    <a:cubicBezTo>
                      <a:pt x="1167" y="481"/>
                      <a:pt x="1242" y="444"/>
                      <a:pt x="1279" y="369"/>
                    </a:cubicBezTo>
                    <a:cubicBezTo>
                      <a:pt x="1316" y="295"/>
                      <a:pt x="1316" y="211"/>
                      <a:pt x="1279" y="136"/>
                    </a:cubicBezTo>
                    <a:cubicBezTo>
                      <a:pt x="1223" y="45"/>
                      <a:pt x="1119" y="1"/>
                      <a:pt x="1023" y="1"/>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3" name="Google Shape;6163;p75"/>
              <p:cNvSpPr/>
              <p:nvPr/>
            </p:nvSpPr>
            <p:spPr>
              <a:xfrm>
                <a:off x="10165304" y="2841535"/>
                <a:ext cx="83681" cy="41579"/>
              </a:xfrm>
              <a:custGeom>
                <a:avLst/>
                <a:gdLst/>
                <a:ahLst/>
                <a:cxnLst/>
                <a:rect l="l" t="t" r="r" b="b"/>
                <a:pathLst>
                  <a:path w="1439" h="715" extrusionOk="0">
                    <a:moveTo>
                      <a:pt x="1235" y="1"/>
                    </a:moveTo>
                    <a:cubicBezTo>
                      <a:pt x="1211" y="1"/>
                      <a:pt x="1188" y="5"/>
                      <a:pt x="1168" y="15"/>
                    </a:cubicBezTo>
                    <a:cubicBezTo>
                      <a:pt x="738" y="249"/>
                      <a:pt x="1" y="519"/>
                      <a:pt x="122" y="678"/>
                    </a:cubicBezTo>
                    <a:cubicBezTo>
                      <a:pt x="141" y="704"/>
                      <a:pt x="178" y="715"/>
                      <a:pt x="227" y="715"/>
                    </a:cubicBezTo>
                    <a:cubicBezTo>
                      <a:pt x="465" y="715"/>
                      <a:pt x="1001" y="455"/>
                      <a:pt x="1326" y="323"/>
                    </a:cubicBezTo>
                    <a:cubicBezTo>
                      <a:pt x="1401" y="286"/>
                      <a:pt x="1438" y="174"/>
                      <a:pt x="1401" y="90"/>
                    </a:cubicBezTo>
                    <a:cubicBezTo>
                      <a:pt x="1374" y="35"/>
                      <a:pt x="1301" y="1"/>
                      <a:pt x="1235" y="1"/>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4" name="Google Shape;6164;p75"/>
              <p:cNvSpPr/>
              <p:nvPr/>
            </p:nvSpPr>
            <p:spPr>
              <a:xfrm>
                <a:off x="10165304" y="2837000"/>
                <a:ext cx="88566" cy="50535"/>
              </a:xfrm>
              <a:custGeom>
                <a:avLst/>
                <a:gdLst/>
                <a:ahLst/>
                <a:cxnLst/>
                <a:rect l="l" t="t" r="r" b="b"/>
                <a:pathLst>
                  <a:path w="1523" h="869" extrusionOk="0">
                    <a:moveTo>
                      <a:pt x="1205" y="168"/>
                    </a:moveTo>
                    <a:cubicBezTo>
                      <a:pt x="1242" y="168"/>
                      <a:pt x="1289" y="168"/>
                      <a:pt x="1326" y="205"/>
                    </a:cubicBezTo>
                    <a:lnTo>
                      <a:pt x="1326" y="289"/>
                    </a:lnTo>
                    <a:lnTo>
                      <a:pt x="1289" y="327"/>
                    </a:lnTo>
                    <a:lnTo>
                      <a:pt x="1205" y="364"/>
                    </a:lnTo>
                    <a:cubicBezTo>
                      <a:pt x="972" y="439"/>
                      <a:pt x="356" y="719"/>
                      <a:pt x="197" y="719"/>
                    </a:cubicBezTo>
                    <a:cubicBezTo>
                      <a:pt x="309" y="597"/>
                      <a:pt x="626" y="439"/>
                      <a:pt x="860" y="364"/>
                    </a:cubicBezTo>
                    <a:cubicBezTo>
                      <a:pt x="972" y="289"/>
                      <a:pt x="1093" y="252"/>
                      <a:pt x="1205" y="168"/>
                    </a:cubicBezTo>
                    <a:close/>
                    <a:moveTo>
                      <a:pt x="1225" y="1"/>
                    </a:moveTo>
                    <a:cubicBezTo>
                      <a:pt x="1192" y="1"/>
                      <a:pt x="1159" y="7"/>
                      <a:pt x="1130" y="19"/>
                    </a:cubicBezTo>
                    <a:cubicBezTo>
                      <a:pt x="1009" y="93"/>
                      <a:pt x="897" y="131"/>
                      <a:pt x="776" y="205"/>
                    </a:cubicBezTo>
                    <a:cubicBezTo>
                      <a:pt x="272" y="439"/>
                      <a:pt x="38" y="560"/>
                      <a:pt x="1" y="672"/>
                    </a:cubicBezTo>
                    <a:cubicBezTo>
                      <a:pt x="1" y="719"/>
                      <a:pt x="1" y="756"/>
                      <a:pt x="38" y="793"/>
                    </a:cubicBezTo>
                    <a:cubicBezTo>
                      <a:pt x="76" y="831"/>
                      <a:pt x="160" y="868"/>
                      <a:pt x="234" y="868"/>
                    </a:cubicBezTo>
                    <a:cubicBezTo>
                      <a:pt x="468" y="868"/>
                      <a:pt x="822" y="719"/>
                      <a:pt x="1242" y="523"/>
                    </a:cubicBezTo>
                    <a:lnTo>
                      <a:pt x="1364" y="485"/>
                    </a:lnTo>
                    <a:cubicBezTo>
                      <a:pt x="1401" y="439"/>
                      <a:pt x="1476" y="401"/>
                      <a:pt x="1476" y="327"/>
                    </a:cubicBezTo>
                    <a:cubicBezTo>
                      <a:pt x="1522" y="252"/>
                      <a:pt x="1476" y="205"/>
                      <a:pt x="1476" y="131"/>
                    </a:cubicBezTo>
                    <a:cubicBezTo>
                      <a:pt x="1420" y="48"/>
                      <a:pt x="1319" y="1"/>
                      <a:pt x="1225" y="1"/>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5" name="Google Shape;6165;p75"/>
              <p:cNvSpPr/>
              <p:nvPr/>
            </p:nvSpPr>
            <p:spPr>
              <a:xfrm>
                <a:off x="10147393" y="2813506"/>
                <a:ext cx="99383" cy="52163"/>
              </a:xfrm>
              <a:custGeom>
                <a:avLst/>
                <a:gdLst/>
                <a:ahLst/>
                <a:cxnLst/>
                <a:rect l="l" t="t" r="r" b="b"/>
                <a:pathLst>
                  <a:path w="1709" h="897" extrusionOk="0">
                    <a:moveTo>
                      <a:pt x="1465" y="1"/>
                    </a:moveTo>
                    <a:cubicBezTo>
                      <a:pt x="1430" y="1"/>
                      <a:pt x="1395" y="10"/>
                      <a:pt x="1364" y="31"/>
                    </a:cubicBezTo>
                    <a:cubicBezTo>
                      <a:pt x="813" y="339"/>
                      <a:pt x="1" y="656"/>
                      <a:pt x="113" y="843"/>
                    </a:cubicBezTo>
                    <a:cubicBezTo>
                      <a:pt x="129" y="881"/>
                      <a:pt x="172" y="897"/>
                      <a:pt x="235" y="897"/>
                    </a:cubicBezTo>
                    <a:cubicBezTo>
                      <a:pt x="500" y="897"/>
                      <a:pt x="1113" y="611"/>
                      <a:pt x="1550" y="423"/>
                    </a:cubicBezTo>
                    <a:cubicBezTo>
                      <a:pt x="1672" y="376"/>
                      <a:pt x="1709" y="264"/>
                      <a:pt x="1672" y="143"/>
                    </a:cubicBezTo>
                    <a:cubicBezTo>
                      <a:pt x="1645" y="62"/>
                      <a:pt x="1555" y="1"/>
                      <a:pt x="1465" y="1"/>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6" name="Google Shape;6166;p75"/>
              <p:cNvSpPr/>
              <p:nvPr/>
            </p:nvSpPr>
            <p:spPr>
              <a:xfrm>
                <a:off x="10142508" y="2808912"/>
                <a:ext cx="111362" cy="62863"/>
              </a:xfrm>
              <a:custGeom>
                <a:avLst/>
                <a:gdLst/>
                <a:ahLst/>
                <a:cxnLst/>
                <a:rect l="l" t="t" r="r" b="b"/>
                <a:pathLst>
                  <a:path w="1915" h="1081" extrusionOk="0">
                    <a:moveTo>
                      <a:pt x="1541" y="156"/>
                    </a:moveTo>
                    <a:cubicBezTo>
                      <a:pt x="1560" y="156"/>
                      <a:pt x="1578" y="166"/>
                      <a:pt x="1597" y="184"/>
                    </a:cubicBezTo>
                    <a:cubicBezTo>
                      <a:pt x="1634" y="184"/>
                      <a:pt x="1681" y="222"/>
                      <a:pt x="1681" y="268"/>
                    </a:cubicBezTo>
                    <a:cubicBezTo>
                      <a:pt x="1718" y="343"/>
                      <a:pt x="1681" y="418"/>
                      <a:pt x="1597" y="418"/>
                    </a:cubicBezTo>
                    <a:cubicBezTo>
                      <a:pt x="1485" y="502"/>
                      <a:pt x="1364" y="539"/>
                      <a:pt x="1214" y="576"/>
                    </a:cubicBezTo>
                    <a:cubicBezTo>
                      <a:pt x="959" y="721"/>
                      <a:pt x="455" y="889"/>
                      <a:pt x="312" y="889"/>
                    </a:cubicBezTo>
                    <a:cubicBezTo>
                      <a:pt x="298" y="889"/>
                      <a:pt x="287" y="888"/>
                      <a:pt x="281" y="884"/>
                    </a:cubicBezTo>
                    <a:cubicBezTo>
                      <a:pt x="234" y="810"/>
                      <a:pt x="822" y="502"/>
                      <a:pt x="1093" y="380"/>
                    </a:cubicBezTo>
                    <a:cubicBezTo>
                      <a:pt x="1214" y="306"/>
                      <a:pt x="1364" y="268"/>
                      <a:pt x="1485" y="184"/>
                    </a:cubicBezTo>
                    <a:cubicBezTo>
                      <a:pt x="1504" y="166"/>
                      <a:pt x="1522" y="156"/>
                      <a:pt x="1541" y="156"/>
                    </a:cubicBezTo>
                    <a:close/>
                    <a:moveTo>
                      <a:pt x="1527" y="0"/>
                    </a:moveTo>
                    <a:cubicBezTo>
                      <a:pt x="1483" y="0"/>
                      <a:pt x="1443" y="12"/>
                      <a:pt x="1401" y="35"/>
                    </a:cubicBezTo>
                    <a:cubicBezTo>
                      <a:pt x="1289" y="110"/>
                      <a:pt x="1130" y="147"/>
                      <a:pt x="1018" y="222"/>
                    </a:cubicBezTo>
                    <a:cubicBezTo>
                      <a:pt x="430" y="502"/>
                      <a:pt x="1" y="735"/>
                      <a:pt x="122" y="968"/>
                    </a:cubicBezTo>
                    <a:cubicBezTo>
                      <a:pt x="122" y="1043"/>
                      <a:pt x="197" y="1080"/>
                      <a:pt x="281" y="1080"/>
                    </a:cubicBezTo>
                    <a:cubicBezTo>
                      <a:pt x="468" y="1080"/>
                      <a:pt x="822" y="922"/>
                      <a:pt x="1289" y="735"/>
                    </a:cubicBezTo>
                    <a:cubicBezTo>
                      <a:pt x="1401" y="688"/>
                      <a:pt x="1560" y="651"/>
                      <a:pt x="1681" y="614"/>
                    </a:cubicBezTo>
                    <a:cubicBezTo>
                      <a:pt x="1830" y="539"/>
                      <a:pt x="1914" y="343"/>
                      <a:pt x="1830" y="184"/>
                    </a:cubicBezTo>
                    <a:cubicBezTo>
                      <a:pt x="1793" y="110"/>
                      <a:pt x="1756" y="35"/>
                      <a:pt x="1681" y="35"/>
                    </a:cubicBezTo>
                    <a:cubicBezTo>
                      <a:pt x="1620" y="12"/>
                      <a:pt x="1571" y="0"/>
                      <a:pt x="1527" y="0"/>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7" name="Google Shape;6167;p75"/>
              <p:cNvSpPr/>
              <p:nvPr/>
            </p:nvSpPr>
            <p:spPr>
              <a:xfrm>
                <a:off x="10138205" y="2793327"/>
                <a:ext cx="79262" cy="44545"/>
              </a:xfrm>
              <a:custGeom>
                <a:avLst/>
                <a:gdLst/>
                <a:ahLst/>
                <a:cxnLst/>
                <a:rect l="l" t="t" r="r" b="b"/>
                <a:pathLst>
                  <a:path w="1363" h="766" extrusionOk="0">
                    <a:moveTo>
                      <a:pt x="1108" y="1"/>
                    </a:moveTo>
                    <a:cubicBezTo>
                      <a:pt x="1075" y="1"/>
                      <a:pt x="1041" y="8"/>
                      <a:pt x="1008" y="23"/>
                    </a:cubicBezTo>
                    <a:cubicBezTo>
                      <a:pt x="430" y="340"/>
                      <a:pt x="0" y="648"/>
                      <a:pt x="122" y="723"/>
                    </a:cubicBezTo>
                    <a:cubicBezTo>
                      <a:pt x="149" y="752"/>
                      <a:pt x="201" y="765"/>
                      <a:pt x="271" y="765"/>
                    </a:cubicBezTo>
                    <a:cubicBezTo>
                      <a:pt x="489" y="765"/>
                      <a:pt x="879" y="638"/>
                      <a:pt x="1204" y="490"/>
                    </a:cubicBezTo>
                    <a:cubicBezTo>
                      <a:pt x="1326" y="452"/>
                      <a:pt x="1363" y="378"/>
                      <a:pt x="1363" y="256"/>
                    </a:cubicBezTo>
                    <a:cubicBezTo>
                      <a:pt x="1363" y="108"/>
                      <a:pt x="1239" y="1"/>
                      <a:pt x="1108" y="1"/>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68" name="Google Shape;6168;p75"/>
              <p:cNvSpPr/>
              <p:nvPr/>
            </p:nvSpPr>
            <p:spPr>
              <a:xfrm>
                <a:off x="10138205" y="2788675"/>
                <a:ext cx="85775" cy="53791"/>
              </a:xfrm>
              <a:custGeom>
                <a:avLst/>
                <a:gdLst/>
                <a:ahLst/>
                <a:cxnLst/>
                <a:rect l="l" t="t" r="r" b="b"/>
                <a:pathLst>
                  <a:path w="1475" h="925" extrusionOk="0">
                    <a:moveTo>
                      <a:pt x="1130" y="159"/>
                    </a:moveTo>
                    <a:cubicBezTo>
                      <a:pt x="1158" y="159"/>
                      <a:pt x="1186" y="168"/>
                      <a:pt x="1204" y="187"/>
                    </a:cubicBezTo>
                    <a:cubicBezTo>
                      <a:pt x="1242" y="224"/>
                      <a:pt x="1288" y="262"/>
                      <a:pt x="1288" y="336"/>
                    </a:cubicBezTo>
                    <a:cubicBezTo>
                      <a:pt x="1288" y="420"/>
                      <a:pt x="1242" y="495"/>
                      <a:pt x="1167" y="495"/>
                    </a:cubicBezTo>
                    <a:cubicBezTo>
                      <a:pt x="588" y="728"/>
                      <a:pt x="271" y="766"/>
                      <a:pt x="196" y="766"/>
                    </a:cubicBezTo>
                    <a:cubicBezTo>
                      <a:pt x="234" y="691"/>
                      <a:pt x="504" y="458"/>
                      <a:pt x="1055" y="187"/>
                    </a:cubicBezTo>
                    <a:cubicBezTo>
                      <a:pt x="1074" y="168"/>
                      <a:pt x="1102" y="159"/>
                      <a:pt x="1130" y="159"/>
                    </a:cubicBezTo>
                    <a:close/>
                    <a:moveTo>
                      <a:pt x="1130" y="0"/>
                    </a:moveTo>
                    <a:cubicBezTo>
                      <a:pt x="1071" y="0"/>
                      <a:pt x="1013" y="10"/>
                      <a:pt x="971" y="28"/>
                    </a:cubicBezTo>
                    <a:cubicBezTo>
                      <a:pt x="542" y="262"/>
                      <a:pt x="38" y="570"/>
                      <a:pt x="38" y="766"/>
                    </a:cubicBezTo>
                    <a:cubicBezTo>
                      <a:pt x="0" y="803"/>
                      <a:pt x="38" y="850"/>
                      <a:pt x="75" y="887"/>
                    </a:cubicBezTo>
                    <a:cubicBezTo>
                      <a:pt x="75" y="887"/>
                      <a:pt x="122" y="924"/>
                      <a:pt x="234" y="924"/>
                    </a:cubicBezTo>
                    <a:cubicBezTo>
                      <a:pt x="392" y="924"/>
                      <a:pt x="700" y="887"/>
                      <a:pt x="1242" y="654"/>
                    </a:cubicBezTo>
                    <a:cubicBezTo>
                      <a:pt x="1363" y="616"/>
                      <a:pt x="1475" y="495"/>
                      <a:pt x="1475" y="336"/>
                    </a:cubicBezTo>
                    <a:cubicBezTo>
                      <a:pt x="1475" y="224"/>
                      <a:pt x="1400" y="103"/>
                      <a:pt x="1288" y="28"/>
                    </a:cubicBezTo>
                    <a:cubicBezTo>
                      <a:pt x="1246" y="10"/>
                      <a:pt x="1188" y="0"/>
                      <a:pt x="1130" y="0"/>
                    </a:cubicBezTo>
                    <a:close/>
                  </a:path>
                </a:pathLst>
              </a:custGeom>
              <a:solidFill>
                <a:srgbClr val="FF9A7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69" name="Google Shape;6169;p75"/>
            <p:cNvSpPr/>
            <p:nvPr/>
          </p:nvSpPr>
          <p:spPr>
            <a:xfrm>
              <a:off x="9765273" y="2449122"/>
              <a:ext cx="359382" cy="610834"/>
            </a:xfrm>
            <a:custGeom>
              <a:avLst/>
              <a:gdLst/>
              <a:ahLst/>
              <a:cxnLst/>
              <a:rect l="l" t="t" r="r" b="b"/>
              <a:pathLst>
                <a:path w="6180" h="10504" extrusionOk="0">
                  <a:moveTo>
                    <a:pt x="4271" y="0"/>
                  </a:moveTo>
                  <a:cubicBezTo>
                    <a:pt x="3817" y="0"/>
                    <a:pt x="3370" y="243"/>
                    <a:pt x="3109" y="659"/>
                  </a:cubicBezTo>
                  <a:cubicBezTo>
                    <a:pt x="1" y="5438"/>
                    <a:pt x="701" y="8826"/>
                    <a:pt x="701" y="8826"/>
                  </a:cubicBezTo>
                  <a:cubicBezTo>
                    <a:pt x="850" y="10376"/>
                    <a:pt x="1746" y="10422"/>
                    <a:pt x="1746" y="10422"/>
                  </a:cubicBezTo>
                  <a:cubicBezTo>
                    <a:pt x="1984" y="10478"/>
                    <a:pt x="2223" y="10504"/>
                    <a:pt x="2461" y="10504"/>
                  </a:cubicBezTo>
                  <a:cubicBezTo>
                    <a:pt x="3855" y="10504"/>
                    <a:pt x="5215" y="9629"/>
                    <a:pt x="6180" y="8864"/>
                  </a:cubicBezTo>
                  <a:cubicBezTo>
                    <a:pt x="6105" y="8705"/>
                    <a:pt x="6068" y="8556"/>
                    <a:pt x="6021" y="8360"/>
                  </a:cubicBezTo>
                  <a:cubicBezTo>
                    <a:pt x="5909" y="7809"/>
                    <a:pt x="5750" y="7267"/>
                    <a:pt x="5676" y="6689"/>
                  </a:cubicBezTo>
                  <a:lnTo>
                    <a:pt x="3884" y="7193"/>
                  </a:lnTo>
                  <a:cubicBezTo>
                    <a:pt x="5321" y="4701"/>
                    <a:pt x="5676" y="3422"/>
                    <a:pt x="5834" y="2367"/>
                  </a:cubicBezTo>
                  <a:cubicBezTo>
                    <a:pt x="5834" y="2255"/>
                    <a:pt x="5872" y="2096"/>
                    <a:pt x="5872" y="1975"/>
                  </a:cubicBezTo>
                  <a:cubicBezTo>
                    <a:pt x="5909" y="1004"/>
                    <a:pt x="5442" y="463"/>
                    <a:pt x="4938" y="192"/>
                  </a:cubicBezTo>
                  <a:cubicBezTo>
                    <a:pt x="4729" y="61"/>
                    <a:pt x="4499" y="0"/>
                    <a:pt x="4271" y="0"/>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0" name="Google Shape;6170;p75"/>
            <p:cNvSpPr/>
            <p:nvPr/>
          </p:nvSpPr>
          <p:spPr>
            <a:xfrm>
              <a:off x="10018236" y="2708890"/>
              <a:ext cx="79320" cy="156372"/>
            </a:xfrm>
            <a:custGeom>
              <a:avLst/>
              <a:gdLst/>
              <a:ahLst/>
              <a:cxnLst/>
              <a:rect l="l" t="t" r="r" b="b"/>
              <a:pathLst>
                <a:path w="1364" h="2689" extrusionOk="0">
                  <a:moveTo>
                    <a:pt x="896" y="0"/>
                  </a:moveTo>
                  <a:cubicBezTo>
                    <a:pt x="859" y="0"/>
                    <a:pt x="822" y="0"/>
                    <a:pt x="822" y="38"/>
                  </a:cubicBezTo>
                  <a:cubicBezTo>
                    <a:pt x="784" y="122"/>
                    <a:pt x="0" y="1671"/>
                    <a:pt x="38" y="2492"/>
                  </a:cubicBezTo>
                  <a:cubicBezTo>
                    <a:pt x="38" y="2530"/>
                    <a:pt x="84" y="2604"/>
                    <a:pt x="122" y="2642"/>
                  </a:cubicBezTo>
                  <a:cubicBezTo>
                    <a:pt x="196" y="2688"/>
                    <a:pt x="318" y="2688"/>
                    <a:pt x="430" y="2688"/>
                  </a:cubicBezTo>
                  <a:cubicBezTo>
                    <a:pt x="784" y="2688"/>
                    <a:pt x="1251" y="2567"/>
                    <a:pt x="1326" y="2567"/>
                  </a:cubicBezTo>
                  <a:cubicBezTo>
                    <a:pt x="1363" y="2530"/>
                    <a:pt x="1363" y="2492"/>
                    <a:pt x="1363" y="2492"/>
                  </a:cubicBezTo>
                  <a:cubicBezTo>
                    <a:pt x="1363" y="2455"/>
                    <a:pt x="1326" y="2455"/>
                    <a:pt x="1288" y="2455"/>
                  </a:cubicBezTo>
                  <a:cubicBezTo>
                    <a:pt x="1128" y="2507"/>
                    <a:pt x="763" y="2598"/>
                    <a:pt x="488" y="2598"/>
                  </a:cubicBezTo>
                  <a:cubicBezTo>
                    <a:pt x="364" y="2598"/>
                    <a:pt x="257" y="2579"/>
                    <a:pt x="196" y="2530"/>
                  </a:cubicBezTo>
                  <a:cubicBezTo>
                    <a:pt x="159" y="2530"/>
                    <a:pt x="159" y="2492"/>
                    <a:pt x="159" y="2455"/>
                  </a:cubicBezTo>
                  <a:cubicBezTo>
                    <a:pt x="122" y="1708"/>
                    <a:pt x="896" y="122"/>
                    <a:pt x="934" y="75"/>
                  </a:cubicBezTo>
                  <a:cubicBezTo>
                    <a:pt x="934" y="38"/>
                    <a:pt x="934" y="38"/>
                    <a:pt x="896"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171" name="Google Shape;6171;p75"/>
          <p:cNvGrpSpPr/>
          <p:nvPr/>
        </p:nvGrpSpPr>
        <p:grpSpPr>
          <a:xfrm>
            <a:off x="1116650" y="2740145"/>
            <a:ext cx="567042" cy="1302979"/>
            <a:chOff x="161812" y="2531189"/>
            <a:chExt cx="743175" cy="1707706"/>
          </a:xfrm>
        </p:grpSpPr>
        <p:grpSp>
          <p:nvGrpSpPr>
            <p:cNvPr id="6172" name="Google Shape;6172;p75"/>
            <p:cNvGrpSpPr/>
            <p:nvPr/>
          </p:nvGrpSpPr>
          <p:grpSpPr>
            <a:xfrm>
              <a:off x="161812" y="2531189"/>
              <a:ext cx="743175" cy="1707706"/>
              <a:chOff x="-1455848" y="1157753"/>
              <a:chExt cx="1395109" cy="3205755"/>
            </a:xfrm>
          </p:grpSpPr>
          <p:sp>
            <p:nvSpPr>
              <p:cNvPr id="6173" name="Google Shape;6173;p75"/>
              <p:cNvSpPr/>
              <p:nvPr/>
            </p:nvSpPr>
            <p:spPr>
              <a:xfrm>
                <a:off x="-1220255" y="3947382"/>
                <a:ext cx="212270" cy="347264"/>
              </a:xfrm>
              <a:custGeom>
                <a:avLst/>
                <a:gdLst/>
                <a:ahLst/>
                <a:cxnLst/>
                <a:rect l="l" t="t" r="r" b="b"/>
                <a:pathLst>
                  <a:path w="2876" h="4705" extrusionOk="0">
                    <a:moveTo>
                      <a:pt x="2875" y="0"/>
                    </a:moveTo>
                    <a:lnTo>
                      <a:pt x="346" y="233"/>
                    </a:lnTo>
                    <a:lnTo>
                      <a:pt x="1" y="3771"/>
                    </a:lnTo>
                    <a:lnTo>
                      <a:pt x="505" y="4630"/>
                    </a:lnTo>
                    <a:lnTo>
                      <a:pt x="2334" y="4704"/>
                    </a:lnTo>
                    <a:lnTo>
                      <a:pt x="2642" y="3883"/>
                    </a:lnTo>
                    <a:cubicBezTo>
                      <a:pt x="2371" y="3734"/>
                      <a:pt x="2875" y="0"/>
                      <a:pt x="2875"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4" name="Google Shape;6174;p75"/>
              <p:cNvSpPr/>
              <p:nvPr/>
            </p:nvSpPr>
            <p:spPr>
              <a:xfrm>
                <a:off x="-1243652" y="4213901"/>
                <a:ext cx="439597" cy="149608"/>
              </a:xfrm>
              <a:custGeom>
                <a:avLst/>
                <a:gdLst/>
                <a:ahLst/>
                <a:cxnLst/>
                <a:rect l="l" t="t" r="r" b="b"/>
                <a:pathLst>
                  <a:path w="5956" h="2027" extrusionOk="0">
                    <a:moveTo>
                      <a:pt x="279" y="0"/>
                    </a:moveTo>
                    <a:cubicBezTo>
                      <a:pt x="249" y="0"/>
                      <a:pt x="234" y="1"/>
                      <a:pt x="234" y="1"/>
                    </a:cubicBezTo>
                    <a:lnTo>
                      <a:pt x="0" y="2027"/>
                    </a:lnTo>
                    <a:lnTo>
                      <a:pt x="5918" y="2027"/>
                    </a:lnTo>
                    <a:cubicBezTo>
                      <a:pt x="5955" y="1831"/>
                      <a:pt x="5881" y="1327"/>
                      <a:pt x="5685" y="1252"/>
                    </a:cubicBezTo>
                    <a:lnTo>
                      <a:pt x="2922" y="197"/>
                    </a:lnTo>
                    <a:cubicBezTo>
                      <a:pt x="2922" y="197"/>
                      <a:pt x="2761" y="430"/>
                      <a:pt x="2384" y="430"/>
                    </a:cubicBezTo>
                    <a:cubicBezTo>
                      <a:pt x="2272" y="430"/>
                      <a:pt x="2140" y="409"/>
                      <a:pt x="1988" y="356"/>
                    </a:cubicBezTo>
                    <a:cubicBezTo>
                      <a:pt x="1008" y="27"/>
                      <a:pt x="437" y="0"/>
                      <a:pt x="279"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5" name="Google Shape;6175;p75"/>
              <p:cNvSpPr/>
              <p:nvPr/>
            </p:nvSpPr>
            <p:spPr>
              <a:xfrm>
                <a:off x="-964659" y="4254569"/>
                <a:ext cx="143334" cy="57275"/>
              </a:xfrm>
              <a:custGeom>
                <a:avLst/>
                <a:gdLst/>
                <a:ahLst/>
                <a:cxnLst/>
                <a:rect l="l" t="t" r="r" b="b"/>
                <a:pathLst>
                  <a:path w="1942" h="776" extrusionOk="0">
                    <a:moveTo>
                      <a:pt x="150" y="1"/>
                    </a:moveTo>
                    <a:lnTo>
                      <a:pt x="0" y="776"/>
                    </a:lnTo>
                    <a:lnTo>
                      <a:pt x="1905" y="776"/>
                    </a:lnTo>
                    <a:cubicBezTo>
                      <a:pt x="1942" y="776"/>
                      <a:pt x="1942" y="776"/>
                      <a:pt x="1905" y="738"/>
                    </a:cubicBezTo>
                    <a:lnTo>
                      <a:pt x="150" y="1"/>
                    </a:ln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6" name="Google Shape;6176;p75"/>
              <p:cNvSpPr/>
              <p:nvPr/>
            </p:nvSpPr>
            <p:spPr>
              <a:xfrm>
                <a:off x="-968128" y="4251173"/>
                <a:ext cx="146803" cy="63401"/>
              </a:xfrm>
              <a:custGeom>
                <a:avLst/>
                <a:gdLst/>
                <a:ahLst/>
                <a:cxnLst/>
                <a:rect l="l" t="t" r="r" b="b"/>
                <a:pathLst>
                  <a:path w="1989" h="859" extrusionOk="0">
                    <a:moveTo>
                      <a:pt x="197" y="84"/>
                    </a:moveTo>
                    <a:lnTo>
                      <a:pt x="1914" y="822"/>
                    </a:lnTo>
                    <a:lnTo>
                      <a:pt x="47" y="822"/>
                    </a:lnTo>
                    <a:lnTo>
                      <a:pt x="197" y="84"/>
                    </a:lnTo>
                    <a:close/>
                    <a:moveTo>
                      <a:pt x="160" y="0"/>
                    </a:moveTo>
                    <a:lnTo>
                      <a:pt x="1" y="859"/>
                    </a:lnTo>
                    <a:lnTo>
                      <a:pt x="1952" y="859"/>
                    </a:lnTo>
                    <a:cubicBezTo>
                      <a:pt x="1989" y="859"/>
                      <a:pt x="1989" y="859"/>
                      <a:pt x="1989" y="822"/>
                    </a:cubicBezTo>
                    <a:lnTo>
                      <a:pt x="1989" y="784"/>
                    </a:lnTo>
                    <a:lnTo>
                      <a:pt x="160" y="0"/>
                    </a:ln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7" name="Google Shape;6177;p75"/>
              <p:cNvSpPr/>
              <p:nvPr/>
            </p:nvSpPr>
            <p:spPr>
              <a:xfrm>
                <a:off x="-1237452" y="4213974"/>
                <a:ext cx="45539" cy="97869"/>
              </a:xfrm>
              <a:custGeom>
                <a:avLst/>
                <a:gdLst/>
                <a:ahLst/>
                <a:cxnLst/>
                <a:rect l="l" t="t" r="r" b="b"/>
                <a:pathLst>
                  <a:path w="617" h="1326" extrusionOk="0">
                    <a:moveTo>
                      <a:pt x="150" y="0"/>
                    </a:moveTo>
                    <a:lnTo>
                      <a:pt x="0" y="1326"/>
                    </a:lnTo>
                    <a:lnTo>
                      <a:pt x="616" y="1326"/>
                    </a:lnTo>
                    <a:lnTo>
                      <a:pt x="542" y="38"/>
                    </a:lnTo>
                    <a:cubicBezTo>
                      <a:pt x="467" y="38"/>
                      <a:pt x="150" y="0"/>
                      <a:pt x="150"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8" name="Google Shape;6178;p75"/>
              <p:cNvSpPr/>
              <p:nvPr/>
            </p:nvSpPr>
            <p:spPr>
              <a:xfrm>
                <a:off x="-1240257" y="4309038"/>
                <a:ext cx="421736" cy="5536"/>
              </a:xfrm>
              <a:custGeom>
                <a:avLst/>
                <a:gdLst/>
                <a:ahLst/>
                <a:cxnLst/>
                <a:rect l="l" t="t" r="r" b="b"/>
                <a:pathLst>
                  <a:path w="5714" h="75" extrusionOk="0">
                    <a:moveTo>
                      <a:pt x="38" y="0"/>
                    </a:moveTo>
                    <a:lnTo>
                      <a:pt x="1" y="38"/>
                    </a:lnTo>
                    <a:cubicBezTo>
                      <a:pt x="1" y="75"/>
                      <a:pt x="38" y="75"/>
                      <a:pt x="38" y="75"/>
                    </a:cubicBezTo>
                    <a:lnTo>
                      <a:pt x="5713" y="75"/>
                    </a:lnTo>
                    <a:cubicBezTo>
                      <a:pt x="5713" y="38"/>
                      <a:pt x="5713" y="38"/>
                      <a:pt x="5676" y="38"/>
                    </a:cubicBezTo>
                    <a:lnTo>
                      <a:pt x="38" y="0"/>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79" name="Google Shape;6179;p75"/>
              <p:cNvSpPr/>
              <p:nvPr/>
            </p:nvSpPr>
            <p:spPr>
              <a:xfrm>
                <a:off x="-953662" y="1702600"/>
                <a:ext cx="892923" cy="1554312"/>
              </a:xfrm>
              <a:custGeom>
                <a:avLst/>
                <a:gdLst/>
                <a:ahLst/>
                <a:cxnLst/>
                <a:rect l="l" t="t" r="r" b="b"/>
                <a:pathLst>
                  <a:path w="12098" h="21059" extrusionOk="0">
                    <a:moveTo>
                      <a:pt x="9254" y="1"/>
                    </a:moveTo>
                    <a:cubicBezTo>
                      <a:pt x="8255" y="1"/>
                      <a:pt x="7301" y="617"/>
                      <a:pt x="6889" y="1591"/>
                    </a:cubicBezTo>
                    <a:lnTo>
                      <a:pt x="505" y="17617"/>
                    </a:lnTo>
                    <a:cubicBezTo>
                      <a:pt x="1" y="18896"/>
                      <a:pt x="664" y="20380"/>
                      <a:pt x="1952" y="20884"/>
                    </a:cubicBezTo>
                    <a:cubicBezTo>
                      <a:pt x="2252" y="21002"/>
                      <a:pt x="2563" y="21059"/>
                      <a:pt x="2870" y="21059"/>
                    </a:cubicBezTo>
                    <a:cubicBezTo>
                      <a:pt x="3870" y="21059"/>
                      <a:pt x="4826" y="20463"/>
                      <a:pt x="5219" y="19484"/>
                    </a:cubicBezTo>
                    <a:lnTo>
                      <a:pt x="11594" y="3458"/>
                    </a:lnTo>
                    <a:cubicBezTo>
                      <a:pt x="12098" y="2179"/>
                      <a:pt x="11472" y="695"/>
                      <a:pt x="10194" y="191"/>
                    </a:cubicBezTo>
                    <a:cubicBezTo>
                      <a:pt x="9886" y="62"/>
                      <a:pt x="9568" y="1"/>
                      <a:pt x="9254"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0" name="Google Shape;6180;p75"/>
              <p:cNvSpPr/>
              <p:nvPr/>
            </p:nvSpPr>
            <p:spPr>
              <a:xfrm>
                <a:off x="-310208" y="2098282"/>
                <a:ext cx="28342" cy="24578"/>
              </a:xfrm>
              <a:custGeom>
                <a:avLst/>
                <a:gdLst/>
                <a:ahLst/>
                <a:cxnLst/>
                <a:rect l="l" t="t" r="r" b="b"/>
                <a:pathLst>
                  <a:path w="384" h="333" extrusionOk="0">
                    <a:moveTo>
                      <a:pt x="271" y="1"/>
                    </a:moveTo>
                    <a:cubicBezTo>
                      <a:pt x="150" y="1"/>
                      <a:pt x="75" y="47"/>
                      <a:pt x="38" y="122"/>
                    </a:cubicBezTo>
                    <a:cubicBezTo>
                      <a:pt x="1" y="197"/>
                      <a:pt x="38" y="281"/>
                      <a:pt x="113" y="318"/>
                    </a:cubicBezTo>
                    <a:cubicBezTo>
                      <a:pt x="145" y="328"/>
                      <a:pt x="173" y="333"/>
                      <a:pt x="199" y="333"/>
                    </a:cubicBezTo>
                    <a:cubicBezTo>
                      <a:pt x="271" y="333"/>
                      <a:pt x="319" y="296"/>
                      <a:pt x="346" y="234"/>
                    </a:cubicBezTo>
                    <a:cubicBezTo>
                      <a:pt x="383" y="159"/>
                      <a:pt x="346" y="47"/>
                      <a:pt x="271"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1" name="Google Shape;6181;p75"/>
              <p:cNvSpPr/>
              <p:nvPr/>
            </p:nvSpPr>
            <p:spPr>
              <a:xfrm>
                <a:off x="-416934" y="2057245"/>
                <a:ext cx="26202" cy="22216"/>
              </a:xfrm>
              <a:custGeom>
                <a:avLst/>
                <a:gdLst/>
                <a:ahLst/>
                <a:cxnLst/>
                <a:rect l="l" t="t" r="r" b="b"/>
                <a:pathLst>
                  <a:path w="355" h="301" extrusionOk="0">
                    <a:moveTo>
                      <a:pt x="174" y="1"/>
                    </a:moveTo>
                    <a:cubicBezTo>
                      <a:pt x="121" y="1"/>
                      <a:pt x="74" y="35"/>
                      <a:pt x="47" y="90"/>
                    </a:cubicBezTo>
                    <a:cubicBezTo>
                      <a:pt x="0" y="174"/>
                      <a:pt x="47" y="249"/>
                      <a:pt x="121" y="286"/>
                    </a:cubicBezTo>
                    <a:cubicBezTo>
                      <a:pt x="141" y="296"/>
                      <a:pt x="165" y="301"/>
                      <a:pt x="189" y="301"/>
                    </a:cubicBezTo>
                    <a:cubicBezTo>
                      <a:pt x="255" y="301"/>
                      <a:pt x="327" y="266"/>
                      <a:pt x="355" y="211"/>
                    </a:cubicBezTo>
                    <a:cubicBezTo>
                      <a:pt x="355" y="137"/>
                      <a:pt x="317" y="15"/>
                      <a:pt x="233" y="15"/>
                    </a:cubicBezTo>
                    <a:cubicBezTo>
                      <a:pt x="213" y="5"/>
                      <a:pt x="193" y="1"/>
                      <a:pt x="174"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2" name="Google Shape;6182;p75"/>
              <p:cNvSpPr/>
              <p:nvPr/>
            </p:nvSpPr>
            <p:spPr>
              <a:xfrm>
                <a:off x="-264743" y="1985652"/>
                <a:ext cx="26275" cy="22216"/>
              </a:xfrm>
              <a:custGeom>
                <a:avLst/>
                <a:gdLst/>
                <a:ahLst/>
                <a:cxnLst/>
                <a:rect l="l" t="t" r="r" b="b"/>
                <a:pathLst>
                  <a:path w="356" h="301" extrusionOk="0">
                    <a:moveTo>
                      <a:pt x="175" y="0"/>
                    </a:moveTo>
                    <a:cubicBezTo>
                      <a:pt x="121" y="0"/>
                      <a:pt x="72" y="35"/>
                      <a:pt x="38" y="89"/>
                    </a:cubicBezTo>
                    <a:cubicBezTo>
                      <a:pt x="1" y="173"/>
                      <a:pt x="38" y="285"/>
                      <a:pt x="122" y="285"/>
                    </a:cubicBezTo>
                    <a:cubicBezTo>
                      <a:pt x="142" y="295"/>
                      <a:pt x="166" y="300"/>
                      <a:pt x="190" y="300"/>
                    </a:cubicBezTo>
                    <a:cubicBezTo>
                      <a:pt x="256" y="300"/>
                      <a:pt x="328" y="265"/>
                      <a:pt x="356" y="211"/>
                    </a:cubicBezTo>
                    <a:cubicBezTo>
                      <a:pt x="356" y="127"/>
                      <a:pt x="318" y="52"/>
                      <a:pt x="234" y="15"/>
                    </a:cubicBezTo>
                    <a:cubicBezTo>
                      <a:pt x="214" y="5"/>
                      <a:pt x="194" y="0"/>
                      <a:pt x="175" y="0"/>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3" name="Google Shape;6183;p75"/>
              <p:cNvSpPr/>
              <p:nvPr/>
            </p:nvSpPr>
            <p:spPr>
              <a:xfrm>
                <a:off x="-370804" y="1942253"/>
                <a:ext cx="26275" cy="24578"/>
              </a:xfrm>
              <a:custGeom>
                <a:avLst/>
                <a:gdLst/>
                <a:ahLst/>
                <a:cxnLst/>
                <a:rect l="l" t="t" r="r" b="b"/>
                <a:pathLst>
                  <a:path w="356" h="333" extrusionOk="0">
                    <a:moveTo>
                      <a:pt x="174" y="0"/>
                    </a:moveTo>
                    <a:cubicBezTo>
                      <a:pt x="118" y="0"/>
                      <a:pt x="65" y="37"/>
                      <a:pt x="38" y="99"/>
                    </a:cubicBezTo>
                    <a:cubicBezTo>
                      <a:pt x="0" y="173"/>
                      <a:pt x="38" y="295"/>
                      <a:pt x="122" y="332"/>
                    </a:cubicBezTo>
                    <a:cubicBezTo>
                      <a:pt x="196" y="332"/>
                      <a:pt x="308" y="295"/>
                      <a:pt x="308" y="211"/>
                    </a:cubicBezTo>
                    <a:cubicBezTo>
                      <a:pt x="355" y="136"/>
                      <a:pt x="308" y="61"/>
                      <a:pt x="234" y="15"/>
                    </a:cubicBezTo>
                    <a:cubicBezTo>
                      <a:pt x="214" y="5"/>
                      <a:pt x="194" y="0"/>
                      <a:pt x="174" y="0"/>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4" name="Google Shape;6184;p75"/>
              <p:cNvSpPr/>
              <p:nvPr/>
            </p:nvSpPr>
            <p:spPr>
              <a:xfrm>
                <a:off x="-649132" y="2930093"/>
                <a:ext cx="29006" cy="25021"/>
              </a:xfrm>
              <a:custGeom>
                <a:avLst/>
                <a:gdLst/>
                <a:ahLst/>
                <a:cxnLst/>
                <a:rect l="l" t="t" r="r" b="b"/>
                <a:pathLst>
                  <a:path w="393" h="339" extrusionOk="0">
                    <a:moveTo>
                      <a:pt x="187" y="1"/>
                    </a:moveTo>
                    <a:cubicBezTo>
                      <a:pt x="117" y="1"/>
                      <a:pt x="65" y="36"/>
                      <a:pt x="38" y="90"/>
                    </a:cubicBezTo>
                    <a:cubicBezTo>
                      <a:pt x="0" y="212"/>
                      <a:pt x="38" y="286"/>
                      <a:pt x="112" y="324"/>
                    </a:cubicBezTo>
                    <a:cubicBezTo>
                      <a:pt x="145" y="334"/>
                      <a:pt x="174" y="338"/>
                      <a:pt x="200" y="338"/>
                    </a:cubicBezTo>
                    <a:cubicBezTo>
                      <a:pt x="271" y="338"/>
                      <a:pt x="318" y="304"/>
                      <a:pt x="346" y="249"/>
                    </a:cubicBezTo>
                    <a:cubicBezTo>
                      <a:pt x="392" y="128"/>
                      <a:pt x="346" y="53"/>
                      <a:pt x="271" y="16"/>
                    </a:cubicBezTo>
                    <a:cubicBezTo>
                      <a:pt x="241" y="5"/>
                      <a:pt x="213" y="1"/>
                      <a:pt x="187"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5" name="Google Shape;6185;p75"/>
              <p:cNvSpPr/>
              <p:nvPr/>
            </p:nvSpPr>
            <p:spPr>
              <a:xfrm>
                <a:off x="-755194" y="2886768"/>
                <a:ext cx="25537" cy="25611"/>
              </a:xfrm>
              <a:custGeom>
                <a:avLst/>
                <a:gdLst/>
                <a:ahLst/>
                <a:cxnLst/>
                <a:rect l="l" t="t" r="r" b="b"/>
                <a:pathLst>
                  <a:path w="346" h="347" extrusionOk="0">
                    <a:moveTo>
                      <a:pt x="173" y="1"/>
                    </a:moveTo>
                    <a:cubicBezTo>
                      <a:pt x="115" y="1"/>
                      <a:pt x="66" y="44"/>
                      <a:pt x="37" y="136"/>
                    </a:cubicBezTo>
                    <a:cubicBezTo>
                      <a:pt x="0" y="210"/>
                      <a:pt x="37" y="285"/>
                      <a:pt x="112" y="332"/>
                    </a:cubicBezTo>
                    <a:cubicBezTo>
                      <a:pt x="134" y="342"/>
                      <a:pt x="158" y="346"/>
                      <a:pt x="182" y="346"/>
                    </a:cubicBezTo>
                    <a:cubicBezTo>
                      <a:pt x="250" y="346"/>
                      <a:pt x="318" y="310"/>
                      <a:pt x="345" y="248"/>
                    </a:cubicBezTo>
                    <a:cubicBezTo>
                      <a:pt x="345" y="173"/>
                      <a:pt x="308" y="52"/>
                      <a:pt x="233" y="14"/>
                    </a:cubicBezTo>
                    <a:cubicBezTo>
                      <a:pt x="213" y="5"/>
                      <a:pt x="193" y="1"/>
                      <a:pt x="173"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6" name="Google Shape;6186;p75"/>
              <p:cNvSpPr/>
              <p:nvPr/>
            </p:nvSpPr>
            <p:spPr>
              <a:xfrm>
                <a:off x="-603003" y="2816134"/>
                <a:ext cx="28342" cy="24209"/>
              </a:xfrm>
              <a:custGeom>
                <a:avLst/>
                <a:gdLst/>
                <a:ahLst/>
                <a:cxnLst/>
                <a:rect l="l" t="t" r="r" b="b"/>
                <a:pathLst>
                  <a:path w="384" h="328" extrusionOk="0">
                    <a:moveTo>
                      <a:pt x="234" y="1"/>
                    </a:moveTo>
                    <a:cubicBezTo>
                      <a:pt x="150" y="1"/>
                      <a:pt x="76" y="38"/>
                      <a:pt x="38" y="122"/>
                    </a:cubicBezTo>
                    <a:cubicBezTo>
                      <a:pt x="1" y="197"/>
                      <a:pt x="38" y="271"/>
                      <a:pt x="113" y="309"/>
                    </a:cubicBezTo>
                    <a:cubicBezTo>
                      <a:pt x="134" y="322"/>
                      <a:pt x="158" y="327"/>
                      <a:pt x="183" y="327"/>
                    </a:cubicBezTo>
                    <a:cubicBezTo>
                      <a:pt x="248" y="327"/>
                      <a:pt x="319" y="288"/>
                      <a:pt x="346" y="234"/>
                    </a:cubicBezTo>
                    <a:cubicBezTo>
                      <a:pt x="384" y="159"/>
                      <a:pt x="309" y="38"/>
                      <a:pt x="234"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7" name="Google Shape;6187;p75"/>
              <p:cNvSpPr/>
              <p:nvPr/>
            </p:nvSpPr>
            <p:spPr>
              <a:xfrm>
                <a:off x="-709728" y="2775097"/>
                <a:ext cx="26202" cy="22216"/>
              </a:xfrm>
              <a:custGeom>
                <a:avLst/>
                <a:gdLst/>
                <a:ahLst/>
                <a:cxnLst/>
                <a:rect l="l" t="t" r="r" b="b"/>
                <a:pathLst>
                  <a:path w="355" h="301" extrusionOk="0">
                    <a:moveTo>
                      <a:pt x="174" y="1"/>
                    </a:moveTo>
                    <a:cubicBezTo>
                      <a:pt x="121" y="1"/>
                      <a:pt x="74" y="35"/>
                      <a:pt x="47" y="90"/>
                    </a:cubicBezTo>
                    <a:cubicBezTo>
                      <a:pt x="0" y="165"/>
                      <a:pt x="47" y="249"/>
                      <a:pt x="121" y="286"/>
                    </a:cubicBezTo>
                    <a:cubicBezTo>
                      <a:pt x="141" y="296"/>
                      <a:pt x="165" y="301"/>
                      <a:pt x="188" y="301"/>
                    </a:cubicBezTo>
                    <a:cubicBezTo>
                      <a:pt x="252" y="301"/>
                      <a:pt x="317" y="266"/>
                      <a:pt x="317" y="211"/>
                    </a:cubicBezTo>
                    <a:cubicBezTo>
                      <a:pt x="355" y="127"/>
                      <a:pt x="317" y="15"/>
                      <a:pt x="233" y="15"/>
                    </a:cubicBezTo>
                    <a:cubicBezTo>
                      <a:pt x="213" y="5"/>
                      <a:pt x="193" y="1"/>
                      <a:pt x="174"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8" name="Google Shape;6188;p75"/>
              <p:cNvSpPr/>
              <p:nvPr/>
            </p:nvSpPr>
            <p:spPr>
              <a:xfrm>
                <a:off x="-359069" y="2373880"/>
                <a:ext cx="128868" cy="152117"/>
              </a:xfrm>
              <a:custGeom>
                <a:avLst/>
                <a:gdLst/>
                <a:ahLst/>
                <a:cxnLst/>
                <a:rect l="l" t="t" r="r" b="b"/>
                <a:pathLst>
                  <a:path w="1746" h="2061" extrusionOk="0">
                    <a:moveTo>
                      <a:pt x="1363" y="0"/>
                    </a:moveTo>
                    <a:cubicBezTo>
                      <a:pt x="1363" y="0"/>
                      <a:pt x="971" y="196"/>
                      <a:pt x="700" y="784"/>
                    </a:cubicBezTo>
                    <a:cubicBezTo>
                      <a:pt x="383" y="1363"/>
                      <a:pt x="700" y="1484"/>
                      <a:pt x="345" y="1484"/>
                    </a:cubicBezTo>
                    <a:cubicBezTo>
                      <a:pt x="0" y="1484"/>
                      <a:pt x="345" y="2026"/>
                      <a:pt x="345" y="2026"/>
                    </a:cubicBezTo>
                    <a:cubicBezTo>
                      <a:pt x="345" y="2026"/>
                      <a:pt x="380" y="2061"/>
                      <a:pt x="458" y="2061"/>
                    </a:cubicBezTo>
                    <a:cubicBezTo>
                      <a:pt x="580" y="2061"/>
                      <a:pt x="807" y="1973"/>
                      <a:pt x="1167" y="1522"/>
                    </a:cubicBezTo>
                    <a:cubicBezTo>
                      <a:pt x="1745" y="822"/>
                      <a:pt x="1363" y="0"/>
                      <a:pt x="1363"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89" name="Google Shape;6189;p75"/>
              <p:cNvSpPr/>
              <p:nvPr/>
            </p:nvSpPr>
            <p:spPr>
              <a:xfrm>
                <a:off x="-651863" y="3947382"/>
                <a:ext cx="203930" cy="347264"/>
              </a:xfrm>
              <a:custGeom>
                <a:avLst/>
                <a:gdLst/>
                <a:ahLst/>
                <a:cxnLst/>
                <a:rect l="l" t="t" r="r" b="b"/>
                <a:pathLst>
                  <a:path w="2763" h="4705" extrusionOk="0">
                    <a:moveTo>
                      <a:pt x="2530" y="0"/>
                    </a:moveTo>
                    <a:lnTo>
                      <a:pt x="0" y="233"/>
                    </a:lnTo>
                    <a:lnTo>
                      <a:pt x="75" y="3771"/>
                    </a:lnTo>
                    <a:lnTo>
                      <a:pt x="579" y="4630"/>
                    </a:lnTo>
                    <a:lnTo>
                      <a:pt x="2408" y="4704"/>
                    </a:lnTo>
                    <a:lnTo>
                      <a:pt x="2763" y="3883"/>
                    </a:lnTo>
                    <a:cubicBezTo>
                      <a:pt x="2446" y="3734"/>
                      <a:pt x="2530" y="0"/>
                      <a:pt x="2530"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0" name="Google Shape;6190;p75"/>
              <p:cNvSpPr/>
              <p:nvPr/>
            </p:nvSpPr>
            <p:spPr>
              <a:xfrm>
                <a:off x="-649132" y="4213901"/>
                <a:ext cx="421662" cy="149608"/>
              </a:xfrm>
              <a:custGeom>
                <a:avLst/>
                <a:gdLst/>
                <a:ahLst/>
                <a:cxnLst/>
                <a:rect l="l" t="t" r="r" b="b"/>
                <a:pathLst>
                  <a:path w="5713" h="2027" extrusionOk="0">
                    <a:moveTo>
                      <a:pt x="42" y="0"/>
                    </a:moveTo>
                    <a:cubicBezTo>
                      <a:pt x="14" y="0"/>
                      <a:pt x="0" y="1"/>
                      <a:pt x="0" y="1"/>
                    </a:cubicBezTo>
                    <a:lnTo>
                      <a:pt x="75" y="2027"/>
                    </a:lnTo>
                    <a:lnTo>
                      <a:pt x="5638" y="2027"/>
                    </a:lnTo>
                    <a:cubicBezTo>
                      <a:pt x="5713" y="1831"/>
                      <a:pt x="5601" y="1327"/>
                      <a:pt x="5405" y="1252"/>
                    </a:cubicBezTo>
                    <a:lnTo>
                      <a:pt x="2642" y="197"/>
                    </a:lnTo>
                    <a:cubicBezTo>
                      <a:pt x="2642" y="197"/>
                      <a:pt x="2503" y="430"/>
                      <a:pt x="2119" y="430"/>
                    </a:cubicBezTo>
                    <a:cubicBezTo>
                      <a:pt x="2005" y="430"/>
                      <a:pt x="1869" y="409"/>
                      <a:pt x="1709" y="356"/>
                    </a:cubicBezTo>
                    <a:cubicBezTo>
                      <a:pt x="729" y="27"/>
                      <a:pt x="190" y="0"/>
                      <a:pt x="42"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1" name="Google Shape;6191;p75"/>
              <p:cNvSpPr/>
              <p:nvPr/>
            </p:nvSpPr>
            <p:spPr>
              <a:xfrm>
                <a:off x="-390806" y="4254569"/>
                <a:ext cx="143408" cy="57275"/>
              </a:xfrm>
              <a:custGeom>
                <a:avLst/>
                <a:gdLst/>
                <a:ahLst/>
                <a:cxnLst/>
                <a:rect l="l" t="t" r="r" b="b"/>
                <a:pathLst>
                  <a:path w="1943" h="776" extrusionOk="0">
                    <a:moveTo>
                      <a:pt x="159" y="1"/>
                    </a:moveTo>
                    <a:lnTo>
                      <a:pt x="1" y="776"/>
                    </a:lnTo>
                    <a:lnTo>
                      <a:pt x="1905" y="776"/>
                    </a:lnTo>
                    <a:cubicBezTo>
                      <a:pt x="1942" y="776"/>
                      <a:pt x="1942" y="776"/>
                      <a:pt x="1942" y="738"/>
                    </a:cubicBezTo>
                    <a:lnTo>
                      <a:pt x="159" y="1"/>
                    </a:ln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2" name="Google Shape;6192;p75"/>
              <p:cNvSpPr/>
              <p:nvPr/>
            </p:nvSpPr>
            <p:spPr>
              <a:xfrm>
                <a:off x="-393537" y="4251173"/>
                <a:ext cx="148870" cy="63401"/>
              </a:xfrm>
              <a:custGeom>
                <a:avLst/>
                <a:gdLst/>
                <a:ahLst/>
                <a:cxnLst/>
                <a:rect l="l" t="t" r="r" b="b"/>
                <a:pathLst>
                  <a:path w="2017" h="859" extrusionOk="0">
                    <a:moveTo>
                      <a:pt x="196" y="84"/>
                    </a:moveTo>
                    <a:lnTo>
                      <a:pt x="1904" y="822"/>
                    </a:lnTo>
                    <a:lnTo>
                      <a:pt x="75" y="822"/>
                    </a:lnTo>
                    <a:lnTo>
                      <a:pt x="196" y="84"/>
                    </a:lnTo>
                    <a:close/>
                    <a:moveTo>
                      <a:pt x="150" y="0"/>
                    </a:moveTo>
                    <a:lnTo>
                      <a:pt x="0" y="859"/>
                    </a:lnTo>
                    <a:lnTo>
                      <a:pt x="1942" y="859"/>
                    </a:lnTo>
                    <a:cubicBezTo>
                      <a:pt x="1979" y="859"/>
                      <a:pt x="1979" y="859"/>
                      <a:pt x="2016" y="822"/>
                    </a:cubicBezTo>
                    <a:lnTo>
                      <a:pt x="1979" y="784"/>
                    </a:lnTo>
                    <a:lnTo>
                      <a:pt x="150" y="0"/>
                    </a:ln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3" name="Google Shape;6193;p75"/>
              <p:cNvSpPr/>
              <p:nvPr/>
            </p:nvSpPr>
            <p:spPr>
              <a:xfrm>
                <a:off x="-649132" y="4213974"/>
                <a:ext cx="31737" cy="97869"/>
              </a:xfrm>
              <a:custGeom>
                <a:avLst/>
                <a:gdLst/>
                <a:ahLst/>
                <a:cxnLst/>
                <a:rect l="l" t="t" r="r" b="b"/>
                <a:pathLst>
                  <a:path w="430" h="1326" extrusionOk="0">
                    <a:moveTo>
                      <a:pt x="0" y="0"/>
                    </a:moveTo>
                    <a:lnTo>
                      <a:pt x="38" y="1326"/>
                    </a:lnTo>
                    <a:lnTo>
                      <a:pt x="430" y="1326"/>
                    </a:lnTo>
                    <a:lnTo>
                      <a:pt x="346" y="38"/>
                    </a:lnTo>
                    <a:cubicBezTo>
                      <a:pt x="308" y="38"/>
                      <a:pt x="1" y="0"/>
                      <a:pt x="0"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4" name="Google Shape;6194;p75"/>
              <p:cNvSpPr/>
              <p:nvPr/>
            </p:nvSpPr>
            <p:spPr>
              <a:xfrm>
                <a:off x="-646401" y="4311769"/>
                <a:ext cx="401734" cy="2805"/>
              </a:xfrm>
              <a:custGeom>
                <a:avLst/>
                <a:gdLst/>
                <a:ahLst/>
                <a:cxnLst/>
                <a:rect l="l" t="t" r="r" b="b"/>
                <a:pathLst>
                  <a:path w="5443" h="38" extrusionOk="0">
                    <a:moveTo>
                      <a:pt x="1" y="1"/>
                    </a:moveTo>
                    <a:lnTo>
                      <a:pt x="1" y="38"/>
                    </a:lnTo>
                    <a:lnTo>
                      <a:pt x="5442" y="38"/>
                    </a:lnTo>
                    <a:cubicBezTo>
                      <a:pt x="5442" y="1"/>
                      <a:pt x="5442" y="1"/>
                      <a:pt x="5405"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195" name="Google Shape;6195;p75"/>
              <p:cNvGrpSpPr/>
              <p:nvPr/>
            </p:nvGrpSpPr>
            <p:grpSpPr>
              <a:xfrm>
                <a:off x="-1269189" y="2761738"/>
                <a:ext cx="861260" cy="1375108"/>
                <a:chOff x="-1269189" y="2761738"/>
                <a:chExt cx="861260" cy="1375108"/>
              </a:xfrm>
            </p:grpSpPr>
            <p:sp>
              <p:nvSpPr>
                <p:cNvPr id="6196" name="Google Shape;6196;p75"/>
                <p:cNvSpPr/>
                <p:nvPr/>
              </p:nvSpPr>
              <p:spPr>
                <a:xfrm>
                  <a:off x="-1269189" y="2764126"/>
                  <a:ext cx="568465" cy="1372377"/>
                </a:xfrm>
                <a:custGeom>
                  <a:avLst/>
                  <a:gdLst/>
                  <a:ahLst/>
                  <a:cxnLst/>
                  <a:rect l="l" t="t" r="r" b="b"/>
                  <a:pathLst>
                    <a:path w="7702" h="18594" extrusionOk="0">
                      <a:moveTo>
                        <a:pt x="1560" y="0"/>
                      </a:moveTo>
                      <a:cubicBezTo>
                        <a:pt x="1560" y="0"/>
                        <a:pt x="701" y="10109"/>
                        <a:pt x="1" y="18594"/>
                      </a:cubicBezTo>
                      <a:lnTo>
                        <a:pt x="4239" y="18594"/>
                      </a:lnTo>
                      <a:cubicBezTo>
                        <a:pt x="4668" y="16913"/>
                        <a:pt x="5060" y="15243"/>
                        <a:pt x="5293" y="14347"/>
                      </a:cubicBezTo>
                      <a:cubicBezTo>
                        <a:pt x="6376" y="9876"/>
                        <a:pt x="7701" y="2138"/>
                        <a:pt x="7701" y="2138"/>
                      </a:cubicBezTo>
                      <a:lnTo>
                        <a:pt x="1560" y="0"/>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7" name="Google Shape;6197;p75"/>
                <p:cNvSpPr/>
                <p:nvPr/>
              </p:nvSpPr>
              <p:spPr>
                <a:xfrm>
                  <a:off x="-1269189" y="2761738"/>
                  <a:ext cx="568465" cy="1372377"/>
                </a:xfrm>
                <a:custGeom>
                  <a:avLst/>
                  <a:gdLst/>
                  <a:ahLst/>
                  <a:cxnLst/>
                  <a:rect l="l" t="t" r="r" b="b"/>
                  <a:pathLst>
                    <a:path w="7702" h="18594" extrusionOk="0">
                      <a:moveTo>
                        <a:pt x="1560" y="0"/>
                      </a:moveTo>
                      <a:cubicBezTo>
                        <a:pt x="1560" y="0"/>
                        <a:pt x="701" y="10109"/>
                        <a:pt x="1" y="18594"/>
                      </a:cubicBezTo>
                      <a:lnTo>
                        <a:pt x="4239" y="18594"/>
                      </a:lnTo>
                      <a:cubicBezTo>
                        <a:pt x="4668" y="16913"/>
                        <a:pt x="5060" y="15243"/>
                        <a:pt x="5293" y="14347"/>
                      </a:cubicBezTo>
                      <a:cubicBezTo>
                        <a:pt x="6376" y="9876"/>
                        <a:pt x="7701" y="2138"/>
                        <a:pt x="7701" y="2138"/>
                      </a:cubicBezTo>
                      <a:lnTo>
                        <a:pt x="1560" y="0"/>
                      </a:ln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198" name="Google Shape;6198;p75"/>
                <p:cNvSpPr/>
                <p:nvPr/>
              </p:nvSpPr>
              <p:spPr>
                <a:xfrm>
                  <a:off x="-1220255" y="2850602"/>
                  <a:ext cx="812325" cy="1286243"/>
                </a:xfrm>
                <a:custGeom>
                  <a:avLst/>
                  <a:gdLst/>
                  <a:ahLst/>
                  <a:cxnLst/>
                  <a:rect l="l" t="t" r="r" b="b"/>
                  <a:pathLst>
                    <a:path w="11006" h="17427" extrusionOk="0">
                      <a:moveTo>
                        <a:pt x="8168" y="0"/>
                      </a:moveTo>
                      <a:lnTo>
                        <a:pt x="150" y="271"/>
                      </a:lnTo>
                      <a:cubicBezTo>
                        <a:pt x="150" y="271"/>
                        <a:pt x="1" y="2838"/>
                        <a:pt x="1279" y="4555"/>
                      </a:cubicBezTo>
                      <a:cubicBezTo>
                        <a:pt x="1783" y="5255"/>
                        <a:pt x="4742" y="9334"/>
                        <a:pt x="5246" y="10389"/>
                      </a:cubicBezTo>
                      <a:cubicBezTo>
                        <a:pt x="5872" y="11743"/>
                        <a:pt x="6301" y="13189"/>
                        <a:pt x="6534" y="14627"/>
                      </a:cubicBezTo>
                      <a:cubicBezTo>
                        <a:pt x="6646" y="15439"/>
                        <a:pt x="6805" y="16409"/>
                        <a:pt x="7038" y="17427"/>
                      </a:cubicBezTo>
                      <a:lnTo>
                        <a:pt x="11005" y="17427"/>
                      </a:lnTo>
                      <a:cubicBezTo>
                        <a:pt x="11005" y="14505"/>
                        <a:pt x="10968" y="11042"/>
                        <a:pt x="10847" y="10072"/>
                      </a:cubicBezTo>
                      <a:cubicBezTo>
                        <a:pt x="10343" y="5526"/>
                        <a:pt x="8168" y="0"/>
                        <a:pt x="8168"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199" name="Google Shape;6199;p75"/>
              <p:cNvSpPr/>
              <p:nvPr/>
            </p:nvSpPr>
            <p:spPr>
              <a:xfrm>
                <a:off x="-973590" y="3115571"/>
                <a:ext cx="381732" cy="906282"/>
              </a:xfrm>
              <a:custGeom>
                <a:avLst/>
                <a:gdLst/>
                <a:ahLst/>
                <a:cxnLst/>
                <a:rect l="l" t="t" r="r" b="b"/>
                <a:pathLst>
                  <a:path w="5172" h="12279" extrusionOk="0">
                    <a:moveTo>
                      <a:pt x="104" y="1"/>
                    </a:moveTo>
                    <a:cubicBezTo>
                      <a:pt x="78" y="1"/>
                      <a:pt x="53" y="12"/>
                      <a:pt x="37" y="32"/>
                    </a:cubicBezTo>
                    <a:cubicBezTo>
                      <a:pt x="0" y="69"/>
                      <a:pt x="0" y="144"/>
                      <a:pt x="37" y="219"/>
                    </a:cubicBezTo>
                    <a:cubicBezTo>
                      <a:pt x="37" y="219"/>
                      <a:pt x="1559" y="1815"/>
                      <a:pt x="3108" y="4811"/>
                    </a:cubicBezTo>
                    <a:cubicBezTo>
                      <a:pt x="4863" y="8274"/>
                      <a:pt x="4938" y="12119"/>
                      <a:pt x="4938" y="12166"/>
                    </a:cubicBezTo>
                    <a:cubicBezTo>
                      <a:pt x="4938" y="12203"/>
                      <a:pt x="4975" y="12278"/>
                      <a:pt x="5059" y="12278"/>
                    </a:cubicBezTo>
                    <a:cubicBezTo>
                      <a:pt x="5134" y="12278"/>
                      <a:pt x="5171" y="12203"/>
                      <a:pt x="5171" y="12166"/>
                    </a:cubicBezTo>
                    <a:cubicBezTo>
                      <a:pt x="5171" y="12119"/>
                      <a:pt x="5097" y="8237"/>
                      <a:pt x="3304" y="4736"/>
                    </a:cubicBezTo>
                    <a:cubicBezTo>
                      <a:pt x="1755" y="1703"/>
                      <a:pt x="234" y="69"/>
                      <a:pt x="196" y="69"/>
                    </a:cubicBezTo>
                    <a:cubicBezTo>
                      <a:pt x="175" y="21"/>
                      <a:pt x="138" y="1"/>
                      <a:pt x="104"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0" name="Google Shape;6200;p75"/>
              <p:cNvSpPr/>
              <p:nvPr/>
            </p:nvSpPr>
            <p:spPr>
              <a:xfrm>
                <a:off x="-792467" y="3125019"/>
                <a:ext cx="94474" cy="268512"/>
              </a:xfrm>
              <a:custGeom>
                <a:avLst/>
                <a:gdLst/>
                <a:ahLst/>
                <a:cxnLst/>
                <a:rect l="l" t="t" r="r" b="b"/>
                <a:pathLst>
                  <a:path w="1280" h="3638" extrusionOk="0">
                    <a:moveTo>
                      <a:pt x="116" y="1"/>
                    </a:moveTo>
                    <a:cubicBezTo>
                      <a:pt x="101" y="1"/>
                      <a:pt x="87" y="5"/>
                      <a:pt x="76" y="16"/>
                    </a:cubicBezTo>
                    <a:cubicBezTo>
                      <a:pt x="38" y="53"/>
                      <a:pt x="1" y="137"/>
                      <a:pt x="38" y="175"/>
                    </a:cubicBezTo>
                    <a:cubicBezTo>
                      <a:pt x="38" y="212"/>
                      <a:pt x="1009" y="1883"/>
                      <a:pt x="38" y="3479"/>
                    </a:cubicBezTo>
                    <a:cubicBezTo>
                      <a:pt x="1" y="3516"/>
                      <a:pt x="38" y="3591"/>
                      <a:pt x="76" y="3638"/>
                    </a:cubicBezTo>
                    <a:lnTo>
                      <a:pt x="113" y="3638"/>
                    </a:lnTo>
                    <a:cubicBezTo>
                      <a:pt x="150" y="3638"/>
                      <a:pt x="188" y="3638"/>
                      <a:pt x="234" y="3591"/>
                    </a:cubicBezTo>
                    <a:cubicBezTo>
                      <a:pt x="1280" y="1883"/>
                      <a:pt x="234" y="91"/>
                      <a:pt x="234" y="53"/>
                    </a:cubicBezTo>
                    <a:cubicBezTo>
                      <a:pt x="201" y="27"/>
                      <a:pt x="154" y="1"/>
                      <a:pt x="116"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1" name="Google Shape;6201;p75"/>
              <p:cNvSpPr/>
              <p:nvPr/>
            </p:nvSpPr>
            <p:spPr>
              <a:xfrm>
                <a:off x="-726999" y="4007313"/>
                <a:ext cx="313534" cy="20002"/>
              </a:xfrm>
              <a:custGeom>
                <a:avLst/>
                <a:gdLst/>
                <a:ahLst/>
                <a:cxnLst/>
                <a:rect l="l" t="t" r="r" b="b"/>
                <a:pathLst>
                  <a:path w="4248" h="271" extrusionOk="0">
                    <a:moveTo>
                      <a:pt x="4126" y="0"/>
                    </a:moveTo>
                    <a:lnTo>
                      <a:pt x="122" y="37"/>
                    </a:lnTo>
                    <a:cubicBezTo>
                      <a:pt x="47" y="84"/>
                      <a:pt x="1" y="121"/>
                      <a:pt x="1" y="159"/>
                    </a:cubicBezTo>
                    <a:cubicBezTo>
                      <a:pt x="1" y="233"/>
                      <a:pt x="47" y="271"/>
                      <a:pt x="122" y="271"/>
                    </a:cubicBezTo>
                    <a:lnTo>
                      <a:pt x="4126" y="233"/>
                    </a:lnTo>
                    <a:cubicBezTo>
                      <a:pt x="4201" y="233"/>
                      <a:pt x="4248" y="196"/>
                      <a:pt x="4248" y="121"/>
                    </a:cubicBezTo>
                    <a:cubicBezTo>
                      <a:pt x="4248" y="37"/>
                      <a:pt x="4201" y="0"/>
                      <a:pt x="4126"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2" name="Google Shape;6202;p75"/>
              <p:cNvSpPr/>
              <p:nvPr/>
            </p:nvSpPr>
            <p:spPr>
              <a:xfrm>
                <a:off x="-855793" y="1888374"/>
                <a:ext cx="344533" cy="801771"/>
              </a:xfrm>
              <a:custGeom>
                <a:avLst/>
                <a:gdLst/>
                <a:ahLst/>
                <a:cxnLst/>
                <a:rect l="l" t="t" r="r" b="b"/>
                <a:pathLst>
                  <a:path w="4668" h="10863" extrusionOk="0">
                    <a:moveTo>
                      <a:pt x="1008" y="0"/>
                    </a:moveTo>
                    <a:cubicBezTo>
                      <a:pt x="983" y="0"/>
                      <a:pt x="958" y="3"/>
                      <a:pt x="934" y="7"/>
                    </a:cubicBezTo>
                    <a:cubicBezTo>
                      <a:pt x="775" y="7"/>
                      <a:pt x="700" y="91"/>
                      <a:pt x="700" y="91"/>
                    </a:cubicBezTo>
                    <a:lnTo>
                      <a:pt x="626" y="91"/>
                    </a:lnTo>
                    <a:cubicBezTo>
                      <a:pt x="0" y="941"/>
                      <a:pt x="4667" y="10863"/>
                      <a:pt x="4667" y="10863"/>
                    </a:cubicBezTo>
                    <a:cubicBezTo>
                      <a:pt x="4667" y="10863"/>
                      <a:pt x="4397" y="7558"/>
                      <a:pt x="4359" y="7325"/>
                    </a:cubicBezTo>
                    <a:cubicBezTo>
                      <a:pt x="3659" y="2733"/>
                      <a:pt x="1979" y="707"/>
                      <a:pt x="1475" y="203"/>
                    </a:cubicBezTo>
                    <a:cubicBezTo>
                      <a:pt x="1345" y="105"/>
                      <a:pt x="1178" y="0"/>
                      <a:pt x="1008" y="0"/>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3" name="Google Shape;6203;p75"/>
              <p:cNvSpPr/>
              <p:nvPr/>
            </p:nvSpPr>
            <p:spPr>
              <a:xfrm>
                <a:off x="-1455848" y="2002554"/>
                <a:ext cx="367266" cy="646923"/>
              </a:xfrm>
              <a:custGeom>
                <a:avLst/>
                <a:gdLst/>
                <a:ahLst/>
                <a:cxnLst/>
                <a:rect l="l" t="t" r="r" b="b"/>
                <a:pathLst>
                  <a:path w="4976" h="8765" extrusionOk="0">
                    <a:moveTo>
                      <a:pt x="4479" y="1"/>
                    </a:moveTo>
                    <a:cubicBezTo>
                      <a:pt x="3444" y="1"/>
                      <a:pt x="1111" y="213"/>
                      <a:pt x="663" y="2082"/>
                    </a:cubicBezTo>
                    <a:cubicBezTo>
                      <a:pt x="392" y="3053"/>
                      <a:pt x="122" y="4219"/>
                      <a:pt x="38" y="5731"/>
                    </a:cubicBezTo>
                    <a:cubicBezTo>
                      <a:pt x="0" y="6786"/>
                      <a:pt x="504" y="8420"/>
                      <a:pt x="2138" y="8765"/>
                    </a:cubicBezTo>
                    <a:lnTo>
                      <a:pt x="3622" y="8224"/>
                    </a:lnTo>
                    <a:lnTo>
                      <a:pt x="4975" y="19"/>
                    </a:lnTo>
                    <a:cubicBezTo>
                      <a:pt x="4975" y="19"/>
                      <a:pt x="4783" y="1"/>
                      <a:pt x="4479"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4" name="Google Shape;6204;p75"/>
              <p:cNvSpPr/>
              <p:nvPr/>
            </p:nvSpPr>
            <p:spPr>
              <a:xfrm>
                <a:off x="-1444113" y="1930149"/>
                <a:ext cx="332798" cy="425574"/>
              </a:xfrm>
              <a:custGeom>
                <a:avLst/>
                <a:gdLst/>
                <a:ahLst/>
                <a:cxnLst/>
                <a:rect l="l" t="t" r="r" b="b"/>
                <a:pathLst>
                  <a:path w="4509" h="5766" extrusionOk="0">
                    <a:moveTo>
                      <a:pt x="3452" y="0"/>
                    </a:moveTo>
                    <a:cubicBezTo>
                      <a:pt x="2969" y="0"/>
                      <a:pt x="2484" y="130"/>
                      <a:pt x="2063" y="375"/>
                    </a:cubicBezTo>
                    <a:cubicBezTo>
                      <a:pt x="429" y="1308"/>
                      <a:pt x="0" y="4426"/>
                      <a:pt x="112" y="4892"/>
                    </a:cubicBezTo>
                    <a:cubicBezTo>
                      <a:pt x="219" y="5316"/>
                      <a:pt x="397" y="5765"/>
                      <a:pt x="668" y="5765"/>
                    </a:cubicBezTo>
                    <a:cubicBezTo>
                      <a:pt x="893" y="5765"/>
                      <a:pt x="1182" y="5458"/>
                      <a:pt x="1549" y="4575"/>
                    </a:cubicBezTo>
                    <a:cubicBezTo>
                      <a:pt x="1979" y="3530"/>
                      <a:pt x="3463" y="925"/>
                      <a:pt x="3463" y="925"/>
                    </a:cubicBezTo>
                    <a:lnTo>
                      <a:pt x="4508" y="225"/>
                    </a:lnTo>
                    <a:cubicBezTo>
                      <a:pt x="4176" y="73"/>
                      <a:pt x="3814" y="0"/>
                      <a:pt x="3452"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5" name="Google Shape;6205;p75"/>
              <p:cNvSpPr/>
              <p:nvPr/>
            </p:nvSpPr>
            <p:spPr>
              <a:xfrm>
                <a:off x="-1389717" y="1977460"/>
                <a:ext cx="364535" cy="565956"/>
              </a:xfrm>
              <a:custGeom>
                <a:avLst/>
                <a:gdLst/>
                <a:ahLst/>
                <a:cxnLst/>
                <a:rect l="l" t="t" r="r" b="b"/>
                <a:pathLst>
                  <a:path w="4939" h="7668" extrusionOk="0">
                    <a:moveTo>
                      <a:pt x="3444" y="0"/>
                    </a:moveTo>
                    <a:cubicBezTo>
                      <a:pt x="1968" y="0"/>
                      <a:pt x="1279" y="1451"/>
                      <a:pt x="1279" y="1451"/>
                    </a:cubicBezTo>
                    <a:cubicBezTo>
                      <a:pt x="346" y="3159"/>
                      <a:pt x="0" y="7285"/>
                      <a:pt x="0" y="7285"/>
                    </a:cubicBezTo>
                    <a:lnTo>
                      <a:pt x="3379" y="7668"/>
                    </a:lnTo>
                    <a:cubicBezTo>
                      <a:pt x="4163" y="6771"/>
                      <a:pt x="4938" y="6659"/>
                      <a:pt x="4938" y="6659"/>
                    </a:cubicBezTo>
                    <a:lnTo>
                      <a:pt x="4630" y="284"/>
                    </a:lnTo>
                    <a:cubicBezTo>
                      <a:pt x="4190" y="82"/>
                      <a:pt x="3795" y="0"/>
                      <a:pt x="3444" y="0"/>
                    </a:cubicBezTo>
                    <a:close/>
                  </a:path>
                </a:pathLst>
              </a:custGeom>
              <a:solidFill>
                <a:srgbClr val="FD7D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6" name="Google Shape;6206;p75"/>
              <p:cNvSpPr/>
              <p:nvPr/>
            </p:nvSpPr>
            <p:spPr>
              <a:xfrm>
                <a:off x="-1435846" y="1930149"/>
                <a:ext cx="381732" cy="768262"/>
              </a:xfrm>
              <a:custGeom>
                <a:avLst/>
                <a:gdLst/>
                <a:ahLst/>
                <a:cxnLst/>
                <a:rect l="l" t="t" r="r" b="b"/>
                <a:pathLst>
                  <a:path w="5172" h="10409" extrusionOk="0">
                    <a:moveTo>
                      <a:pt x="3944" y="1"/>
                    </a:moveTo>
                    <a:cubicBezTo>
                      <a:pt x="2875" y="1"/>
                      <a:pt x="1397" y="694"/>
                      <a:pt x="737" y="4192"/>
                    </a:cubicBezTo>
                    <a:cubicBezTo>
                      <a:pt x="737" y="4192"/>
                      <a:pt x="271" y="5742"/>
                      <a:pt x="121" y="7412"/>
                    </a:cubicBezTo>
                    <a:cubicBezTo>
                      <a:pt x="0" y="8626"/>
                      <a:pt x="821" y="9709"/>
                      <a:pt x="1988" y="9942"/>
                    </a:cubicBezTo>
                    <a:lnTo>
                      <a:pt x="4592" y="10409"/>
                    </a:lnTo>
                    <a:lnTo>
                      <a:pt x="5171" y="300"/>
                    </a:lnTo>
                    <a:cubicBezTo>
                      <a:pt x="5171" y="300"/>
                      <a:pt x="4646" y="1"/>
                      <a:pt x="3944" y="1"/>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7" name="Google Shape;6207;p75"/>
              <p:cNvSpPr/>
              <p:nvPr/>
            </p:nvSpPr>
            <p:spPr>
              <a:xfrm>
                <a:off x="-1226086" y="1961049"/>
                <a:ext cx="209466" cy="355531"/>
              </a:xfrm>
              <a:custGeom>
                <a:avLst/>
                <a:gdLst/>
                <a:ahLst/>
                <a:cxnLst/>
                <a:rect l="l" t="t" r="r" b="b"/>
                <a:pathLst>
                  <a:path w="2838" h="4817" extrusionOk="0">
                    <a:moveTo>
                      <a:pt x="2838" y="0"/>
                    </a:moveTo>
                    <a:cubicBezTo>
                      <a:pt x="2838" y="0"/>
                      <a:pt x="1671" y="75"/>
                      <a:pt x="1587" y="150"/>
                    </a:cubicBezTo>
                    <a:cubicBezTo>
                      <a:pt x="1587" y="150"/>
                      <a:pt x="579" y="1354"/>
                      <a:pt x="0" y="4817"/>
                    </a:cubicBezTo>
                    <a:lnTo>
                      <a:pt x="2138" y="1046"/>
                    </a:lnTo>
                    <a:cubicBezTo>
                      <a:pt x="2138" y="1046"/>
                      <a:pt x="2287" y="700"/>
                      <a:pt x="2838" y="0"/>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8" name="Google Shape;6208;p75"/>
              <p:cNvSpPr/>
              <p:nvPr/>
            </p:nvSpPr>
            <p:spPr>
              <a:xfrm>
                <a:off x="-1389717" y="1923285"/>
                <a:ext cx="281133" cy="700728"/>
              </a:xfrm>
              <a:custGeom>
                <a:avLst/>
                <a:gdLst/>
                <a:ahLst/>
                <a:cxnLst/>
                <a:rect l="l" t="t" r="r" b="b"/>
                <a:pathLst>
                  <a:path w="3809" h="9494" extrusionOk="0">
                    <a:moveTo>
                      <a:pt x="3697" y="1"/>
                    </a:moveTo>
                    <a:cubicBezTo>
                      <a:pt x="3659" y="1"/>
                      <a:pt x="2297" y="197"/>
                      <a:pt x="1597" y="1905"/>
                    </a:cubicBezTo>
                    <a:cubicBezTo>
                      <a:pt x="1009" y="3305"/>
                      <a:pt x="0" y="6731"/>
                      <a:pt x="196" y="9419"/>
                    </a:cubicBezTo>
                    <a:cubicBezTo>
                      <a:pt x="196" y="9456"/>
                      <a:pt x="234" y="9494"/>
                      <a:pt x="308" y="9494"/>
                    </a:cubicBezTo>
                    <a:cubicBezTo>
                      <a:pt x="346" y="9494"/>
                      <a:pt x="392" y="9456"/>
                      <a:pt x="392" y="9419"/>
                    </a:cubicBezTo>
                    <a:cubicBezTo>
                      <a:pt x="159" y="6731"/>
                      <a:pt x="1205" y="3389"/>
                      <a:pt x="1746" y="1989"/>
                    </a:cubicBezTo>
                    <a:cubicBezTo>
                      <a:pt x="2409" y="356"/>
                      <a:pt x="3734" y="160"/>
                      <a:pt x="3734" y="160"/>
                    </a:cubicBezTo>
                    <a:cubicBezTo>
                      <a:pt x="3771" y="160"/>
                      <a:pt x="3809" y="122"/>
                      <a:pt x="3809" y="85"/>
                    </a:cubicBezTo>
                    <a:cubicBezTo>
                      <a:pt x="3809" y="38"/>
                      <a:pt x="3771" y="1"/>
                      <a:pt x="369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09" name="Google Shape;6209;p75"/>
              <p:cNvSpPr/>
              <p:nvPr/>
            </p:nvSpPr>
            <p:spPr>
              <a:xfrm>
                <a:off x="-1010789" y="1811688"/>
                <a:ext cx="238398" cy="249469"/>
              </a:xfrm>
              <a:custGeom>
                <a:avLst/>
                <a:gdLst/>
                <a:ahLst/>
                <a:cxnLst/>
                <a:rect l="l" t="t" r="r" b="b"/>
                <a:pathLst>
                  <a:path w="3230" h="3380" extrusionOk="0">
                    <a:moveTo>
                      <a:pt x="504" y="1"/>
                    </a:moveTo>
                    <a:lnTo>
                      <a:pt x="271" y="1242"/>
                    </a:lnTo>
                    <a:lnTo>
                      <a:pt x="0" y="2997"/>
                    </a:lnTo>
                    <a:lnTo>
                      <a:pt x="3034" y="3380"/>
                    </a:lnTo>
                    <a:lnTo>
                      <a:pt x="3230" y="76"/>
                    </a:lnTo>
                    <a:lnTo>
                      <a:pt x="504" y="1"/>
                    </a:ln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0" name="Google Shape;6210;p75"/>
              <p:cNvSpPr/>
              <p:nvPr/>
            </p:nvSpPr>
            <p:spPr>
              <a:xfrm>
                <a:off x="-993592" y="1811688"/>
                <a:ext cx="221201" cy="111671"/>
              </a:xfrm>
              <a:custGeom>
                <a:avLst/>
                <a:gdLst/>
                <a:ahLst/>
                <a:cxnLst/>
                <a:rect l="l" t="t" r="r" b="b"/>
                <a:pathLst>
                  <a:path w="2997" h="1513" extrusionOk="0">
                    <a:moveTo>
                      <a:pt x="271" y="1"/>
                    </a:moveTo>
                    <a:lnTo>
                      <a:pt x="38" y="1242"/>
                    </a:lnTo>
                    <a:lnTo>
                      <a:pt x="0" y="1513"/>
                    </a:lnTo>
                    <a:cubicBezTo>
                      <a:pt x="2446" y="1168"/>
                      <a:pt x="2997" y="76"/>
                      <a:pt x="2997" y="76"/>
                    </a:cubicBezTo>
                    <a:lnTo>
                      <a:pt x="271" y="1"/>
                    </a:lnTo>
                    <a:close/>
                  </a:path>
                </a:pathLst>
              </a:custGeom>
              <a:solidFill>
                <a:srgbClr val="000000">
                  <a:alpha val="838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1" name="Google Shape;6211;p75"/>
              <p:cNvSpPr/>
              <p:nvPr/>
            </p:nvSpPr>
            <p:spPr>
              <a:xfrm>
                <a:off x="-1257454" y="1903357"/>
                <a:ext cx="792324" cy="1226754"/>
              </a:xfrm>
              <a:custGeom>
                <a:avLst/>
                <a:gdLst/>
                <a:ahLst/>
                <a:cxnLst/>
                <a:rect l="l" t="t" r="r" b="b"/>
                <a:pathLst>
                  <a:path w="10735" h="16621" extrusionOk="0">
                    <a:moveTo>
                      <a:pt x="3575" y="0"/>
                    </a:moveTo>
                    <a:cubicBezTo>
                      <a:pt x="1" y="4471"/>
                      <a:pt x="467" y="14001"/>
                      <a:pt x="467" y="14001"/>
                    </a:cubicBezTo>
                    <a:cubicBezTo>
                      <a:pt x="309" y="16409"/>
                      <a:pt x="4938" y="16493"/>
                      <a:pt x="4938" y="16493"/>
                    </a:cubicBezTo>
                    <a:cubicBezTo>
                      <a:pt x="5683" y="16580"/>
                      <a:pt x="6319" y="16620"/>
                      <a:pt x="6864" y="16620"/>
                    </a:cubicBezTo>
                    <a:cubicBezTo>
                      <a:pt x="9708" y="16620"/>
                      <a:pt x="10047" y="15531"/>
                      <a:pt x="10109" y="14356"/>
                    </a:cubicBezTo>
                    <a:cubicBezTo>
                      <a:pt x="10735" y="5330"/>
                      <a:pt x="6488" y="467"/>
                      <a:pt x="6488" y="467"/>
                    </a:cubicBezTo>
                    <a:cubicBezTo>
                      <a:pt x="6377" y="774"/>
                      <a:pt x="6123" y="887"/>
                      <a:pt x="5809" y="887"/>
                    </a:cubicBezTo>
                    <a:cubicBezTo>
                      <a:pt x="4929" y="887"/>
                      <a:pt x="3575" y="0"/>
                      <a:pt x="3575" y="0"/>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2" name="Google Shape;6212;p75"/>
              <p:cNvSpPr/>
              <p:nvPr/>
            </p:nvSpPr>
            <p:spPr>
              <a:xfrm>
                <a:off x="-1105853" y="1303154"/>
                <a:ext cx="513995" cy="554368"/>
              </a:xfrm>
              <a:custGeom>
                <a:avLst/>
                <a:gdLst/>
                <a:ahLst/>
                <a:cxnLst/>
                <a:rect l="l" t="t" r="r" b="b"/>
                <a:pathLst>
                  <a:path w="6964" h="7511" extrusionOk="0">
                    <a:moveTo>
                      <a:pt x="3474" y="0"/>
                    </a:moveTo>
                    <a:cubicBezTo>
                      <a:pt x="3433" y="0"/>
                      <a:pt x="3392" y="1"/>
                      <a:pt x="3351" y="2"/>
                    </a:cubicBezTo>
                    <a:cubicBezTo>
                      <a:pt x="1484" y="86"/>
                      <a:pt x="0" y="1832"/>
                      <a:pt x="84" y="3895"/>
                    </a:cubicBezTo>
                    <a:cubicBezTo>
                      <a:pt x="193" y="5907"/>
                      <a:pt x="1679" y="7510"/>
                      <a:pt x="3519" y="7510"/>
                    </a:cubicBezTo>
                    <a:cubicBezTo>
                      <a:pt x="3565" y="7510"/>
                      <a:pt x="3612" y="7509"/>
                      <a:pt x="3659" y="7507"/>
                    </a:cubicBezTo>
                    <a:cubicBezTo>
                      <a:pt x="5526" y="7432"/>
                      <a:pt x="6963" y="5687"/>
                      <a:pt x="6889" y="3624"/>
                    </a:cubicBezTo>
                    <a:cubicBezTo>
                      <a:pt x="6815" y="1607"/>
                      <a:pt x="5287" y="0"/>
                      <a:pt x="3474"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dirty="0"/>
              </a:p>
            </p:txBody>
          </p:sp>
          <p:sp>
            <p:nvSpPr>
              <p:cNvPr id="6213" name="Google Shape;6213;p75"/>
              <p:cNvSpPr/>
              <p:nvPr/>
            </p:nvSpPr>
            <p:spPr>
              <a:xfrm>
                <a:off x="-1160323" y="1541700"/>
                <a:ext cx="120675" cy="120749"/>
              </a:xfrm>
              <a:custGeom>
                <a:avLst/>
                <a:gdLst/>
                <a:ahLst/>
                <a:cxnLst/>
                <a:rect l="l" t="t" r="r" b="b"/>
                <a:pathLst>
                  <a:path w="1635" h="1636" extrusionOk="0">
                    <a:moveTo>
                      <a:pt x="859" y="0"/>
                    </a:moveTo>
                    <a:cubicBezTo>
                      <a:pt x="393" y="0"/>
                      <a:pt x="1" y="355"/>
                      <a:pt x="1" y="821"/>
                    </a:cubicBezTo>
                    <a:cubicBezTo>
                      <a:pt x="1" y="1241"/>
                      <a:pt x="355" y="1633"/>
                      <a:pt x="785" y="1633"/>
                    </a:cubicBezTo>
                    <a:cubicBezTo>
                      <a:pt x="806" y="1635"/>
                      <a:pt x="827" y="1636"/>
                      <a:pt x="848" y="1636"/>
                    </a:cubicBezTo>
                    <a:cubicBezTo>
                      <a:pt x="1285" y="1636"/>
                      <a:pt x="1634" y="1269"/>
                      <a:pt x="1634" y="859"/>
                    </a:cubicBezTo>
                    <a:cubicBezTo>
                      <a:pt x="1634" y="392"/>
                      <a:pt x="1289" y="37"/>
                      <a:pt x="859"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4" name="Google Shape;6214;p75"/>
              <p:cNvSpPr/>
              <p:nvPr/>
            </p:nvSpPr>
            <p:spPr>
              <a:xfrm>
                <a:off x="-1134121" y="1587830"/>
                <a:ext cx="25537" cy="42808"/>
              </a:xfrm>
              <a:custGeom>
                <a:avLst/>
                <a:gdLst/>
                <a:ahLst/>
                <a:cxnLst/>
                <a:rect l="l" t="t" r="r" b="b"/>
                <a:pathLst>
                  <a:path w="346" h="580" extrusionOk="0">
                    <a:moveTo>
                      <a:pt x="346" y="0"/>
                    </a:moveTo>
                    <a:cubicBezTo>
                      <a:pt x="271" y="0"/>
                      <a:pt x="234" y="38"/>
                      <a:pt x="150" y="75"/>
                    </a:cubicBezTo>
                    <a:cubicBezTo>
                      <a:pt x="112" y="112"/>
                      <a:pt x="38" y="196"/>
                      <a:pt x="38" y="271"/>
                    </a:cubicBezTo>
                    <a:cubicBezTo>
                      <a:pt x="0" y="383"/>
                      <a:pt x="75" y="467"/>
                      <a:pt x="150" y="504"/>
                    </a:cubicBezTo>
                    <a:cubicBezTo>
                      <a:pt x="150" y="504"/>
                      <a:pt x="196" y="542"/>
                      <a:pt x="234" y="542"/>
                    </a:cubicBezTo>
                    <a:cubicBezTo>
                      <a:pt x="271" y="542"/>
                      <a:pt x="308" y="579"/>
                      <a:pt x="346" y="579"/>
                    </a:cubicBezTo>
                    <a:lnTo>
                      <a:pt x="196" y="430"/>
                    </a:lnTo>
                    <a:cubicBezTo>
                      <a:pt x="150" y="383"/>
                      <a:pt x="150" y="346"/>
                      <a:pt x="150" y="308"/>
                    </a:cubicBezTo>
                    <a:cubicBezTo>
                      <a:pt x="150" y="271"/>
                      <a:pt x="196" y="196"/>
                      <a:pt x="234" y="150"/>
                    </a:cubicBezTo>
                    <a:cubicBezTo>
                      <a:pt x="271" y="112"/>
                      <a:pt x="308" y="75"/>
                      <a:pt x="346" y="0"/>
                    </a:cubicBezTo>
                    <a:close/>
                  </a:path>
                </a:pathLst>
              </a:custGeom>
              <a:solidFill>
                <a:srgbClr val="EC7D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5" name="Google Shape;6215;p75"/>
              <p:cNvSpPr/>
              <p:nvPr/>
            </p:nvSpPr>
            <p:spPr>
              <a:xfrm>
                <a:off x="-821399" y="1682230"/>
                <a:ext cx="120675" cy="46942"/>
              </a:xfrm>
              <a:custGeom>
                <a:avLst/>
                <a:gdLst/>
                <a:ahLst/>
                <a:cxnLst/>
                <a:rect l="l" t="t" r="r" b="b"/>
                <a:pathLst>
                  <a:path w="1635" h="636" extrusionOk="0">
                    <a:moveTo>
                      <a:pt x="1" y="0"/>
                    </a:moveTo>
                    <a:cubicBezTo>
                      <a:pt x="38" y="84"/>
                      <a:pt x="76" y="159"/>
                      <a:pt x="160" y="233"/>
                    </a:cubicBezTo>
                    <a:cubicBezTo>
                      <a:pt x="197" y="271"/>
                      <a:pt x="272" y="355"/>
                      <a:pt x="309" y="392"/>
                    </a:cubicBezTo>
                    <a:cubicBezTo>
                      <a:pt x="468" y="504"/>
                      <a:pt x="626" y="588"/>
                      <a:pt x="813" y="625"/>
                    </a:cubicBezTo>
                    <a:cubicBezTo>
                      <a:pt x="842" y="632"/>
                      <a:pt x="872" y="635"/>
                      <a:pt x="903" y="635"/>
                    </a:cubicBezTo>
                    <a:cubicBezTo>
                      <a:pt x="1042" y="635"/>
                      <a:pt x="1197" y="573"/>
                      <a:pt x="1326" y="504"/>
                    </a:cubicBezTo>
                    <a:cubicBezTo>
                      <a:pt x="1476" y="392"/>
                      <a:pt x="1597" y="233"/>
                      <a:pt x="1634" y="84"/>
                    </a:cubicBezTo>
                    <a:lnTo>
                      <a:pt x="1634" y="84"/>
                    </a:lnTo>
                    <a:cubicBezTo>
                      <a:pt x="1513" y="196"/>
                      <a:pt x="1364" y="271"/>
                      <a:pt x="1242" y="355"/>
                    </a:cubicBezTo>
                    <a:cubicBezTo>
                      <a:pt x="1093" y="429"/>
                      <a:pt x="972" y="429"/>
                      <a:pt x="813" y="429"/>
                    </a:cubicBezTo>
                    <a:cubicBezTo>
                      <a:pt x="701" y="392"/>
                      <a:pt x="542" y="355"/>
                      <a:pt x="430" y="271"/>
                    </a:cubicBezTo>
                    <a:lnTo>
                      <a:pt x="197" y="159"/>
                    </a:lnTo>
                    <a:cubicBezTo>
                      <a:pt x="160" y="84"/>
                      <a:pt x="76" y="37"/>
                      <a:pt x="1" y="0"/>
                    </a:cubicBezTo>
                    <a:close/>
                  </a:path>
                </a:pathLst>
              </a:custGeom>
              <a:solidFill>
                <a:srgbClr val="EC7D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6" name="Google Shape;6216;p75"/>
              <p:cNvSpPr/>
              <p:nvPr/>
            </p:nvSpPr>
            <p:spPr>
              <a:xfrm>
                <a:off x="-764198" y="1568566"/>
                <a:ext cx="54544" cy="87610"/>
              </a:xfrm>
              <a:custGeom>
                <a:avLst/>
                <a:gdLst/>
                <a:ahLst/>
                <a:cxnLst/>
                <a:rect l="l" t="t" r="r" b="b"/>
                <a:pathLst>
                  <a:path w="739" h="1187" extrusionOk="0">
                    <a:moveTo>
                      <a:pt x="290" y="0"/>
                    </a:moveTo>
                    <a:cubicBezTo>
                      <a:pt x="255" y="0"/>
                      <a:pt x="215" y="9"/>
                      <a:pt x="197" y="28"/>
                    </a:cubicBezTo>
                    <a:cubicBezTo>
                      <a:pt x="159" y="336"/>
                      <a:pt x="1" y="924"/>
                      <a:pt x="159" y="1157"/>
                    </a:cubicBezTo>
                    <a:cubicBezTo>
                      <a:pt x="169" y="1177"/>
                      <a:pt x="207" y="1187"/>
                      <a:pt x="257" y="1187"/>
                    </a:cubicBezTo>
                    <a:cubicBezTo>
                      <a:pt x="397" y="1187"/>
                      <a:pt x="636" y="1115"/>
                      <a:pt x="663" y="999"/>
                    </a:cubicBezTo>
                    <a:cubicBezTo>
                      <a:pt x="738" y="728"/>
                      <a:pt x="430" y="261"/>
                      <a:pt x="355" y="28"/>
                    </a:cubicBezTo>
                    <a:cubicBezTo>
                      <a:pt x="355" y="9"/>
                      <a:pt x="325" y="0"/>
                      <a:pt x="290" y="0"/>
                    </a:cubicBezTo>
                    <a:close/>
                  </a:path>
                </a:pathLst>
              </a:custGeom>
              <a:solidFill>
                <a:srgbClr val="EC7D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7" name="Google Shape;6217;p75"/>
              <p:cNvSpPr/>
              <p:nvPr/>
            </p:nvSpPr>
            <p:spPr>
              <a:xfrm>
                <a:off x="-916463" y="1538895"/>
                <a:ext cx="80672" cy="57275"/>
              </a:xfrm>
              <a:custGeom>
                <a:avLst/>
                <a:gdLst/>
                <a:ahLst/>
                <a:cxnLst/>
                <a:rect l="l" t="t" r="r" b="b"/>
                <a:pathLst>
                  <a:path w="1093" h="776" extrusionOk="0">
                    <a:moveTo>
                      <a:pt x="626" y="1"/>
                    </a:moveTo>
                    <a:cubicBezTo>
                      <a:pt x="160" y="38"/>
                      <a:pt x="1" y="663"/>
                      <a:pt x="1" y="663"/>
                    </a:cubicBezTo>
                    <a:cubicBezTo>
                      <a:pt x="1" y="701"/>
                      <a:pt x="48" y="738"/>
                      <a:pt x="85" y="775"/>
                    </a:cubicBezTo>
                    <a:cubicBezTo>
                      <a:pt x="122" y="775"/>
                      <a:pt x="160" y="738"/>
                      <a:pt x="160" y="701"/>
                    </a:cubicBezTo>
                    <a:cubicBezTo>
                      <a:pt x="160" y="701"/>
                      <a:pt x="281" y="197"/>
                      <a:pt x="626" y="159"/>
                    </a:cubicBezTo>
                    <a:cubicBezTo>
                      <a:pt x="701" y="159"/>
                      <a:pt x="785" y="159"/>
                      <a:pt x="822" y="197"/>
                    </a:cubicBezTo>
                    <a:cubicBezTo>
                      <a:pt x="934" y="309"/>
                      <a:pt x="934" y="626"/>
                      <a:pt x="897" y="701"/>
                    </a:cubicBezTo>
                    <a:cubicBezTo>
                      <a:pt x="897" y="738"/>
                      <a:pt x="934" y="775"/>
                      <a:pt x="981" y="775"/>
                    </a:cubicBezTo>
                    <a:cubicBezTo>
                      <a:pt x="1018" y="775"/>
                      <a:pt x="1056" y="775"/>
                      <a:pt x="1056" y="738"/>
                    </a:cubicBezTo>
                    <a:cubicBezTo>
                      <a:pt x="1056" y="701"/>
                      <a:pt x="1093" y="309"/>
                      <a:pt x="897" y="113"/>
                    </a:cubicBezTo>
                    <a:cubicBezTo>
                      <a:pt x="860" y="38"/>
                      <a:pt x="748" y="1"/>
                      <a:pt x="626"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8" name="Google Shape;6218;p75"/>
              <p:cNvSpPr/>
              <p:nvPr/>
            </p:nvSpPr>
            <p:spPr>
              <a:xfrm>
                <a:off x="-706333" y="1527160"/>
                <a:ext cx="82738" cy="60744"/>
              </a:xfrm>
              <a:custGeom>
                <a:avLst/>
                <a:gdLst/>
                <a:ahLst/>
                <a:cxnLst/>
                <a:rect l="l" t="t" r="r" b="b"/>
                <a:pathLst>
                  <a:path w="1121" h="823" extrusionOk="0">
                    <a:moveTo>
                      <a:pt x="617" y="1"/>
                    </a:moveTo>
                    <a:cubicBezTo>
                      <a:pt x="150" y="38"/>
                      <a:pt x="38" y="664"/>
                      <a:pt x="38" y="701"/>
                    </a:cubicBezTo>
                    <a:cubicBezTo>
                      <a:pt x="1" y="738"/>
                      <a:pt x="38" y="785"/>
                      <a:pt x="75" y="822"/>
                    </a:cubicBezTo>
                    <a:cubicBezTo>
                      <a:pt x="113" y="822"/>
                      <a:pt x="150" y="785"/>
                      <a:pt x="150" y="738"/>
                    </a:cubicBezTo>
                    <a:cubicBezTo>
                      <a:pt x="187" y="738"/>
                      <a:pt x="309" y="197"/>
                      <a:pt x="654" y="197"/>
                    </a:cubicBezTo>
                    <a:cubicBezTo>
                      <a:pt x="668" y="186"/>
                      <a:pt x="684" y="182"/>
                      <a:pt x="701" y="182"/>
                    </a:cubicBezTo>
                    <a:cubicBezTo>
                      <a:pt x="741" y="182"/>
                      <a:pt x="786" y="208"/>
                      <a:pt x="813" y="234"/>
                    </a:cubicBezTo>
                    <a:cubicBezTo>
                      <a:pt x="934" y="356"/>
                      <a:pt x="934" y="664"/>
                      <a:pt x="934" y="738"/>
                    </a:cubicBezTo>
                    <a:cubicBezTo>
                      <a:pt x="934" y="785"/>
                      <a:pt x="971" y="822"/>
                      <a:pt x="1009" y="822"/>
                    </a:cubicBezTo>
                    <a:cubicBezTo>
                      <a:pt x="1046" y="822"/>
                      <a:pt x="1083" y="822"/>
                      <a:pt x="1083" y="738"/>
                    </a:cubicBezTo>
                    <a:cubicBezTo>
                      <a:pt x="1083" y="738"/>
                      <a:pt x="1121" y="318"/>
                      <a:pt x="934" y="122"/>
                    </a:cubicBezTo>
                    <a:cubicBezTo>
                      <a:pt x="850" y="38"/>
                      <a:pt x="738" y="1"/>
                      <a:pt x="61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19" name="Google Shape;6219;p75"/>
              <p:cNvSpPr/>
              <p:nvPr/>
            </p:nvSpPr>
            <p:spPr>
              <a:xfrm>
                <a:off x="-1131391" y="1157753"/>
                <a:ext cx="585663" cy="384020"/>
              </a:xfrm>
              <a:custGeom>
                <a:avLst/>
                <a:gdLst/>
                <a:ahLst/>
                <a:cxnLst/>
                <a:rect l="l" t="t" r="r" b="b"/>
                <a:pathLst>
                  <a:path w="7935" h="5203" extrusionOk="0">
                    <a:moveTo>
                      <a:pt x="4310" y="0"/>
                    </a:moveTo>
                    <a:cubicBezTo>
                      <a:pt x="3380" y="0"/>
                      <a:pt x="2619" y="412"/>
                      <a:pt x="1942" y="1002"/>
                    </a:cubicBezTo>
                    <a:cubicBezTo>
                      <a:pt x="1205" y="1664"/>
                      <a:pt x="701" y="2476"/>
                      <a:pt x="393" y="3335"/>
                    </a:cubicBezTo>
                    <a:cubicBezTo>
                      <a:pt x="393" y="3335"/>
                      <a:pt x="1" y="4539"/>
                      <a:pt x="467" y="5202"/>
                    </a:cubicBezTo>
                    <a:cubicBezTo>
                      <a:pt x="467" y="5202"/>
                      <a:pt x="472" y="5203"/>
                      <a:pt x="482" y="5203"/>
                    </a:cubicBezTo>
                    <a:cubicBezTo>
                      <a:pt x="555" y="5203"/>
                      <a:pt x="890" y="5144"/>
                      <a:pt x="1130" y="4110"/>
                    </a:cubicBezTo>
                    <a:cubicBezTo>
                      <a:pt x="1322" y="3281"/>
                      <a:pt x="2088" y="2711"/>
                      <a:pt x="2790" y="2711"/>
                    </a:cubicBezTo>
                    <a:cubicBezTo>
                      <a:pt x="2942" y="2711"/>
                      <a:pt x="3091" y="2737"/>
                      <a:pt x="3230" y="2794"/>
                    </a:cubicBezTo>
                    <a:cubicBezTo>
                      <a:pt x="3893" y="3027"/>
                      <a:pt x="5097" y="3643"/>
                      <a:pt x="5909" y="3839"/>
                    </a:cubicBezTo>
                    <a:cubicBezTo>
                      <a:pt x="6068" y="3861"/>
                      <a:pt x="6230" y="3886"/>
                      <a:pt x="6392" y="3886"/>
                    </a:cubicBezTo>
                    <a:cubicBezTo>
                      <a:pt x="6505" y="3886"/>
                      <a:pt x="6619" y="3874"/>
                      <a:pt x="6730" y="3839"/>
                    </a:cubicBezTo>
                    <a:cubicBezTo>
                      <a:pt x="7076" y="3727"/>
                      <a:pt x="7272" y="3457"/>
                      <a:pt x="7347" y="3177"/>
                    </a:cubicBezTo>
                    <a:cubicBezTo>
                      <a:pt x="7935" y="1310"/>
                      <a:pt x="6180" y="1272"/>
                      <a:pt x="6180" y="1272"/>
                    </a:cubicBezTo>
                    <a:cubicBezTo>
                      <a:pt x="6180" y="1272"/>
                      <a:pt x="6460" y="535"/>
                      <a:pt x="5442" y="190"/>
                    </a:cubicBezTo>
                    <a:cubicBezTo>
                      <a:pt x="5038" y="59"/>
                      <a:pt x="4662" y="0"/>
                      <a:pt x="4310"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0" name="Google Shape;6220;p75"/>
              <p:cNvSpPr/>
              <p:nvPr/>
            </p:nvSpPr>
            <p:spPr>
              <a:xfrm>
                <a:off x="-1128586" y="1334965"/>
                <a:ext cx="146803" cy="207104"/>
              </a:xfrm>
              <a:custGeom>
                <a:avLst/>
                <a:gdLst/>
                <a:ahLst/>
                <a:cxnLst/>
                <a:rect l="l" t="t" r="r" b="b"/>
                <a:pathLst>
                  <a:path w="1989" h="2806" extrusionOk="0">
                    <a:moveTo>
                      <a:pt x="1400" y="1"/>
                    </a:moveTo>
                    <a:cubicBezTo>
                      <a:pt x="1400" y="1"/>
                      <a:pt x="0" y="272"/>
                      <a:pt x="467" y="2801"/>
                    </a:cubicBezTo>
                    <a:cubicBezTo>
                      <a:pt x="467" y="2801"/>
                      <a:pt x="489" y="2805"/>
                      <a:pt x="525" y="2805"/>
                    </a:cubicBezTo>
                    <a:cubicBezTo>
                      <a:pt x="684" y="2805"/>
                      <a:pt x="1120" y="2725"/>
                      <a:pt x="1241" y="1868"/>
                    </a:cubicBezTo>
                    <a:cubicBezTo>
                      <a:pt x="1400" y="626"/>
                      <a:pt x="1988" y="356"/>
                      <a:pt x="1988" y="356"/>
                    </a:cubicBezTo>
                    <a:lnTo>
                      <a:pt x="1400" y="1"/>
                    </a:lnTo>
                    <a:close/>
                  </a:path>
                </a:pathLst>
              </a:custGeom>
              <a:solidFill>
                <a:schemeClr val="accent1"/>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1" name="Google Shape;6221;p75"/>
              <p:cNvSpPr/>
              <p:nvPr/>
            </p:nvSpPr>
            <p:spPr>
              <a:xfrm>
                <a:off x="-1218551" y="1961049"/>
                <a:ext cx="209466" cy="355531"/>
              </a:xfrm>
              <a:custGeom>
                <a:avLst/>
                <a:gdLst/>
                <a:ahLst/>
                <a:cxnLst/>
                <a:rect l="l" t="t" r="r" b="b"/>
                <a:pathLst>
                  <a:path w="2838" h="4817" extrusionOk="0">
                    <a:moveTo>
                      <a:pt x="2838" y="0"/>
                    </a:moveTo>
                    <a:cubicBezTo>
                      <a:pt x="2838" y="0"/>
                      <a:pt x="1671" y="75"/>
                      <a:pt x="1587" y="150"/>
                    </a:cubicBezTo>
                    <a:cubicBezTo>
                      <a:pt x="1587" y="150"/>
                      <a:pt x="579" y="1354"/>
                      <a:pt x="0" y="4817"/>
                    </a:cubicBezTo>
                    <a:lnTo>
                      <a:pt x="2138" y="1046"/>
                    </a:lnTo>
                    <a:cubicBezTo>
                      <a:pt x="2138" y="1046"/>
                      <a:pt x="2287" y="700"/>
                      <a:pt x="2838" y="0"/>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2" name="Google Shape;6222;p75"/>
              <p:cNvSpPr/>
              <p:nvPr/>
            </p:nvSpPr>
            <p:spPr>
              <a:xfrm>
                <a:off x="-1217524" y="1918340"/>
                <a:ext cx="522336" cy="878457"/>
              </a:xfrm>
              <a:custGeom>
                <a:avLst/>
                <a:gdLst/>
                <a:ahLst/>
                <a:cxnLst/>
                <a:rect l="l" t="t" r="r" b="b"/>
                <a:pathLst>
                  <a:path w="7077" h="11902" extrusionOk="0">
                    <a:moveTo>
                      <a:pt x="2627" y="1"/>
                    </a:moveTo>
                    <a:cubicBezTo>
                      <a:pt x="2076" y="1"/>
                      <a:pt x="1292" y="474"/>
                      <a:pt x="813" y="1897"/>
                    </a:cubicBezTo>
                    <a:cubicBezTo>
                      <a:pt x="813" y="1897"/>
                      <a:pt x="1310" y="810"/>
                      <a:pt x="2061" y="810"/>
                    </a:cubicBezTo>
                    <a:cubicBezTo>
                      <a:pt x="2230" y="810"/>
                      <a:pt x="2413" y="866"/>
                      <a:pt x="2605" y="1001"/>
                    </a:cubicBezTo>
                    <a:cubicBezTo>
                      <a:pt x="3847" y="1823"/>
                      <a:pt x="4939" y="4352"/>
                      <a:pt x="5480" y="8469"/>
                    </a:cubicBezTo>
                    <a:cubicBezTo>
                      <a:pt x="5639" y="9561"/>
                      <a:pt x="4976" y="10606"/>
                      <a:pt x="3931" y="10923"/>
                    </a:cubicBezTo>
                    <a:cubicBezTo>
                      <a:pt x="3630" y="11003"/>
                      <a:pt x="3317" y="11036"/>
                      <a:pt x="3005" y="11036"/>
                    </a:cubicBezTo>
                    <a:cubicBezTo>
                      <a:pt x="1495" y="11036"/>
                      <a:pt x="1" y="10261"/>
                      <a:pt x="1" y="10261"/>
                    </a:cubicBezTo>
                    <a:lnTo>
                      <a:pt x="1" y="11306"/>
                    </a:lnTo>
                    <a:cubicBezTo>
                      <a:pt x="1" y="11306"/>
                      <a:pt x="684" y="11901"/>
                      <a:pt x="2258" y="11901"/>
                    </a:cubicBezTo>
                    <a:cubicBezTo>
                      <a:pt x="2742" y="11901"/>
                      <a:pt x="3310" y="11845"/>
                      <a:pt x="3968" y="11698"/>
                    </a:cubicBezTo>
                    <a:cubicBezTo>
                      <a:pt x="7076" y="10998"/>
                      <a:pt x="6497" y="8861"/>
                      <a:pt x="6497" y="8861"/>
                    </a:cubicBezTo>
                    <a:cubicBezTo>
                      <a:pt x="6497" y="8861"/>
                      <a:pt x="6339" y="1785"/>
                      <a:pt x="2960" y="68"/>
                    </a:cubicBezTo>
                    <a:cubicBezTo>
                      <a:pt x="2865" y="25"/>
                      <a:pt x="2752" y="1"/>
                      <a:pt x="2627" y="1"/>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23" name="Google Shape;6223;p75"/>
              <p:cNvGrpSpPr/>
              <p:nvPr/>
            </p:nvGrpSpPr>
            <p:grpSpPr>
              <a:xfrm>
                <a:off x="-950857" y="2368049"/>
                <a:ext cx="321801" cy="235077"/>
                <a:chOff x="-950857" y="2368049"/>
                <a:chExt cx="321801" cy="235077"/>
              </a:xfrm>
            </p:grpSpPr>
            <p:sp>
              <p:nvSpPr>
                <p:cNvPr id="6224" name="Google Shape;6224;p75"/>
                <p:cNvSpPr/>
                <p:nvPr/>
              </p:nvSpPr>
              <p:spPr>
                <a:xfrm>
                  <a:off x="-737997" y="2487838"/>
                  <a:ext cx="91669" cy="51001"/>
                </a:xfrm>
                <a:custGeom>
                  <a:avLst/>
                  <a:gdLst/>
                  <a:ahLst/>
                  <a:cxnLst/>
                  <a:rect l="l" t="t" r="r" b="b"/>
                  <a:pathLst>
                    <a:path w="1242" h="691" extrusionOk="0">
                      <a:moveTo>
                        <a:pt x="1001" y="0"/>
                      </a:moveTo>
                      <a:cubicBezTo>
                        <a:pt x="977" y="0"/>
                        <a:pt x="954" y="5"/>
                        <a:pt x="934" y="15"/>
                      </a:cubicBezTo>
                      <a:cubicBezTo>
                        <a:pt x="579" y="211"/>
                        <a:pt x="0" y="444"/>
                        <a:pt x="75" y="603"/>
                      </a:cubicBezTo>
                      <a:cubicBezTo>
                        <a:pt x="110" y="638"/>
                        <a:pt x="178" y="691"/>
                        <a:pt x="312" y="691"/>
                      </a:cubicBezTo>
                      <a:cubicBezTo>
                        <a:pt x="467" y="691"/>
                        <a:pt x="708" y="620"/>
                        <a:pt x="1083" y="370"/>
                      </a:cubicBezTo>
                      <a:cubicBezTo>
                        <a:pt x="1167" y="286"/>
                        <a:pt x="1242" y="211"/>
                        <a:pt x="1167" y="90"/>
                      </a:cubicBezTo>
                      <a:cubicBezTo>
                        <a:pt x="1140" y="35"/>
                        <a:pt x="1067" y="0"/>
                        <a:pt x="1001"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5" name="Google Shape;6225;p75"/>
                <p:cNvSpPr/>
                <p:nvPr/>
              </p:nvSpPr>
              <p:spPr>
                <a:xfrm>
                  <a:off x="-735266" y="2486067"/>
                  <a:ext cx="88938" cy="54618"/>
                </a:xfrm>
                <a:custGeom>
                  <a:avLst/>
                  <a:gdLst/>
                  <a:ahLst/>
                  <a:cxnLst/>
                  <a:rect l="l" t="t" r="r" b="b"/>
                  <a:pathLst>
                    <a:path w="1205" h="740" extrusionOk="0">
                      <a:moveTo>
                        <a:pt x="971" y="76"/>
                      </a:moveTo>
                      <a:cubicBezTo>
                        <a:pt x="1009" y="76"/>
                        <a:pt x="1093" y="76"/>
                        <a:pt x="1093" y="160"/>
                      </a:cubicBezTo>
                      <a:cubicBezTo>
                        <a:pt x="1167" y="235"/>
                        <a:pt x="1093" y="310"/>
                        <a:pt x="1046" y="347"/>
                      </a:cubicBezTo>
                      <a:cubicBezTo>
                        <a:pt x="666" y="615"/>
                        <a:pt x="418" y="681"/>
                        <a:pt x="287" y="681"/>
                      </a:cubicBezTo>
                      <a:cubicBezTo>
                        <a:pt x="245" y="681"/>
                        <a:pt x="215" y="674"/>
                        <a:pt x="197" y="665"/>
                      </a:cubicBezTo>
                      <a:cubicBezTo>
                        <a:pt x="113" y="665"/>
                        <a:pt x="75" y="627"/>
                        <a:pt x="75" y="627"/>
                      </a:cubicBezTo>
                      <a:lnTo>
                        <a:pt x="75" y="580"/>
                      </a:lnTo>
                      <a:cubicBezTo>
                        <a:pt x="113" y="468"/>
                        <a:pt x="393" y="347"/>
                        <a:pt x="579" y="235"/>
                      </a:cubicBezTo>
                      <a:cubicBezTo>
                        <a:pt x="701" y="198"/>
                        <a:pt x="813" y="114"/>
                        <a:pt x="897" y="76"/>
                      </a:cubicBezTo>
                      <a:close/>
                      <a:moveTo>
                        <a:pt x="990" y="0"/>
                      </a:moveTo>
                      <a:cubicBezTo>
                        <a:pt x="956" y="0"/>
                        <a:pt x="923" y="13"/>
                        <a:pt x="897" y="39"/>
                      </a:cubicBezTo>
                      <a:cubicBezTo>
                        <a:pt x="775" y="76"/>
                        <a:pt x="663" y="114"/>
                        <a:pt x="579" y="198"/>
                      </a:cubicBezTo>
                      <a:cubicBezTo>
                        <a:pt x="309" y="310"/>
                        <a:pt x="75" y="431"/>
                        <a:pt x="38" y="543"/>
                      </a:cubicBezTo>
                      <a:cubicBezTo>
                        <a:pt x="1" y="580"/>
                        <a:pt x="1" y="627"/>
                        <a:pt x="38" y="627"/>
                      </a:cubicBezTo>
                      <a:cubicBezTo>
                        <a:pt x="38" y="665"/>
                        <a:pt x="75" y="702"/>
                        <a:pt x="159" y="739"/>
                      </a:cubicBezTo>
                      <a:lnTo>
                        <a:pt x="271" y="739"/>
                      </a:lnTo>
                      <a:cubicBezTo>
                        <a:pt x="430" y="739"/>
                        <a:pt x="663" y="665"/>
                        <a:pt x="1046" y="431"/>
                      </a:cubicBezTo>
                      <a:cubicBezTo>
                        <a:pt x="1167" y="347"/>
                        <a:pt x="1205" y="198"/>
                        <a:pt x="1167" y="114"/>
                      </a:cubicBezTo>
                      <a:cubicBezTo>
                        <a:pt x="1119" y="41"/>
                        <a:pt x="1052" y="0"/>
                        <a:pt x="990"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6" name="Google Shape;6226;p75"/>
                <p:cNvSpPr/>
                <p:nvPr/>
              </p:nvSpPr>
              <p:spPr>
                <a:xfrm>
                  <a:off x="-749732" y="2456101"/>
                  <a:ext cx="103404" cy="58382"/>
                </a:xfrm>
                <a:custGeom>
                  <a:avLst/>
                  <a:gdLst/>
                  <a:ahLst/>
                  <a:cxnLst/>
                  <a:rect l="l" t="t" r="r" b="b"/>
                  <a:pathLst>
                    <a:path w="1401" h="791" extrusionOk="0">
                      <a:moveTo>
                        <a:pt x="1198" y="0"/>
                      </a:moveTo>
                      <a:cubicBezTo>
                        <a:pt x="1175" y="0"/>
                        <a:pt x="1152" y="5"/>
                        <a:pt x="1130" y="16"/>
                      </a:cubicBezTo>
                      <a:cubicBezTo>
                        <a:pt x="738" y="286"/>
                        <a:pt x="1" y="641"/>
                        <a:pt x="122" y="753"/>
                      </a:cubicBezTo>
                      <a:cubicBezTo>
                        <a:pt x="146" y="779"/>
                        <a:pt x="184" y="790"/>
                        <a:pt x="232" y="790"/>
                      </a:cubicBezTo>
                      <a:cubicBezTo>
                        <a:pt x="478" y="790"/>
                        <a:pt x="992" y="490"/>
                        <a:pt x="1289" y="333"/>
                      </a:cubicBezTo>
                      <a:cubicBezTo>
                        <a:pt x="1401" y="286"/>
                        <a:pt x="1401" y="174"/>
                        <a:pt x="1363" y="100"/>
                      </a:cubicBezTo>
                      <a:lnTo>
                        <a:pt x="1363" y="53"/>
                      </a:lnTo>
                      <a:cubicBezTo>
                        <a:pt x="1311" y="27"/>
                        <a:pt x="1253" y="0"/>
                        <a:pt x="1198"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7" name="Google Shape;6227;p75"/>
                <p:cNvSpPr/>
                <p:nvPr/>
              </p:nvSpPr>
              <p:spPr>
                <a:xfrm>
                  <a:off x="-744196" y="2453370"/>
                  <a:ext cx="100673" cy="64582"/>
                </a:xfrm>
                <a:custGeom>
                  <a:avLst/>
                  <a:gdLst/>
                  <a:ahLst/>
                  <a:cxnLst/>
                  <a:rect l="l" t="t" r="r" b="b"/>
                  <a:pathLst>
                    <a:path w="1364" h="875" extrusionOk="0">
                      <a:moveTo>
                        <a:pt x="1130" y="53"/>
                      </a:moveTo>
                      <a:cubicBezTo>
                        <a:pt x="1167" y="53"/>
                        <a:pt x="1214" y="90"/>
                        <a:pt x="1251" y="137"/>
                      </a:cubicBezTo>
                      <a:cubicBezTo>
                        <a:pt x="1288" y="174"/>
                        <a:pt x="1288" y="211"/>
                        <a:pt x="1288" y="249"/>
                      </a:cubicBezTo>
                      <a:cubicBezTo>
                        <a:pt x="1251" y="286"/>
                        <a:pt x="1251" y="323"/>
                        <a:pt x="1214" y="323"/>
                      </a:cubicBezTo>
                      <a:lnTo>
                        <a:pt x="1130" y="370"/>
                      </a:lnTo>
                      <a:cubicBezTo>
                        <a:pt x="876" y="524"/>
                        <a:pt x="405" y="793"/>
                        <a:pt x="186" y="793"/>
                      </a:cubicBezTo>
                      <a:cubicBezTo>
                        <a:pt x="139" y="793"/>
                        <a:pt x="104" y="781"/>
                        <a:pt x="84" y="753"/>
                      </a:cubicBezTo>
                      <a:cubicBezTo>
                        <a:pt x="84" y="678"/>
                        <a:pt x="430" y="445"/>
                        <a:pt x="700" y="286"/>
                      </a:cubicBezTo>
                      <a:cubicBezTo>
                        <a:pt x="859" y="211"/>
                        <a:pt x="980" y="137"/>
                        <a:pt x="1055" y="90"/>
                      </a:cubicBezTo>
                      <a:cubicBezTo>
                        <a:pt x="1092" y="53"/>
                        <a:pt x="1130" y="53"/>
                        <a:pt x="1130" y="53"/>
                      </a:cubicBezTo>
                      <a:close/>
                      <a:moveTo>
                        <a:pt x="1123" y="1"/>
                      </a:moveTo>
                      <a:cubicBezTo>
                        <a:pt x="1098" y="1"/>
                        <a:pt x="1075" y="5"/>
                        <a:pt x="1055" y="15"/>
                      </a:cubicBezTo>
                      <a:cubicBezTo>
                        <a:pt x="934" y="90"/>
                        <a:pt x="822" y="174"/>
                        <a:pt x="700" y="249"/>
                      </a:cubicBezTo>
                      <a:cubicBezTo>
                        <a:pt x="280" y="482"/>
                        <a:pt x="0" y="641"/>
                        <a:pt x="0" y="753"/>
                      </a:cubicBezTo>
                      <a:cubicBezTo>
                        <a:pt x="0" y="753"/>
                        <a:pt x="0" y="790"/>
                        <a:pt x="47" y="790"/>
                      </a:cubicBezTo>
                      <a:cubicBezTo>
                        <a:pt x="84" y="837"/>
                        <a:pt x="122" y="874"/>
                        <a:pt x="159" y="874"/>
                      </a:cubicBezTo>
                      <a:cubicBezTo>
                        <a:pt x="392" y="874"/>
                        <a:pt x="747" y="641"/>
                        <a:pt x="1167" y="445"/>
                      </a:cubicBezTo>
                      <a:lnTo>
                        <a:pt x="1251" y="370"/>
                      </a:lnTo>
                      <a:cubicBezTo>
                        <a:pt x="1288" y="370"/>
                        <a:pt x="1326" y="323"/>
                        <a:pt x="1326" y="249"/>
                      </a:cubicBezTo>
                      <a:cubicBezTo>
                        <a:pt x="1363" y="211"/>
                        <a:pt x="1326" y="137"/>
                        <a:pt x="1288" y="90"/>
                      </a:cubicBezTo>
                      <a:cubicBezTo>
                        <a:pt x="1261" y="35"/>
                        <a:pt x="1189" y="1"/>
                        <a:pt x="1123"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8" name="Google Shape;6228;p75"/>
                <p:cNvSpPr/>
                <p:nvPr/>
              </p:nvSpPr>
              <p:spPr>
                <a:xfrm>
                  <a:off x="-775196" y="2419935"/>
                  <a:ext cx="123406" cy="75062"/>
                </a:xfrm>
                <a:custGeom>
                  <a:avLst/>
                  <a:gdLst/>
                  <a:ahLst/>
                  <a:cxnLst/>
                  <a:rect l="l" t="t" r="r" b="b"/>
                  <a:pathLst>
                    <a:path w="1672" h="1017" extrusionOk="0">
                      <a:moveTo>
                        <a:pt x="1423" y="1"/>
                      </a:moveTo>
                      <a:cubicBezTo>
                        <a:pt x="1383" y="1"/>
                        <a:pt x="1346" y="13"/>
                        <a:pt x="1316" y="39"/>
                      </a:cubicBezTo>
                      <a:cubicBezTo>
                        <a:pt x="775" y="356"/>
                        <a:pt x="0" y="739"/>
                        <a:pt x="112" y="972"/>
                      </a:cubicBezTo>
                      <a:cubicBezTo>
                        <a:pt x="131" y="1003"/>
                        <a:pt x="168" y="1017"/>
                        <a:pt x="217" y="1017"/>
                      </a:cubicBezTo>
                      <a:cubicBezTo>
                        <a:pt x="481" y="1017"/>
                        <a:pt x="1125" y="628"/>
                        <a:pt x="1550" y="431"/>
                      </a:cubicBezTo>
                      <a:cubicBezTo>
                        <a:pt x="1634" y="394"/>
                        <a:pt x="1671" y="235"/>
                        <a:pt x="1634" y="123"/>
                      </a:cubicBezTo>
                      <a:cubicBezTo>
                        <a:pt x="1579" y="44"/>
                        <a:pt x="1497" y="1"/>
                        <a:pt x="1423"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29" name="Google Shape;6229;p75"/>
                <p:cNvSpPr/>
                <p:nvPr/>
              </p:nvSpPr>
              <p:spPr>
                <a:xfrm>
                  <a:off x="-775196" y="2417278"/>
                  <a:ext cx="126137" cy="80672"/>
                </a:xfrm>
                <a:custGeom>
                  <a:avLst/>
                  <a:gdLst/>
                  <a:ahLst/>
                  <a:cxnLst/>
                  <a:rect l="l" t="t" r="r" b="b"/>
                  <a:pathLst>
                    <a:path w="1709" h="1093" extrusionOk="0">
                      <a:moveTo>
                        <a:pt x="1396" y="47"/>
                      </a:moveTo>
                      <a:cubicBezTo>
                        <a:pt x="1426" y="47"/>
                        <a:pt x="1456" y="56"/>
                        <a:pt x="1475" y="75"/>
                      </a:cubicBezTo>
                      <a:cubicBezTo>
                        <a:pt x="1512" y="75"/>
                        <a:pt x="1587" y="112"/>
                        <a:pt x="1587" y="159"/>
                      </a:cubicBezTo>
                      <a:cubicBezTo>
                        <a:pt x="1671" y="271"/>
                        <a:pt x="1634" y="392"/>
                        <a:pt x="1512" y="430"/>
                      </a:cubicBezTo>
                      <a:cubicBezTo>
                        <a:pt x="1400" y="504"/>
                        <a:pt x="1279" y="542"/>
                        <a:pt x="1167" y="626"/>
                      </a:cubicBezTo>
                      <a:cubicBezTo>
                        <a:pt x="835" y="784"/>
                        <a:pt x="396" y="1035"/>
                        <a:pt x="219" y="1035"/>
                      </a:cubicBezTo>
                      <a:cubicBezTo>
                        <a:pt x="186" y="1035"/>
                        <a:pt x="163" y="1027"/>
                        <a:pt x="150" y="1008"/>
                      </a:cubicBezTo>
                      <a:cubicBezTo>
                        <a:pt x="75" y="859"/>
                        <a:pt x="542" y="579"/>
                        <a:pt x="934" y="308"/>
                      </a:cubicBezTo>
                      <a:cubicBezTo>
                        <a:pt x="1046" y="234"/>
                        <a:pt x="1204" y="159"/>
                        <a:pt x="1316" y="75"/>
                      </a:cubicBezTo>
                      <a:cubicBezTo>
                        <a:pt x="1335" y="56"/>
                        <a:pt x="1365" y="47"/>
                        <a:pt x="1396" y="47"/>
                      </a:cubicBezTo>
                      <a:close/>
                      <a:moveTo>
                        <a:pt x="1475" y="0"/>
                      </a:moveTo>
                      <a:cubicBezTo>
                        <a:pt x="1438" y="0"/>
                        <a:pt x="1354" y="0"/>
                        <a:pt x="1279" y="38"/>
                      </a:cubicBezTo>
                      <a:cubicBezTo>
                        <a:pt x="1167" y="112"/>
                        <a:pt x="1046" y="196"/>
                        <a:pt x="887" y="271"/>
                      </a:cubicBezTo>
                      <a:cubicBezTo>
                        <a:pt x="420" y="579"/>
                        <a:pt x="0" y="812"/>
                        <a:pt x="112" y="1008"/>
                      </a:cubicBezTo>
                      <a:cubicBezTo>
                        <a:pt x="112" y="1046"/>
                        <a:pt x="150" y="1092"/>
                        <a:pt x="234" y="1092"/>
                      </a:cubicBezTo>
                      <a:cubicBezTo>
                        <a:pt x="383" y="1092"/>
                        <a:pt x="738" y="934"/>
                        <a:pt x="1167" y="700"/>
                      </a:cubicBezTo>
                      <a:cubicBezTo>
                        <a:pt x="1316" y="626"/>
                        <a:pt x="1438" y="542"/>
                        <a:pt x="1550" y="504"/>
                      </a:cubicBezTo>
                      <a:cubicBezTo>
                        <a:pt x="1671" y="430"/>
                        <a:pt x="1708" y="271"/>
                        <a:pt x="1671" y="159"/>
                      </a:cubicBezTo>
                      <a:cubicBezTo>
                        <a:pt x="1634" y="75"/>
                        <a:pt x="1550" y="38"/>
                        <a:pt x="1475"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0" name="Google Shape;6230;p75"/>
                <p:cNvSpPr/>
                <p:nvPr/>
              </p:nvSpPr>
              <p:spPr>
                <a:xfrm>
                  <a:off x="-761394" y="2369082"/>
                  <a:ext cx="129532" cy="84805"/>
                </a:xfrm>
                <a:custGeom>
                  <a:avLst/>
                  <a:gdLst/>
                  <a:ahLst/>
                  <a:cxnLst/>
                  <a:rect l="l" t="t" r="r" b="b"/>
                  <a:pathLst>
                    <a:path w="1755" h="1149" extrusionOk="0">
                      <a:moveTo>
                        <a:pt x="1700" y="1"/>
                      </a:moveTo>
                      <a:cubicBezTo>
                        <a:pt x="1482" y="1"/>
                        <a:pt x="678" y="417"/>
                        <a:pt x="196" y="653"/>
                      </a:cubicBezTo>
                      <a:cubicBezTo>
                        <a:pt x="0" y="728"/>
                        <a:pt x="0" y="999"/>
                        <a:pt x="159" y="1083"/>
                      </a:cubicBezTo>
                      <a:lnTo>
                        <a:pt x="159" y="1120"/>
                      </a:lnTo>
                      <a:cubicBezTo>
                        <a:pt x="196" y="1139"/>
                        <a:pt x="245" y="1148"/>
                        <a:pt x="299" y="1148"/>
                      </a:cubicBezTo>
                      <a:cubicBezTo>
                        <a:pt x="352" y="1148"/>
                        <a:pt x="411" y="1139"/>
                        <a:pt x="467" y="1120"/>
                      </a:cubicBezTo>
                      <a:cubicBezTo>
                        <a:pt x="821" y="849"/>
                        <a:pt x="1755" y="187"/>
                        <a:pt x="1755" y="28"/>
                      </a:cubicBezTo>
                      <a:cubicBezTo>
                        <a:pt x="1750" y="9"/>
                        <a:pt x="1731" y="1"/>
                        <a:pt x="1700"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1" name="Google Shape;6231;p75"/>
                <p:cNvSpPr/>
                <p:nvPr/>
              </p:nvSpPr>
              <p:spPr>
                <a:xfrm>
                  <a:off x="-761394" y="2368049"/>
                  <a:ext cx="132337" cy="89233"/>
                </a:xfrm>
                <a:custGeom>
                  <a:avLst/>
                  <a:gdLst/>
                  <a:ahLst/>
                  <a:cxnLst/>
                  <a:rect l="l" t="t" r="r" b="b"/>
                  <a:pathLst>
                    <a:path w="1793" h="1209" extrusionOk="0">
                      <a:moveTo>
                        <a:pt x="1717" y="42"/>
                      </a:moveTo>
                      <a:cubicBezTo>
                        <a:pt x="1717" y="126"/>
                        <a:pt x="1325" y="471"/>
                        <a:pt x="429" y="1097"/>
                      </a:cubicBezTo>
                      <a:cubicBezTo>
                        <a:pt x="392" y="1115"/>
                        <a:pt x="343" y="1125"/>
                        <a:pt x="294" y="1125"/>
                      </a:cubicBezTo>
                      <a:cubicBezTo>
                        <a:pt x="245" y="1125"/>
                        <a:pt x="196" y="1115"/>
                        <a:pt x="159" y="1097"/>
                      </a:cubicBezTo>
                      <a:cubicBezTo>
                        <a:pt x="121" y="1059"/>
                        <a:pt x="84" y="975"/>
                        <a:pt x="84" y="901"/>
                      </a:cubicBezTo>
                      <a:cubicBezTo>
                        <a:pt x="84" y="826"/>
                        <a:pt x="121" y="742"/>
                        <a:pt x="196" y="705"/>
                      </a:cubicBezTo>
                      <a:cubicBezTo>
                        <a:pt x="1325" y="126"/>
                        <a:pt x="1633" y="42"/>
                        <a:pt x="1717" y="42"/>
                      </a:cubicBezTo>
                      <a:close/>
                      <a:moveTo>
                        <a:pt x="1718" y="0"/>
                      </a:moveTo>
                      <a:cubicBezTo>
                        <a:pt x="1545" y="0"/>
                        <a:pt x="1018" y="200"/>
                        <a:pt x="159" y="630"/>
                      </a:cubicBezTo>
                      <a:cubicBezTo>
                        <a:pt x="84" y="705"/>
                        <a:pt x="0" y="779"/>
                        <a:pt x="0" y="863"/>
                      </a:cubicBezTo>
                      <a:cubicBezTo>
                        <a:pt x="0" y="975"/>
                        <a:pt x="47" y="1097"/>
                        <a:pt x="121" y="1134"/>
                      </a:cubicBezTo>
                      <a:cubicBezTo>
                        <a:pt x="196" y="1171"/>
                        <a:pt x="233" y="1209"/>
                        <a:pt x="317" y="1209"/>
                      </a:cubicBezTo>
                      <a:cubicBezTo>
                        <a:pt x="355" y="1209"/>
                        <a:pt x="429" y="1171"/>
                        <a:pt x="467" y="1134"/>
                      </a:cubicBezTo>
                      <a:cubicBezTo>
                        <a:pt x="1363" y="546"/>
                        <a:pt x="1792" y="163"/>
                        <a:pt x="1792" y="42"/>
                      </a:cubicBezTo>
                      <a:lnTo>
                        <a:pt x="1755" y="5"/>
                      </a:lnTo>
                      <a:cubicBezTo>
                        <a:pt x="1745" y="2"/>
                        <a:pt x="1733" y="0"/>
                        <a:pt x="1718"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2" name="Google Shape;6232;p75"/>
                <p:cNvSpPr/>
                <p:nvPr/>
              </p:nvSpPr>
              <p:spPr>
                <a:xfrm>
                  <a:off x="-950857" y="2484074"/>
                  <a:ext cx="129532" cy="119051"/>
                </a:xfrm>
                <a:custGeom>
                  <a:avLst/>
                  <a:gdLst/>
                  <a:ahLst/>
                  <a:cxnLst/>
                  <a:rect l="l" t="t" r="r" b="b"/>
                  <a:pathLst>
                    <a:path w="1755" h="1613" extrusionOk="0">
                      <a:moveTo>
                        <a:pt x="902" y="0"/>
                      </a:moveTo>
                      <a:cubicBezTo>
                        <a:pt x="836" y="0"/>
                        <a:pt x="768" y="10"/>
                        <a:pt x="700" y="29"/>
                      </a:cubicBezTo>
                      <a:cubicBezTo>
                        <a:pt x="280" y="141"/>
                        <a:pt x="0" y="570"/>
                        <a:pt x="84" y="1000"/>
                      </a:cubicBezTo>
                      <a:cubicBezTo>
                        <a:pt x="179" y="1363"/>
                        <a:pt x="501" y="1613"/>
                        <a:pt x="859" y="1613"/>
                      </a:cubicBezTo>
                      <a:cubicBezTo>
                        <a:pt x="923" y="1613"/>
                        <a:pt x="989" y="1605"/>
                        <a:pt x="1055" y="1588"/>
                      </a:cubicBezTo>
                      <a:cubicBezTo>
                        <a:pt x="1484" y="1504"/>
                        <a:pt x="1755" y="1074"/>
                        <a:pt x="1634" y="654"/>
                      </a:cubicBezTo>
                      <a:cubicBezTo>
                        <a:pt x="1571" y="261"/>
                        <a:pt x="1256" y="0"/>
                        <a:pt x="902"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3" name="Google Shape;6233;p75"/>
                <p:cNvSpPr/>
                <p:nvPr/>
              </p:nvSpPr>
              <p:spPr>
                <a:xfrm>
                  <a:off x="-899192" y="2411743"/>
                  <a:ext cx="227401" cy="189538"/>
                </a:xfrm>
                <a:custGeom>
                  <a:avLst/>
                  <a:gdLst/>
                  <a:ahLst/>
                  <a:cxnLst/>
                  <a:rect l="l" t="t" r="r" b="b"/>
                  <a:pathLst>
                    <a:path w="3081" h="2568" extrusionOk="0">
                      <a:moveTo>
                        <a:pt x="2063" y="1"/>
                      </a:moveTo>
                      <a:cubicBezTo>
                        <a:pt x="2026" y="38"/>
                        <a:pt x="1988" y="75"/>
                        <a:pt x="1951" y="113"/>
                      </a:cubicBezTo>
                      <a:cubicBezTo>
                        <a:pt x="1400" y="617"/>
                        <a:pt x="700" y="850"/>
                        <a:pt x="0" y="1009"/>
                      </a:cubicBezTo>
                      <a:lnTo>
                        <a:pt x="355" y="2568"/>
                      </a:lnTo>
                      <a:cubicBezTo>
                        <a:pt x="1167" y="2372"/>
                        <a:pt x="2567" y="2213"/>
                        <a:pt x="3080" y="1475"/>
                      </a:cubicBezTo>
                      <a:lnTo>
                        <a:pt x="3080" y="1438"/>
                      </a:lnTo>
                      <a:cubicBezTo>
                        <a:pt x="3080" y="1242"/>
                        <a:pt x="2996" y="1009"/>
                        <a:pt x="2922" y="813"/>
                      </a:cubicBezTo>
                      <a:cubicBezTo>
                        <a:pt x="2651" y="271"/>
                        <a:pt x="2492" y="234"/>
                        <a:pt x="2063"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4" name="Google Shape;6234;p75"/>
                <p:cNvSpPr/>
                <p:nvPr/>
              </p:nvSpPr>
              <p:spPr>
                <a:xfrm>
                  <a:off x="-886792" y="2390782"/>
                  <a:ext cx="151601" cy="135437"/>
                </a:xfrm>
                <a:custGeom>
                  <a:avLst/>
                  <a:gdLst/>
                  <a:ahLst/>
                  <a:cxnLst/>
                  <a:rect l="l" t="t" r="r" b="b"/>
                  <a:pathLst>
                    <a:path w="2054" h="1835" extrusionOk="0">
                      <a:moveTo>
                        <a:pt x="1699" y="1"/>
                      </a:moveTo>
                      <a:cubicBezTo>
                        <a:pt x="1228" y="1"/>
                        <a:pt x="0" y="1007"/>
                        <a:pt x="262" y="1638"/>
                      </a:cubicBezTo>
                      <a:cubicBezTo>
                        <a:pt x="299" y="1759"/>
                        <a:pt x="420" y="1834"/>
                        <a:pt x="495" y="1834"/>
                      </a:cubicBezTo>
                      <a:cubicBezTo>
                        <a:pt x="532" y="1601"/>
                        <a:pt x="850" y="1293"/>
                        <a:pt x="1195" y="1022"/>
                      </a:cubicBezTo>
                      <a:cubicBezTo>
                        <a:pt x="1391" y="826"/>
                        <a:pt x="1587" y="705"/>
                        <a:pt x="1820" y="593"/>
                      </a:cubicBezTo>
                      <a:cubicBezTo>
                        <a:pt x="2054" y="434"/>
                        <a:pt x="2016" y="89"/>
                        <a:pt x="1746" y="5"/>
                      </a:cubicBezTo>
                      <a:cubicBezTo>
                        <a:pt x="1731" y="2"/>
                        <a:pt x="1716" y="1"/>
                        <a:pt x="1699"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35" name="Google Shape;6235;p75"/>
              <p:cNvSpPr/>
              <p:nvPr/>
            </p:nvSpPr>
            <p:spPr>
              <a:xfrm>
                <a:off x="-1320854" y="1969784"/>
                <a:ext cx="453399" cy="775274"/>
              </a:xfrm>
              <a:custGeom>
                <a:avLst/>
                <a:gdLst/>
                <a:ahLst/>
                <a:cxnLst/>
                <a:rect l="l" t="t" r="r" b="b"/>
                <a:pathLst>
                  <a:path w="6143" h="10504" extrusionOk="0">
                    <a:moveTo>
                      <a:pt x="4271" y="0"/>
                    </a:moveTo>
                    <a:cubicBezTo>
                      <a:pt x="3817" y="0"/>
                      <a:pt x="3370" y="243"/>
                      <a:pt x="3109" y="659"/>
                    </a:cubicBezTo>
                    <a:cubicBezTo>
                      <a:pt x="1" y="5438"/>
                      <a:pt x="701" y="8826"/>
                      <a:pt x="701" y="8826"/>
                    </a:cubicBezTo>
                    <a:cubicBezTo>
                      <a:pt x="860" y="10376"/>
                      <a:pt x="1709" y="10422"/>
                      <a:pt x="1709" y="10422"/>
                    </a:cubicBezTo>
                    <a:cubicBezTo>
                      <a:pt x="1952" y="10478"/>
                      <a:pt x="2196" y="10504"/>
                      <a:pt x="2438" y="10504"/>
                    </a:cubicBezTo>
                    <a:cubicBezTo>
                      <a:pt x="3857" y="10504"/>
                      <a:pt x="5218" y="9629"/>
                      <a:pt x="6143" y="8864"/>
                    </a:cubicBezTo>
                    <a:cubicBezTo>
                      <a:pt x="6105" y="8705"/>
                      <a:pt x="6068" y="8556"/>
                      <a:pt x="6031" y="8360"/>
                    </a:cubicBezTo>
                    <a:cubicBezTo>
                      <a:pt x="5872" y="7809"/>
                      <a:pt x="5760" y="7267"/>
                      <a:pt x="5676" y="6689"/>
                    </a:cubicBezTo>
                    <a:lnTo>
                      <a:pt x="3893" y="7193"/>
                    </a:lnTo>
                    <a:cubicBezTo>
                      <a:pt x="5331" y="4701"/>
                      <a:pt x="5676" y="3422"/>
                      <a:pt x="5797" y="2367"/>
                    </a:cubicBezTo>
                    <a:cubicBezTo>
                      <a:pt x="5835" y="2255"/>
                      <a:pt x="5835" y="2096"/>
                      <a:pt x="5872" y="1975"/>
                    </a:cubicBezTo>
                    <a:cubicBezTo>
                      <a:pt x="5909" y="1004"/>
                      <a:pt x="5443" y="463"/>
                      <a:pt x="4939" y="192"/>
                    </a:cubicBezTo>
                    <a:cubicBezTo>
                      <a:pt x="4729" y="61"/>
                      <a:pt x="4500" y="0"/>
                      <a:pt x="4271" y="0"/>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6" name="Google Shape;6236;p75"/>
              <p:cNvSpPr/>
              <p:nvPr/>
            </p:nvSpPr>
            <p:spPr>
              <a:xfrm>
                <a:off x="-1002523" y="2296677"/>
                <a:ext cx="97869" cy="197804"/>
              </a:xfrm>
              <a:custGeom>
                <a:avLst/>
                <a:gdLst/>
                <a:ahLst/>
                <a:cxnLst/>
                <a:rect l="l" t="t" r="r" b="b"/>
                <a:pathLst>
                  <a:path w="1326" h="2680" extrusionOk="0">
                    <a:moveTo>
                      <a:pt x="822" y="1"/>
                    </a:moveTo>
                    <a:cubicBezTo>
                      <a:pt x="784" y="76"/>
                      <a:pt x="0" y="1672"/>
                      <a:pt x="47" y="2446"/>
                    </a:cubicBezTo>
                    <a:cubicBezTo>
                      <a:pt x="47" y="2493"/>
                      <a:pt x="84" y="2568"/>
                      <a:pt x="121" y="2605"/>
                    </a:cubicBezTo>
                    <a:cubicBezTo>
                      <a:pt x="196" y="2642"/>
                      <a:pt x="317" y="2680"/>
                      <a:pt x="429" y="2680"/>
                    </a:cubicBezTo>
                    <a:cubicBezTo>
                      <a:pt x="784" y="2680"/>
                      <a:pt x="1251" y="2530"/>
                      <a:pt x="1326" y="2530"/>
                    </a:cubicBezTo>
                    <a:lnTo>
                      <a:pt x="1288" y="2409"/>
                    </a:lnTo>
                    <a:cubicBezTo>
                      <a:pt x="1127" y="2467"/>
                      <a:pt x="741" y="2557"/>
                      <a:pt x="467" y="2557"/>
                    </a:cubicBezTo>
                    <a:cubicBezTo>
                      <a:pt x="345" y="2557"/>
                      <a:pt x="245" y="2539"/>
                      <a:pt x="196" y="2493"/>
                    </a:cubicBezTo>
                    <a:cubicBezTo>
                      <a:pt x="159" y="2493"/>
                      <a:pt x="159" y="2446"/>
                      <a:pt x="159" y="2446"/>
                    </a:cubicBezTo>
                    <a:cubicBezTo>
                      <a:pt x="121" y="1672"/>
                      <a:pt x="896" y="76"/>
                      <a:pt x="896" y="38"/>
                    </a:cubicBezTo>
                    <a:lnTo>
                      <a:pt x="822" y="1"/>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37" name="Google Shape;6237;p75"/>
              <p:cNvSpPr/>
              <p:nvPr/>
            </p:nvSpPr>
            <p:spPr>
              <a:xfrm>
                <a:off x="-1260923" y="4007313"/>
                <a:ext cx="321801" cy="23471"/>
              </a:xfrm>
              <a:custGeom>
                <a:avLst/>
                <a:gdLst/>
                <a:ahLst/>
                <a:cxnLst/>
                <a:rect l="l" t="t" r="r" b="b"/>
                <a:pathLst>
                  <a:path w="4360" h="318" extrusionOk="0">
                    <a:moveTo>
                      <a:pt x="4248" y="0"/>
                    </a:moveTo>
                    <a:lnTo>
                      <a:pt x="122" y="84"/>
                    </a:lnTo>
                    <a:cubicBezTo>
                      <a:pt x="48" y="84"/>
                      <a:pt x="1" y="121"/>
                      <a:pt x="1" y="196"/>
                    </a:cubicBezTo>
                    <a:cubicBezTo>
                      <a:pt x="1" y="233"/>
                      <a:pt x="48" y="317"/>
                      <a:pt x="122" y="317"/>
                    </a:cubicBezTo>
                    <a:lnTo>
                      <a:pt x="4248" y="233"/>
                    </a:lnTo>
                    <a:cubicBezTo>
                      <a:pt x="4323" y="233"/>
                      <a:pt x="4360" y="196"/>
                      <a:pt x="4360" y="121"/>
                    </a:cubicBezTo>
                    <a:cubicBezTo>
                      <a:pt x="4360" y="84"/>
                      <a:pt x="4323" y="0"/>
                      <a:pt x="4248"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38" name="Google Shape;6238;p75"/>
            <p:cNvGrpSpPr/>
            <p:nvPr/>
          </p:nvGrpSpPr>
          <p:grpSpPr>
            <a:xfrm>
              <a:off x="364627" y="2696656"/>
              <a:ext cx="265399" cy="99225"/>
              <a:chOff x="-677972" y="2680204"/>
              <a:chExt cx="321073" cy="120040"/>
            </a:xfrm>
          </p:grpSpPr>
          <p:sp>
            <p:nvSpPr>
              <p:cNvPr id="6239" name="Google Shape;6239;p75"/>
              <p:cNvSpPr/>
              <p:nvPr/>
            </p:nvSpPr>
            <p:spPr>
              <a:xfrm>
                <a:off x="-599658" y="2685826"/>
                <a:ext cx="116482" cy="114418"/>
              </a:xfrm>
              <a:custGeom>
                <a:avLst/>
                <a:gdLst/>
                <a:ahLst/>
                <a:cxnLst/>
                <a:rect l="l" t="t" r="r" b="b"/>
                <a:pathLst>
                  <a:path w="2652" h="2605" extrusionOk="0">
                    <a:moveTo>
                      <a:pt x="1326" y="159"/>
                    </a:moveTo>
                    <a:cubicBezTo>
                      <a:pt x="1905" y="159"/>
                      <a:pt x="2418" y="626"/>
                      <a:pt x="2455" y="1242"/>
                    </a:cubicBezTo>
                    <a:cubicBezTo>
                      <a:pt x="2493" y="1867"/>
                      <a:pt x="1989" y="2409"/>
                      <a:pt x="1363" y="2446"/>
                    </a:cubicBezTo>
                    <a:cubicBezTo>
                      <a:pt x="1337" y="2448"/>
                      <a:pt x="1311" y="2449"/>
                      <a:pt x="1284" y="2449"/>
                    </a:cubicBezTo>
                    <a:cubicBezTo>
                      <a:pt x="693" y="2449"/>
                      <a:pt x="197" y="1953"/>
                      <a:pt x="197" y="1363"/>
                    </a:cubicBezTo>
                    <a:cubicBezTo>
                      <a:pt x="159" y="1046"/>
                      <a:pt x="271" y="775"/>
                      <a:pt x="467" y="542"/>
                    </a:cubicBezTo>
                    <a:cubicBezTo>
                      <a:pt x="663" y="309"/>
                      <a:pt x="971" y="197"/>
                      <a:pt x="1251" y="159"/>
                    </a:cubicBezTo>
                    <a:close/>
                    <a:moveTo>
                      <a:pt x="1251" y="1"/>
                    </a:moveTo>
                    <a:cubicBezTo>
                      <a:pt x="897" y="38"/>
                      <a:pt x="589" y="197"/>
                      <a:pt x="355" y="430"/>
                    </a:cubicBezTo>
                    <a:cubicBezTo>
                      <a:pt x="122" y="701"/>
                      <a:pt x="1" y="1009"/>
                      <a:pt x="38" y="1363"/>
                    </a:cubicBezTo>
                    <a:cubicBezTo>
                      <a:pt x="38" y="2063"/>
                      <a:pt x="626" y="2605"/>
                      <a:pt x="1326" y="2605"/>
                    </a:cubicBezTo>
                    <a:lnTo>
                      <a:pt x="1363" y="2605"/>
                    </a:lnTo>
                    <a:cubicBezTo>
                      <a:pt x="2101" y="2567"/>
                      <a:pt x="2651" y="1942"/>
                      <a:pt x="2605" y="1242"/>
                    </a:cubicBezTo>
                    <a:cubicBezTo>
                      <a:pt x="2567" y="542"/>
                      <a:pt x="1989" y="1"/>
                      <a:pt x="1251"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0" name="Google Shape;6240;p75"/>
              <p:cNvSpPr/>
              <p:nvPr/>
            </p:nvSpPr>
            <p:spPr>
              <a:xfrm>
                <a:off x="-457789" y="2680204"/>
                <a:ext cx="100890" cy="113100"/>
              </a:xfrm>
              <a:custGeom>
                <a:avLst/>
                <a:gdLst/>
                <a:ahLst/>
                <a:cxnLst/>
                <a:rect l="l" t="t" r="r" b="b"/>
                <a:pathLst>
                  <a:path w="2297" h="2575" extrusionOk="0">
                    <a:moveTo>
                      <a:pt x="1167" y="129"/>
                    </a:moveTo>
                    <a:cubicBezTo>
                      <a:pt x="1400" y="129"/>
                      <a:pt x="1596" y="203"/>
                      <a:pt x="1755" y="362"/>
                    </a:cubicBezTo>
                    <a:cubicBezTo>
                      <a:pt x="1988" y="595"/>
                      <a:pt x="2138" y="903"/>
                      <a:pt x="2138" y="1221"/>
                    </a:cubicBezTo>
                    <a:cubicBezTo>
                      <a:pt x="2175" y="1837"/>
                      <a:pt x="1755" y="2387"/>
                      <a:pt x="1204" y="2425"/>
                    </a:cubicBezTo>
                    <a:cubicBezTo>
                      <a:pt x="971" y="2425"/>
                      <a:pt x="738" y="2341"/>
                      <a:pt x="542" y="2191"/>
                    </a:cubicBezTo>
                    <a:cubicBezTo>
                      <a:pt x="355" y="1995"/>
                      <a:pt x="196" y="1687"/>
                      <a:pt x="196" y="1333"/>
                    </a:cubicBezTo>
                    <a:cubicBezTo>
                      <a:pt x="159" y="707"/>
                      <a:pt x="588" y="166"/>
                      <a:pt x="1130" y="129"/>
                    </a:cubicBezTo>
                    <a:close/>
                    <a:moveTo>
                      <a:pt x="1227" y="1"/>
                    </a:moveTo>
                    <a:cubicBezTo>
                      <a:pt x="1195" y="1"/>
                      <a:pt x="1163" y="3"/>
                      <a:pt x="1130" y="7"/>
                    </a:cubicBezTo>
                    <a:cubicBezTo>
                      <a:pt x="504" y="7"/>
                      <a:pt x="0" y="633"/>
                      <a:pt x="38" y="1333"/>
                    </a:cubicBezTo>
                    <a:cubicBezTo>
                      <a:pt x="75" y="1725"/>
                      <a:pt x="234" y="2070"/>
                      <a:pt x="467" y="2303"/>
                    </a:cubicBezTo>
                    <a:cubicBezTo>
                      <a:pt x="663" y="2462"/>
                      <a:pt x="896" y="2574"/>
                      <a:pt x="1167" y="2574"/>
                    </a:cubicBezTo>
                    <a:lnTo>
                      <a:pt x="1204" y="2574"/>
                    </a:lnTo>
                    <a:cubicBezTo>
                      <a:pt x="1830" y="2537"/>
                      <a:pt x="2296" y="1921"/>
                      <a:pt x="2296" y="1221"/>
                    </a:cubicBezTo>
                    <a:cubicBezTo>
                      <a:pt x="2259" y="866"/>
                      <a:pt x="2100" y="521"/>
                      <a:pt x="1867" y="287"/>
                    </a:cubicBezTo>
                    <a:cubicBezTo>
                      <a:pt x="1662" y="115"/>
                      <a:pt x="1457" y="1"/>
                      <a:pt x="1227"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1" name="Google Shape;6241;p75"/>
              <p:cNvSpPr/>
              <p:nvPr/>
            </p:nvSpPr>
            <p:spPr>
              <a:xfrm>
                <a:off x="-490204" y="2731637"/>
                <a:ext cx="39398" cy="12474"/>
              </a:xfrm>
              <a:custGeom>
                <a:avLst/>
                <a:gdLst/>
                <a:ahLst/>
                <a:cxnLst/>
                <a:rect l="l" t="t" r="r" b="b"/>
                <a:pathLst>
                  <a:path w="897" h="284" extrusionOk="0">
                    <a:moveTo>
                      <a:pt x="480" y="0"/>
                    </a:moveTo>
                    <a:cubicBezTo>
                      <a:pt x="314" y="0"/>
                      <a:pt x="145" y="40"/>
                      <a:pt x="1" y="124"/>
                    </a:cubicBezTo>
                    <a:lnTo>
                      <a:pt x="75" y="283"/>
                    </a:lnTo>
                    <a:cubicBezTo>
                      <a:pt x="202" y="197"/>
                      <a:pt x="340" y="157"/>
                      <a:pt x="477" y="157"/>
                    </a:cubicBezTo>
                    <a:cubicBezTo>
                      <a:pt x="592" y="157"/>
                      <a:pt x="706" y="185"/>
                      <a:pt x="813" y="236"/>
                    </a:cubicBezTo>
                    <a:lnTo>
                      <a:pt x="897" y="87"/>
                    </a:lnTo>
                    <a:cubicBezTo>
                      <a:pt x="771" y="30"/>
                      <a:pt x="626" y="0"/>
                      <a:pt x="480" y="0"/>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2" name="Google Shape;6242;p75"/>
              <p:cNvSpPr/>
              <p:nvPr/>
            </p:nvSpPr>
            <p:spPr>
              <a:xfrm>
                <a:off x="-677972" y="2718241"/>
                <a:ext cx="85341" cy="11903"/>
              </a:xfrm>
              <a:custGeom>
                <a:avLst/>
                <a:gdLst/>
                <a:ahLst/>
                <a:cxnLst/>
                <a:rect l="l" t="t" r="r" b="b"/>
                <a:pathLst>
                  <a:path w="1943" h="271" extrusionOk="0">
                    <a:moveTo>
                      <a:pt x="1" y="0"/>
                    </a:moveTo>
                    <a:lnTo>
                      <a:pt x="1" y="121"/>
                    </a:lnTo>
                    <a:lnTo>
                      <a:pt x="1942" y="271"/>
                    </a:lnTo>
                    <a:lnTo>
                      <a:pt x="1942" y="121"/>
                    </a:lnTo>
                    <a:lnTo>
                      <a:pt x="1" y="0"/>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grpSp>
        <p:nvGrpSpPr>
          <p:cNvPr id="6243" name="Google Shape;6243;p75"/>
          <p:cNvGrpSpPr/>
          <p:nvPr/>
        </p:nvGrpSpPr>
        <p:grpSpPr>
          <a:xfrm flipH="1">
            <a:off x="3025315" y="2844784"/>
            <a:ext cx="672828" cy="1303066"/>
            <a:chOff x="-964575" y="1325675"/>
            <a:chExt cx="1326553" cy="2569137"/>
          </a:xfrm>
        </p:grpSpPr>
        <p:sp>
          <p:nvSpPr>
            <p:cNvPr id="6244" name="Google Shape;6244;p75"/>
            <p:cNvSpPr/>
            <p:nvPr/>
          </p:nvSpPr>
          <p:spPr>
            <a:xfrm>
              <a:off x="-810800" y="1354250"/>
              <a:ext cx="188400" cy="198000"/>
            </a:xfrm>
            <a:prstGeom prst="ellipse">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5" name="Google Shape;6245;p75"/>
            <p:cNvSpPr/>
            <p:nvPr/>
          </p:nvSpPr>
          <p:spPr>
            <a:xfrm>
              <a:off x="-682863" y="3563296"/>
              <a:ext cx="159778" cy="276560"/>
            </a:xfrm>
            <a:custGeom>
              <a:avLst/>
              <a:gdLst/>
              <a:ahLst/>
              <a:cxnLst/>
              <a:rect l="l" t="t" r="r" b="b"/>
              <a:pathLst>
                <a:path w="2605" h="4509" extrusionOk="0">
                  <a:moveTo>
                    <a:pt x="2408" y="0"/>
                  </a:moveTo>
                  <a:lnTo>
                    <a:pt x="0" y="234"/>
                  </a:lnTo>
                  <a:lnTo>
                    <a:pt x="75" y="3613"/>
                  </a:lnTo>
                  <a:lnTo>
                    <a:pt x="542" y="4434"/>
                  </a:lnTo>
                  <a:lnTo>
                    <a:pt x="2287" y="4509"/>
                  </a:lnTo>
                  <a:lnTo>
                    <a:pt x="2604" y="3687"/>
                  </a:lnTo>
                  <a:cubicBezTo>
                    <a:pt x="2334" y="3575"/>
                    <a:pt x="2408" y="1"/>
                    <a:pt x="2408"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6" name="Google Shape;6246;p75"/>
            <p:cNvSpPr/>
            <p:nvPr/>
          </p:nvSpPr>
          <p:spPr>
            <a:xfrm>
              <a:off x="-682863" y="3775024"/>
              <a:ext cx="333785" cy="119787"/>
            </a:xfrm>
            <a:custGeom>
              <a:avLst/>
              <a:gdLst/>
              <a:ahLst/>
              <a:cxnLst/>
              <a:rect l="l" t="t" r="r" b="b"/>
              <a:pathLst>
                <a:path w="5442" h="1953" extrusionOk="0">
                  <a:moveTo>
                    <a:pt x="52" y="1"/>
                  </a:moveTo>
                  <a:cubicBezTo>
                    <a:pt x="18" y="1"/>
                    <a:pt x="0" y="2"/>
                    <a:pt x="0" y="2"/>
                  </a:cubicBezTo>
                  <a:lnTo>
                    <a:pt x="75" y="1915"/>
                  </a:lnTo>
                  <a:lnTo>
                    <a:pt x="5405" y="1953"/>
                  </a:lnTo>
                  <a:cubicBezTo>
                    <a:pt x="5442" y="1757"/>
                    <a:pt x="5367" y="1290"/>
                    <a:pt x="5171" y="1169"/>
                  </a:cubicBezTo>
                  <a:lnTo>
                    <a:pt x="2567" y="198"/>
                  </a:lnTo>
                  <a:cubicBezTo>
                    <a:pt x="2567" y="198"/>
                    <a:pt x="2408" y="399"/>
                    <a:pt x="2068" y="399"/>
                  </a:cubicBezTo>
                  <a:cubicBezTo>
                    <a:pt x="1955" y="399"/>
                    <a:pt x="1823" y="377"/>
                    <a:pt x="1671" y="319"/>
                  </a:cubicBezTo>
                  <a:cubicBezTo>
                    <a:pt x="769" y="26"/>
                    <a:pt x="217" y="1"/>
                    <a:pt x="52" y="1"/>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7" name="Google Shape;6247;p75"/>
            <p:cNvSpPr/>
            <p:nvPr/>
          </p:nvSpPr>
          <p:spPr>
            <a:xfrm>
              <a:off x="-477943" y="3808881"/>
              <a:ext cx="114574" cy="45327"/>
            </a:xfrm>
            <a:custGeom>
              <a:avLst/>
              <a:gdLst/>
              <a:ahLst/>
              <a:cxnLst/>
              <a:rect l="l" t="t" r="r" b="b"/>
              <a:pathLst>
                <a:path w="1868" h="739" extrusionOk="0">
                  <a:moveTo>
                    <a:pt x="159" y="1"/>
                  </a:moveTo>
                  <a:lnTo>
                    <a:pt x="1" y="738"/>
                  </a:lnTo>
                  <a:lnTo>
                    <a:pt x="1830" y="738"/>
                  </a:lnTo>
                  <a:cubicBezTo>
                    <a:pt x="1868" y="738"/>
                    <a:pt x="1868" y="701"/>
                    <a:pt x="1868" y="701"/>
                  </a:cubicBezTo>
                  <a:lnTo>
                    <a:pt x="159" y="1"/>
                  </a:ln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8" name="Google Shape;6248;p75"/>
            <p:cNvSpPr/>
            <p:nvPr/>
          </p:nvSpPr>
          <p:spPr>
            <a:xfrm>
              <a:off x="-480212" y="3806612"/>
              <a:ext cx="119113" cy="47596"/>
            </a:xfrm>
            <a:custGeom>
              <a:avLst/>
              <a:gdLst/>
              <a:ahLst/>
              <a:cxnLst/>
              <a:rect l="l" t="t" r="r" b="b"/>
              <a:pathLst>
                <a:path w="1942" h="776" extrusionOk="0">
                  <a:moveTo>
                    <a:pt x="234" y="75"/>
                  </a:moveTo>
                  <a:lnTo>
                    <a:pt x="1830" y="738"/>
                  </a:lnTo>
                  <a:lnTo>
                    <a:pt x="75" y="738"/>
                  </a:lnTo>
                  <a:lnTo>
                    <a:pt x="234" y="75"/>
                  </a:lnTo>
                  <a:close/>
                  <a:moveTo>
                    <a:pt x="150" y="0"/>
                  </a:moveTo>
                  <a:lnTo>
                    <a:pt x="0" y="775"/>
                  </a:lnTo>
                  <a:lnTo>
                    <a:pt x="1867" y="775"/>
                  </a:lnTo>
                  <a:cubicBezTo>
                    <a:pt x="1905" y="775"/>
                    <a:pt x="1905" y="775"/>
                    <a:pt x="1905" y="738"/>
                  </a:cubicBezTo>
                  <a:cubicBezTo>
                    <a:pt x="1942" y="738"/>
                    <a:pt x="1905" y="700"/>
                    <a:pt x="1905" y="700"/>
                  </a:cubicBezTo>
                  <a:lnTo>
                    <a:pt x="150" y="0"/>
                  </a:ln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49" name="Google Shape;6249;p75"/>
            <p:cNvSpPr/>
            <p:nvPr/>
          </p:nvSpPr>
          <p:spPr>
            <a:xfrm>
              <a:off x="-682863" y="3775086"/>
              <a:ext cx="28643" cy="79122"/>
            </a:xfrm>
            <a:custGeom>
              <a:avLst/>
              <a:gdLst/>
              <a:ahLst/>
              <a:cxnLst/>
              <a:rect l="l" t="t" r="r" b="b"/>
              <a:pathLst>
                <a:path w="467" h="1290" extrusionOk="0">
                  <a:moveTo>
                    <a:pt x="0" y="1"/>
                  </a:moveTo>
                  <a:lnTo>
                    <a:pt x="75" y="1289"/>
                  </a:lnTo>
                  <a:lnTo>
                    <a:pt x="467" y="1252"/>
                  </a:lnTo>
                  <a:lnTo>
                    <a:pt x="346" y="48"/>
                  </a:lnTo>
                  <a:cubicBezTo>
                    <a:pt x="308" y="48"/>
                    <a:pt x="0" y="1"/>
                    <a:pt x="0" y="1"/>
                  </a:cubicBez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0" name="Google Shape;6250;p75"/>
            <p:cNvSpPr/>
            <p:nvPr/>
          </p:nvSpPr>
          <p:spPr>
            <a:xfrm>
              <a:off x="-776215" y="2620945"/>
              <a:ext cx="357890" cy="1094707"/>
            </a:xfrm>
            <a:custGeom>
              <a:avLst/>
              <a:gdLst/>
              <a:ahLst/>
              <a:cxnLst/>
              <a:rect l="l" t="t" r="r" b="b"/>
              <a:pathLst>
                <a:path w="5835" h="17848" extrusionOk="0">
                  <a:moveTo>
                    <a:pt x="5676" y="1"/>
                  </a:moveTo>
                  <a:lnTo>
                    <a:pt x="1" y="776"/>
                  </a:lnTo>
                  <a:lnTo>
                    <a:pt x="1056" y="8709"/>
                  </a:lnTo>
                  <a:cubicBezTo>
                    <a:pt x="1205" y="9913"/>
                    <a:pt x="1364" y="17577"/>
                    <a:pt x="1364" y="17577"/>
                  </a:cubicBezTo>
                  <a:lnTo>
                    <a:pt x="4089" y="17847"/>
                  </a:lnTo>
                  <a:lnTo>
                    <a:pt x="5489" y="12331"/>
                  </a:lnTo>
                  <a:cubicBezTo>
                    <a:pt x="5722" y="11351"/>
                    <a:pt x="5834" y="10343"/>
                    <a:pt x="5834" y="9335"/>
                  </a:cubicBezTo>
                  <a:lnTo>
                    <a:pt x="5676" y="1"/>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1" name="Google Shape;6251;p75"/>
            <p:cNvSpPr/>
            <p:nvPr/>
          </p:nvSpPr>
          <p:spPr>
            <a:xfrm>
              <a:off x="-776206" y="2622382"/>
              <a:ext cx="357890" cy="1094707"/>
            </a:xfrm>
            <a:custGeom>
              <a:avLst/>
              <a:gdLst/>
              <a:ahLst/>
              <a:cxnLst/>
              <a:rect l="l" t="t" r="r" b="b"/>
              <a:pathLst>
                <a:path w="5835" h="17848" extrusionOk="0">
                  <a:moveTo>
                    <a:pt x="5676" y="1"/>
                  </a:moveTo>
                  <a:lnTo>
                    <a:pt x="1" y="776"/>
                  </a:lnTo>
                  <a:lnTo>
                    <a:pt x="1056" y="8709"/>
                  </a:lnTo>
                  <a:cubicBezTo>
                    <a:pt x="1205" y="9913"/>
                    <a:pt x="1364" y="17577"/>
                    <a:pt x="1364" y="17577"/>
                  </a:cubicBezTo>
                  <a:lnTo>
                    <a:pt x="4089" y="17847"/>
                  </a:lnTo>
                  <a:lnTo>
                    <a:pt x="5489" y="12331"/>
                  </a:lnTo>
                  <a:cubicBezTo>
                    <a:pt x="5722" y="11351"/>
                    <a:pt x="5834" y="10343"/>
                    <a:pt x="5834" y="9335"/>
                  </a:cubicBezTo>
                  <a:lnTo>
                    <a:pt x="5676" y="1"/>
                  </a:ln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2" name="Google Shape;6252;p75"/>
            <p:cNvSpPr/>
            <p:nvPr/>
          </p:nvSpPr>
          <p:spPr>
            <a:xfrm>
              <a:off x="-96071" y="3434492"/>
              <a:ext cx="262268" cy="283429"/>
            </a:xfrm>
            <a:custGeom>
              <a:avLst/>
              <a:gdLst/>
              <a:ahLst/>
              <a:cxnLst/>
              <a:rect l="l" t="t" r="r" b="b"/>
              <a:pathLst>
                <a:path w="4276" h="4621" extrusionOk="0">
                  <a:moveTo>
                    <a:pt x="2017" y="0"/>
                  </a:moveTo>
                  <a:lnTo>
                    <a:pt x="1" y="1316"/>
                  </a:lnTo>
                  <a:lnTo>
                    <a:pt x="1905" y="4117"/>
                  </a:lnTo>
                  <a:lnTo>
                    <a:pt x="2717" y="4621"/>
                  </a:lnTo>
                  <a:lnTo>
                    <a:pt x="4275" y="3921"/>
                  </a:lnTo>
                  <a:lnTo>
                    <a:pt x="4201" y="3071"/>
                  </a:lnTo>
                  <a:cubicBezTo>
                    <a:pt x="3921" y="3071"/>
                    <a:pt x="2017" y="0"/>
                    <a:pt x="2017"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3" name="Google Shape;6253;p75"/>
            <p:cNvSpPr/>
            <p:nvPr/>
          </p:nvSpPr>
          <p:spPr>
            <a:xfrm>
              <a:off x="13289" y="3601078"/>
              <a:ext cx="348689" cy="183821"/>
            </a:xfrm>
            <a:custGeom>
              <a:avLst/>
              <a:gdLst/>
              <a:ahLst/>
              <a:cxnLst/>
              <a:rect l="l" t="t" r="r" b="b"/>
              <a:pathLst>
                <a:path w="5685" h="2997" extrusionOk="0">
                  <a:moveTo>
                    <a:pt x="5134" y="0"/>
                  </a:moveTo>
                  <a:lnTo>
                    <a:pt x="2334" y="318"/>
                  </a:lnTo>
                  <a:cubicBezTo>
                    <a:pt x="2334" y="318"/>
                    <a:pt x="2296" y="738"/>
                    <a:pt x="1596" y="859"/>
                  </a:cubicBezTo>
                  <a:cubicBezTo>
                    <a:pt x="467" y="1018"/>
                    <a:pt x="0" y="1326"/>
                    <a:pt x="0" y="1326"/>
                  </a:cubicBezTo>
                  <a:lnTo>
                    <a:pt x="934" y="2997"/>
                  </a:lnTo>
                  <a:lnTo>
                    <a:pt x="5685" y="589"/>
                  </a:lnTo>
                  <a:cubicBezTo>
                    <a:pt x="5638" y="392"/>
                    <a:pt x="5330" y="0"/>
                    <a:pt x="5134" y="0"/>
                  </a:cubicBezTo>
                  <a:close/>
                </a:path>
              </a:pathLst>
            </a:custGeom>
            <a:solidFill>
              <a:srgbClr val="EFEFE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4" name="Google Shape;6254;p75"/>
            <p:cNvSpPr/>
            <p:nvPr/>
          </p:nvSpPr>
          <p:spPr>
            <a:xfrm>
              <a:off x="218823" y="3603348"/>
              <a:ext cx="114512" cy="55017"/>
            </a:xfrm>
            <a:custGeom>
              <a:avLst/>
              <a:gdLst/>
              <a:ahLst/>
              <a:cxnLst/>
              <a:rect l="l" t="t" r="r" b="b"/>
              <a:pathLst>
                <a:path w="1867" h="897" extrusionOk="0">
                  <a:moveTo>
                    <a:pt x="1820" y="1"/>
                  </a:moveTo>
                  <a:lnTo>
                    <a:pt x="0" y="159"/>
                  </a:lnTo>
                  <a:lnTo>
                    <a:pt x="187" y="897"/>
                  </a:lnTo>
                  <a:lnTo>
                    <a:pt x="1820" y="47"/>
                  </a:lnTo>
                  <a:cubicBezTo>
                    <a:pt x="1867" y="47"/>
                    <a:pt x="1867" y="1"/>
                    <a:pt x="1820" y="1"/>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5" name="Google Shape;6255;p75"/>
            <p:cNvSpPr/>
            <p:nvPr/>
          </p:nvSpPr>
          <p:spPr>
            <a:xfrm>
              <a:off x="215940" y="3603348"/>
              <a:ext cx="117395" cy="57348"/>
            </a:xfrm>
            <a:custGeom>
              <a:avLst/>
              <a:gdLst/>
              <a:ahLst/>
              <a:cxnLst/>
              <a:rect l="l" t="t" r="r" b="b"/>
              <a:pathLst>
                <a:path w="1914" h="935" extrusionOk="0">
                  <a:moveTo>
                    <a:pt x="1830" y="47"/>
                  </a:moveTo>
                  <a:lnTo>
                    <a:pt x="281" y="860"/>
                  </a:lnTo>
                  <a:lnTo>
                    <a:pt x="85" y="159"/>
                  </a:lnTo>
                  <a:lnTo>
                    <a:pt x="1830" y="47"/>
                  </a:lnTo>
                  <a:close/>
                  <a:moveTo>
                    <a:pt x="1867" y="1"/>
                  </a:moveTo>
                  <a:lnTo>
                    <a:pt x="47" y="122"/>
                  </a:lnTo>
                  <a:lnTo>
                    <a:pt x="1" y="122"/>
                  </a:lnTo>
                  <a:lnTo>
                    <a:pt x="234" y="934"/>
                  </a:lnTo>
                  <a:lnTo>
                    <a:pt x="1914" y="85"/>
                  </a:lnTo>
                  <a:lnTo>
                    <a:pt x="1914" y="47"/>
                  </a:lnTo>
                  <a:cubicBezTo>
                    <a:pt x="1914" y="1"/>
                    <a:pt x="1914" y="1"/>
                    <a:pt x="1867" y="1"/>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6" name="Google Shape;6256;p75"/>
            <p:cNvSpPr/>
            <p:nvPr/>
          </p:nvSpPr>
          <p:spPr>
            <a:xfrm>
              <a:off x="13289" y="3672656"/>
              <a:ext cx="57287" cy="76730"/>
            </a:xfrm>
            <a:custGeom>
              <a:avLst/>
              <a:gdLst/>
              <a:ahLst/>
              <a:cxnLst/>
              <a:rect l="l" t="t" r="r" b="b"/>
              <a:pathLst>
                <a:path w="934" h="1251" extrusionOk="0">
                  <a:moveTo>
                    <a:pt x="318" y="0"/>
                  </a:moveTo>
                  <a:cubicBezTo>
                    <a:pt x="271" y="0"/>
                    <a:pt x="0" y="159"/>
                    <a:pt x="0" y="159"/>
                  </a:cubicBezTo>
                  <a:lnTo>
                    <a:pt x="626" y="1251"/>
                  </a:lnTo>
                  <a:lnTo>
                    <a:pt x="934" y="1055"/>
                  </a:lnTo>
                  <a:lnTo>
                    <a:pt x="318" y="0"/>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7" name="Google Shape;6257;p75"/>
            <p:cNvSpPr/>
            <p:nvPr/>
          </p:nvSpPr>
          <p:spPr>
            <a:xfrm>
              <a:off x="-780754" y="2680501"/>
              <a:ext cx="901747" cy="925790"/>
            </a:xfrm>
            <a:custGeom>
              <a:avLst/>
              <a:gdLst/>
              <a:ahLst/>
              <a:cxnLst/>
              <a:rect l="l" t="t" r="r" b="b"/>
              <a:pathLst>
                <a:path w="14702" h="15094" extrusionOk="0">
                  <a:moveTo>
                    <a:pt x="6842" y="1"/>
                  </a:moveTo>
                  <a:lnTo>
                    <a:pt x="504" y="234"/>
                  </a:lnTo>
                  <a:lnTo>
                    <a:pt x="0" y="271"/>
                  </a:lnTo>
                  <a:cubicBezTo>
                    <a:pt x="345" y="2642"/>
                    <a:pt x="971" y="4359"/>
                    <a:pt x="2763" y="5946"/>
                  </a:cubicBezTo>
                  <a:lnTo>
                    <a:pt x="6534" y="8830"/>
                  </a:lnTo>
                  <a:cubicBezTo>
                    <a:pt x="7309" y="9530"/>
                    <a:pt x="8009" y="10268"/>
                    <a:pt x="8634" y="11127"/>
                  </a:cubicBezTo>
                  <a:lnTo>
                    <a:pt x="11705" y="15093"/>
                  </a:lnTo>
                  <a:lnTo>
                    <a:pt x="14701" y="13647"/>
                  </a:lnTo>
                  <a:lnTo>
                    <a:pt x="12676" y="8980"/>
                  </a:lnTo>
                  <a:cubicBezTo>
                    <a:pt x="11976" y="7430"/>
                    <a:pt x="11164" y="5946"/>
                    <a:pt x="10146" y="4546"/>
                  </a:cubicBezTo>
                  <a:lnTo>
                    <a:pt x="6842" y="1"/>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8" name="Google Shape;6258;p75"/>
            <p:cNvSpPr/>
            <p:nvPr/>
          </p:nvSpPr>
          <p:spPr>
            <a:xfrm>
              <a:off x="-880750" y="1360025"/>
              <a:ext cx="660524" cy="728222"/>
            </a:xfrm>
            <a:custGeom>
              <a:avLst/>
              <a:gdLst/>
              <a:ahLst/>
              <a:cxnLst/>
              <a:rect l="l" t="t" r="r" b="b"/>
              <a:pathLst>
                <a:path w="9530" h="8659" extrusionOk="0">
                  <a:moveTo>
                    <a:pt x="5306" y="0"/>
                  </a:moveTo>
                  <a:cubicBezTo>
                    <a:pt x="5185" y="0"/>
                    <a:pt x="5062" y="8"/>
                    <a:pt x="4938" y="24"/>
                  </a:cubicBezTo>
                  <a:cubicBezTo>
                    <a:pt x="2455" y="332"/>
                    <a:pt x="1092" y="2899"/>
                    <a:pt x="1092" y="2899"/>
                  </a:cubicBezTo>
                  <a:cubicBezTo>
                    <a:pt x="0" y="4925"/>
                    <a:pt x="1671" y="8658"/>
                    <a:pt x="1671" y="8658"/>
                  </a:cubicBezTo>
                  <a:lnTo>
                    <a:pt x="8755" y="8191"/>
                  </a:lnTo>
                  <a:cubicBezTo>
                    <a:pt x="8755" y="8191"/>
                    <a:pt x="9222" y="6903"/>
                    <a:pt x="9371" y="5429"/>
                  </a:cubicBezTo>
                  <a:cubicBezTo>
                    <a:pt x="9530" y="3636"/>
                    <a:pt x="8830" y="1891"/>
                    <a:pt x="7355" y="762"/>
                  </a:cubicBezTo>
                  <a:cubicBezTo>
                    <a:pt x="6781" y="325"/>
                    <a:pt x="6088" y="0"/>
                    <a:pt x="5306"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59" name="Google Shape;6259;p75"/>
            <p:cNvSpPr/>
            <p:nvPr/>
          </p:nvSpPr>
          <p:spPr>
            <a:xfrm>
              <a:off x="-964575" y="1989992"/>
              <a:ext cx="288643" cy="511411"/>
            </a:xfrm>
            <a:custGeom>
              <a:avLst/>
              <a:gdLst/>
              <a:ahLst/>
              <a:cxnLst/>
              <a:rect l="l" t="t" r="r" b="b"/>
              <a:pathLst>
                <a:path w="4706" h="8338" extrusionOk="0">
                  <a:moveTo>
                    <a:pt x="4199" y="1"/>
                  </a:moveTo>
                  <a:cubicBezTo>
                    <a:pt x="3200" y="1"/>
                    <a:pt x="1029" y="208"/>
                    <a:pt x="580" y="1962"/>
                  </a:cubicBezTo>
                  <a:cubicBezTo>
                    <a:pt x="346" y="2895"/>
                    <a:pt x="76" y="3987"/>
                    <a:pt x="38" y="5425"/>
                  </a:cubicBezTo>
                  <a:cubicBezTo>
                    <a:pt x="1" y="6433"/>
                    <a:pt x="468" y="7992"/>
                    <a:pt x="2026" y="8337"/>
                  </a:cubicBezTo>
                  <a:lnTo>
                    <a:pt x="3426" y="7796"/>
                  </a:lnTo>
                  <a:lnTo>
                    <a:pt x="4705" y="21"/>
                  </a:lnTo>
                  <a:cubicBezTo>
                    <a:pt x="4705" y="21"/>
                    <a:pt x="4508" y="1"/>
                    <a:pt x="4199" y="1"/>
                  </a:cubicBezTo>
                  <a:close/>
                </a:path>
              </a:pathLst>
            </a:custGeom>
            <a:solidFill>
              <a:srgbClr val="FFAEC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0" name="Google Shape;6260;p75"/>
            <p:cNvSpPr/>
            <p:nvPr/>
          </p:nvSpPr>
          <p:spPr>
            <a:xfrm>
              <a:off x="-957705" y="1936569"/>
              <a:ext cx="262882" cy="331209"/>
            </a:xfrm>
            <a:custGeom>
              <a:avLst/>
              <a:gdLst/>
              <a:ahLst/>
              <a:cxnLst/>
              <a:rect l="l" t="t" r="r" b="b"/>
              <a:pathLst>
                <a:path w="4286" h="5400" extrusionOk="0">
                  <a:moveTo>
                    <a:pt x="3569" y="0"/>
                  </a:moveTo>
                  <a:cubicBezTo>
                    <a:pt x="3047" y="0"/>
                    <a:pt x="2506" y="190"/>
                    <a:pt x="1952" y="266"/>
                  </a:cubicBezTo>
                  <a:cubicBezTo>
                    <a:pt x="701" y="499"/>
                    <a:pt x="1" y="4158"/>
                    <a:pt x="122" y="4588"/>
                  </a:cubicBezTo>
                  <a:cubicBezTo>
                    <a:pt x="229" y="4988"/>
                    <a:pt x="390" y="5399"/>
                    <a:pt x="641" y="5399"/>
                  </a:cubicBezTo>
                  <a:cubicBezTo>
                    <a:pt x="852" y="5399"/>
                    <a:pt x="1126" y="5107"/>
                    <a:pt x="1485" y="4270"/>
                  </a:cubicBezTo>
                  <a:cubicBezTo>
                    <a:pt x="1914" y="3300"/>
                    <a:pt x="3314" y="770"/>
                    <a:pt x="3314" y="770"/>
                  </a:cubicBezTo>
                  <a:lnTo>
                    <a:pt x="4285" y="154"/>
                  </a:lnTo>
                  <a:cubicBezTo>
                    <a:pt x="4051" y="41"/>
                    <a:pt x="3812" y="0"/>
                    <a:pt x="3569"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1" name="Google Shape;6261;p75"/>
            <p:cNvSpPr/>
            <p:nvPr/>
          </p:nvSpPr>
          <p:spPr>
            <a:xfrm>
              <a:off x="-492234" y="1899645"/>
              <a:ext cx="272021" cy="633223"/>
            </a:xfrm>
            <a:custGeom>
              <a:avLst/>
              <a:gdLst/>
              <a:ahLst/>
              <a:cxnLst/>
              <a:rect l="l" t="t" r="r" b="b"/>
              <a:pathLst>
                <a:path w="4435" h="10324" extrusionOk="0">
                  <a:moveTo>
                    <a:pt x="989" y="1"/>
                  </a:moveTo>
                  <a:cubicBezTo>
                    <a:pt x="959" y="1"/>
                    <a:pt x="928" y="3"/>
                    <a:pt x="896" y="9"/>
                  </a:cubicBezTo>
                  <a:cubicBezTo>
                    <a:pt x="738" y="9"/>
                    <a:pt x="663" y="56"/>
                    <a:pt x="663" y="56"/>
                  </a:cubicBezTo>
                  <a:lnTo>
                    <a:pt x="579" y="93"/>
                  </a:lnTo>
                  <a:cubicBezTo>
                    <a:pt x="0" y="868"/>
                    <a:pt x="4434" y="10323"/>
                    <a:pt x="4434" y="10323"/>
                  </a:cubicBezTo>
                  <a:cubicBezTo>
                    <a:pt x="4434" y="10323"/>
                    <a:pt x="4163" y="7169"/>
                    <a:pt x="4126" y="6935"/>
                  </a:cubicBezTo>
                  <a:cubicBezTo>
                    <a:pt x="3501" y="2576"/>
                    <a:pt x="1867" y="672"/>
                    <a:pt x="1401" y="205"/>
                  </a:cubicBezTo>
                  <a:cubicBezTo>
                    <a:pt x="1299" y="80"/>
                    <a:pt x="1150" y="1"/>
                    <a:pt x="989" y="1"/>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2" name="Google Shape;6262;p75"/>
            <p:cNvSpPr/>
            <p:nvPr/>
          </p:nvSpPr>
          <p:spPr>
            <a:xfrm>
              <a:off x="-616498" y="1838372"/>
              <a:ext cx="188421" cy="198112"/>
            </a:xfrm>
            <a:custGeom>
              <a:avLst/>
              <a:gdLst/>
              <a:ahLst/>
              <a:cxnLst/>
              <a:rect l="l" t="t" r="r" b="b"/>
              <a:pathLst>
                <a:path w="3072" h="3230" extrusionOk="0">
                  <a:moveTo>
                    <a:pt x="505" y="0"/>
                  </a:moveTo>
                  <a:lnTo>
                    <a:pt x="318" y="1167"/>
                  </a:lnTo>
                  <a:lnTo>
                    <a:pt x="1" y="2838"/>
                  </a:lnTo>
                  <a:lnTo>
                    <a:pt x="2922" y="3230"/>
                  </a:lnTo>
                  <a:lnTo>
                    <a:pt x="3072" y="75"/>
                  </a:lnTo>
                  <a:lnTo>
                    <a:pt x="505" y="0"/>
                  </a:ln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3" name="Google Shape;6263;p75"/>
            <p:cNvSpPr/>
            <p:nvPr/>
          </p:nvSpPr>
          <p:spPr>
            <a:xfrm>
              <a:off x="-602146" y="1838372"/>
              <a:ext cx="174069" cy="88200"/>
            </a:xfrm>
            <a:custGeom>
              <a:avLst/>
              <a:gdLst/>
              <a:ahLst/>
              <a:cxnLst/>
              <a:rect l="l" t="t" r="r" b="b"/>
              <a:pathLst>
                <a:path w="2838" h="1438" extrusionOk="0">
                  <a:moveTo>
                    <a:pt x="271" y="0"/>
                  </a:moveTo>
                  <a:lnTo>
                    <a:pt x="84" y="1167"/>
                  </a:lnTo>
                  <a:lnTo>
                    <a:pt x="0" y="1438"/>
                  </a:lnTo>
                  <a:cubicBezTo>
                    <a:pt x="2371" y="1130"/>
                    <a:pt x="2838" y="75"/>
                    <a:pt x="2838" y="75"/>
                  </a:cubicBezTo>
                  <a:lnTo>
                    <a:pt x="271" y="0"/>
                  </a:ln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4" name="Google Shape;6264;p75"/>
            <p:cNvSpPr/>
            <p:nvPr/>
          </p:nvSpPr>
          <p:spPr>
            <a:xfrm>
              <a:off x="-914771" y="1969506"/>
              <a:ext cx="286312" cy="448850"/>
            </a:xfrm>
            <a:custGeom>
              <a:avLst/>
              <a:gdLst/>
              <a:ahLst/>
              <a:cxnLst/>
              <a:rect l="l" t="t" r="r" b="b"/>
              <a:pathLst>
                <a:path w="4668" h="7318" extrusionOk="0">
                  <a:moveTo>
                    <a:pt x="3282" y="0"/>
                  </a:moveTo>
                  <a:cubicBezTo>
                    <a:pt x="1887" y="0"/>
                    <a:pt x="1252" y="1400"/>
                    <a:pt x="1252" y="1400"/>
                  </a:cubicBezTo>
                  <a:cubicBezTo>
                    <a:pt x="318" y="2996"/>
                    <a:pt x="1" y="6926"/>
                    <a:pt x="1" y="6926"/>
                  </a:cubicBezTo>
                  <a:lnTo>
                    <a:pt x="3231" y="7318"/>
                  </a:lnTo>
                  <a:cubicBezTo>
                    <a:pt x="3968" y="6422"/>
                    <a:pt x="4668" y="6338"/>
                    <a:pt x="4668" y="6338"/>
                  </a:cubicBezTo>
                  <a:lnTo>
                    <a:pt x="4397" y="270"/>
                  </a:lnTo>
                  <a:cubicBezTo>
                    <a:pt x="3982" y="78"/>
                    <a:pt x="3611" y="0"/>
                    <a:pt x="3282" y="0"/>
                  </a:cubicBezTo>
                  <a:close/>
                </a:path>
              </a:pathLst>
            </a:custGeom>
            <a:solidFill>
              <a:srgbClr val="FD7D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5" name="Google Shape;6265;p75"/>
            <p:cNvSpPr/>
            <p:nvPr/>
          </p:nvSpPr>
          <p:spPr>
            <a:xfrm>
              <a:off x="-810808" y="2444055"/>
              <a:ext cx="244788" cy="233257"/>
            </a:xfrm>
            <a:custGeom>
              <a:avLst/>
              <a:gdLst/>
              <a:ahLst/>
              <a:cxnLst/>
              <a:rect l="l" t="t" r="r" b="b"/>
              <a:pathLst>
                <a:path w="3991" h="3803" extrusionOk="0">
                  <a:moveTo>
                    <a:pt x="761" y="1"/>
                  </a:moveTo>
                  <a:lnTo>
                    <a:pt x="761" y="1"/>
                  </a:lnTo>
                  <a:cubicBezTo>
                    <a:pt x="761" y="1"/>
                    <a:pt x="1" y="3802"/>
                    <a:pt x="2913" y="3802"/>
                  </a:cubicBezTo>
                  <a:cubicBezTo>
                    <a:pt x="3227" y="3802"/>
                    <a:pt x="3585" y="3758"/>
                    <a:pt x="3990" y="3660"/>
                  </a:cubicBezTo>
                  <a:cubicBezTo>
                    <a:pt x="3990" y="3660"/>
                    <a:pt x="1423" y="3622"/>
                    <a:pt x="1573" y="159"/>
                  </a:cubicBezTo>
                  <a:lnTo>
                    <a:pt x="761" y="1"/>
                  </a:lnTo>
                  <a:close/>
                </a:path>
              </a:pathLst>
            </a:custGeom>
            <a:solidFill>
              <a:srgbClr val="27415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6" name="Google Shape;6266;p75"/>
            <p:cNvSpPr/>
            <p:nvPr/>
          </p:nvSpPr>
          <p:spPr>
            <a:xfrm>
              <a:off x="-709237" y="2346716"/>
              <a:ext cx="97952" cy="57348"/>
            </a:xfrm>
            <a:custGeom>
              <a:avLst/>
              <a:gdLst/>
              <a:ahLst/>
              <a:cxnLst/>
              <a:rect l="l" t="t" r="r" b="b"/>
              <a:pathLst>
                <a:path w="1597" h="935" extrusionOk="0">
                  <a:moveTo>
                    <a:pt x="1476" y="1"/>
                  </a:moveTo>
                  <a:cubicBezTo>
                    <a:pt x="1317" y="1"/>
                    <a:pt x="1168" y="38"/>
                    <a:pt x="1046" y="76"/>
                  </a:cubicBezTo>
                  <a:cubicBezTo>
                    <a:pt x="897" y="113"/>
                    <a:pt x="776" y="150"/>
                    <a:pt x="617" y="234"/>
                  </a:cubicBezTo>
                  <a:cubicBezTo>
                    <a:pt x="505" y="309"/>
                    <a:pt x="384" y="384"/>
                    <a:pt x="272" y="505"/>
                  </a:cubicBezTo>
                  <a:cubicBezTo>
                    <a:pt x="150" y="580"/>
                    <a:pt x="76" y="738"/>
                    <a:pt x="1" y="850"/>
                  </a:cubicBezTo>
                  <a:lnTo>
                    <a:pt x="1" y="934"/>
                  </a:lnTo>
                  <a:cubicBezTo>
                    <a:pt x="38" y="934"/>
                    <a:pt x="76" y="934"/>
                    <a:pt x="76" y="888"/>
                  </a:cubicBezTo>
                  <a:cubicBezTo>
                    <a:pt x="150" y="776"/>
                    <a:pt x="234" y="654"/>
                    <a:pt x="346" y="580"/>
                  </a:cubicBezTo>
                  <a:cubicBezTo>
                    <a:pt x="468" y="505"/>
                    <a:pt x="580" y="421"/>
                    <a:pt x="701" y="346"/>
                  </a:cubicBezTo>
                  <a:cubicBezTo>
                    <a:pt x="813" y="309"/>
                    <a:pt x="934" y="272"/>
                    <a:pt x="1084" y="234"/>
                  </a:cubicBezTo>
                  <a:cubicBezTo>
                    <a:pt x="1205" y="188"/>
                    <a:pt x="1364" y="188"/>
                    <a:pt x="1476" y="188"/>
                  </a:cubicBezTo>
                  <a:cubicBezTo>
                    <a:pt x="1550" y="188"/>
                    <a:pt x="1597" y="150"/>
                    <a:pt x="1597" y="76"/>
                  </a:cubicBezTo>
                  <a:cubicBezTo>
                    <a:pt x="1597" y="38"/>
                    <a:pt x="1513" y="1"/>
                    <a:pt x="1476" y="1"/>
                  </a:cubicBezTo>
                  <a:close/>
                </a:path>
              </a:pathLst>
            </a:custGeom>
            <a:solidFill>
              <a:srgbClr val="415C7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7" name="Google Shape;6267;p75"/>
            <p:cNvSpPr/>
            <p:nvPr/>
          </p:nvSpPr>
          <p:spPr>
            <a:xfrm>
              <a:off x="-950222" y="1931294"/>
              <a:ext cx="300603" cy="608443"/>
            </a:xfrm>
            <a:custGeom>
              <a:avLst/>
              <a:gdLst/>
              <a:ahLst/>
              <a:cxnLst/>
              <a:rect l="l" t="t" r="r" b="b"/>
              <a:pathLst>
                <a:path w="4901" h="9920" extrusionOk="0">
                  <a:moveTo>
                    <a:pt x="3746" y="0"/>
                  </a:moveTo>
                  <a:cubicBezTo>
                    <a:pt x="2727" y="0"/>
                    <a:pt x="1312" y="659"/>
                    <a:pt x="700" y="4011"/>
                  </a:cubicBezTo>
                  <a:cubicBezTo>
                    <a:pt x="700" y="4011"/>
                    <a:pt x="234" y="5486"/>
                    <a:pt x="75" y="7082"/>
                  </a:cubicBezTo>
                  <a:cubicBezTo>
                    <a:pt x="0" y="8211"/>
                    <a:pt x="775" y="9257"/>
                    <a:pt x="1904" y="9453"/>
                  </a:cubicBezTo>
                  <a:lnTo>
                    <a:pt x="4359" y="9919"/>
                  </a:lnTo>
                  <a:lnTo>
                    <a:pt x="4901" y="277"/>
                  </a:lnTo>
                  <a:cubicBezTo>
                    <a:pt x="4901" y="277"/>
                    <a:pt x="4406" y="0"/>
                    <a:pt x="3746" y="0"/>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8" name="Google Shape;6268;p75"/>
            <p:cNvSpPr/>
            <p:nvPr/>
          </p:nvSpPr>
          <p:spPr>
            <a:xfrm>
              <a:off x="-809397" y="1909950"/>
              <a:ext cx="624636" cy="970933"/>
            </a:xfrm>
            <a:custGeom>
              <a:avLst/>
              <a:gdLst/>
              <a:ahLst/>
              <a:cxnLst/>
              <a:rect l="l" t="t" r="r" b="b"/>
              <a:pathLst>
                <a:path w="10184" h="15830" extrusionOk="0">
                  <a:moveTo>
                    <a:pt x="3379" y="0"/>
                  </a:moveTo>
                  <a:cubicBezTo>
                    <a:pt x="0" y="4275"/>
                    <a:pt x="430" y="13338"/>
                    <a:pt x="430" y="13338"/>
                  </a:cubicBezTo>
                  <a:cubicBezTo>
                    <a:pt x="308" y="15634"/>
                    <a:pt x="4667" y="15709"/>
                    <a:pt x="4667" y="15709"/>
                  </a:cubicBezTo>
                  <a:cubicBezTo>
                    <a:pt x="5379" y="15791"/>
                    <a:pt x="5987" y="15829"/>
                    <a:pt x="6508" y="15829"/>
                  </a:cubicBezTo>
                  <a:cubicBezTo>
                    <a:pt x="9230" y="15829"/>
                    <a:pt x="9542" y="14792"/>
                    <a:pt x="9605" y="13656"/>
                  </a:cubicBezTo>
                  <a:cubicBezTo>
                    <a:pt x="10184" y="5096"/>
                    <a:pt x="6142" y="429"/>
                    <a:pt x="6142" y="429"/>
                  </a:cubicBezTo>
                  <a:cubicBezTo>
                    <a:pt x="6038" y="730"/>
                    <a:pt x="5794" y="840"/>
                    <a:pt x="5491" y="840"/>
                  </a:cubicBezTo>
                  <a:cubicBezTo>
                    <a:pt x="4657" y="840"/>
                    <a:pt x="3379" y="0"/>
                    <a:pt x="3379"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69" name="Google Shape;6269;p75"/>
            <p:cNvSpPr/>
            <p:nvPr/>
          </p:nvSpPr>
          <p:spPr>
            <a:xfrm>
              <a:off x="-783084" y="1946015"/>
              <a:ext cx="166647" cy="281160"/>
            </a:xfrm>
            <a:custGeom>
              <a:avLst/>
              <a:gdLst/>
              <a:ahLst/>
              <a:cxnLst/>
              <a:rect l="l" t="t" r="r" b="b"/>
              <a:pathLst>
                <a:path w="2717" h="4584" extrusionOk="0">
                  <a:moveTo>
                    <a:pt x="2717" y="0"/>
                  </a:moveTo>
                  <a:lnTo>
                    <a:pt x="2717" y="0"/>
                  </a:lnTo>
                  <a:cubicBezTo>
                    <a:pt x="2717" y="0"/>
                    <a:pt x="1634" y="37"/>
                    <a:pt x="1513" y="149"/>
                  </a:cubicBezTo>
                  <a:cubicBezTo>
                    <a:pt x="1513" y="149"/>
                    <a:pt x="542" y="1279"/>
                    <a:pt x="1" y="4583"/>
                  </a:cubicBezTo>
                  <a:lnTo>
                    <a:pt x="2017" y="971"/>
                  </a:lnTo>
                  <a:cubicBezTo>
                    <a:pt x="2017" y="971"/>
                    <a:pt x="2176" y="653"/>
                    <a:pt x="2717" y="0"/>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0" name="Google Shape;6270;p75"/>
            <p:cNvSpPr/>
            <p:nvPr/>
          </p:nvSpPr>
          <p:spPr>
            <a:xfrm>
              <a:off x="-914771" y="1926510"/>
              <a:ext cx="222217" cy="553671"/>
            </a:xfrm>
            <a:custGeom>
              <a:avLst/>
              <a:gdLst/>
              <a:ahLst/>
              <a:cxnLst/>
              <a:rect l="l" t="t" r="r" b="b"/>
              <a:pathLst>
                <a:path w="3623" h="9027" extrusionOk="0">
                  <a:moveTo>
                    <a:pt x="3548" y="1"/>
                  </a:moveTo>
                  <a:cubicBezTo>
                    <a:pt x="3464" y="1"/>
                    <a:pt x="2185" y="197"/>
                    <a:pt x="1522" y="1830"/>
                  </a:cubicBezTo>
                  <a:cubicBezTo>
                    <a:pt x="981" y="3156"/>
                    <a:pt x="1" y="6385"/>
                    <a:pt x="197" y="8989"/>
                  </a:cubicBezTo>
                  <a:cubicBezTo>
                    <a:pt x="197" y="9027"/>
                    <a:pt x="234" y="9027"/>
                    <a:pt x="281" y="9027"/>
                  </a:cubicBezTo>
                  <a:cubicBezTo>
                    <a:pt x="356" y="9027"/>
                    <a:pt x="356" y="8989"/>
                    <a:pt x="356" y="8952"/>
                  </a:cubicBezTo>
                  <a:cubicBezTo>
                    <a:pt x="160" y="6423"/>
                    <a:pt x="1130" y="3230"/>
                    <a:pt x="1681" y="1868"/>
                  </a:cubicBezTo>
                  <a:cubicBezTo>
                    <a:pt x="2297" y="355"/>
                    <a:pt x="3548" y="159"/>
                    <a:pt x="3548" y="159"/>
                  </a:cubicBezTo>
                  <a:cubicBezTo>
                    <a:pt x="3623" y="159"/>
                    <a:pt x="3623" y="122"/>
                    <a:pt x="3623" y="85"/>
                  </a:cubicBezTo>
                  <a:cubicBezTo>
                    <a:pt x="3623" y="38"/>
                    <a:pt x="3585" y="1"/>
                    <a:pt x="3548"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1" name="Google Shape;6271;p75"/>
            <p:cNvSpPr/>
            <p:nvPr/>
          </p:nvSpPr>
          <p:spPr>
            <a:xfrm>
              <a:off x="-706906" y="1433254"/>
              <a:ext cx="424806" cy="437687"/>
            </a:xfrm>
            <a:custGeom>
              <a:avLst/>
              <a:gdLst/>
              <a:ahLst/>
              <a:cxnLst/>
              <a:rect l="l" t="t" r="r" b="b"/>
              <a:pathLst>
                <a:path w="6926" h="7136" extrusionOk="0">
                  <a:moveTo>
                    <a:pt x="3401" y="1"/>
                  </a:moveTo>
                  <a:cubicBezTo>
                    <a:pt x="3255" y="1"/>
                    <a:pt x="3108" y="12"/>
                    <a:pt x="2959" y="34"/>
                  </a:cubicBezTo>
                  <a:cubicBezTo>
                    <a:pt x="1204" y="268"/>
                    <a:pt x="0" y="2060"/>
                    <a:pt x="271" y="4001"/>
                  </a:cubicBezTo>
                  <a:cubicBezTo>
                    <a:pt x="521" y="5832"/>
                    <a:pt x="1938" y="7135"/>
                    <a:pt x="3568" y="7135"/>
                  </a:cubicBezTo>
                  <a:cubicBezTo>
                    <a:pt x="3700" y="7135"/>
                    <a:pt x="3833" y="7127"/>
                    <a:pt x="3967" y="7109"/>
                  </a:cubicBezTo>
                  <a:cubicBezTo>
                    <a:pt x="5713" y="6876"/>
                    <a:pt x="6926" y="5093"/>
                    <a:pt x="6646" y="3142"/>
                  </a:cubicBezTo>
                  <a:cubicBezTo>
                    <a:pt x="6398" y="1328"/>
                    <a:pt x="5004" y="1"/>
                    <a:pt x="3401"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2" name="Google Shape;6272;p75"/>
            <p:cNvSpPr/>
            <p:nvPr/>
          </p:nvSpPr>
          <p:spPr>
            <a:xfrm>
              <a:off x="-740150" y="1640260"/>
              <a:ext cx="97400" cy="95867"/>
            </a:xfrm>
            <a:custGeom>
              <a:avLst/>
              <a:gdLst/>
              <a:ahLst/>
              <a:cxnLst/>
              <a:rect l="l" t="t" r="r" b="b"/>
              <a:pathLst>
                <a:path w="1588" h="1563" extrusionOk="0">
                  <a:moveTo>
                    <a:pt x="738" y="1"/>
                  </a:moveTo>
                  <a:cubicBezTo>
                    <a:pt x="309" y="38"/>
                    <a:pt x="1" y="430"/>
                    <a:pt x="38" y="860"/>
                  </a:cubicBezTo>
                  <a:cubicBezTo>
                    <a:pt x="38" y="1265"/>
                    <a:pt x="380" y="1563"/>
                    <a:pt x="780" y="1563"/>
                  </a:cubicBezTo>
                  <a:cubicBezTo>
                    <a:pt x="803" y="1563"/>
                    <a:pt x="827" y="1562"/>
                    <a:pt x="850" y="1560"/>
                  </a:cubicBezTo>
                  <a:cubicBezTo>
                    <a:pt x="1280" y="1522"/>
                    <a:pt x="1588" y="1168"/>
                    <a:pt x="1588" y="738"/>
                  </a:cubicBezTo>
                  <a:cubicBezTo>
                    <a:pt x="1550" y="318"/>
                    <a:pt x="1168" y="1"/>
                    <a:pt x="738"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3" name="Google Shape;6273;p75"/>
            <p:cNvSpPr/>
            <p:nvPr/>
          </p:nvSpPr>
          <p:spPr>
            <a:xfrm>
              <a:off x="-716659" y="1678655"/>
              <a:ext cx="19505" cy="33244"/>
            </a:xfrm>
            <a:custGeom>
              <a:avLst/>
              <a:gdLst/>
              <a:ahLst/>
              <a:cxnLst/>
              <a:rect l="l" t="t" r="r" b="b"/>
              <a:pathLst>
                <a:path w="318" h="542" extrusionOk="0">
                  <a:moveTo>
                    <a:pt x="318" y="0"/>
                  </a:moveTo>
                  <a:cubicBezTo>
                    <a:pt x="234" y="0"/>
                    <a:pt x="159" y="38"/>
                    <a:pt x="122" y="75"/>
                  </a:cubicBezTo>
                  <a:cubicBezTo>
                    <a:pt x="38" y="112"/>
                    <a:pt x="1" y="196"/>
                    <a:pt x="1" y="271"/>
                  </a:cubicBezTo>
                  <a:cubicBezTo>
                    <a:pt x="1" y="392"/>
                    <a:pt x="85" y="430"/>
                    <a:pt x="122" y="467"/>
                  </a:cubicBezTo>
                  <a:cubicBezTo>
                    <a:pt x="159" y="504"/>
                    <a:pt x="197" y="504"/>
                    <a:pt x="234" y="504"/>
                  </a:cubicBezTo>
                  <a:cubicBezTo>
                    <a:pt x="271" y="504"/>
                    <a:pt x="318" y="542"/>
                    <a:pt x="318" y="542"/>
                  </a:cubicBezTo>
                  <a:lnTo>
                    <a:pt x="197" y="392"/>
                  </a:lnTo>
                  <a:cubicBezTo>
                    <a:pt x="159" y="346"/>
                    <a:pt x="122" y="308"/>
                    <a:pt x="122" y="271"/>
                  </a:cubicBezTo>
                  <a:cubicBezTo>
                    <a:pt x="122" y="234"/>
                    <a:pt x="159" y="196"/>
                    <a:pt x="159" y="159"/>
                  </a:cubicBezTo>
                  <a:cubicBezTo>
                    <a:pt x="197" y="75"/>
                    <a:pt x="234" y="38"/>
                    <a:pt x="318" y="0"/>
                  </a:cubicBezTo>
                  <a:close/>
                </a:path>
              </a:pathLst>
            </a:custGeom>
            <a:solidFill>
              <a:srgbClr val="853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4" name="Google Shape;6274;p75"/>
            <p:cNvSpPr/>
            <p:nvPr/>
          </p:nvSpPr>
          <p:spPr>
            <a:xfrm>
              <a:off x="-465921" y="1726129"/>
              <a:ext cx="95131" cy="36126"/>
            </a:xfrm>
            <a:custGeom>
              <a:avLst/>
              <a:gdLst/>
              <a:ahLst/>
              <a:cxnLst/>
              <a:rect l="l" t="t" r="r" b="b"/>
              <a:pathLst>
                <a:path w="1551" h="589" extrusionOk="0">
                  <a:moveTo>
                    <a:pt x="1550" y="1"/>
                  </a:moveTo>
                  <a:cubicBezTo>
                    <a:pt x="1438" y="122"/>
                    <a:pt x="1317" y="197"/>
                    <a:pt x="1205" y="272"/>
                  </a:cubicBezTo>
                  <a:cubicBezTo>
                    <a:pt x="1084" y="356"/>
                    <a:pt x="934" y="393"/>
                    <a:pt x="813" y="393"/>
                  </a:cubicBezTo>
                  <a:cubicBezTo>
                    <a:pt x="663" y="393"/>
                    <a:pt x="542" y="356"/>
                    <a:pt x="430" y="272"/>
                  </a:cubicBezTo>
                  <a:lnTo>
                    <a:pt x="197" y="197"/>
                  </a:lnTo>
                  <a:cubicBezTo>
                    <a:pt x="150" y="160"/>
                    <a:pt x="75" y="122"/>
                    <a:pt x="1" y="85"/>
                  </a:cubicBezTo>
                  <a:lnTo>
                    <a:pt x="1" y="85"/>
                  </a:lnTo>
                  <a:cubicBezTo>
                    <a:pt x="38" y="122"/>
                    <a:pt x="113" y="197"/>
                    <a:pt x="150" y="272"/>
                  </a:cubicBezTo>
                  <a:cubicBezTo>
                    <a:pt x="197" y="318"/>
                    <a:pt x="271" y="356"/>
                    <a:pt x="346" y="430"/>
                  </a:cubicBezTo>
                  <a:cubicBezTo>
                    <a:pt x="467" y="505"/>
                    <a:pt x="617" y="589"/>
                    <a:pt x="813" y="589"/>
                  </a:cubicBezTo>
                  <a:cubicBezTo>
                    <a:pt x="972" y="589"/>
                    <a:pt x="1168" y="505"/>
                    <a:pt x="1280" y="393"/>
                  </a:cubicBezTo>
                  <a:cubicBezTo>
                    <a:pt x="1438" y="272"/>
                    <a:pt x="1513" y="160"/>
                    <a:pt x="1550" y="1"/>
                  </a:cubicBezTo>
                  <a:close/>
                </a:path>
              </a:pathLst>
            </a:custGeom>
            <a:solidFill>
              <a:srgbClr val="853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5" name="Google Shape;6275;p75"/>
            <p:cNvSpPr/>
            <p:nvPr/>
          </p:nvSpPr>
          <p:spPr>
            <a:xfrm>
              <a:off x="-425256" y="1634739"/>
              <a:ext cx="42996" cy="68573"/>
            </a:xfrm>
            <a:custGeom>
              <a:avLst/>
              <a:gdLst/>
              <a:ahLst/>
              <a:cxnLst/>
              <a:rect l="l" t="t" r="r" b="b"/>
              <a:pathLst>
                <a:path w="701" h="1118" extrusionOk="0">
                  <a:moveTo>
                    <a:pt x="222" y="1"/>
                  </a:moveTo>
                  <a:cubicBezTo>
                    <a:pt x="173" y="1"/>
                    <a:pt x="112" y="27"/>
                    <a:pt x="112" y="53"/>
                  </a:cubicBezTo>
                  <a:cubicBezTo>
                    <a:pt x="112" y="361"/>
                    <a:pt x="0" y="912"/>
                    <a:pt x="187" y="1108"/>
                  </a:cubicBezTo>
                  <a:cubicBezTo>
                    <a:pt x="195" y="1114"/>
                    <a:pt x="211" y="1117"/>
                    <a:pt x="232" y="1117"/>
                  </a:cubicBezTo>
                  <a:cubicBezTo>
                    <a:pt x="346" y="1117"/>
                    <a:pt x="617" y="1038"/>
                    <a:pt x="617" y="912"/>
                  </a:cubicBezTo>
                  <a:cubicBezTo>
                    <a:pt x="701" y="642"/>
                    <a:pt x="346" y="249"/>
                    <a:pt x="271" y="16"/>
                  </a:cubicBezTo>
                  <a:cubicBezTo>
                    <a:pt x="260" y="5"/>
                    <a:pt x="242" y="1"/>
                    <a:pt x="222" y="1"/>
                  </a:cubicBezTo>
                  <a:close/>
                </a:path>
              </a:pathLst>
            </a:custGeom>
            <a:solidFill>
              <a:srgbClr val="853F3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6" name="Google Shape;6276;p75"/>
            <p:cNvSpPr/>
            <p:nvPr/>
          </p:nvSpPr>
          <p:spPr>
            <a:xfrm>
              <a:off x="-351409" y="1602477"/>
              <a:ext cx="26374" cy="33305"/>
            </a:xfrm>
            <a:custGeom>
              <a:avLst/>
              <a:gdLst/>
              <a:ahLst/>
              <a:cxnLst/>
              <a:rect l="l" t="t" r="r" b="b"/>
              <a:pathLst>
                <a:path w="430" h="543" extrusionOk="0">
                  <a:moveTo>
                    <a:pt x="197" y="1"/>
                  </a:moveTo>
                  <a:cubicBezTo>
                    <a:pt x="113" y="1"/>
                    <a:pt x="1" y="113"/>
                    <a:pt x="38" y="271"/>
                  </a:cubicBezTo>
                  <a:cubicBezTo>
                    <a:pt x="38" y="421"/>
                    <a:pt x="113" y="542"/>
                    <a:pt x="234" y="542"/>
                  </a:cubicBezTo>
                  <a:cubicBezTo>
                    <a:pt x="346" y="542"/>
                    <a:pt x="430" y="383"/>
                    <a:pt x="430" y="271"/>
                  </a:cubicBezTo>
                  <a:cubicBezTo>
                    <a:pt x="383" y="113"/>
                    <a:pt x="309" y="1"/>
                    <a:pt x="19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7" name="Google Shape;6277;p75"/>
            <p:cNvSpPr/>
            <p:nvPr/>
          </p:nvSpPr>
          <p:spPr>
            <a:xfrm>
              <a:off x="-520877" y="1628238"/>
              <a:ext cx="26435" cy="33857"/>
            </a:xfrm>
            <a:custGeom>
              <a:avLst/>
              <a:gdLst/>
              <a:ahLst/>
              <a:cxnLst/>
              <a:rect l="l" t="t" r="r" b="b"/>
              <a:pathLst>
                <a:path w="431" h="552" extrusionOk="0">
                  <a:moveTo>
                    <a:pt x="197" y="1"/>
                  </a:moveTo>
                  <a:cubicBezTo>
                    <a:pt x="75" y="1"/>
                    <a:pt x="1" y="122"/>
                    <a:pt x="1" y="281"/>
                  </a:cubicBezTo>
                  <a:cubicBezTo>
                    <a:pt x="38" y="430"/>
                    <a:pt x="113" y="552"/>
                    <a:pt x="234" y="552"/>
                  </a:cubicBezTo>
                  <a:cubicBezTo>
                    <a:pt x="309" y="514"/>
                    <a:pt x="430" y="393"/>
                    <a:pt x="393" y="281"/>
                  </a:cubicBezTo>
                  <a:cubicBezTo>
                    <a:pt x="393" y="122"/>
                    <a:pt x="309" y="1"/>
                    <a:pt x="19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8" name="Google Shape;6278;p75"/>
            <p:cNvSpPr/>
            <p:nvPr/>
          </p:nvSpPr>
          <p:spPr>
            <a:xfrm>
              <a:off x="-725797" y="1396330"/>
              <a:ext cx="436276" cy="243991"/>
            </a:xfrm>
            <a:custGeom>
              <a:avLst/>
              <a:gdLst/>
              <a:ahLst/>
              <a:cxnLst/>
              <a:rect l="l" t="t" r="r" b="b"/>
              <a:pathLst>
                <a:path w="7113" h="3978" extrusionOk="0">
                  <a:moveTo>
                    <a:pt x="3661" y="1"/>
                  </a:moveTo>
                  <a:cubicBezTo>
                    <a:pt x="3151" y="1"/>
                    <a:pt x="2569" y="84"/>
                    <a:pt x="1904" y="282"/>
                  </a:cubicBezTo>
                  <a:cubicBezTo>
                    <a:pt x="112" y="832"/>
                    <a:pt x="0" y="3828"/>
                    <a:pt x="579" y="3978"/>
                  </a:cubicBezTo>
                  <a:cubicBezTo>
                    <a:pt x="579" y="3978"/>
                    <a:pt x="2016" y="3632"/>
                    <a:pt x="1942" y="1215"/>
                  </a:cubicBezTo>
                  <a:lnTo>
                    <a:pt x="1942" y="1215"/>
                  </a:lnTo>
                  <a:cubicBezTo>
                    <a:pt x="1942" y="1215"/>
                    <a:pt x="2371" y="2074"/>
                    <a:pt x="3920" y="2662"/>
                  </a:cubicBezTo>
                  <a:cubicBezTo>
                    <a:pt x="4540" y="2904"/>
                    <a:pt x="5112" y="2983"/>
                    <a:pt x="5597" y="2983"/>
                  </a:cubicBezTo>
                  <a:cubicBezTo>
                    <a:pt x="6513" y="2983"/>
                    <a:pt x="7113" y="2699"/>
                    <a:pt x="7113" y="2699"/>
                  </a:cubicBezTo>
                  <a:cubicBezTo>
                    <a:pt x="7113" y="2699"/>
                    <a:pt x="6553" y="1"/>
                    <a:pt x="3661"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79" name="Google Shape;6279;p75"/>
            <p:cNvSpPr/>
            <p:nvPr/>
          </p:nvSpPr>
          <p:spPr>
            <a:xfrm rot="-2201647">
              <a:off x="-769896" y="1455342"/>
              <a:ext cx="140251" cy="29556"/>
            </a:xfrm>
            <a:custGeom>
              <a:avLst/>
              <a:gdLst/>
              <a:ahLst/>
              <a:cxnLst/>
              <a:rect l="l" t="t" r="r" b="b"/>
              <a:pathLst>
                <a:path w="2794" h="2041" extrusionOk="0">
                  <a:moveTo>
                    <a:pt x="2794" y="1"/>
                  </a:moveTo>
                  <a:lnTo>
                    <a:pt x="0" y="462"/>
                  </a:lnTo>
                  <a:lnTo>
                    <a:pt x="126" y="2040"/>
                  </a:lnTo>
                  <a:lnTo>
                    <a:pt x="2794" y="1565"/>
                  </a:lnTo>
                  <a:lnTo>
                    <a:pt x="2794" y="1"/>
                  </a:ln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0" name="Google Shape;6280;p75"/>
            <p:cNvSpPr/>
            <p:nvPr/>
          </p:nvSpPr>
          <p:spPr>
            <a:xfrm>
              <a:off x="-783084" y="1946015"/>
              <a:ext cx="166647" cy="281160"/>
            </a:xfrm>
            <a:custGeom>
              <a:avLst/>
              <a:gdLst/>
              <a:ahLst/>
              <a:cxnLst/>
              <a:rect l="l" t="t" r="r" b="b"/>
              <a:pathLst>
                <a:path w="2717" h="4584" extrusionOk="0">
                  <a:moveTo>
                    <a:pt x="2717" y="0"/>
                  </a:moveTo>
                  <a:lnTo>
                    <a:pt x="2717" y="0"/>
                  </a:lnTo>
                  <a:cubicBezTo>
                    <a:pt x="2717" y="0"/>
                    <a:pt x="1634" y="37"/>
                    <a:pt x="1513" y="149"/>
                  </a:cubicBezTo>
                  <a:cubicBezTo>
                    <a:pt x="1513" y="149"/>
                    <a:pt x="542" y="1279"/>
                    <a:pt x="1" y="4583"/>
                  </a:cubicBezTo>
                  <a:lnTo>
                    <a:pt x="2017" y="971"/>
                  </a:lnTo>
                  <a:cubicBezTo>
                    <a:pt x="2017" y="971"/>
                    <a:pt x="2176" y="653"/>
                    <a:pt x="2717"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1" name="Google Shape;6281;p75"/>
            <p:cNvSpPr/>
            <p:nvPr/>
          </p:nvSpPr>
          <p:spPr>
            <a:xfrm>
              <a:off x="-783084" y="1922339"/>
              <a:ext cx="400824" cy="688853"/>
            </a:xfrm>
            <a:custGeom>
              <a:avLst/>
              <a:gdLst/>
              <a:ahLst/>
              <a:cxnLst/>
              <a:rect l="l" t="t" r="r" b="b"/>
              <a:pathLst>
                <a:path w="6535" h="11231" extrusionOk="0">
                  <a:moveTo>
                    <a:pt x="2583" y="1"/>
                  </a:moveTo>
                  <a:cubicBezTo>
                    <a:pt x="2047" y="1"/>
                    <a:pt x="1298" y="459"/>
                    <a:pt x="850" y="1786"/>
                  </a:cubicBezTo>
                  <a:cubicBezTo>
                    <a:pt x="850" y="1786"/>
                    <a:pt x="1322" y="760"/>
                    <a:pt x="2054" y="760"/>
                  </a:cubicBezTo>
                  <a:cubicBezTo>
                    <a:pt x="2214" y="760"/>
                    <a:pt x="2386" y="809"/>
                    <a:pt x="2568" y="927"/>
                  </a:cubicBezTo>
                  <a:cubicBezTo>
                    <a:pt x="3734" y="1740"/>
                    <a:pt x="4584" y="4036"/>
                    <a:pt x="5134" y="7965"/>
                  </a:cubicBezTo>
                  <a:cubicBezTo>
                    <a:pt x="5246" y="8973"/>
                    <a:pt x="4546" y="9757"/>
                    <a:pt x="3538" y="10028"/>
                  </a:cubicBezTo>
                  <a:cubicBezTo>
                    <a:pt x="3273" y="10104"/>
                    <a:pt x="3003" y="10136"/>
                    <a:pt x="2736" y="10136"/>
                  </a:cubicBezTo>
                  <a:cubicBezTo>
                    <a:pt x="1359" y="10136"/>
                    <a:pt x="75" y="9291"/>
                    <a:pt x="75" y="9291"/>
                  </a:cubicBezTo>
                  <a:lnTo>
                    <a:pt x="1" y="10261"/>
                  </a:lnTo>
                  <a:cubicBezTo>
                    <a:pt x="1" y="10261"/>
                    <a:pt x="878" y="11231"/>
                    <a:pt x="2414" y="11231"/>
                  </a:cubicBezTo>
                  <a:cubicBezTo>
                    <a:pt x="2895" y="11231"/>
                    <a:pt x="3440" y="11136"/>
                    <a:pt x="4042" y="10887"/>
                  </a:cubicBezTo>
                  <a:cubicBezTo>
                    <a:pt x="6535" y="9832"/>
                    <a:pt x="6217" y="8320"/>
                    <a:pt x="6217" y="8320"/>
                  </a:cubicBezTo>
                  <a:cubicBezTo>
                    <a:pt x="6217" y="8320"/>
                    <a:pt x="6105" y="1702"/>
                    <a:pt x="2913" y="69"/>
                  </a:cubicBezTo>
                  <a:cubicBezTo>
                    <a:pt x="2818" y="25"/>
                    <a:pt x="2706" y="1"/>
                    <a:pt x="2583" y="1"/>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282" name="Google Shape;6282;p75"/>
            <p:cNvGrpSpPr/>
            <p:nvPr/>
          </p:nvGrpSpPr>
          <p:grpSpPr>
            <a:xfrm>
              <a:off x="-575833" y="2267471"/>
              <a:ext cx="255399" cy="187256"/>
              <a:chOff x="11249467" y="2705621"/>
              <a:chExt cx="255399" cy="187256"/>
            </a:xfrm>
          </p:grpSpPr>
          <p:sp>
            <p:nvSpPr>
              <p:cNvPr id="6283" name="Google Shape;6283;p75"/>
              <p:cNvSpPr/>
              <p:nvPr/>
            </p:nvSpPr>
            <p:spPr>
              <a:xfrm>
                <a:off x="11418935" y="2802285"/>
                <a:ext cx="71639" cy="39561"/>
              </a:xfrm>
              <a:custGeom>
                <a:avLst/>
                <a:gdLst/>
                <a:ahLst/>
                <a:cxnLst/>
                <a:rect l="l" t="t" r="r" b="b"/>
                <a:pathLst>
                  <a:path w="1168" h="645" extrusionOk="0">
                    <a:moveTo>
                      <a:pt x="964" y="0"/>
                    </a:moveTo>
                    <a:cubicBezTo>
                      <a:pt x="928" y="0"/>
                      <a:pt x="890" y="9"/>
                      <a:pt x="859" y="25"/>
                    </a:cubicBezTo>
                    <a:cubicBezTo>
                      <a:pt x="542" y="221"/>
                      <a:pt x="1" y="417"/>
                      <a:pt x="75" y="566"/>
                    </a:cubicBezTo>
                    <a:cubicBezTo>
                      <a:pt x="91" y="603"/>
                      <a:pt x="145" y="645"/>
                      <a:pt x="255" y="645"/>
                    </a:cubicBezTo>
                    <a:cubicBezTo>
                      <a:pt x="398" y="645"/>
                      <a:pt x="635" y="575"/>
                      <a:pt x="1009" y="333"/>
                    </a:cubicBezTo>
                    <a:cubicBezTo>
                      <a:pt x="1093" y="258"/>
                      <a:pt x="1167" y="184"/>
                      <a:pt x="1093" y="62"/>
                    </a:cubicBezTo>
                    <a:cubicBezTo>
                      <a:pt x="1065" y="18"/>
                      <a:pt x="1015" y="0"/>
                      <a:pt x="964"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4" name="Google Shape;6284;p75"/>
              <p:cNvSpPr/>
              <p:nvPr/>
            </p:nvSpPr>
            <p:spPr>
              <a:xfrm>
                <a:off x="11421205" y="2800568"/>
                <a:ext cx="69370" cy="43916"/>
              </a:xfrm>
              <a:custGeom>
                <a:avLst/>
                <a:gdLst/>
                <a:ahLst/>
                <a:cxnLst/>
                <a:rect l="l" t="t" r="r" b="b"/>
                <a:pathLst>
                  <a:path w="1131" h="716" extrusionOk="0">
                    <a:moveTo>
                      <a:pt x="903" y="38"/>
                    </a:moveTo>
                    <a:cubicBezTo>
                      <a:pt x="952" y="38"/>
                      <a:pt x="1021" y="73"/>
                      <a:pt x="1056" y="128"/>
                    </a:cubicBezTo>
                    <a:cubicBezTo>
                      <a:pt x="1093" y="212"/>
                      <a:pt x="1056" y="286"/>
                      <a:pt x="972" y="324"/>
                    </a:cubicBezTo>
                    <a:cubicBezTo>
                      <a:pt x="603" y="567"/>
                      <a:pt x="380" y="647"/>
                      <a:pt x="247" y="647"/>
                    </a:cubicBezTo>
                    <a:cubicBezTo>
                      <a:pt x="212" y="647"/>
                      <a:pt x="183" y="641"/>
                      <a:pt x="160" y="632"/>
                    </a:cubicBezTo>
                    <a:cubicBezTo>
                      <a:pt x="76" y="632"/>
                      <a:pt x="76" y="594"/>
                      <a:pt x="76" y="557"/>
                    </a:cubicBezTo>
                    <a:cubicBezTo>
                      <a:pt x="76" y="445"/>
                      <a:pt x="356" y="324"/>
                      <a:pt x="542" y="212"/>
                    </a:cubicBezTo>
                    <a:cubicBezTo>
                      <a:pt x="664" y="165"/>
                      <a:pt x="776" y="128"/>
                      <a:pt x="860" y="53"/>
                    </a:cubicBezTo>
                    <a:cubicBezTo>
                      <a:pt x="870" y="43"/>
                      <a:pt x="885" y="38"/>
                      <a:pt x="903" y="38"/>
                    </a:cubicBezTo>
                    <a:close/>
                    <a:moveTo>
                      <a:pt x="889" y="1"/>
                    </a:moveTo>
                    <a:cubicBezTo>
                      <a:pt x="865" y="1"/>
                      <a:pt x="842" y="6"/>
                      <a:pt x="822" y="16"/>
                    </a:cubicBezTo>
                    <a:cubicBezTo>
                      <a:pt x="738" y="53"/>
                      <a:pt x="626" y="128"/>
                      <a:pt x="542" y="165"/>
                    </a:cubicBezTo>
                    <a:cubicBezTo>
                      <a:pt x="272" y="286"/>
                      <a:pt x="38" y="398"/>
                      <a:pt x="1" y="520"/>
                    </a:cubicBezTo>
                    <a:lnTo>
                      <a:pt x="1" y="594"/>
                    </a:lnTo>
                    <a:cubicBezTo>
                      <a:pt x="38" y="632"/>
                      <a:pt x="76" y="678"/>
                      <a:pt x="160" y="678"/>
                    </a:cubicBezTo>
                    <a:cubicBezTo>
                      <a:pt x="197" y="716"/>
                      <a:pt x="197" y="716"/>
                      <a:pt x="234" y="716"/>
                    </a:cubicBezTo>
                    <a:cubicBezTo>
                      <a:pt x="393" y="716"/>
                      <a:pt x="626" y="632"/>
                      <a:pt x="1009" y="398"/>
                    </a:cubicBezTo>
                    <a:cubicBezTo>
                      <a:pt x="1130" y="324"/>
                      <a:pt x="1130" y="212"/>
                      <a:pt x="1093" y="90"/>
                    </a:cubicBezTo>
                    <a:cubicBezTo>
                      <a:pt x="1031" y="36"/>
                      <a:pt x="955" y="1"/>
                      <a:pt x="889"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5" name="Google Shape;6285;p75"/>
              <p:cNvSpPr/>
              <p:nvPr/>
            </p:nvSpPr>
            <p:spPr>
              <a:xfrm>
                <a:off x="11409183" y="2775911"/>
                <a:ext cx="81392" cy="46799"/>
              </a:xfrm>
              <a:custGeom>
                <a:avLst/>
                <a:gdLst/>
                <a:ahLst/>
                <a:cxnLst/>
                <a:rect l="l" t="t" r="r" b="b"/>
                <a:pathLst>
                  <a:path w="1327" h="763" extrusionOk="0">
                    <a:moveTo>
                      <a:pt x="1163" y="1"/>
                    </a:moveTo>
                    <a:cubicBezTo>
                      <a:pt x="1125" y="1"/>
                      <a:pt x="1087" y="10"/>
                      <a:pt x="1056" y="26"/>
                    </a:cubicBezTo>
                    <a:cubicBezTo>
                      <a:pt x="701" y="259"/>
                      <a:pt x="1" y="614"/>
                      <a:pt x="122" y="726"/>
                    </a:cubicBezTo>
                    <a:cubicBezTo>
                      <a:pt x="146" y="751"/>
                      <a:pt x="183" y="763"/>
                      <a:pt x="229" y="763"/>
                    </a:cubicBezTo>
                    <a:cubicBezTo>
                      <a:pt x="467" y="763"/>
                      <a:pt x="954" y="460"/>
                      <a:pt x="1252" y="296"/>
                    </a:cubicBezTo>
                    <a:cubicBezTo>
                      <a:pt x="1326" y="259"/>
                      <a:pt x="1326" y="147"/>
                      <a:pt x="1289" y="63"/>
                    </a:cubicBezTo>
                    <a:cubicBezTo>
                      <a:pt x="1267" y="19"/>
                      <a:pt x="1216" y="1"/>
                      <a:pt x="1163"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6" name="Google Shape;6286;p75"/>
              <p:cNvSpPr/>
              <p:nvPr/>
            </p:nvSpPr>
            <p:spPr>
              <a:xfrm>
                <a:off x="11414335" y="2774255"/>
                <a:ext cx="78509" cy="48455"/>
              </a:xfrm>
              <a:custGeom>
                <a:avLst/>
                <a:gdLst/>
                <a:ahLst/>
                <a:cxnLst/>
                <a:rect l="l" t="t" r="r" b="b"/>
                <a:pathLst>
                  <a:path w="1280" h="790" extrusionOk="0">
                    <a:moveTo>
                      <a:pt x="1046" y="53"/>
                    </a:moveTo>
                    <a:cubicBezTo>
                      <a:pt x="1121" y="53"/>
                      <a:pt x="1168" y="90"/>
                      <a:pt x="1168" y="127"/>
                    </a:cubicBezTo>
                    <a:cubicBezTo>
                      <a:pt x="1205" y="174"/>
                      <a:pt x="1205" y="211"/>
                      <a:pt x="1205" y="249"/>
                    </a:cubicBezTo>
                    <a:lnTo>
                      <a:pt x="1121" y="323"/>
                    </a:lnTo>
                    <a:lnTo>
                      <a:pt x="1046" y="361"/>
                    </a:lnTo>
                    <a:cubicBezTo>
                      <a:pt x="784" y="496"/>
                      <a:pt x="345" y="739"/>
                      <a:pt x="129" y="739"/>
                    </a:cubicBezTo>
                    <a:cubicBezTo>
                      <a:pt x="91" y="739"/>
                      <a:pt x="60" y="732"/>
                      <a:pt x="38" y="715"/>
                    </a:cubicBezTo>
                    <a:cubicBezTo>
                      <a:pt x="76" y="641"/>
                      <a:pt x="421" y="445"/>
                      <a:pt x="654" y="286"/>
                    </a:cubicBezTo>
                    <a:cubicBezTo>
                      <a:pt x="776" y="211"/>
                      <a:pt x="888" y="127"/>
                      <a:pt x="1009" y="90"/>
                    </a:cubicBezTo>
                    <a:cubicBezTo>
                      <a:pt x="1009" y="53"/>
                      <a:pt x="1046" y="53"/>
                      <a:pt x="1046" y="53"/>
                    </a:cubicBezTo>
                    <a:close/>
                    <a:moveTo>
                      <a:pt x="1039" y="1"/>
                    </a:moveTo>
                    <a:cubicBezTo>
                      <a:pt x="1015" y="1"/>
                      <a:pt x="992" y="5"/>
                      <a:pt x="972" y="15"/>
                    </a:cubicBezTo>
                    <a:cubicBezTo>
                      <a:pt x="888" y="90"/>
                      <a:pt x="776" y="174"/>
                      <a:pt x="617" y="249"/>
                    </a:cubicBezTo>
                    <a:cubicBezTo>
                      <a:pt x="234" y="445"/>
                      <a:pt x="1" y="594"/>
                      <a:pt x="1" y="715"/>
                    </a:cubicBezTo>
                    <a:lnTo>
                      <a:pt x="1" y="753"/>
                    </a:lnTo>
                    <a:cubicBezTo>
                      <a:pt x="38" y="790"/>
                      <a:pt x="76" y="790"/>
                      <a:pt x="150" y="790"/>
                    </a:cubicBezTo>
                    <a:cubicBezTo>
                      <a:pt x="346" y="790"/>
                      <a:pt x="701" y="641"/>
                      <a:pt x="1084" y="407"/>
                    </a:cubicBezTo>
                    <a:lnTo>
                      <a:pt x="1168" y="361"/>
                    </a:lnTo>
                    <a:cubicBezTo>
                      <a:pt x="1205" y="323"/>
                      <a:pt x="1242" y="286"/>
                      <a:pt x="1242" y="249"/>
                    </a:cubicBezTo>
                    <a:cubicBezTo>
                      <a:pt x="1280" y="211"/>
                      <a:pt x="1242" y="127"/>
                      <a:pt x="1242" y="90"/>
                    </a:cubicBezTo>
                    <a:lnTo>
                      <a:pt x="1205" y="90"/>
                    </a:lnTo>
                    <a:cubicBezTo>
                      <a:pt x="1178" y="35"/>
                      <a:pt x="1105" y="1"/>
                      <a:pt x="1039"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7" name="Google Shape;6287;p75"/>
              <p:cNvSpPr/>
              <p:nvPr/>
            </p:nvSpPr>
            <p:spPr>
              <a:xfrm>
                <a:off x="11390292" y="2746409"/>
                <a:ext cx="97952" cy="60292"/>
              </a:xfrm>
              <a:custGeom>
                <a:avLst/>
                <a:gdLst/>
                <a:ahLst/>
                <a:cxnLst/>
                <a:rect l="l" t="t" r="r" b="b"/>
                <a:pathLst>
                  <a:path w="1597" h="983" extrusionOk="0">
                    <a:moveTo>
                      <a:pt x="1338" y="1"/>
                    </a:moveTo>
                    <a:cubicBezTo>
                      <a:pt x="1294" y="1"/>
                      <a:pt x="1248" y="13"/>
                      <a:pt x="1205" y="40"/>
                    </a:cubicBezTo>
                    <a:cubicBezTo>
                      <a:pt x="701" y="395"/>
                      <a:pt x="1" y="740"/>
                      <a:pt x="113" y="936"/>
                    </a:cubicBezTo>
                    <a:cubicBezTo>
                      <a:pt x="127" y="969"/>
                      <a:pt x="160" y="983"/>
                      <a:pt x="208" y="983"/>
                    </a:cubicBezTo>
                    <a:cubicBezTo>
                      <a:pt x="447" y="983"/>
                      <a:pt x="1049" y="626"/>
                      <a:pt x="1438" y="432"/>
                    </a:cubicBezTo>
                    <a:cubicBezTo>
                      <a:pt x="1560" y="395"/>
                      <a:pt x="1597" y="236"/>
                      <a:pt x="1513" y="161"/>
                    </a:cubicBezTo>
                    <a:lnTo>
                      <a:pt x="1513" y="114"/>
                    </a:lnTo>
                    <a:cubicBezTo>
                      <a:pt x="1489" y="42"/>
                      <a:pt x="1418" y="1"/>
                      <a:pt x="1338"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8" name="Google Shape;6288;p75"/>
              <p:cNvSpPr/>
              <p:nvPr/>
            </p:nvSpPr>
            <p:spPr>
              <a:xfrm>
                <a:off x="11388022" y="2745612"/>
                <a:ext cx="100221" cy="62807"/>
              </a:xfrm>
              <a:custGeom>
                <a:avLst/>
                <a:gdLst/>
                <a:ahLst/>
                <a:cxnLst/>
                <a:rect l="l" t="t" r="r" b="b"/>
                <a:pathLst>
                  <a:path w="1634" h="1024" extrusionOk="0">
                    <a:moveTo>
                      <a:pt x="1401" y="53"/>
                    </a:moveTo>
                    <a:cubicBezTo>
                      <a:pt x="1475" y="90"/>
                      <a:pt x="1513" y="90"/>
                      <a:pt x="1550" y="174"/>
                    </a:cubicBezTo>
                    <a:cubicBezTo>
                      <a:pt x="1597" y="249"/>
                      <a:pt x="1550" y="361"/>
                      <a:pt x="1475" y="408"/>
                    </a:cubicBezTo>
                    <a:cubicBezTo>
                      <a:pt x="1363" y="482"/>
                      <a:pt x="1242" y="520"/>
                      <a:pt x="1130" y="594"/>
                    </a:cubicBezTo>
                    <a:cubicBezTo>
                      <a:pt x="801" y="758"/>
                      <a:pt x="394" y="975"/>
                      <a:pt x="221" y="975"/>
                    </a:cubicBezTo>
                    <a:cubicBezTo>
                      <a:pt x="188" y="975"/>
                      <a:pt x="163" y="967"/>
                      <a:pt x="150" y="949"/>
                    </a:cubicBezTo>
                    <a:cubicBezTo>
                      <a:pt x="75" y="828"/>
                      <a:pt x="505" y="557"/>
                      <a:pt x="897" y="324"/>
                    </a:cubicBezTo>
                    <a:cubicBezTo>
                      <a:pt x="1009" y="249"/>
                      <a:pt x="1167" y="174"/>
                      <a:pt x="1279" y="90"/>
                    </a:cubicBezTo>
                    <a:cubicBezTo>
                      <a:pt x="1317" y="53"/>
                      <a:pt x="1363" y="53"/>
                      <a:pt x="1401" y="53"/>
                    </a:cubicBezTo>
                    <a:close/>
                    <a:moveTo>
                      <a:pt x="1371" y="0"/>
                    </a:moveTo>
                    <a:cubicBezTo>
                      <a:pt x="1318" y="0"/>
                      <a:pt x="1268" y="26"/>
                      <a:pt x="1242" y="53"/>
                    </a:cubicBezTo>
                    <a:cubicBezTo>
                      <a:pt x="1130" y="90"/>
                      <a:pt x="1009" y="174"/>
                      <a:pt x="850" y="249"/>
                    </a:cubicBezTo>
                    <a:cubicBezTo>
                      <a:pt x="430" y="557"/>
                      <a:pt x="0" y="790"/>
                      <a:pt x="112" y="986"/>
                    </a:cubicBezTo>
                    <a:cubicBezTo>
                      <a:pt x="112" y="1024"/>
                      <a:pt x="150" y="1024"/>
                      <a:pt x="234" y="1024"/>
                    </a:cubicBezTo>
                    <a:cubicBezTo>
                      <a:pt x="383" y="1024"/>
                      <a:pt x="701" y="874"/>
                      <a:pt x="1130" y="641"/>
                    </a:cubicBezTo>
                    <a:cubicBezTo>
                      <a:pt x="1242" y="594"/>
                      <a:pt x="1363" y="520"/>
                      <a:pt x="1475" y="482"/>
                    </a:cubicBezTo>
                    <a:cubicBezTo>
                      <a:pt x="1597" y="408"/>
                      <a:pt x="1634" y="286"/>
                      <a:pt x="1597" y="127"/>
                    </a:cubicBezTo>
                    <a:cubicBezTo>
                      <a:pt x="1550" y="53"/>
                      <a:pt x="1513" y="15"/>
                      <a:pt x="1438" y="15"/>
                    </a:cubicBezTo>
                    <a:cubicBezTo>
                      <a:pt x="1416" y="5"/>
                      <a:pt x="1393" y="0"/>
                      <a:pt x="1371"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89" name="Google Shape;6289;p75"/>
              <p:cNvSpPr/>
              <p:nvPr/>
            </p:nvSpPr>
            <p:spPr>
              <a:xfrm>
                <a:off x="11400044" y="2708688"/>
                <a:ext cx="102552" cy="65935"/>
              </a:xfrm>
              <a:custGeom>
                <a:avLst/>
                <a:gdLst/>
                <a:ahLst/>
                <a:cxnLst/>
                <a:rect l="l" t="t" r="r" b="b"/>
                <a:pathLst>
                  <a:path w="1672" h="1075" extrusionOk="0">
                    <a:moveTo>
                      <a:pt x="1612" y="1"/>
                    </a:moveTo>
                    <a:cubicBezTo>
                      <a:pt x="1393" y="1"/>
                      <a:pt x="627" y="383"/>
                      <a:pt x="150" y="617"/>
                    </a:cubicBezTo>
                    <a:cubicBezTo>
                      <a:pt x="0" y="692"/>
                      <a:pt x="0" y="926"/>
                      <a:pt x="150" y="1010"/>
                    </a:cubicBezTo>
                    <a:lnTo>
                      <a:pt x="150" y="1047"/>
                    </a:lnTo>
                    <a:cubicBezTo>
                      <a:pt x="192" y="1066"/>
                      <a:pt x="241" y="1075"/>
                      <a:pt x="289" y="1075"/>
                    </a:cubicBezTo>
                    <a:cubicBezTo>
                      <a:pt x="337" y="1075"/>
                      <a:pt x="383" y="1066"/>
                      <a:pt x="421" y="1047"/>
                    </a:cubicBezTo>
                    <a:cubicBezTo>
                      <a:pt x="775" y="776"/>
                      <a:pt x="1671" y="151"/>
                      <a:pt x="1671" y="29"/>
                    </a:cubicBezTo>
                    <a:cubicBezTo>
                      <a:pt x="1666" y="10"/>
                      <a:pt x="1646" y="1"/>
                      <a:pt x="1612"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0" name="Google Shape;6290;p75"/>
              <p:cNvSpPr/>
              <p:nvPr/>
            </p:nvSpPr>
            <p:spPr>
              <a:xfrm>
                <a:off x="11400044" y="2705621"/>
                <a:ext cx="104822" cy="71885"/>
              </a:xfrm>
              <a:custGeom>
                <a:avLst/>
                <a:gdLst/>
                <a:ahLst/>
                <a:cxnLst/>
                <a:rect l="l" t="t" r="r" b="b"/>
                <a:pathLst>
                  <a:path w="1709" h="1172" extrusionOk="0">
                    <a:moveTo>
                      <a:pt x="1634" y="79"/>
                    </a:moveTo>
                    <a:cubicBezTo>
                      <a:pt x="1634" y="126"/>
                      <a:pt x="1279" y="471"/>
                      <a:pt x="421" y="1060"/>
                    </a:cubicBezTo>
                    <a:cubicBezTo>
                      <a:pt x="383" y="1078"/>
                      <a:pt x="337" y="1088"/>
                      <a:pt x="289" y="1088"/>
                    </a:cubicBezTo>
                    <a:cubicBezTo>
                      <a:pt x="241" y="1088"/>
                      <a:pt x="192" y="1078"/>
                      <a:pt x="150" y="1060"/>
                    </a:cubicBezTo>
                    <a:cubicBezTo>
                      <a:pt x="75" y="1013"/>
                      <a:pt x="75" y="938"/>
                      <a:pt x="75" y="864"/>
                    </a:cubicBezTo>
                    <a:cubicBezTo>
                      <a:pt x="75" y="779"/>
                      <a:pt x="112" y="705"/>
                      <a:pt x="187" y="667"/>
                    </a:cubicBezTo>
                    <a:cubicBezTo>
                      <a:pt x="1279" y="126"/>
                      <a:pt x="1550" y="79"/>
                      <a:pt x="1587" y="79"/>
                    </a:cubicBezTo>
                    <a:close/>
                    <a:moveTo>
                      <a:pt x="1635" y="0"/>
                    </a:moveTo>
                    <a:cubicBezTo>
                      <a:pt x="1467" y="0"/>
                      <a:pt x="975" y="201"/>
                      <a:pt x="150" y="630"/>
                    </a:cubicBezTo>
                    <a:cubicBezTo>
                      <a:pt x="75" y="667"/>
                      <a:pt x="0" y="742"/>
                      <a:pt x="0" y="864"/>
                    </a:cubicBezTo>
                    <a:cubicBezTo>
                      <a:pt x="0" y="938"/>
                      <a:pt x="38" y="1060"/>
                      <a:pt x="112" y="1097"/>
                    </a:cubicBezTo>
                    <a:cubicBezTo>
                      <a:pt x="187" y="1134"/>
                      <a:pt x="234" y="1172"/>
                      <a:pt x="271" y="1172"/>
                    </a:cubicBezTo>
                    <a:cubicBezTo>
                      <a:pt x="346" y="1172"/>
                      <a:pt x="383" y="1134"/>
                      <a:pt x="421" y="1097"/>
                    </a:cubicBezTo>
                    <a:cubicBezTo>
                      <a:pt x="1279" y="509"/>
                      <a:pt x="1709" y="163"/>
                      <a:pt x="1671" y="79"/>
                    </a:cubicBezTo>
                    <a:lnTo>
                      <a:pt x="1671" y="5"/>
                    </a:lnTo>
                    <a:cubicBezTo>
                      <a:pt x="1662" y="2"/>
                      <a:pt x="1650" y="0"/>
                      <a:pt x="1635" y="0"/>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1" name="Google Shape;6291;p75"/>
              <p:cNvSpPr/>
              <p:nvPr/>
            </p:nvSpPr>
            <p:spPr>
              <a:xfrm>
                <a:off x="11249467" y="2798237"/>
                <a:ext cx="102552" cy="94640"/>
              </a:xfrm>
              <a:custGeom>
                <a:avLst/>
                <a:gdLst/>
                <a:ahLst/>
                <a:cxnLst/>
                <a:rect l="l" t="t" r="r" b="b"/>
                <a:pathLst>
                  <a:path w="1672" h="1543" extrusionOk="0">
                    <a:moveTo>
                      <a:pt x="820" y="1"/>
                    </a:moveTo>
                    <a:cubicBezTo>
                      <a:pt x="769" y="1"/>
                      <a:pt x="716" y="6"/>
                      <a:pt x="663" y="16"/>
                    </a:cubicBezTo>
                    <a:cubicBezTo>
                      <a:pt x="234" y="128"/>
                      <a:pt x="1" y="520"/>
                      <a:pt x="75" y="950"/>
                    </a:cubicBezTo>
                    <a:cubicBezTo>
                      <a:pt x="182" y="1317"/>
                      <a:pt x="495" y="1542"/>
                      <a:pt x="854" y="1542"/>
                    </a:cubicBezTo>
                    <a:cubicBezTo>
                      <a:pt x="905" y="1542"/>
                      <a:pt x="957" y="1538"/>
                      <a:pt x="1009" y="1528"/>
                    </a:cubicBezTo>
                    <a:cubicBezTo>
                      <a:pt x="1401" y="1416"/>
                      <a:pt x="1671" y="1024"/>
                      <a:pt x="1597" y="595"/>
                    </a:cubicBezTo>
                    <a:cubicBezTo>
                      <a:pt x="1490" y="251"/>
                      <a:pt x="1183" y="1"/>
                      <a:pt x="820"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2" name="Google Shape;6292;p75"/>
              <p:cNvSpPr/>
              <p:nvPr/>
            </p:nvSpPr>
            <p:spPr>
              <a:xfrm>
                <a:off x="11290132" y="2741932"/>
                <a:ext cx="181552" cy="150087"/>
              </a:xfrm>
              <a:custGeom>
                <a:avLst/>
                <a:gdLst/>
                <a:ahLst/>
                <a:cxnLst/>
                <a:rect l="l" t="t" r="r" b="b"/>
                <a:pathLst>
                  <a:path w="2960" h="2447" extrusionOk="0">
                    <a:moveTo>
                      <a:pt x="1979" y="1"/>
                    </a:moveTo>
                    <a:cubicBezTo>
                      <a:pt x="1942" y="38"/>
                      <a:pt x="1904" y="75"/>
                      <a:pt x="1867" y="113"/>
                    </a:cubicBezTo>
                    <a:cubicBezTo>
                      <a:pt x="1326" y="580"/>
                      <a:pt x="700" y="813"/>
                      <a:pt x="0" y="934"/>
                    </a:cubicBezTo>
                    <a:lnTo>
                      <a:pt x="346" y="2446"/>
                    </a:lnTo>
                    <a:cubicBezTo>
                      <a:pt x="1130" y="2213"/>
                      <a:pt x="2446" y="2101"/>
                      <a:pt x="2959" y="1401"/>
                    </a:cubicBezTo>
                    <a:lnTo>
                      <a:pt x="2959" y="1354"/>
                    </a:lnTo>
                    <a:cubicBezTo>
                      <a:pt x="2959" y="1168"/>
                      <a:pt x="2875" y="934"/>
                      <a:pt x="2801" y="738"/>
                    </a:cubicBezTo>
                    <a:cubicBezTo>
                      <a:pt x="2530" y="234"/>
                      <a:pt x="2371" y="187"/>
                      <a:pt x="1979"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3" name="Google Shape;6293;p75"/>
              <p:cNvSpPr/>
              <p:nvPr/>
            </p:nvSpPr>
            <p:spPr>
              <a:xfrm>
                <a:off x="11300436" y="2724513"/>
                <a:ext cx="120830" cy="107950"/>
              </a:xfrm>
              <a:custGeom>
                <a:avLst/>
                <a:gdLst/>
                <a:ahLst/>
                <a:cxnLst/>
                <a:rect l="l" t="t" r="r" b="b"/>
                <a:pathLst>
                  <a:path w="1970" h="1760" extrusionOk="0">
                    <a:moveTo>
                      <a:pt x="1617" y="1"/>
                    </a:moveTo>
                    <a:cubicBezTo>
                      <a:pt x="1181" y="1"/>
                      <a:pt x="1" y="960"/>
                      <a:pt x="262" y="1564"/>
                    </a:cubicBezTo>
                    <a:cubicBezTo>
                      <a:pt x="299" y="1685"/>
                      <a:pt x="374" y="1760"/>
                      <a:pt x="458" y="1760"/>
                    </a:cubicBezTo>
                    <a:cubicBezTo>
                      <a:pt x="532" y="1526"/>
                      <a:pt x="803" y="1218"/>
                      <a:pt x="1111" y="938"/>
                    </a:cubicBezTo>
                    <a:cubicBezTo>
                      <a:pt x="1307" y="789"/>
                      <a:pt x="1503" y="668"/>
                      <a:pt x="1736" y="556"/>
                    </a:cubicBezTo>
                    <a:cubicBezTo>
                      <a:pt x="1970" y="434"/>
                      <a:pt x="1933" y="89"/>
                      <a:pt x="1662" y="5"/>
                    </a:cubicBezTo>
                    <a:cubicBezTo>
                      <a:pt x="1648" y="2"/>
                      <a:pt x="1633" y="1"/>
                      <a:pt x="1617" y="1"/>
                    </a:cubicBezTo>
                    <a:close/>
                  </a:path>
                </a:pathLst>
              </a:custGeom>
              <a:solidFill>
                <a:srgbClr val="A9534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294" name="Google Shape;6294;p75"/>
            <p:cNvSpPr/>
            <p:nvPr/>
          </p:nvSpPr>
          <p:spPr>
            <a:xfrm>
              <a:off x="-859753" y="1963740"/>
              <a:ext cx="357828" cy="612246"/>
            </a:xfrm>
            <a:custGeom>
              <a:avLst/>
              <a:gdLst/>
              <a:ahLst/>
              <a:cxnLst/>
              <a:rect l="l" t="t" r="r" b="b"/>
              <a:pathLst>
                <a:path w="5834" h="9982" extrusionOk="0">
                  <a:moveTo>
                    <a:pt x="4032" y="0"/>
                  </a:moveTo>
                  <a:cubicBezTo>
                    <a:pt x="3606" y="0"/>
                    <a:pt x="3187" y="216"/>
                    <a:pt x="2959" y="598"/>
                  </a:cubicBezTo>
                  <a:cubicBezTo>
                    <a:pt x="0" y="5153"/>
                    <a:pt x="663" y="8420"/>
                    <a:pt x="663" y="8420"/>
                  </a:cubicBezTo>
                  <a:cubicBezTo>
                    <a:pt x="821" y="9857"/>
                    <a:pt x="1633" y="9894"/>
                    <a:pt x="1633" y="9894"/>
                  </a:cubicBezTo>
                  <a:cubicBezTo>
                    <a:pt x="1872" y="9954"/>
                    <a:pt x="2112" y="9982"/>
                    <a:pt x="2351" y="9982"/>
                  </a:cubicBezTo>
                  <a:cubicBezTo>
                    <a:pt x="3677" y="9982"/>
                    <a:pt x="4980" y="9147"/>
                    <a:pt x="5834" y="8420"/>
                  </a:cubicBezTo>
                  <a:cubicBezTo>
                    <a:pt x="5796" y="8261"/>
                    <a:pt x="5759" y="8112"/>
                    <a:pt x="5722" y="7953"/>
                  </a:cubicBezTo>
                  <a:cubicBezTo>
                    <a:pt x="5600" y="7412"/>
                    <a:pt x="5488" y="6898"/>
                    <a:pt x="5404" y="6357"/>
                  </a:cubicBezTo>
                  <a:lnTo>
                    <a:pt x="3696" y="6824"/>
                  </a:lnTo>
                  <a:cubicBezTo>
                    <a:pt x="5059" y="4453"/>
                    <a:pt x="5367" y="3249"/>
                    <a:pt x="5526" y="2231"/>
                  </a:cubicBezTo>
                  <a:cubicBezTo>
                    <a:pt x="5563" y="2119"/>
                    <a:pt x="5563" y="1998"/>
                    <a:pt x="5563" y="1886"/>
                  </a:cubicBezTo>
                  <a:cubicBezTo>
                    <a:pt x="5600" y="953"/>
                    <a:pt x="5171" y="449"/>
                    <a:pt x="4667" y="178"/>
                  </a:cubicBezTo>
                  <a:cubicBezTo>
                    <a:pt x="4470" y="57"/>
                    <a:pt x="4250" y="0"/>
                    <a:pt x="4032"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5" name="Google Shape;6295;p75"/>
            <p:cNvSpPr/>
            <p:nvPr/>
          </p:nvSpPr>
          <p:spPr>
            <a:xfrm>
              <a:off x="-635390" y="2223801"/>
              <a:ext cx="81392" cy="156220"/>
            </a:xfrm>
            <a:custGeom>
              <a:avLst/>
              <a:gdLst/>
              <a:ahLst/>
              <a:cxnLst/>
              <a:rect l="l" t="t" r="r" b="b"/>
              <a:pathLst>
                <a:path w="1327" h="2547" extrusionOk="0">
                  <a:moveTo>
                    <a:pt x="848" y="0"/>
                  </a:moveTo>
                  <a:cubicBezTo>
                    <a:pt x="834" y="0"/>
                    <a:pt x="813" y="17"/>
                    <a:pt x="813" y="17"/>
                  </a:cubicBezTo>
                  <a:cubicBezTo>
                    <a:pt x="776" y="91"/>
                    <a:pt x="1" y="1613"/>
                    <a:pt x="38" y="2350"/>
                  </a:cubicBezTo>
                  <a:cubicBezTo>
                    <a:pt x="76" y="2388"/>
                    <a:pt x="76" y="2472"/>
                    <a:pt x="160" y="2509"/>
                  </a:cubicBezTo>
                  <a:cubicBezTo>
                    <a:pt x="197" y="2546"/>
                    <a:pt x="309" y="2546"/>
                    <a:pt x="430" y="2546"/>
                  </a:cubicBezTo>
                  <a:cubicBezTo>
                    <a:pt x="776" y="2546"/>
                    <a:pt x="1205" y="2425"/>
                    <a:pt x="1280" y="2425"/>
                  </a:cubicBezTo>
                  <a:cubicBezTo>
                    <a:pt x="1326" y="2388"/>
                    <a:pt x="1326" y="2388"/>
                    <a:pt x="1326" y="2350"/>
                  </a:cubicBezTo>
                  <a:cubicBezTo>
                    <a:pt x="1326" y="2313"/>
                    <a:pt x="1280" y="2313"/>
                    <a:pt x="1242" y="2313"/>
                  </a:cubicBezTo>
                  <a:cubicBezTo>
                    <a:pt x="1082" y="2364"/>
                    <a:pt x="739" y="2456"/>
                    <a:pt x="478" y="2456"/>
                  </a:cubicBezTo>
                  <a:cubicBezTo>
                    <a:pt x="360" y="2456"/>
                    <a:pt x="258" y="2437"/>
                    <a:pt x="197" y="2388"/>
                  </a:cubicBezTo>
                  <a:lnTo>
                    <a:pt x="160" y="2350"/>
                  </a:lnTo>
                  <a:cubicBezTo>
                    <a:pt x="113" y="1613"/>
                    <a:pt x="897" y="91"/>
                    <a:pt x="897" y="54"/>
                  </a:cubicBezTo>
                  <a:cubicBezTo>
                    <a:pt x="897" y="54"/>
                    <a:pt x="897" y="17"/>
                    <a:pt x="860" y="17"/>
                  </a:cubicBezTo>
                  <a:cubicBezTo>
                    <a:pt x="860" y="4"/>
                    <a:pt x="854" y="0"/>
                    <a:pt x="848"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6" name="Google Shape;6296;p75"/>
            <p:cNvSpPr/>
            <p:nvPr/>
          </p:nvSpPr>
          <p:spPr>
            <a:xfrm>
              <a:off x="-477950" y="1325675"/>
              <a:ext cx="188400" cy="198000"/>
            </a:xfrm>
            <a:prstGeom prst="ellipse">
              <a:avLst/>
            </a:pr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297" name="Google Shape;6297;p75"/>
            <p:cNvSpPr/>
            <p:nvPr/>
          </p:nvSpPr>
          <p:spPr>
            <a:xfrm rot="2510312">
              <a:off x="-453863" y="1397271"/>
              <a:ext cx="140248" cy="29555"/>
            </a:xfrm>
            <a:custGeom>
              <a:avLst/>
              <a:gdLst/>
              <a:ahLst/>
              <a:cxnLst/>
              <a:rect l="l" t="t" r="r" b="b"/>
              <a:pathLst>
                <a:path w="2794" h="2041" extrusionOk="0">
                  <a:moveTo>
                    <a:pt x="2794" y="1"/>
                  </a:moveTo>
                  <a:lnTo>
                    <a:pt x="0" y="462"/>
                  </a:lnTo>
                  <a:lnTo>
                    <a:pt x="126" y="2040"/>
                  </a:lnTo>
                  <a:lnTo>
                    <a:pt x="2794" y="1565"/>
                  </a:lnTo>
                  <a:lnTo>
                    <a:pt x="2794" y="1"/>
                  </a:ln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298" name="Google Shape;6298;p75"/>
          <p:cNvGrpSpPr/>
          <p:nvPr/>
        </p:nvGrpSpPr>
        <p:grpSpPr>
          <a:xfrm flipH="1">
            <a:off x="4124258" y="3131597"/>
            <a:ext cx="519278" cy="1346966"/>
            <a:chOff x="348334" y="2222053"/>
            <a:chExt cx="1018193" cy="2641110"/>
          </a:xfrm>
        </p:grpSpPr>
        <p:grpSp>
          <p:nvGrpSpPr>
            <p:cNvPr id="6299" name="Google Shape;6299;p75"/>
            <p:cNvGrpSpPr/>
            <p:nvPr/>
          </p:nvGrpSpPr>
          <p:grpSpPr>
            <a:xfrm>
              <a:off x="348334" y="2222053"/>
              <a:ext cx="1018193" cy="2641110"/>
              <a:chOff x="7870012" y="2528600"/>
              <a:chExt cx="836436" cy="2169646"/>
            </a:xfrm>
          </p:grpSpPr>
          <p:sp>
            <p:nvSpPr>
              <p:cNvPr id="6300" name="Google Shape;6300;p75"/>
              <p:cNvSpPr/>
              <p:nvPr/>
            </p:nvSpPr>
            <p:spPr>
              <a:xfrm>
                <a:off x="8030434" y="4414894"/>
                <a:ext cx="144541" cy="236462"/>
              </a:xfrm>
              <a:custGeom>
                <a:avLst/>
                <a:gdLst/>
                <a:ahLst/>
                <a:cxnLst/>
                <a:rect l="l" t="t" r="r" b="b"/>
                <a:pathLst>
                  <a:path w="2876" h="4705" extrusionOk="0">
                    <a:moveTo>
                      <a:pt x="2875" y="0"/>
                    </a:moveTo>
                    <a:lnTo>
                      <a:pt x="346" y="233"/>
                    </a:lnTo>
                    <a:lnTo>
                      <a:pt x="1" y="3771"/>
                    </a:lnTo>
                    <a:lnTo>
                      <a:pt x="505" y="4630"/>
                    </a:lnTo>
                    <a:lnTo>
                      <a:pt x="2334" y="4704"/>
                    </a:lnTo>
                    <a:lnTo>
                      <a:pt x="2642" y="3883"/>
                    </a:lnTo>
                    <a:cubicBezTo>
                      <a:pt x="2371" y="3734"/>
                      <a:pt x="2875" y="0"/>
                      <a:pt x="2875"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1" name="Google Shape;6301;p75"/>
              <p:cNvSpPr/>
              <p:nvPr/>
            </p:nvSpPr>
            <p:spPr>
              <a:xfrm>
                <a:off x="8014502" y="4596374"/>
                <a:ext cx="299334" cy="101872"/>
              </a:xfrm>
              <a:custGeom>
                <a:avLst/>
                <a:gdLst/>
                <a:ahLst/>
                <a:cxnLst/>
                <a:rect l="l" t="t" r="r" b="b"/>
                <a:pathLst>
                  <a:path w="5956" h="2027" extrusionOk="0">
                    <a:moveTo>
                      <a:pt x="279" y="0"/>
                    </a:moveTo>
                    <a:cubicBezTo>
                      <a:pt x="249" y="0"/>
                      <a:pt x="234" y="1"/>
                      <a:pt x="234" y="1"/>
                    </a:cubicBezTo>
                    <a:lnTo>
                      <a:pt x="0" y="2027"/>
                    </a:lnTo>
                    <a:lnTo>
                      <a:pt x="5918" y="2027"/>
                    </a:lnTo>
                    <a:cubicBezTo>
                      <a:pt x="5955" y="1831"/>
                      <a:pt x="5881" y="1327"/>
                      <a:pt x="5685" y="1252"/>
                    </a:cubicBezTo>
                    <a:lnTo>
                      <a:pt x="2922" y="197"/>
                    </a:lnTo>
                    <a:cubicBezTo>
                      <a:pt x="2922" y="197"/>
                      <a:pt x="2761" y="430"/>
                      <a:pt x="2384" y="430"/>
                    </a:cubicBezTo>
                    <a:cubicBezTo>
                      <a:pt x="2272" y="430"/>
                      <a:pt x="2140" y="409"/>
                      <a:pt x="1988" y="356"/>
                    </a:cubicBezTo>
                    <a:cubicBezTo>
                      <a:pt x="1008" y="27"/>
                      <a:pt x="437" y="0"/>
                      <a:pt x="279" y="0"/>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2" name="Google Shape;6302;p75"/>
              <p:cNvSpPr/>
              <p:nvPr/>
            </p:nvSpPr>
            <p:spPr>
              <a:xfrm>
                <a:off x="8204476" y="4624066"/>
                <a:ext cx="97600" cy="39000"/>
              </a:xfrm>
              <a:custGeom>
                <a:avLst/>
                <a:gdLst/>
                <a:ahLst/>
                <a:cxnLst/>
                <a:rect l="l" t="t" r="r" b="b"/>
                <a:pathLst>
                  <a:path w="1942" h="776" extrusionOk="0">
                    <a:moveTo>
                      <a:pt x="150" y="1"/>
                    </a:moveTo>
                    <a:lnTo>
                      <a:pt x="0" y="776"/>
                    </a:lnTo>
                    <a:lnTo>
                      <a:pt x="1905" y="776"/>
                    </a:lnTo>
                    <a:cubicBezTo>
                      <a:pt x="1942" y="776"/>
                      <a:pt x="1942" y="776"/>
                      <a:pt x="1905" y="738"/>
                    </a:cubicBezTo>
                    <a:lnTo>
                      <a:pt x="150" y="1"/>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3" name="Google Shape;6303;p75"/>
              <p:cNvSpPr/>
              <p:nvPr/>
            </p:nvSpPr>
            <p:spPr>
              <a:xfrm>
                <a:off x="8018724" y="4596424"/>
                <a:ext cx="31009" cy="66641"/>
              </a:xfrm>
              <a:custGeom>
                <a:avLst/>
                <a:gdLst/>
                <a:ahLst/>
                <a:cxnLst/>
                <a:rect l="l" t="t" r="r" b="b"/>
                <a:pathLst>
                  <a:path w="617" h="1326" extrusionOk="0">
                    <a:moveTo>
                      <a:pt x="150" y="0"/>
                    </a:moveTo>
                    <a:lnTo>
                      <a:pt x="0" y="1326"/>
                    </a:lnTo>
                    <a:lnTo>
                      <a:pt x="616" y="1326"/>
                    </a:lnTo>
                    <a:lnTo>
                      <a:pt x="542" y="38"/>
                    </a:lnTo>
                    <a:cubicBezTo>
                      <a:pt x="467" y="38"/>
                      <a:pt x="150" y="0"/>
                      <a:pt x="150" y="0"/>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4" name="Google Shape;6304;p75"/>
              <p:cNvSpPr/>
              <p:nvPr/>
            </p:nvSpPr>
            <p:spPr>
              <a:xfrm>
                <a:off x="8016814" y="4661156"/>
                <a:ext cx="287171" cy="3769"/>
              </a:xfrm>
              <a:custGeom>
                <a:avLst/>
                <a:gdLst/>
                <a:ahLst/>
                <a:cxnLst/>
                <a:rect l="l" t="t" r="r" b="b"/>
                <a:pathLst>
                  <a:path w="5714" h="75" extrusionOk="0">
                    <a:moveTo>
                      <a:pt x="38" y="0"/>
                    </a:moveTo>
                    <a:lnTo>
                      <a:pt x="1" y="38"/>
                    </a:lnTo>
                    <a:cubicBezTo>
                      <a:pt x="1" y="75"/>
                      <a:pt x="38" y="75"/>
                      <a:pt x="38" y="75"/>
                    </a:cubicBezTo>
                    <a:lnTo>
                      <a:pt x="5713" y="75"/>
                    </a:lnTo>
                    <a:cubicBezTo>
                      <a:pt x="5713" y="38"/>
                      <a:pt x="5713" y="38"/>
                      <a:pt x="5676" y="38"/>
                    </a:cubicBezTo>
                    <a:lnTo>
                      <a:pt x="38" y="0"/>
                    </a:ln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5" name="Google Shape;6305;p75"/>
              <p:cNvSpPr/>
              <p:nvPr/>
            </p:nvSpPr>
            <p:spPr>
              <a:xfrm>
                <a:off x="7997113" y="3610345"/>
                <a:ext cx="387083" cy="934488"/>
              </a:xfrm>
              <a:custGeom>
                <a:avLst/>
                <a:gdLst/>
                <a:ahLst/>
                <a:cxnLst/>
                <a:rect l="l" t="t" r="r" b="b"/>
                <a:pathLst>
                  <a:path w="7702" h="18594" extrusionOk="0">
                    <a:moveTo>
                      <a:pt x="1560" y="0"/>
                    </a:moveTo>
                    <a:cubicBezTo>
                      <a:pt x="1560" y="0"/>
                      <a:pt x="701" y="10109"/>
                      <a:pt x="1" y="18594"/>
                    </a:cubicBezTo>
                    <a:lnTo>
                      <a:pt x="4239" y="18594"/>
                    </a:lnTo>
                    <a:cubicBezTo>
                      <a:pt x="4668" y="16913"/>
                      <a:pt x="5060" y="15243"/>
                      <a:pt x="5293" y="14347"/>
                    </a:cubicBezTo>
                    <a:cubicBezTo>
                      <a:pt x="6376" y="9876"/>
                      <a:pt x="7701" y="2138"/>
                      <a:pt x="7701" y="2138"/>
                    </a:cubicBezTo>
                    <a:lnTo>
                      <a:pt x="1560" y="0"/>
                    </a:ln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6" name="Google Shape;6306;p75"/>
              <p:cNvSpPr/>
              <p:nvPr/>
            </p:nvSpPr>
            <p:spPr>
              <a:xfrm>
                <a:off x="7909125" y="2528600"/>
                <a:ext cx="494781" cy="468019"/>
              </a:xfrm>
              <a:custGeom>
                <a:avLst/>
                <a:gdLst/>
                <a:ahLst/>
                <a:cxnLst/>
                <a:rect l="l" t="t" r="r" b="b"/>
                <a:pathLst>
                  <a:path w="8206" h="7092" extrusionOk="0">
                    <a:moveTo>
                      <a:pt x="5005" y="1"/>
                    </a:moveTo>
                    <a:cubicBezTo>
                      <a:pt x="4614" y="1"/>
                      <a:pt x="4208" y="154"/>
                      <a:pt x="3930" y="473"/>
                    </a:cubicBezTo>
                    <a:cubicBezTo>
                      <a:pt x="3734" y="669"/>
                      <a:pt x="3576" y="977"/>
                      <a:pt x="3305" y="1052"/>
                    </a:cubicBezTo>
                    <a:cubicBezTo>
                      <a:pt x="3252" y="1066"/>
                      <a:pt x="3199" y="1073"/>
                      <a:pt x="3147" y="1073"/>
                    </a:cubicBezTo>
                    <a:cubicBezTo>
                      <a:pt x="2899" y="1073"/>
                      <a:pt x="2663" y="933"/>
                      <a:pt x="2409" y="902"/>
                    </a:cubicBezTo>
                    <a:cubicBezTo>
                      <a:pt x="2321" y="880"/>
                      <a:pt x="2232" y="869"/>
                      <a:pt x="2144" y="869"/>
                    </a:cubicBezTo>
                    <a:cubicBezTo>
                      <a:pt x="1609" y="869"/>
                      <a:pt x="1108" y="1266"/>
                      <a:pt x="971" y="1836"/>
                    </a:cubicBezTo>
                    <a:cubicBezTo>
                      <a:pt x="850" y="2256"/>
                      <a:pt x="934" y="2723"/>
                      <a:pt x="775" y="3152"/>
                    </a:cubicBezTo>
                    <a:cubicBezTo>
                      <a:pt x="617" y="3740"/>
                      <a:pt x="75" y="4123"/>
                      <a:pt x="38" y="4748"/>
                    </a:cubicBezTo>
                    <a:cubicBezTo>
                      <a:pt x="1" y="4907"/>
                      <a:pt x="1" y="5103"/>
                      <a:pt x="38" y="5252"/>
                    </a:cubicBezTo>
                    <a:cubicBezTo>
                      <a:pt x="234" y="6111"/>
                      <a:pt x="813" y="6848"/>
                      <a:pt x="1550" y="7044"/>
                    </a:cubicBezTo>
                    <a:cubicBezTo>
                      <a:pt x="1677" y="7076"/>
                      <a:pt x="1805" y="7091"/>
                      <a:pt x="1933" y="7091"/>
                    </a:cubicBezTo>
                    <a:cubicBezTo>
                      <a:pt x="2595" y="7091"/>
                      <a:pt x="3235" y="6678"/>
                      <a:pt x="3501" y="5989"/>
                    </a:cubicBezTo>
                    <a:cubicBezTo>
                      <a:pt x="3650" y="5523"/>
                      <a:pt x="3613" y="4981"/>
                      <a:pt x="3846" y="4552"/>
                    </a:cubicBezTo>
                    <a:cubicBezTo>
                      <a:pt x="4042" y="4169"/>
                      <a:pt x="4434" y="3889"/>
                      <a:pt x="4864" y="3815"/>
                    </a:cubicBezTo>
                    <a:cubicBezTo>
                      <a:pt x="5088" y="3771"/>
                      <a:pt x="5328" y="3753"/>
                      <a:pt x="5567" y="3753"/>
                    </a:cubicBezTo>
                    <a:cubicBezTo>
                      <a:pt x="5737" y="3753"/>
                      <a:pt x="5905" y="3762"/>
                      <a:pt x="6068" y="3777"/>
                    </a:cubicBezTo>
                    <a:cubicBezTo>
                      <a:pt x="6141" y="3787"/>
                      <a:pt x="6220" y="3795"/>
                      <a:pt x="6299" y="3795"/>
                    </a:cubicBezTo>
                    <a:cubicBezTo>
                      <a:pt x="6508" y="3795"/>
                      <a:pt x="6719" y="3743"/>
                      <a:pt x="6836" y="3554"/>
                    </a:cubicBezTo>
                    <a:lnTo>
                      <a:pt x="6836" y="3554"/>
                    </a:lnTo>
                    <a:cubicBezTo>
                      <a:pt x="6912" y="3560"/>
                      <a:pt x="6986" y="3564"/>
                      <a:pt x="7059" y="3564"/>
                    </a:cubicBezTo>
                    <a:cubicBezTo>
                      <a:pt x="7278" y="3564"/>
                      <a:pt x="7488" y="3529"/>
                      <a:pt x="7701" y="3423"/>
                    </a:cubicBezTo>
                    <a:cubicBezTo>
                      <a:pt x="7972" y="3273"/>
                      <a:pt x="8205" y="2919"/>
                      <a:pt x="8131" y="2573"/>
                    </a:cubicBezTo>
                    <a:cubicBezTo>
                      <a:pt x="8047" y="2340"/>
                      <a:pt x="7897" y="2181"/>
                      <a:pt x="7701" y="2069"/>
                    </a:cubicBezTo>
                    <a:cubicBezTo>
                      <a:pt x="7505" y="1910"/>
                      <a:pt x="7272" y="1789"/>
                      <a:pt x="7039" y="1714"/>
                    </a:cubicBezTo>
                    <a:cubicBezTo>
                      <a:pt x="6917" y="1677"/>
                      <a:pt x="6805" y="1640"/>
                      <a:pt x="6684" y="1556"/>
                    </a:cubicBezTo>
                    <a:cubicBezTo>
                      <a:pt x="6413" y="1406"/>
                      <a:pt x="6339" y="1052"/>
                      <a:pt x="6180" y="744"/>
                    </a:cubicBezTo>
                    <a:cubicBezTo>
                      <a:pt x="5946" y="352"/>
                      <a:pt x="5564" y="81"/>
                      <a:pt x="5134" y="6"/>
                    </a:cubicBezTo>
                    <a:cubicBezTo>
                      <a:pt x="5092" y="3"/>
                      <a:pt x="5049" y="1"/>
                      <a:pt x="5005"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7" name="Google Shape;6307;p75"/>
              <p:cNvSpPr/>
              <p:nvPr/>
            </p:nvSpPr>
            <p:spPr>
              <a:xfrm>
                <a:off x="8419327" y="3722195"/>
                <a:ext cx="19751" cy="17037"/>
              </a:xfrm>
              <a:custGeom>
                <a:avLst/>
                <a:gdLst/>
                <a:ahLst/>
                <a:cxnLst/>
                <a:rect l="l" t="t" r="r" b="b"/>
                <a:pathLst>
                  <a:path w="393" h="339" extrusionOk="0">
                    <a:moveTo>
                      <a:pt x="187" y="1"/>
                    </a:moveTo>
                    <a:cubicBezTo>
                      <a:pt x="117" y="1"/>
                      <a:pt x="65" y="36"/>
                      <a:pt x="38" y="90"/>
                    </a:cubicBezTo>
                    <a:cubicBezTo>
                      <a:pt x="0" y="212"/>
                      <a:pt x="38" y="286"/>
                      <a:pt x="112" y="324"/>
                    </a:cubicBezTo>
                    <a:cubicBezTo>
                      <a:pt x="145" y="334"/>
                      <a:pt x="174" y="338"/>
                      <a:pt x="200" y="338"/>
                    </a:cubicBezTo>
                    <a:cubicBezTo>
                      <a:pt x="271" y="338"/>
                      <a:pt x="318" y="304"/>
                      <a:pt x="346" y="249"/>
                    </a:cubicBezTo>
                    <a:cubicBezTo>
                      <a:pt x="392" y="128"/>
                      <a:pt x="346" y="53"/>
                      <a:pt x="271" y="16"/>
                    </a:cubicBezTo>
                    <a:cubicBezTo>
                      <a:pt x="241" y="5"/>
                      <a:pt x="213" y="1"/>
                      <a:pt x="187"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8" name="Google Shape;6308;p75"/>
              <p:cNvSpPr/>
              <p:nvPr/>
            </p:nvSpPr>
            <p:spPr>
              <a:xfrm>
                <a:off x="8347106" y="3692694"/>
                <a:ext cx="17389" cy="17439"/>
              </a:xfrm>
              <a:custGeom>
                <a:avLst/>
                <a:gdLst/>
                <a:ahLst/>
                <a:cxnLst/>
                <a:rect l="l" t="t" r="r" b="b"/>
                <a:pathLst>
                  <a:path w="346" h="347" extrusionOk="0">
                    <a:moveTo>
                      <a:pt x="173" y="1"/>
                    </a:moveTo>
                    <a:cubicBezTo>
                      <a:pt x="115" y="1"/>
                      <a:pt x="66" y="44"/>
                      <a:pt x="37" y="136"/>
                    </a:cubicBezTo>
                    <a:cubicBezTo>
                      <a:pt x="0" y="210"/>
                      <a:pt x="37" y="285"/>
                      <a:pt x="112" y="332"/>
                    </a:cubicBezTo>
                    <a:cubicBezTo>
                      <a:pt x="134" y="342"/>
                      <a:pt x="158" y="346"/>
                      <a:pt x="182" y="346"/>
                    </a:cubicBezTo>
                    <a:cubicBezTo>
                      <a:pt x="250" y="346"/>
                      <a:pt x="318" y="310"/>
                      <a:pt x="345" y="248"/>
                    </a:cubicBezTo>
                    <a:cubicBezTo>
                      <a:pt x="345" y="173"/>
                      <a:pt x="308" y="52"/>
                      <a:pt x="233" y="14"/>
                    </a:cubicBezTo>
                    <a:cubicBezTo>
                      <a:pt x="213" y="5"/>
                      <a:pt x="193" y="1"/>
                      <a:pt x="173"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09" name="Google Shape;6309;p75"/>
              <p:cNvSpPr/>
              <p:nvPr/>
            </p:nvSpPr>
            <p:spPr>
              <a:xfrm>
                <a:off x="8450737" y="3644598"/>
                <a:ext cx="19299" cy="16484"/>
              </a:xfrm>
              <a:custGeom>
                <a:avLst/>
                <a:gdLst/>
                <a:ahLst/>
                <a:cxnLst/>
                <a:rect l="l" t="t" r="r" b="b"/>
                <a:pathLst>
                  <a:path w="384" h="328" extrusionOk="0">
                    <a:moveTo>
                      <a:pt x="234" y="1"/>
                    </a:moveTo>
                    <a:cubicBezTo>
                      <a:pt x="150" y="1"/>
                      <a:pt x="76" y="38"/>
                      <a:pt x="38" y="122"/>
                    </a:cubicBezTo>
                    <a:cubicBezTo>
                      <a:pt x="1" y="197"/>
                      <a:pt x="38" y="271"/>
                      <a:pt x="113" y="309"/>
                    </a:cubicBezTo>
                    <a:cubicBezTo>
                      <a:pt x="134" y="322"/>
                      <a:pt x="158" y="327"/>
                      <a:pt x="183" y="327"/>
                    </a:cubicBezTo>
                    <a:cubicBezTo>
                      <a:pt x="248" y="327"/>
                      <a:pt x="319" y="288"/>
                      <a:pt x="346" y="234"/>
                    </a:cubicBezTo>
                    <a:cubicBezTo>
                      <a:pt x="384" y="159"/>
                      <a:pt x="309" y="38"/>
                      <a:pt x="234"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0" name="Google Shape;6310;p75"/>
              <p:cNvSpPr/>
              <p:nvPr/>
            </p:nvSpPr>
            <p:spPr>
              <a:xfrm>
                <a:off x="8378065" y="3616654"/>
                <a:ext cx="17841" cy="15128"/>
              </a:xfrm>
              <a:custGeom>
                <a:avLst/>
                <a:gdLst/>
                <a:ahLst/>
                <a:cxnLst/>
                <a:rect l="l" t="t" r="r" b="b"/>
                <a:pathLst>
                  <a:path w="355" h="301" extrusionOk="0">
                    <a:moveTo>
                      <a:pt x="174" y="1"/>
                    </a:moveTo>
                    <a:cubicBezTo>
                      <a:pt x="121" y="1"/>
                      <a:pt x="74" y="35"/>
                      <a:pt x="47" y="90"/>
                    </a:cubicBezTo>
                    <a:cubicBezTo>
                      <a:pt x="0" y="165"/>
                      <a:pt x="47" y="249"/>
                      <a:pt x="121" y="286"/>
                    </a:cubicBezTo>
                    <a:cubicBezTo>
                      <a:pt x="141" y="296"/>
                      <a:pt x="165" y="301"/>
                      <a:pt x="188" y="301"/>
                    </a:cubicBezTo>
                    <a:cubicBezTo>
                      <a:pt x="252" y="301"/>
                      <a:pt x="317" y="266"/>
                      <a:pt x="317" y="211"/>
                    </a:cubicBezTo>
                    <a:cubicBezTo>
                      <a:pt x="355" y="127"/>
                      <a:pt x="317" y="15"/>
                      <a:pt x="233" y="15"/>
                    </a:cubicBezTo>
                    <a:cubicBezTo>
                      <a:pt x="213" y="5"/>
                      <a:pt x="193" y="1"/>
                      <a:pt x="174" y="1"/>
                    </a:cubicBezTo>
                    <a:close/>
                  </a:path>
                </a:pathLst>
              </a:custGeom>
              <a:solidFill>
                <a:srgbClr val="DFDFD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1" name="Google Shape;6311;p75"/>
              <p:cNvSpPr/>
              <p:nvPr/>
            </p:nvSpPr>
            <p:spPr>
              <a:xfrm>
                <a:off x="7997103" y="3607558"/>
                <a:ext cx="387083" cy="934488"/>
              </a:xfrm>
              <a:custGeom>
                <a:avLst/>
                <a:gdLst/>
                <a:ahLst/>
                <a:cxnLst/>
                <a:rect l="l" t="t" r="r" b="b"/>
                <a:pathLst>
                  <a:path w="7702" h="18594" extrusionOk="0">
                    <a:moveTo>
                      <a:pt x="1560" y="0"/>
                    </a:moveTo>
                    <a:cubicBezTo>
                      <a:pt x="1560" y="0"/>
                      <a:pt x="701" y="10109"/>
                      <a:pt x="1" y="18594"/>
                    </a:cubicBezTo>
                    <a:lnTo>
                      <a:pt x="4239" y="18594"/>
                    </a:lnTo>
                    <a:cubicBezTo>
                      <a:pt x="4668" y="16913"/>
                      <a:pt x="5060" y="15243"/>
                      <a:pt x="5293" y="14347"/>
                    </a:cubicBezTo>
                    <a:cubicBezTo>
                      <a:pt x="6376" y="9876"/>
                      <a:pt x="7701" y="2138"/>
                      <a:pt x="7701" y="2138"/>
                    </a:cubicBezTo>
                    <a:lnTo>
                      <a:pt x="1560" y="0"/>
                    </a:ln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2" name="Google Shape;6312;p75"/>
              <p:cNvSpPr/>
              <p:nvPr/>
            </p:nvSpPr>
            <p:spPr>
              <a:xfrm>
                <a:off x="8417467" y="4414894"/>
                <a:ext cx="138861" cy="236462"/>
              </a:xfrm>
              <a:custGeom>
                <a:avLst/>
                <a:gdLst/>
                <a:ahLst/>
                <a:cxnLst/>
                <a:rect l="l" t="t" r="r" b="b"/>
                <a:pathLst>
                  <a:path w="2763" h="4705" extrusionOk="0">
                    <a:moveTo>
                      <a:pt x="2530" y="0"/>
                    </a:moveTo>
                    <a:lnTo>
                      <a:pt x="0" y="233"/>
                    </a:lnTo>
                    <a:lnTo>
                      <a:pt x="75" y="3771"/>
                    </a:lnTo>
                    <a:lnTo>
                      <a:pt x="579" y="4630"/>
                    </a:lnTo>
                    <a:lnTo>
                      <a:pt x="2408" y="4704"/>
                    </a:lnTo>
                    <a:lnTo>
                      <a:pt x="2763" y="3883"/>
                    </a:lnTo>
                    <a:cubicBezTo>
                      <a:pt x="2446" y="3734"/>
                      <a:pt x="2530" y="0"/>
                      <a:pt x="2530"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3" name="Google Shape;6313;p75"/>
              <p:cNvSpPr/>
              <p:nvPr/>
            </p:nvSpPr>
            <p:spPr>
              <a:xfrm>
                <a:off x="8419327" y="4596374"/>
                <a:ext cx="287121" cy="101872"/>
              </a:xfrm>
              <a:custGeom>
                <a:avLst/>
                <a:gdLst/>
                <a:ahLst/>
                <a:cxnLst/>
                <a:rect l="l" t="t" r="r" b="b"/>
                <a:pathLst>
                  <a:path w="5713" h="2027" extrusionOk="0">
                    <a:moveTo>
                      <a:pt x="42" y="0"/>
                    </a:moveTo>
                    <a:cubicBezTo>
                      <a:pt x="14" y="0"/>
                      <a:pt x="0" y="1"/>
                      <a:pt x="0" y="1"/>
                    </a:cubicBezTo>
                    <a:lnTo>
                      <a:pt x="75" y="2027"/>
                    </a:lnTo>
                    <a:lnTo>
                      <a:pt x="5638" y="2027"/>
                    </a:lnTo>
                    <a:cubicBezTo>
                      <a:pt x="5713" y="1831"/>
                      <a:pt x="5601" y="1327"/>
                      <a:pt x="5405" y="1252"/>
                    </a:cubicBezTo>
                    <a:lnTo>
                      <a:pt x="2642" y="197"/>
                    </a:lnTo>
                    <a:cubicBezTo>
                      <a:pt x="2642" y="197"/>
                      <a:pt x="2503" y="430"/>
                      <a:pt x="2119" y="430"/>
                    </a:cubicBezTo>
                    <a:cubicBezTo>
                      <a:pt x="2005" y="430"/>
                      <a:pt x="1869" y="409"/>
                      <a:pt x="1709" y="356"/>
                    </a:cubicBezTo>
                    <a:cubicBezTo>
                      <a:pt x="729" y="27"/>
                      <a:pt x="190" y="0"/>
                      <a:pt x="42" y="0"/>
                    </a:cubicBezTo>
                    <a:close/>
                  </a:path>
                </a:pathLst>
              </a:custGeom>
              <a:solidFill>
                <a:srgbClr val="D9D9D9"/>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4" name="Google Shape;6314;p75"/>
              <p:cNvSpPr/>
              <p:nvPr/>
            </p:nvSpPr>
            <p:spPr>
              <a:xfrm>
                <a:off x="8595228" y="4624066"/>
                <a:ext cx="97650" cy="39000"/>
              </a:xfrm>
              <a:custGeom>
                <a:avLst/>
                <a:gdLst/>
                <a:ahLst/>
                <a:cxnLst/>
                <a:rect l="l" t="t" r="r" b="b"/>
                <a:pathLst>
                  <a:path w="1943" h="776" extrusionOk="0">
                    <a:moveTo>
                      <a:pt x="159" y="1"/>
                    </a:moveTo>
                    <a:lnTo>
                      <a:pt x="1" y="776"/>
                    </a:lnTo>
                    <a:lnTo>
                      <a:pt x="1905" y="776"/>
                    </a:lnTo>
                    <a:cubicBezTo>
                      <a:pt x="1942" y="776"/>
                      <a:pt x="1942" y="776"/>
                      <a:pt x="1942" y="738"/>
                    </a:cubicBezTo>
                    <a:lnTo>
                      <a:pt x="159" y="1"/>
                    </a:lnTo>
                    <a:close/>
                  </a:path>
                </a:pathLst>
              </a:custGeom>
              <a:solidFill>
                <a:srgbClr val="01A09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5" name="Google Shape;6315;p75"/>
              <p:cNvSpPr/>
              <p:nvPr/>
            </p:nvSpPr>
            <p:spPr>
              <a:xfrm>
                <a:off x="8419327" y="4596424"/>
                <a:ext cx="21611" cy="66641"/>
              </a:xfrm>
              <a:custGeom>
                <a:avLst/>
                <a:gdLst/>
                <a:ahLst/>
                <a:cxnLst/>
                <a:rect l="l" t="t" r="r" b="b"/>
                <a:pathLst>
                  <a:path w="430" h="1326" extrusionOk="0">
                    <a:moveTo>
                      <a:pt x="0" y="0"/>
                    </a:moveTo>
                    <a:lnTo>
                      <a:pt x="38" y="1326"/>
                    </a:lnTo>
                    <a:lnTo>
                      <a:pt x="430" y="1326"/>
                    </a:lnTo>
                    <a:lnTo>
                      <a:pt x="346" y="38"/>
                    </a:lnTo>
                    <a:cubicBezTo>
                      <a:pt x="308" y="38"/>
                      <a:pt x="1" y="0"/>
                      <a:pt x="0" y="0"/>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6" name="Google Shape;6316;p75"/>
              <p:cNvSpPr/>
              <p:nvPr/>
            </p:nvSpPr>
            <p:spPr>
              <a:xfrm>
                <a:off x="8421186" y="4663016"/>
                <a:ext cx="273552" cy="1910"/>
              </a:xfrm>
              <a:custGeom>
                <a:avLst/>
                <a:gdLst/>
                <a:ahLst/>
                <a:cxnLst/>
                <a:rect l="l" t="t" r="r" b="b"/>
                <a:pathLst>
                  <a:path w="5443" h="38" extrusionOk="0">
                    <a:moveTo>
                      <a:pt x="1" y="1"/>
                    </a:moveTo>
                    <a:lnTo>
                      <a:pt x="1" y="38"/>
                    </a:lnTo>
                    <a:lnTo>
                      <a:pt x="5442" y="38"/>
                    </a:lnTo>
                    <a:cubicBezTo>
                      <a:pt x="5442" y="1"/>
                      <a:pt x="5442" y="1"/>
                      <a:pt x="5405" y="1"/>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7" name="Google Shape;6317;p75"/>
              <p:cNvSpPr/>
              <p:nvPr/>
            </p:nvSpPr>
            <p:spPr>
              <a:xfrm>
                <a:off x="8030434" y="3668068"/>
                <a:ext cx="553134" cy="875837"/>
              </a:xfrm>
              <a:custGeom>
                <a:avLst/>
                <a:gdLst/>
                <a:ahLst/>
                <a:cxnLst/>
                <a:rect l="l" t="t" r="r" b="b"/>
                <a:pathLst>
                  <a:path w="11006" h="17427" extrusionOk="0">
                    <a:moveTo>
                      <a:pt x="8168" y="0"/>
                    </a:moveTo>
                    <a:lnTo>
                      <a:pt x="150" y="271"/>
                    </a:lnTo>
                    <a:cubicBezTo>
                      <a:pt x="150" y="271"/>
                      <a:pt x="1" y="2838"/>
                      <a:pt x="1279" y="4555"/>
                    </a:cubicBezTo>
                    <a:cubicBezTo>
                      <a:pt x="1783" y="5255"/>
                      <a:pt x="4742" y="9334"/>
                      <a:pt x="5246" y="10389"/>
                    </a:cubicBezTo>
                    <a:cubicBezTo>
                      <a:pt x="5872" y="11743"/>
                      <a:pt x="6301" y="13189"/>
                      <a:pt x="6534" y="14627"/>
                    </a:cubicBezTo>
                    <a:cubicBezTo>
                      <a:pt x="6646" y="15439"/>
                      <a:pt x="6805" y="16409"/>
                      <a:pt x="7038" y="17427"/>
                    </a:cubicBezTo>
                    <a:lnTo>
                      <a:pt x="11005" y="17427"/>
                    </a:lnTo>
                    <a:cubicBezTo>
                      <a:pt x="11005" y="14505"/>
                      <a:pt x="10968" y="11042"/>
                      <a:pt x="10847" y="10072"/>
                    </a:cubicBezTo>
                    <a:cubicBezTo>
                      <a:pt x="10343" y="5526"/>
                      <a:pt x="8168" y="0"/>
                      <a:pt x="8168" y="0"/>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8" name="Google Shape;6318;p75"/>
              <p:cNvSpPr/>
              <p:nvPr/>
            </p:nvSpPr>
            <p:spPr>
              <a:xfrm>
                <a:off x="8198395" y="3848492"/>
                <a:ext cx="259932" cy="617112"/>
              </a:xfrm>
              <a:custGeom>
                <a:avLst/>
                <a:gdLst/>
                <a:ahLst/>
                <a:cxnLst/>
                <a:rect l="l" t="t" r="r" b="b"/>
                <a:pathLst>
                  <a:path w="5172" h="12279" extrusionOk="0">
                    <a:moveTo>
                      <a:pt x="104" y="1"/>
                    </a:moveTo>
                    <a:cubicBezTo>
                      <a:pt x="78" y="1"/>
                      <a:pt x="53" y="12"/>
                      <a:pt x="37" y="32"/>
                    </a:cubicBezTo>
                    <a:cubicBezTo>
                      <a:pt x="0" y="69"/>
                      <a:pt x="0" y="144"/>
                      <a:pt x="37" y="219"/>
                    </a:cubicBezTo>
                    <a:cubicBezTo>
                      <a:pt x="37" y="219"/>
                      <a:pt x="1559" y="1815"/>
                      <a:pt x="3108" y="4811"/>
                    </a:cubicBezTo>
                    <a:cubicBezTo>
                      <a:pt x="4863" y="8274"/>
                      <a:pt x="4938" y="12119"/>
                      <a:pt x="4938" y="12166"/>
                    </a:cubicBezTo>
                    <a:cubicBezTo>
                      <a:pt x="4938" y="12203"/>
                      <a:pt x="4975" y="12278"/>
                      <a:pt x="5059" y="12278"/>
                    </a:cubicBezTo>
                    <a:cubicBezTo>
                      <a:pt x="5134" y="12278"/>
                      <a:pt x="5171" y="12203"/>
                      <a:pt x="5171" y="12166"/>
                    </a:cubicBezTo>
                    <a:cubicBezTo>
                      <a:pt x="5171" y="12119"/>
                      <a:pt x="5097" y="8237"/>
                      <a:pt x="3304" y="4736"/>
                    </a:cubicBezTo>
                    <a:cubicBezTo>
                      <a:pt x="1755" y="1703"/>
                      <a:pt x="234" y="69"/>
                      <a:pt x="196" y="69"/>
                    </a:cubicBezTo>
                    <a:cubicBezTo>
                      <a:pt x="175" y="21"/>
                      <a:pt x="138" y="1"/>
                      <a:pt x="104"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19" name="Google Shape;6319;p75"/>
              <p:cNvSpPr/>
              <p:nvPr/>
            </p:nvSpPr>
            <p:spPr>
              <a:xfrm>
                <a:off x="8321726" y="3854925"/>
                <a:ext cx="64330" cy="182837"/>
              </a:xfrm>
              <a:custGeom>
                <a:avLst/>
                <a:gdLst/>
                <a:ahLst/>
                <a:cxnLst/>
                <a:rect l="l" t="t" r="r" b="b"/>
                <a:pathLst>
                  <a:path w="1280" h="3638" extrusionOk="0">
                    <a:moveTo>
                      <a:pt x="116" y="1"/>
                    </a:moveTo>
                    <a:cubicBezTo>
                      <a:pt x="101" y="1"/>
                      <a:pt x="87" y="5"/>
                      <a:pt x="76" y="16"/>
                    </a:cubicBezTo>
                    <a:cubicBezTo>
                      <a:pt x="38" y="53"/>
                      <a:pt x="1" y="137"/>
                      <a:pt x="38" y="175"/>
                    </a:cubicBezTo>
                    <a:cubicBezTo>
                      <a:pt x="38" y="212"/>
                      <a:pt x="1009" y="1883"/>
                      <a:pt x="38" y="3479"/>
                    </a:cubicBezTo>
                    <a:cubicBezTo>
                      <a:pt x="1" y="3516"/>
                      <a:pt x="38" y="3591"/>
                      <a:pt x="76" y="3638"/>
                    </a:cubicBezTo>
                    <a:lnTo>
                      <a:pt x="113" y="3638"/>
                    </a:lnTo>
                    <a:cubicBezTo>
                      <a:pt x="150" y="3638"/>
                      <a:pt x="188" y="3638"/>
                      <a:pt x="234" y="3591"/>
                    </a:cubicBezTo>
                    <a:cubicBezTo>
                      <a:pt x="1280" y="1883"/>
                      <a:pt x="234" y="91"/>
                      <a:pt x="234" y="53"/>
                    </a:cubicBezTo>
                    <a:cubicBezTo>
                      <a:pt x="201" y="27"/>
                      <a:pt x="154" y="1"/>
                      <a:pt x="116"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0" name="Google Shape;6320;p75"/>
              <p:cNvSpPr/>
              <p:nvPr/>
            </p:nvSpPr>
            <p:spPr>
              <a:xfrm>
                <a:off x="8366305" y="4455703"/>
                <a:ext cx="213494" cy="13620"/>
              </a:xfrm>
              <a:custGeom>
                <a:avLst/>
                <a:gdLst/>
                <a:ahLst/>
                <a:cxnLst/>
                <a:rect l="l" t="t" r="r" b="b"/>
                <a:pathLst>
                  <a:path w="4248" h="271" extrusionOk="0">
                    <a:moveTo>
                      <a:pt x="4126" y="0"/>
                    </a:moveTo>
                    <a:lnTo>
                      <a:pt x="122" y="37"/>
                    </a:lnTo>
                    <a:cubicBezTo>
                      <a:pt x="47" y="84"/>
                      <a:pt x="1" y="121"/>
                      <a:pt x="1" y="159"/>
                    </a:cubicBezTo>
                    <a:cubicBezTo>
                      <a:pt x="1" y="233"/>
                      <a:pt x="47" y="271"/>
                      <a:pt x="122" y="271"/>
                    </a:cubicBezTo>
                    <a:lnTo>
                      <a:pt x="4126" y="233"/>
                    </a:lnTo>
                    <a:cubicBezTo>
                      <a:pt x="4201" y="233"/>
                      <a:pt x="4248" y="196"/>
                      <a:pt x="4248" y="121"/>
                    </a:cubicBezTo>
                    <a:cubicBezTo>
                      <a:pt x="4248" y="37"/>
                      <a:pt x="4201" y="0"/>
                      <a:pt x="4126"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1" name="Google Shape;6321;p75"/>
              <p:cNvSpPr/>
              <p:nvPr/>
            </p:nvSpPr>
            <p:spPr>
              <a:xfrm>
                <a:off x="8002742" y="4455703"/>
                <a:ext cx="219123" cy="15982"/>
              </a:xfrm>
              <a:custGeom>
                <a:avLst/>
                <a:gdLst/>
                <a:ahLst/>
                <a:cxnLst/>
                <a:rect l="l" t="t" r="r" b="b"/>
                <a:pathLst>
                  <a:path w="4360" h="318" extrusionOk="0">
                    <a:moveTo>
                      <a:pt x="4248" y="0"/>
                    </a:moveTo>
                    <a:lnTo>
                      <a:pt x="122" y="84"/>
                    </a:lnTo>
                    <a:cubicBezTo>
                      <a:pt x="48" y="84"/>
                      <a:pt x="1" y="121"/>
                      <a:pt x="1" y="196"/>
                    </a:cubicBezTo>
                    <a:cubicBezTo>
                      <a:pt x="1" y="233"/>
                      <a:pt x="48" y="317"/>
                      <a:pt x="122" y="317"/>
                    </a:cubicBezTo>
                    <a:lnTo>
                      <a:pt x="4248" y="233"/>
                    </a:lnTo>
                    <a:cubicBezTo>
                      <a:pt x="4323" y="233"/>
                      <a:pt x="4360" y="196"/>
                      <a:pt x="4360" y="121"/>
                    </a:cubicBezTo>
                    <a:cubicBezTo>
                      <a:pt x="4360" y="84"/>
                      <a:pt x="4323" y="0"/>
                      <a:pt x="4248" y="0"/>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2" name="Google Shape;6322;p75"/>
              <p:cNvSpPr/>
              <p:nvPr/>
            </p:nvSpPr>
            <p:spPr>
              <a:xfrm>
                <a:off x="8278606" y="3012861"/>
                <a:ext cx="234602" cy="545947"/>
              </a:xfrm>
              <a:custGeom>
                <a:avLst/>
                <a:gdLst/>
                <a:ahLst/>
                <a:cxnLst/>
                <a:rect l="l" t="t" r="r" b="b"/>
                <a:pathLst>
                  <a:path w="4668" h="10863" extrusionOk="0">
                    <a:moveTo>
                      <a:pt x="1008" y="0"/>
                    </a:moveTo>
                    <a:cubicBezTo>
                      <a:pt x="983" y="0"/>
                      <a:pt x="958" y="3"/>
                      <a:pt x="934" y="7"/>
                    </a:cubicBezTo>
                    <a:cubicBezTo>
                      <a:pt x="775" y="7"/>
                      <a:pt x="700" y="91"/>
                      <a:pt x="700" y="91"/>
                    </a:cubicBezTo>
                    <a:lnTo>
                      <a:pt x="626" y="91"/>
                    </a:lnTo>
                    <a:cubicBezTo>
                      <a:pt x="0" y="941"/>
                      <a:pt x="4667" y="10863"/>
                      <a:pt x="4667" y="10863"/>
                    </a:cubicBezTo>
                    <a:cubicBezTo>
                      <a:pt x="4667" y="10863"/>
                      <a:pt x="4397" y="7558"/>
                      <a:pt x="4359" y="7325"/>
                    </a:cubicBezTo>
                    <a:cubicBezTo>
                      <a:pt x="3659" y="2733"/>
                      <a:pt x="1979" y="707"/>
                      <a:pt x="1475" y="203"/>
                    </a:cubicBezTo>
                    <a:cubicBezTo>
                      <a:pt x="1345" y="105"/>
                      <a:pt x="1178" y="0"/>
                      <a:pt x="1008" y="0"/>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3" name="Google Shape;6323;p75"/>
              <p:cNvSpPr/>
              <p:nvPr/>
            </p:nvSpPr>
            <p:spPr>
              <a:xfrm>
                <a:off x="7870012" y="3090609"/>
                <a:ext cx="250081" cy="440507"/>
              </a:xfrm>
              <a:custGeom>
                <a:avLst/>
                <a:gdLst/>
                <a:ahLst/>
                <a:cxnLst/>
                <a:rect l="l" t="t" r="r" b="b"/>
                <a:pathLst>
                  <a:path w="4976" h="8765" extrusionOk="0">
                    <a:moveTo>
                      <a:pt x="4479" y="1"/>
                    </a:moveTo>
                    <a:cubicBezTo>
                      <a:pt x="3444" y="1"/>
                      <a:pt x="1111" y="213"/>
                      <a:pt x="663" y="2082"/>
                    </a:cubicBezTo>
                    <a:cubicBezTo>
                      <a:pt x="392" y="3053"/>
                      <a:pt x="122" y="4219"/>
                      <a:pt x="38" y="5731"/>
                    </a:cubicBezTo>
                    <a:cubicBezTo>
                      <a:pt x="0" y="6786"/>
                      <a:pt x="504" y="8420"/>
                      <a:pt x="2138" y="8765"/>
                    </a:cubicBezTo>
                    <a:lnTo>
                      <a:pt x="3622" y="8224"/>
                    </a:lnTo>
                    <a:lnTo>
                      <a:pt x="4975" y="19"/>
                    </a:lnTo>
                    <a:cubicBezTo>
                      <a:pt x="4975" y="19"/>
                      <a:pt x="4783" y="1"/>
                      <a:pt x="4479" y="1"/>
                    </a:cubicBezTo>
                    <a:close/>
                  </a:path>
                </a:pathLst>
              </a:custGeom>
              <a:solidFill>
                <a:srgbClr val="BC7BFB"/>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4" name="Google Shape;6324;p75"/>
              <p:cNvSpPr/>
              <p:nvPr/>
            </p:nvSpPr>
            <p:spPr>
              <a:xfrm>
                <a:off x="7878003" y="3041307"/>
                <a:ext cx="226611" cy="289785"/>
              </a:xfrm>
              <a:custGeom>
                <a:avLst/>
                <a:gdLst/>
                <a:ahLst/>
                <a:cxnLst/>
                <a:rect l="l" t="t" r="r" b="b"/>
                <a:pathLst>
                  <a:path w="4509" h="5766" extrusionOk="0">
                    <a:moveTo>
                      <a:pt x="3452" y="0"/>
                    </a:moveTo>
                    <a:cubicBezTo>
                      <a:pt x="2969" y="0"/>
                      <a:pt x="2484" y="130"/>
                      <a:pt x="2063" y="375"/>
                    </a:cubicBezTo>
                    <a:cubicBezTo>
                      <a:pt x="429" y="1308"/>
                      <a:pt x="0" y="4426"/>
                      <a:pt x="112" y="4892"/>
                    </a:cubicBezTo>
                    <a:cubicBezTo>
                      <a:pt x="219" y="5316"/>
                      <a:pt x="397" y="5765"/>
                      <a:pt x="668" y="5765"/>
                    </a:cubicBezTo>
                    <a:cubicBezTo>
                      <a:pt x="893" y="5765"/>
                      <a:pt x="1182" y="5458"/>
                      <a:pt x="1549" y="4575"/>
                    </a:cubicBezTo>
                    <a:cubicBezTo>
                      <a:pt x="1979" y="3530"/>
                      <a:pt x="3463" y="925"/>
                      <a:pt x="3463" y="925"/>
                    </a:cubicBezTo>
                    <a:lnTo>
                      <a:pt x="4508" y="225"/>
                    </a:lnTo>
                    <a:cubicBezTo>
                      <a:pt x="4176" y="73"/>
                      <a:pt x="3814" y="0"/>
                      <a:pt x="3452" y="0"/>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5" name="Google Shape;6325;p75"/>
              <p:cNvSpPr/>
              <p:nvPr/>
            </p:nvSpPr>
            <p:spPr>
              <a:xfrm>
                <a:off x="7915043" y="3073522"/>
                <a:ext cx="248222" cy="385375"/>
              </a:xfrm>
              <a:custGeom>
                <a:avLst/>
                <a:gdLst/>
                <a:ahLst/>
                <a:cxnLst/>
                <a:rect l="l" t="t" r="r" b="b"/>
                <a:pathLst>
                  <a:path w="4939" h="7668" extrusionOk="0">
                    <a:moveTo>
                      <a:pt x="3444" y="0"/>
                    </a:moveTo>
                    <a:cubicBezTo>
                      <a:pt x="1968" y="0"/>
                      <a:pt x="1279" y="1451"/>
                      <a:pt x="1279" y="1451"/>
                    </a:cubicBezTo>
                    <a:cubicBezTo>
                      <a:pt x="346" y="3159"/>
                      <a:pt x="0" y="7285"/>
                      <a:pt x="0" y="7285"/>
                    </a:cubicBezTo>
                    <a:lnTo>
                      <a:pt x="3379" y="7668"/>
                    </a:lnTo>
                    <a:cubicBezTo>
                      <a:pt x="4163" y="6771"/>
                      <a:pt x="4938" y="6659"/>
                      <a:pt x="4938" y="6659"/>
                    </a:cubicBezTo>
                    <a:lnTo>
                      <a:pt x="4630" y="284"/>
                    </a:lnTo>
                    <a:cubicBezTo>
                      <a:pt x="4190" y="82"/>
                      <a:pt x="3795" y="0"/>
                      <a:pt x="3444" y="0"/>
                    </a:cubicBezTo>
                    <a:close/>
                  </a:path>
                </a:pathLst>
              </a:custGeom>
              <a:solidFill>
                <a:srgbClr val="FD7DA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6" name="Google Shape;6326;p75"/>
              <p:cNvSpPr/>
              <p:nvPr/>
            </p:nvSpPr>
            <p:spPr>
              <a:xfrm>
                <a:off x="7883632" y="3041307"/>
                <a:ext cx="259932" cy="523130"/>
              </a:xfrm>
              <a:custGeom>
                <a:avLst/>
                <a:gdLst/>
                <a:ahLst/>
                <a:cxnLst/>
                <a:rect l="l" t="t" r="r" b="b"/>
                <a:pathLst>
                  <a:path w="5172" h="10409" extrusionOk="0">
                    <a:moveTo>
                      <a:pt x="3944" y="1"/>
                    </a:moveTo>
                    <a:cubicBezTo>
                      <a:pt x="2875" y="1"/>
                      <a:pt x="1397" y="694"/>
                      <a:pt x="737" y="4192"/>
                    </a:cubicBezTo>
                    <a:cubicBezTo>
                      <a:pt x="737" y="4192"/>
                      <a:pt x="271" y="5742"/>
                      <a:pt x="121" y="7412"/>
                    </a:cubicBezTo>
                    <a:cubicBezTo>
                      <a:pt x="0" y="8626"/>
                      <a:pt x="821" y="9709"/>
                      <a:pt x="1988" y="9942"/>
                    </a:cubicBezTo>
                    <a:lnTo>
                      <a:pt x="4592" y="10409"/>
                    </a:lnTo>
                    <a:lnTo>
                      <a:pt x="5171" y="300"/>
                    </a:lnTo>
                    <a:cubicBezTo>
                      <a:pt x="5171" y="300"/>
                      <a:pt x="4646" y="1"/>
                      <a:pt x="3944"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7" name="Google Shape;6327;p75"/>
              <p:cNvSpPr/>
              <p:nvPr/>
            </p:nvSpPr>
            <p:spPr>
              <a:xfrm>
                <a:off x="8028574" y="3052615"/>
                <a:ext cx="142631" cy="242090"/>
              </a:xfrm>
              <a:custGeom>
                <a:avLst/>
                <a:gdLst/>
                <a:ahLst/>
                <a:cxnLst/>
                <a:rect l="l" t="t" r="r" b="b"/>
                <a:pathLst>
                  <a:path w="2838" h="4817" extrusionOk="0">
                    <a:moveTo>
                      <a:pt x="2838" y="0"/>
                    </a:moveTo>
                    <a:cubicBezTo>
                      <a:pt x="2838" y="0"/>
                      <a:pt x="1671" y="75"/>
                      <a:pt x="1587" y="150"/>
                    </a:cubicBezTo>
                    <a:cubicBezTo>
                      <a:pt x="1587" y="150"/>
                      <a:pt x="579" y="1354"/>
                      <a:pt x="0" y="4817"/>
                    </a:cubicBezTo>
                    <a:lnTo>
                      <a:pt x="2138" y="1046"/>
                    </a:lnTo>
                    <a:cubicBezTo>
                      <a:pt x="2138" y="1046"/>
                      <a:pt x="2287" y="700"/>
                      <a:pt x="2838" y="0"/>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8" name="Google Shape;6328;p75"/>
              <p:cNvSpPr/>
              <p:nvPr/>
            </p:nvSpPr>
            <p:spPr>
              <a:xfrm>
                <a:off x="7915043" y="3036633"/>
                <a:ext cx="191431" cy="477145"/>
              </a:xfrm>
              <a:custGeom>
                <a:avLst/>
                <a:gdLst/>
                <a:ahLst/>
                <a:cxnLst/>
                <a:rect l="l" t="t" r="r" b="b"/>
                <a:pathLst>
                  <a:path w="3809" h="9494" extrusionOk="0">
                    <a:moveTo>
                      <a:pt x="3697" y="1"/>
                    </a:moveTo>
                    <a:cubicBezTo>
                      <a:pt x="3659" y="1"/>
                      <a:pt x="2297" y="197"/>
                      <a:pt x="1597" y="1905"/>
                    </a:cubicBezTo>
                    <a:cubicBezTo>
                      <a:pt x="1009" y="3305"/>
                      <a:pt x="0" y="6731"/>
                      <a:pt x="196" y="9419"/>
                    </a:cubicBezTo>
                    <a:cubicBezTo>
                      <a:pt x="196" y="9456"/>
                      <a:pt x="234" y="9494"/>
                      <a:pt x="308" y="9494"/>
                    </a:cubicBezTo>
                    <a:cubicBezTo>
                      <a:pt x="346" y="9494"/>
                      <a:pt x="392" y="9456"/>
                      <a:pt x="392" y="9419"/>
                    </a:cubicBezTo>
                    <a:cubicBezTo>
                      <a:pt x="159" y="6731"/>
                      <a:pt x="1205" y="3389"/>
                      <a:pt x="1746" y="1989"/>
                    </a:cubicBezTo>
                    <a:cubicBezTo>
                      <a:pt x="2409" y="356"/>
                      <a:pt x="3734" y="160"/>
                      <a:pt x="3734" y="160"/>
                    </a:cubicBezTo>
                    <a:cubicBezTo>
                      <a:pt x="3771" y="160"/>
                      <a:pt x="3809" y="122"/>
                      <a:pt x="3809" y="85"/>
                    </a:cubicBezTo>
                    <a:cubicBezTo>
                      <a:pt x="3809" y="38"/>
                      <a:pt x="3771" y="1"/>
                      <a:pt x="369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29" name="Google Shape;6329;p75"/>
              <p:cNvSpPr/>
              <p:nvPr/>
            </p:nvSpPr>
            <p:spPr>
              <a:xfrm>
                <a:off x="8173065" y="2960643"/>
                <a:ext cx="162332" cy="169870"/>
              </a:xfrm>
              <a:custGeom>
                <a:avLst/>
                <a:gdLst/>
                <a:ahLst/>
                <a:cxnLst/>
                <a:rect l="l" t="t" r="r" b="b"/>
                <a:pathLst>
                  <a:path w="3230" h="3380" extrusionOk="0">
                    <a:moveTo>
                      <a:pt x="504" y="1"/>
                    </a:moveTo>
                    <a:lnTo>
                      <a:pt x="271" y="1242"/>
                    </a:lnTo>
                    <a:lnTo>
                      <a:pt x="0" y="2997"/>
                    </a:lnTo>
                    <a:lnTo>
                      <a:pt x="3034" y="3380"/>
                    </a:lnTo>
                    <a:lnTo>
                      <a:pt x="3230" y="76"/>
                    </a:lnTo>
                    <a:lnTo>
                      <a:pt x="504" y="1"/>
                    </a:ln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0" name="Google Shape;6330;p75"/>
              <p:cNvSpPr/>
              <p:nvPr/>
            </p:nvSpPr>
            <p:spPr>
              <a:xfrm>
                <a:off x="8184775" y="2960643"/>
                <a:ext cx="150622" cy="76040"/>
              </a:xfrm>
              <a:custGeom>
                <a:avLst/>
                <a:gdLst/>
                <a:ahLst/>
                <a:cxnLst/>
                <a:rect l="l" t="t" r="r" b="b"/>
                <a:pathLst>
                  <a:path w="2997" h="1513" extrusionOk="0">
                    <a:moveTo>
                      <a:pt x="271" y="1"/>
                    </a:moveTo>
                    <a:lnTo>
                      <a:pt x="38" y="1242"/>
                    </a:lnTo>
                    <a:lnTo>
                      <a:pt x="0" y="1513"/>
                    </a:lnTo>
                    <a:cubicBezTo>
                      <a:pt x="2446" y="1168"/>
                      <a:pt x="2997" y="76"/>
                      <a:pt x="2997" y="76"/>
                    </a:cubicBezTo>
                    <a:lnTo>
                      <a:pt x="271" y="1"/>
                    </a:lnTo>
                    <a:close/>
                  </a:path>
                </a:pathLst>
              </a:custGeom>
              <a:solidFill>
                <a:srgbClr val="EC7D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1" name="Google Shape;6331;p75"/>
              <p:cNvSpPr/>
              <p:nvPr/>
            </p:nvSpPr>
            <p:spPr>
              <a:xfrm>
                <a:off x="8005104" y="3023063"/>
                <a:ext cx="539514" cy="835330"/>
              </a:xfrm>
              <a:custGeom>
                <a:avLst/>
                <a:gdLst/>
                <a:ahLst/>
                <a:cxnLst/>
                <a:rect l="l" t="t" r="r" b="b"/>
                <a:pathLst>
                  <a:path w="10735" h="16621" extrusionOk="0">
                    <a:moveTo>
                      <a:pt x="3575" y="0"/>
                    </a:moveTo>
                    <a:cubicBezTo>
                      <a:pt x="1" y="4471"/>
                      <a:pt x="467" y="14001"/>
                      <a:pt x="467" y="14001"/>
                    </a:cubicBezTo>
                    <a:cubicBezTo>
                      <a:pt x="309" y="16409"/>
                      <a:pt x="4938" y="16493"/>
                      <a:pt x="4938" y="16493"/>
                    </a:cubicBezTo>
                    <a:cubicBezTo>
                      <a:pt x="5683" y="16580"/>
                      <a:pt x="6319" y="16620"/>
                      <a:pt x="6864" y="16620"/>
                    </a:cubicBezTo>
                    <a:cubicBezTo>
                      <a:pt x="9708" y="16620"/>
                      <a:pt x="10047" y="15531"/>
                      <a:pt x="10109" y="14356"/>
                    </a:cubicBezTo>
                    <a:cubicBezTo>
                      <a:pt x="10735" y="5330"/>
                      <a:pt x="6488" y="467"/>
                      <a:pt x="6488" y="467"/>
                    </a:cubicBezTo>
                    <a:cubicBezTo>
                      <a:pt x="6377" y="774"/>
                      <a:pt x="6123" y="887"/>
                      <a:pt x="5809" y="887"/>
                    </a:cubicBezTo>
                    <a:cubicBezTo>
                      <a:pt x="4929" y="887"/>
                      <a:pt x="3575" y="0"/>
                      <a:pt x="3575"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2" name="Google Shape;6332;p75"/>
              <p:cNvSpPr/>
              <p:nvPr/>
            </p:nvSpPr>
            <p:spPr>
              <a:xfrm>
                <a:off x="8032294" y="3033265"/>
                <a:ext cx="355672" cy="598165"/>
              </a:xfrm>
              <a:custGeom>
                <a:avLst/>
                <a:gdLst/>
                <a:ahLst/>
                <a:cxnLst/>
                <a:rect l="l" t="t" r="r" b="b"/>
                <a:pathLst>
                  <a:path w="7077" h="11902" extrusionOk="0">
                    <a:moveTo>
                      <a:pt x="2627" y="1"/>
                    </a:moveTo>
                    <a:cubicBezTo>
                      <a:pt x="2076" y="1"/>
                      <a:pt x="1292" y="474"/>
                      <a:pt x="813" y="1897"/>
                    </a:cubicBezTo>
                    <a:cubicBezTo>
                      <a:pt x="813" y="1897"/>
                      <a:pt x="1310" y="810"/>
                      <a:pt x="2061" y="810"/>
                    </a:cubicBezTo>
                    <a:cubicBezTo>
                      <a:pt x="2230" y="810"/>
                      <a:pt x="2413" y="866"/>
                      <a:pt x="2605" y="1001"/>
                    </a:cubicBezTo>
                    <a:cubicBezTo>
                      <a:pt x="3847" y="1823"/>
                      <a:pt x="4939" y="4352"/>
                      <a:pt x="5480" y="8469"/>
                    </a:cubicBezTo>
                    <a:cubicBezTo>
                      <a:pt x="5639" y="9561"/>
                      <a:pt x="4976" y="10606"/>
                      <a:pt x="3931" y="10923"/>
                    </a:cubicBezTo>
                    <a:cubicBezTo>
                      <a:pt x="3630" y="11003"/>
                      <a:pt x="3317" y="11036"/>
                      <a:pt x="3005" y="11036"/>
                    </a:cubicBezTo>
                    <a:cubicBezTo>
                      <a:pt x="1495" y="11036"/>
                      <a:pt x="1" y="10261"/>
                      <a:pt x="1" y="10261"/>
                    </a:cubicBezTo>
                    <a:lnTo>
                      <a:pt x="1" y="11306"/>
                    </a:lnTo>
                    <a:cubicBezTo>
                      <a:pt x="1" y="11306"/>
                      <a:pt x="684" y="11901"/>
                      <a:pt x="2258" y="11901"/>
                    </a:cubicBezTo>
                    <a:cubicBezTo>
                      <a:pt x="2742" y="11901"/>
                      <a:pt x="3310" y="11845"/>
                      <a:pt x="3968" y="11698"/>
                    </a:cubicBezTo>
                    <a:cubicBezTo>
                      <a:pt x="7076" y="10998"/>
                      <a:pt x="6497" y="8861"/>
                      <a:pt x="6497" y="8861"/>
                    </a:cubicBezTo>
                    <a:cubicBezTo>
                      <a:pt x="6497" y="8861"/>
                      <a:pt x="6339" y="1785"/>
                      <a:pt x="2960" y="68"/>
                    </a:cubicBezTo>
                    <a:cubicBezTo>
                      <a:pt x="2865" y="25"/>
                      <a:pt x="2752" y="1"/>
                      <a:pt x="2627" y="1"/>
                    </a:cubicBezTo>
                    <a:close/>
                  </a:path>
                </a:pathLst>
              </a:custGeom>
              <a:solidFill>
                <a:srgbClr val="338EE4"/>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3" name="Google Shape;6333;p75"/>
              <p:cNvSpPr/>
              <p:nvPr/>
            </p:nvSpPr>
            <p:spPr>
              <a:xfrm>
                <a:off x="8358816" y="3421052"/>
                <a:ext cx="62420" cy="34728"/>
              </a:xfrm>
              <a:custGeom>
                <a:avLst/>
                <a:gdLst/>
                <a:ahLst/>
                <a:cxnLst/>
                <a:rect l="l" t="t" r="r" b="b"/>
                <a:pathLst>
                  <a:path w="1242" h="691" extrusionOk="0">
                    <a:moveTo>
                      <a:pt x="1001" y="0"/>
                    </a:moveTo>
                    <a:cubicBezTo>
                      <a:pt x="977" y="0"/>
                      <a:pt x="954" y="5"/>
                      <a:pt x="934" y="15"/>
                    </a:cubicBezTo>
                    <a:cubicBezTo>
                      <a:pt x="579" y="211"/>
                      <a:pt x="0" y="444"/>
                      <a:pt x="75" y="603"/>
                    </a:cubicBezTo>
                    <a:cubicBezTo>
                      <a:pt x="110" y="638"/>
                      <a:pt x="178" y="691"/>
                      <a:pt x="312" y="691"/>
                    </a:cubicBezTo>
                    <a:cubicBezTo>
                      <a:pt x="467" y="691"/>
                      <a:pt x="708" y="620"/>
                      <a:pt x="1083" y="370"/>
                    </a:cubicBezTo>
                    <a:cubicBezTo>
                      <a:pt x="1167" y="286"/>
                      <a:pt x="1242" y="211"/>
                      <a:pt x="1167" y="90"/>
                    </a:cubicBezTo>
                    <a:cubicBezTo>
                      <a:pt x="1140" y="35"/>
                      <a:pt x="1067" y="0"/>
                      <a:pt x="1001"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4" name="Google Shape;6334;p75"/>
              <p:cNvSpPr/>
              <p:nvPr/>
            </p:nvSpPr>
            <p:spPr>
              <a:xfrm>
                <a:off x="8360676" y="3419846"/>
                <a:ext cx="60560" cy="37191"/>
              </a:xfrm>
              <a:custGeom>
                <a:avLst/>
                <a:gdLst/>
                <a:ahLst/>
                <a:cxnLst/>
                <a:rect l="l" t="t" r="r" b="b"/>
                <a:pathLst>
                  <a:path w="1205" h="740" extrusionOk="0">
                    <a:moveTo>
                      <a:pt x="971" y="76"/>
                    </a:moveTo>
                    <a:cubicBezTo>
                      <a:pt x="1009" y="76"/>
                      <a:pt x="1093" y="76"/>
                      <a:pt x="1093" y="160"/>
                    </a:cubicBezTo>
                    <a:cubicBezTo>
                      <a:pt x="1167" y="235"/>
                      <a:pt x="1093" y="310"/>
                      <a:pt x="1046" y="347"/>
                    </a:cubicBezTo>
                    <a:cubicBezTo>
                      <a:pt x="666" y="615"/>
                      <a:pt x="418" y="681"/>
                      <a:pt x="287" y="681"/>
                    </a:cubicBezTo>
                    <a:cubicBezTo>
                      <a:pt x="245" y="681"/>
                      <a:pt x="215" y="674"/>
                      <a:pt x="197" y="665"/>
                    </a:cubicBezTo>
                    <a:cubicBezTo>
                      <a:pt x="113" y="665"/>
                      <a:pt x="75" y="627"/>
                      <a:pt x="75" y="627"/>
                    </a:cubicBezTo>
                    <a:lnTo>
                      <a:pt x="75" y="580"/>
                    </a:lnTo>
                    <a:cubicBezTo>
                      <a:pt x="113" y="468"/>
                      <a:pt x="393" y="347"/>
                      <a:pt x="579" y="235"/>
                    </a:cubicBezTo>
                    <a:cubicBezTo>
                      <a:pt x="701" y="198"/>
                      <a:pt x="813" y="114"/>
                      <a:pt x="897" y="76"/>
                    </a:cubicBezTo>
                    <a:close/>
                    <a:moveTo>
                      <a:pt x="990" y="0"/>
                    </a:moveTo>
                    <a:cubicBezTo>
                      <a:pt x="956" y="0"/>
                      <a:pt x="923" y="13"/>
                      <a:pt x="897" y="39"/>
                    </a:cubicBezTo>
                    <a:cubicBezTo>
                      <a:pt x="775" y="76"/>
                      <a:pt x="663" y="114"/>
                      <a:pt x="579" y="198"/>
                    </a:cubicBezTo>
                    <a:cubicBezTo>
                      <a:pt x="309" y="310"/>
                      <a:pt x="75" y="431"/>
                      <a:pt x="38" y="543"/>
                    </a:cubicBezTo>
                    <a:cubicBezTo>
                      <a:pt x="1" y="580"/>
                      <a:pt x="1" y="627"/>
                      <a:pt x="38" y="627"/>
                    </a:cubicBezTo>
                    <a:cubicBezTo>
                      <a:pt x="38" y="665"/>
                      <a:pt x="75" y="702"/>
                      <a:pt x="159" y="739"/>
                    </a:cubicBezTo>
                    <a:lnTo>
                      <a:pt x="271" y="739"/>
                    </a:lnTo>
                    <a:cubicBezTo>
                      <a:pt x="430" y="739"/>
                      <a:pt x="663" y="665"/>
                      <a:pt x="1046" y="431"/>
                    </a:cubicBezTo>
                    <a:cubicBezTo>
                      <a:pt x="1167" y="347"/>
                      <a:pt x="1205" y="198"/>
                      <a:pt x="1167" y="114"/>
                    </a:cubicBezTo>
                    <a:cubicBezTo>
                      <a:pt x="1119" y="41"/>
                      <a:pt x="1052" y="0"/>
                      <a:pt x="990"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5" name="Google Shape;6335;p75"/>
              <p:cNvSpPr/>
              <p:nvPr/>
            </p:nvSpPr>
            <p:spPr>
              <a:xfrm>
                <a:off x="8350826" y="3399442"/>
                <a:ext cx="70411" cy="39754"/>
              </a:xfrm>
              <a:custGeom>
                <a:avLst/>
                <a:gdLst/>
                <a:ahLst/>
                <a:cxnLst/>
                <a:rect l="l" t="t" r="r" b="b"/>
                <a:pathLst>
                  <a:path w="1401" h="791" extrusionOk="0">
                    <a:moveTo>
                      <a:pt x="1198" y="0"/>
                    </a:moveTo>
                    <a:cubicBezTo>
                      <a:pt x="1175" y="0"/>
                      <a:pt x="1152" y="5"/>
                      <a:pt x="1130" y="16"/>
                    </a:cubicBezTo>
                    <a:cubicBezTo>
                      <a:pt x="738" y="286"/>
                      <a:pt x="1" y="641"/>
                      <a:pt x="122" y="753"/>
                    </a:cubicBezTo>
                    <a:cubicBezTo>
                      <a:pt x="146" y="779"/>
                      <a:pt x="184" y="790"/>
                      <a:pt x="232" y="790"/>
                    </a:cubicBezTo>
                    <a:cubicBezTo>
                      <a:pt x="478" y="790"/>
                      <a:pt x="992" y="490"/>
                      <a:pt x="1289" y="333"/>
                    </a:cubicBezTo>
                    <a:cubicBezTo>
                      <a:pt x="1401" y="286"/>
                      <a:pt x="1401" y="174"/>
                      <a:pt x="1363" y="100"/>
                    </a:cubicBezTo>
                    <a:lnTo>
                      <a:pt x="1363" y="53"/>
                    </a:lnTo>
                    <a:cubicBezTo>
                      <a:pt x="1311" y="27"/>
                      <a:pt x="1253" y="0"/>
                      <a:pt x="1198"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6" name="Google Shape;6336;p75"/>
              <p:cNvSpPr/>
              <p:nvPr/>
            </p:nvSpPr>
            <p:spPr>
              <a:xfrm>
                <a:off x="8354595" y="3397582"/>
                <a:ext cx="68551" cy="43975"/>
              </a:xfrm>
              <a:custGeom>
                <a:avLst/>
                <a:gdLst/>
                <a:ahLst/>
                <a:cxnLst/>
                <a:rect l="l" t="t" r="r" b="b"/>
                <a:pathLst>
                  <a:path w="1364" h="875" extrusionOk="0">
                    <a:moveTo>
                      <a:pt x="1130" y="53"/>
                    </a:moveTo>
                    <a:cubicBezTo>
                      <a:pt x="1167" y="53"/>
                      <a:pt x="1214" y="90"/>
                      <a:pt x="1251" y="137"/>
                    </a:cubicBezTo>
                    <a:cubicBezTo>
                      <a:pt x="1288" y="174"/>
                      <a:pt x="1288" y="211"/>
                      <a:pt x="1288" y="249"/>
                    </a:cubicBezTo>
                    <a:cubicBezTo>
                      <a:pt x="1251" y="286"/>
                      <a:pt x="1251" y="323"/>
                      <a:pt x="1214" y="323"/>
                    </a:cubicBezTo>
                    <a:lnTo>
                      <a:pt x="1130" y="370"/>
                    </a:lnTo>
                    <a:cubicBezTo>
                      <a:pt x="876" y="524"/>
                      <a:pt x="405" y="793"/>
                      <a:pt x="186" y="793"/>
                    </a:cubicBezTo>
                    <a:cubicBezTo>
                      <a:pt x="139" y="793"/>
                      <a:pt x="104" y="781"/>
                      <a:pt x="84" y="753"/>
                    </a:cubicBezTo>
                    <a:cubicBezTo>
                      <a:pt x="84" y="678"/>
                      <a:pt x="430" y="445"/>
                      <a:pt x="700" y="286"/>
                    </a:cubicBezTo>
                    <a:cubicBezTo>
                      <a:pt x="859" y="211"/>
                      <a:pt x="980" y="137"/>
                      <a:pt x="1055" y="90"/>
                    </a:cubicBezTo>
                    <a:cubicBezTo>
                      <a:pt x="1092" y="53"/>
                      <a:pt x="1130" y="53"/>
                      <a:pt x="1130" y="53"/>
                    </a:cubicBezTo>
                    <a:close/>
                    <a:moveTo>
                      <a:pt x="1123" y="1"/>
                    </a:moveTo>
                    <a:cubicBezTo>
                      <a:pt x="1098" y="1"/>
                      <a:pt x="1075" y="5"/>
                      <a:pt x="1055" y="15"/>
                    </a:cubicBezTo>
                    <a:cubicBezTo>
                      <a:pt x="934" y="90"/>
                      <a:pt x="822" y="174"/>
                      <a:pt x="700" y="249"/>
                    </a:cubicBezTo>
                    <a:cubicBezTo>
                      <a:pt x="280" y="482"/>
                      <a:pt x="0" y="641"/>
                      <a:pt x="0" y="753"/>
                    </a:cubicBezTo>
                    <a:cubicBezTo>
                      <a:pt x="0" y="753"/>
                      <a:pt x="0" y="790"/>
                      <a:pt x="47" y="790"/>
                    </a:cubicBezTo>
                    <a:cubicBezTo>
                      <a:pt x="84" y="837"/>
                      <a:pt x="122" y="874"/>
                      <a:pt x="159" y="874"/>
                    </a:cubicBezTo>
                    <a:cubicBezTo>
                      <a:pt x="392" y="874"/>
                      <a:pt x="747" y="641"/>
                      <a:pt x="1167" y="445"/>
                    </a:cubicBezTo>
                    <a:lnTo>
                      <a:pt x="1251" y="370"/>
                    </a:lnTo>
                    <a:cubicBezTo>
                      <a:pt x="1288" y="370"/>
                      <a:pt x="1326" y="323"/>
                      <a:pt x="1326" y="249"/>
                    </a:cubicBezTo>
                    <a:cubicBezTo>
                      <a:pt x="1363" y="211"/>
                      <a:pt x="1326" y="137"/>
                      <a:pt x="1288" y="90"/>
                    </a:cubicBezTo>
                    <a:cubicBezTo>
                      <a:pt x="1261" y="35"/>
                      <a:pt x="1189" y="1"/>
                      <a:pt x="1123"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7" name="Google Shape;6337;p75"/>
              <p:cNvSpPr/>
              <p:nvPr/>
            </p:nvSpPr>
            <p:spPr>
              <a:xfrm>
                <a:off x="8333487" y="3374815"/>
                <a:ext cx="84031" cy="51112"/>
              </a:xfrm>
              <a:custGeom>
                <a:avLst/>
                <a:gdLst/>
                <a:ahLst/>
                <a:cxnLst/>
                <a:rect l="l" t="t" r="r" b="b"/>
                <a:pathLst>
                  <a:path w="1672" h="1017" extrusionOk="0">
                    <a:moveTo>
                      <a:pt x="1423" y="1"/>
                    </a:moveTo>
                    <a:cubicBezTo>
                      <a:pt x="1383" y="1"/>
                      <a:pt x="1346" y="13"/>
                      <a:pt x="1316" y="39"/>
                    </a:cubicBezTo>
                    <a:cubicBezTo>
                      <a:pt x="775" y="356"/>
                      <a:pt x="0" y="739"/>
                      <a:pt x="112" y="972"/>
                    </a:cubicBezTo>
                    <a:cubicBezTo>
                      <a:pt x="131" y="1003"/>
                      <a:pt x="168" y="1017"/>
                      <a:pt x="217" y="1017"/>
                    </a:cubicBezTo>
                    <a:cubicBezTo>
                      <a:pt x="481" y="1017"/>
                      <a:pt x="1125" y="628"/>
                      <a:pt x="1550" y="431"/>
                    </a:cubicBezTo>
                    <a:cubicBezTo>
                      <a:pt x="1634" y="394"/>
                      <a:pt x="1671" y="235"/>
                      <a:pt x="1634" y="123"/>
                    </a:cubicBezTo>
                    <a:cubicBezTo>
                      <a:pt x="1579" y="44"/>
                      <a:pt x="1497" y="1"/>
                      <a:pt x="1423"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8" name="Google Shape;6338;p75"/>
              <p:cNvSpPr/>
              <p:nvPr/>
            </p:nvSpPr>
            <p:spPr>
              <a:xfrm>
                <a:off x="8333487" y="3373006"/>
                <a:ext cx="85890" cy="54931"/>
              </a:xfrm>
              <a:custGeom>
                <a:avLst/>
                <a:gdLst/>
                <a:ahLst/>
                <a:cxnLst/>
                <a:rect l="l" t="t" r="r" b="b"/>
                <a:pathLst>
                  <a:path w="1709" h="1093" extrusionOk="0">
                    <a:moveTo>
                      <a:pt x="1396" y="47"/>
                    </a:moveTo>
                    <a:cubicBezTo>
                      <a:pt x="1426" y="47"/>
                      <a:pt x="1456" y="56"/>
                      <a:pt x="1475" y="75"/>
                    </a:cubicBezTo>
                    <a:cubicBezTo>
                      <a:pt x="1512" y="75"/>
                      <a:pt x="1587" y="112"/>
                      <a:pt x="1587" y="159"/>
                    </a:cubicBezTo>
                    <a:cubicBezTo>
                      <a:pt x="1671" y="271"/>
                      <a:pt x="1634" y="392"/>
                      <a:pt x="1512" y="430"/>
                    </a:cubicBezTo>
                    <a:cubicBezTo>
                      <a:pt x="1400" y="504"/>
                      <a:pt x="1279" y="542"/>
                      <a:pt x="1167" y="626"/>
                    </a:cubicBezTo>
                    <a:cubicBezTo>
                      <a:pt x="835" y="784"/>
                      <a:pt x="396" y="1035"/>
                      <a:pt x="219" y="1035"/>
                    </a:cubicBezTo>
                    <a:cubicBezTo>
                      <a:pt x="186" y="1035"/>
                      <a:pt x="163" y="1027"/>
                      <a:pt x="150" y="1008"/>
                    </a:cubicBezTo>
                    <a:cubicBezTo>
                      <a:pt x="75" y="859"/>
                      <a:pt x="542" y="579"/>
                      <a:pt x="934" y="308"/>
                    </a:cubicBezTo>
                    <a:cubicBezTo>
                      <a:pt x="1046" y="234"/>
                      <a:pt x="1204" y="159"/>
                      <a:pt x="1316" y="75"/>
                    </a:cubicBezTo>
                    <a:cubicBezTo>
                      <a:pt x="1335" y="56"/>
                      <a:pt x="1365" y="47"/>
                      <a:pt x="1396" y="47"/>
                    </a:cubicBezTo>
                    <a:close/>
                    <a:moveTo>
                      <a:pt x="1475" y="0"/>
                    </a:moveTo>
                    <a:cubicBezTo>
                      <a:pt x="1438" y="0"/>
                      <a:pt x="1354" y="0"/>
                      <a:pt x="1279" y="38"/>
                    </a:cubicBezTo>
                    <a:cubicBezTo>
                      <a:pt x="1167" y="112"/>
                      <a:pt x="1046" y="196"/>
                      <a:pt x="887" y="271"/>
                    </a:cubicBezTo>
                    <a:cubicBezTo>
                      <a:pt x="420" y="579"/>
                      <a:pt x="0" y="812"/>
                      <a:pt x="112" y="1008"/>
                    </a:cubicBezTo>
                    <a:cubicBezTo>
                      <a:pt x="112" y="1046"/>
                      <a:pt x="150" y="1092"/>
                      <a:pt x="234" y="1092"/>
                    </a:cubicBezTo>
                    <a:cubicBezTo>
                      <a:pt x="383" y="1092"/>
                      <a:pt x="738" y="934"/>
                      <a:pt x="1167" y="700"/>
                    </a:cubicBezTo>
                    <a:cubicBezTo>
                      <a:pt x="1316" y="626"/>
                      <a:pt x="1438" y="542"/>
                      <a:pt x="1550" y="504"/>
                    </a:cubicBezTo>
                    <a:cubicBezTo>
                      <a:pt x="1671" y="430"/>
                      <a:pt x="1708" y="271"/>
                      <a:pt x="1671" y="159"/>
                    </a:cubicBezTo>
                    <a:cubicBezTo>
                      <a:pt x="1634" y="75"/>
                      <a:pt x="1550" y="38"/>
                      <a:pt x="1475"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39" name="Google Shape;6339;p75"/>
              <p:cNvSpPr/>
              <p:nvPr/>
            </p:nvSpPr>
            <p:spPr>
              <a:xfrm>
                <a:off x="8342885" y="3340188"/>
                <a:ext cx="88202" cy="57746"/>
              </a:xfrm>
              <a:custGeom>
                <a:avLst/>
                <a:gdLst/>
                <a:ahLst/>
                <a:cxnLst/>
                <a:rect l="l" t="t" r="r" b="b"/>
                <a:pathLst>
                  <a:path w="1755" h="1149" extrusionOk="0">
                    <a:moveTo>
                      <a:pt x="1700" y="1"/>
                    </a:moveTo>
                    <a:cubicBezTo>
                      <a:pt x="1482" y="1"/>
                      <a:pt x="678" y="417"/>
                      <a:pt x="196" y="653"/>
                    </a:cubicBezTo>
                    <a:cubicBezTo>
                      <a:pt x="0" y="728"/>
                      <a:pt x="0" y="999"/>
                      <a:pt x="159" y="1083"/>
                    </a:cubicBezTo>
                    <a:lnTo>
                      <a:pt x="159" y="1120"/>
                    </a:lnTo>
                    <a:cubicBezTo>
                      <a:pt x="196" y="1139"/>
                      <a:pt x="245" y="1148"/>
                      <a:pt x="299" y="1148"/>
                    </a:cubicBezTo>
                    <a:cubicBezTo>
                      <a:pt x="352" y="1148"/>
                      <a:pt x="411" y="1139"/>
                      <a:pt x="467" y="1120"/>
                    </a:cubicBezTo>
                    <a:cubicBezTo>
                      <a:pt x="821" y="849"/>
                      <a:pt x="1755" y="187"/>
                      <a:pt x="1755" y="28"/>
                    </a:cubicBezTo>
                    <a:cubicBezTo>
                      <a:pt x="1750" y="9"/>
                      <a:pt x="1731" y="1"/>
                      <a:pt x="1700"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0" name="Google Shape;6340;p75"/>
              <p:cNvSpPr/>
              <p:nvPr/>
            </p:nvSpPr>
            <p:spPr>
              <a:xfrm>
                <a:off x="8342885" y="3339484"/>
                <a:ext cx="90112" cy="60761"/>
              </a:xfrm>
              <a:custGeom>
                <a:avLst/>
                <a:gdLst/>
                <a:ahLst/>
                <a:cxnLst/>
                <a:rect l="l" t="t" r="r" b="b"/>
                <a:pathLst>
                  <a:path w="1793" h="1209" extrusionOk="0">
                    <a:moveTo>
                      <a:pt x="1717" y="42"/>
                    </a:moveTo>
                    <a:cubicBezTo>
                      <a:pt x="1717" y="126"/>
                      <a:pt x="1325" y="471"/>
                      <a:pt x="429" y="1097"/>
                    </a:cubicBezTo>
                    <a:cubicBezTo>
                      <a:pt x="392" y="1115"/>
                      <a:pt x="343" y="1125"/>
                      <a:pt x="294" y="1125"/>
                    </a:cubicBezTo>
                    <a:cubicBezTo>
                      <a:pt x="245" y="1125"/>
                      <a:pt x="196" y="1115"/>
                      <a:pt x="159" y="1097"/>
                    </a:cubicBezTo>
                    <a:cubicBezTo>
                      <a:pt x="121" y="1059"/>
                      <a:pt x="84" y="975"/>
                      <a:pt x="84" y="901"/>
                    </a:cubicBezTo>
                    <a:cubicBezTo>
                      <a:pt x="84" y="826"/>
                      <a:pt x="121" y="742"/>
                      <a:pt x="196" y="705"/>
                    </a:cubicBezTo>
                    <a:cubicBezTo>
                      <a:pt x="1325" y="126"/>
                      <a:pt x="1633" y="42"/>
                      <a:pt x="1717" y="42"/>
                    </a:cubicBezTo>
                    <a:close/>
                    <a:moveTo>
                      <a:pt x="1718" y="0"/>
                    </a:moveTo>
                    <a:cubicBezTo>
                      <a:pt x="1545" y="0"/>
                      <a:pt x="1018" y="200"/>
                      <a:pt x="159" y="630"/>
                    </a:cubicBezTo>
                    <a:cubicBezTo>
                      <a:pt x="84" y="705"/>
                      <a:pt x="0" y="779"/>
                      <a:pt x="0" y="863"/>
                    </a:cubicBezTo>
                    <a:cubicBezTo>
                      <a:pt x="0" y="975"/>
                      <a:pt x="47" y="1097"/>
                      <a:pt x="121" y="1134"/>
                    </a:cubicBezTo>
                    <a:cubicBezTo>
                      <a:pt x="196" y="1171"/>
                      <a:pt x="233" y="1209"/>
                      <a:pt x="317" y="1209"/>
                    </a:cubicBezTo>
                    <a:cubicBezTo>
                      <a:pt x="355" y="1209"/>
                      <a:pt x="429" y="1171"/>
                      <a:pt x="467" y="1134"/>
                    </a:cubicBezTo>
                    <a:cubicBezTo>
                      <a:pt x="1363" y="546"/>
                      <a:pt x="1792" y="163"/>
                      <a:pt x="1792" y="42"/>
                    </a:cubicBezTo>
                    <a:lnTo>
                      <a:pt x="1755" y="5"/>
                    </a:lnTo>
                    <a:cubicBezTo>
                      <a:pt x="1745" y="2"/>
                      <a:pt x="1733" y="0"/>
                      <a:pt x="1718"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1" name="Google Shape;6341;p75"/>
              <p:cNvSpPr/>
              <p:nvPr/>
            </p:nvSpPr>
            <p:spPr>
              <a:xfrm>
                <a:off x="8213874" y="3418489"/>
                <a:ext cx="88202" cy="81065"/>
              </a:xfrm>
              <a:custGeom>
                <a:avLst/>
                <a:gdLst/>
                <a:ahLst/>
                <a:cxnLst/>
                <a:rect l="l" t="t" r="r" b="b"/>
                <a:pathLst>
                  <a:path w="1755" h="1613" extrusionOk="0">
                    <a:moveTo>
                      <a:pt x="902" y="0"/>
                    </a:moveTo>
                    <a:cubicBezTo>
                      <a:pt x="836" y="0"/>
                      <a:pt x="768" y="10"/>
                      <a:pt x="700" y="29"/>
                    </a:cubicBezTo>
                    <a:cubicBezTo>
                      <a:pt x="280" y="141"/>
                      <a:pt x="0" y="570"/>
                      <a:pt x="84" y="1000"/>
                    </a:cubicBezTo>
                    <a:cubicBezTo>
                      <a:pt x="179" y="1363"/>
                      <a:pt x="501" y="1613"/>
                      <a:pt x="859" y="1613"/>
                    </a:cubicBezTo>
                    <a:cubicBezTo>
                      <a:pt x="923" y="1613"/>
                      <a:pt x="989" y="1605"/>
                      <a:pt x="1055" y="1588"/>
                    </a:cubicBezTo>
                    <a:cubicBezTo>
                      <a:pt x="1484" y="1504"/>
                      <a:pt x="1755" y="1074"/>
                      <a:pt x="1634" y="654"/>
                    </a:cubicBezTo>
                    <a:cubicBezTo>
                      <a:pt x="1571" y="261"/>
                      <a:pt x="1256" y="0"/>
                      <a:pt x="902"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2" name="Google Shape;6342;p75"/>
              <p:cNvSpPr/>
              <p:nvPr/>
            </p:nvSpPr>
            <p:spPr>
              <a:xfrm>
                <a:off x="8249054" y="3369237"/>
                <a:ext cx="154843" cy="129061"/>
              </a:xfrm>
              <a:custGeom>
                <a:avLst/>
                <a:gdLst/>
                <a:ahLst/>
                <a:cxnLst/>
                <a:rect l="l" t="t" r="r" b="b"/>
                <a:pathLst>
                  <a:path w="3081" h="2568" extrusionOk="0">
                    <a:moveTo>
                      <a:pt x="2063" y="1"/>
                    </a:moveTo>
                    <a:cubicBezTo>
                      <a:pt x="2026" y="38"/>
                      <a:pt x="1988" y="75"/>
                      <a:pt x="1951" y="113"/>
                    </a:cubicBezTo>
                    <a:cubicBezTo>
                      <a:pt x="1400" y="617"/>
                      <a:pt x="700" y="850"/>
                      <a:pt x="0" y="1009"/>
                    </a:cubicBezTo>
                    <a:lnTo>
                      <a:pt x="355" y="2568"/>
                    </a:lnTo>
                    <a:cubicBezTo>
                      <a:pt x="1167" y="2372"/>
                      <a:pt x="2567" y="2213"/>
                      <a:pt x="3080" y="1475"/>
                    </a:cubicBezTo>
                    <a:lnTo>
                      <a:pt x="3080" y="1438"/>
                    </a:lnTo>
                    <a:cubicBezTo>
                      <a:pt x="3080" y="1242"/>
                      <a:pt x="2996" y="1009"/>
                      <a:pt x="2922" y="813"/>
                    </a:cubicBezTo>
                    <a:cubicBezTo>
                      <a:pt x="2651" y="271"/>
                      <a:pt x="2492" y="234"/>
                      <a:pt x="2063"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3" name="Google Shape;6343;p75"/>
              <p:cNvSpPr/>
              <p:nvPr/>
            </p:nvSpPr>
            <p:spPr>
              <a:xfrm>
                <a:off x="8257497" y="3354964"/>
                <a:ext cx="103229" cy="92223"/>
              </a:xfrm>
              <a:custGeom>
                <a:avLst/>
                <a:gdLst/>
                <a:ahLst/>
                <a:cxnLst/>
                <a:rect l="l" t="t" r="r" b="b"/>
                <a:pathLst>
                  <a:path w="2054" h="1835" extrusionOk="0">
                    <a:moveTo>
                      <a:pt x="1699" y="1"/>
                    </a:moveTo>
                    <a:cubicBezTo>
                      <a:pt x="1228" y="1"/>
                      <a:pt x="0" y="1007"/>
                      <a:pt x="262" y="1638"/>
                    </a:cubicBezTo>
                    <a:cubicBezTo>
                      <a:pt x="299" y="1759"/>
                      <a:pt x="420" y="1834"/>
                      <a:pt x="495" y="1834"/>
                    </a:cubicBezTo>
                    <a:cubicBezTo>
                      <a:pt x="532" y="1601"/>
                      <a:pt x="850" y="1293"/>
                      <a:pt x="1195" y="1022"/>
                    </a:cubicBezTo>
                    <a:cubicBezTo>
                      <a:pt x="1391" y="826"/>
                      <a:pt x="1587" y="705"/>
                      <a:pt x="1820" y="593"/>
                    </a:cubicBezTo>
                    <a:cubicBezTo>
                      <a:pt x="2054" y="434"/>
                      <a:pt x="2016" y="89"/>
                      <a:pt x="1746" y="5"/>
                    </a:cubicBezTo>
                    <a:cubicBezTo>
                      <a:pt x="1731" y="2"/>
                      <a:pt x="1716" y="1"/>
                      <a:pt x="1699" y="1"/>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4" name="Google Shape;6344;p75"/>
              <p:cNvSpPr/>
              <p:nvPr/>
            </p:nvSpPr>
            <p:spPr>
              <a:xfrm>
                <a:off x="8108333" y="2614369"/>
                <a:ext cx="349993" cy="377484"/>
              </a:xfrm>
              <a:custGeom>
                <a:avLst/>
                <a:gdLst/>
                <a:ahLst/>
                <a:cxnLst/>
                <a:rect l="l" t="t" r="r" b="b"/>
                <a:pathLst>
                  <a:path w="6964" h="7511" extrusionOk="0">
                    <a:moveTo>
                      <a:pt x="3474" y="0"/>
                    </a:moveTo>
                    <a:cubicBezTo>
                      <a:pt x="3433" y="0"/>
                      <a:pt x="3392" y="1"/>
                      <a:pt x="3351" y="2"/>
                    </a:cubicBezTo>
                    <a:cubicBezTo>
                      <a:pt x="1484" y="86"/>
                      <a:pt x="0" y="1832"/>
                      <a:pt x="84" y="3895"/>
                    </a:cubicBezTo>
                    <a:cubicBezTo>
                      <a:pt x="193" y="5907"/>
                      <a:pt x="1679" y="7510"/>
                      <a:pt x="3519" y="7510"/>
                    </a:cubicBezTo>
                    <a:cubicBezTo>
                      <a:pt x="3565" y="7510"/>
                      <a:pt x="3612" y="7509"/>
                      <a:pt x="3659" y="7507"/>
                    </a:cubicBezTo>
                    <a:cubicBezTo>
                      <a:pt x="5526" y="7432"/>
                      <a:pt x="6963" y="5687"/>
                      <a:pt x="6889" y="3624"/>
                    </a:cubicBezTo>
                    <a:cubicBezTo>
                      <a:pt x="6815" y="1607"/>
                      <a:pt x="5287" y="0"/>
                      <a:pt x="3474"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5" name="Google Shape;6345;p75"/>
              <p:cNvSpPr/>
              <p:nvPr/>
            </p:nvSpPr>
            <p:spPr>
              <a:xfrm>
                <a:off x="8071243" y="2776801"/>
                <a:ext cx="82171" cy="82221"/>
              </a:xfrm>
              <a:custGeom>
                <a:avLst/>
                <a:gdLst/>
                <a:ahLst/>
                <a:cxnLst/>
                <a:rect l="l" t="t" r="r" b="b"/>
                <a:pathLst>
                  <a:path w="1635" h="1636" extrusionOk="0">
                    <a:moveTo>
                      <a:pt x="859" y="0"/>
                    </a:moveTo>
                    <a:cubicBezTo>
                      <a:pt x="393" y="0"/>
                      <a:pt x="1" y="355"/>
                      <a:pt x="1" y="821"/>
                    </a:cubicBezTo>
                    <a:cubicBezTo>
                      <a:pt x="1" y="1241"/>
                      <a:pt x="355" y="1633"/>
                      <a:pt x="785" y="1633"/>
                    </a:cubicBezTo>
                    <a:cubicBezTo>
                      <a:pt x="806" y="1635"/>
                      <a:pt x="827" y="1636"/>
                      <a:pt x="848" y="1636"/>
                    </a:cubicBezTo>
                    <a:cubicBezTo>
                      <a:pt x="1285" y="1636"/>
                      <a:pt x="1634" y="1269"/>
                      <a:pt x="1634" y="859"/>
                    </a:cubicBezTo>
                    <a:cubicBezTo>
                      <a:pt x="1634" y="392"/>
                      <a:pt x="1289" y="37"/>
                      <a:pt x="859" y="0"/>
                    </a:cubicBezTo>
                    <a:close/>
                  </a:path>
                </a:pathLst>
              </a:custGeom>
              <a:solidFill>
                <a:srgbClr val="FFA49E"/>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6" name="Google Shape;6346;p75"/>
              <p:cNvSpPr/>
              <p:nvPr/>
            </p:nvSpPr>
            <p:spPr>
              <a:xfrm>
                <a:off x="8089084" y="2808212"/>
                <a:ext cx="17389" cy="29149"/>
              </a:xfrm>
              <a:custGeom>
                <a:avLst/>
                <a:gdLst/>
                <a:ahLst/>
                <a:cxnLst/>
                <a:rect l="l" t="t" r="r" b="b"/>
                <a:pathLst>
                  <a:path w="346" h="580" extrusionOk="0">
                    <a:moveTo>
                      <a:pt x="346" y="0"/>
                    </a:moveTo>
                    <a:cubicBezTo>
                      <a:pt x="271" y="0"/>
                      <a:pt x="234" y="38"/>
                      <a:pt x="150" y="75"/>
                    </a:cubicBezTo>
                    <a:cubicBezTo>
                      <a:pt x="112" y="112"/>
                      <a:pt x="38" y="196"/>
                      <a:pt x="38" y="271"/>
                    </a:cubicBezTo>
                    <a:cubicBezTo>
                      <a:pt x="0" y="383"/>
                      <a:pt x="75" y="467"/>
                      <a:pt x="150" y="504"/>
                    </a:cubicBezTo>
                    <a:cubicBezTo>
                      <a:pt x="150" y="504"/>
                      <a:pt x="196" y="542"/>
                      <a:pt x="234" y="542"/>
                    </a:cubicBezTo>
                    <a:cubicBezTo>
                      <a:pt x="271" y="542"/>
                      <a:pt x="308" y="579"/>
                      <a:pt x="346" y="579"/>
                    </a:cubicBezTo>
                    <a:lnTo>
                      <a:pt x="196" y="430"/>
                    </a:lnTo>
                    <a:cubicBezTo>
                      <a:pt x="150" y="383"/>
                      <a:pt x="150" y="346"/>
                      <a:pt x="150" y="308"/>
                    </a:cubicBezTo>
                    <a:cubicBezTo>
                      <a:pt x="150" y="271"/>
                      <a:pt x="196" y="196"/>
                      <a:pt x="234" y="150"/>
                    </a:cubicBezTo>
                    <a:cubicBezTo>
                      <a:pt x="271" y="112"/>
                      <a:pt x="308" y="75"/>
                      <a:pt x="346" y="0"/>
                    </a:cubicBezTo>
                    <a:close/>
                  </a:path>
                </a:pathLst>
              </a:custGeom>
              <a:solidFill>
                <a:srgbClr val="EC7D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7" name="Google Shape;6347;p75"/>
              <p:cNvSpPr/>
              <p:nvPr/>
            </p:nvSpPr>
            <p:spPr>
              <a:xfrm>
                <a:off x="8302026" y="2872492"/>
                <a:ext cx="82171" cy="31964"/>
              </a:xfrm>
              <a:custGeom>
                <a:avLst/>
                <a:gdLst/>
                <a:ahLst/>
                <a:cxnLst/>
                <a:rect l="l" t="t" r="r" b="b"/>
                <a:pathLst>
                  <a:path w="1635" h="636" extrusionOk="0">
                    <a:moveTo>
                      <a:pt x="1" y="0"/>
                    </a:moveTo>
                    <a:cubicBezTo>
                      <a:pt x="38" y="84"/>
                      <a:pt x="76" y="159"/>
                      <a:pt x="160" y="233"/>
                    </a:cubicBezTo>
                    <a:cubicBezTo>
                      <a:pt x="197" y="271"/>
                      <a:pt x="272" y="355"/>
                      <a:pt x="309" y="392"/>
                    </a:cubicBezTo>
                    <a:cubicBezTo>
                      <a:pt x="468" y="504"/>
                      <a:pt x="626" y="588"/>
                      <a:pt x="813" y="625"/>
                    </a:cubicBezTo>
                    <a:cubicBezTo>
                      <a:pt x="842" y="632"/>
                      <a:pt x="872" y="635"/>
                      <a:pt x="903" y="635"/>
                    </a:cubicBezTo>
                    <a:cubicBezTo>
                      <a:pt x="1042" y="635"/>
                      <a:pt x="1197" y="573"/>
                      <a:pt x="1326" y="504"/>
                    </a:cubicBezTo>
                    <a:cubicBezTo>
                      <a:pt x="1476" y="392"/>
                      <a:pt x="1597" y="233"/>
                      <a:pt x="1634" y="84"/>
                    </a:cubicBezTo>
                    <a:lnTo>
                      <a:pt x="1634" y="84"/>
                    </a:lnTo>
                    <a:cubicBezTo>
                      <a:pt x="1513" y="196"/>
                      <a:pt x="1364" y="271"/>
                      <a:pt x="1242" y="355"/>
                    </a:cubicBezTo>
                    <a:cubicBezTo>
                      <a:pt x="1093" y="429"/>
                      <a:pt x="972" y="429"/>
                      <a:pt x="813" y="429"/>
                    </a:cubicBezTo>
                    <a:cubicBezTo>
                      <a:pt x="701" y="392"/>
                      <a:pt x="542" y="355"/>
                      <a:pt x="430" y="271"/>
                    </a:cubicBezTo>
                    <a:lnTo>
                      <a:pt x="197" y="159"/>
                    </a:lnTo>
                    <a:cubicBezTo>
                      <a:pt x="160" y="84"/>
                      <a:pt x="76" y="37"/>
                      <a:pt x="1" y="0"/>
                    </a:cubicBezTo>
                    <a:close/>
                  </a:path>
                </a:pathLst>
              </a:custGeom>
              <a:solidFill>
                <a:srgbClr val="EC7D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8" name="Google Shape;6348;p75"/>
              <p:cNvSpPr/>
              <p:nvPr/>
            </p:nvSpPr>
            <p:spPr>
              <a:xfrm>
                <a:off x="8340975" y="2795095"/>
                <a:ext cx="37140" cy="59656"/>
              </a:xfrm>
              <a:custGeom>
                <a:avLst/>
                <a:gdLst/>
                <a:ahLst/>
                <a:cxnLst/>
                <a:rect l="l" t="t" r="r" b="b"/>
                <a:pathLst>
                  <a:path w="739" h="1187" extrusionOk="0">
                    <a:moveTo>
                      <a:pt x="290" y="0"/>
                    </a:moveTo>
                    <a:cubicBezTo>
                      <a:pt x="255" y="0"/>
                      <a:pt x="215" y="9"/>
                      <a:pt x="197" y="28"/>
                    </a:cubicBezTo>
                    <a:cubicBezTo>
                      <a:pt x="159" y="336"/>
                      <a:pt x="1" y="924"/>
                      <a:pt x="159" y="1157"/>
                    </a:cubicBezTo>
                    <a:cubicBezTo>
                      <a:pt x="169" y="1177"/>
                      <a:pt x="207" y="1187"/>
                      <a:pt x="257" y="1187"/>
                    </a:cubicBezTo>
                    <a:cubicBezTo>
                      <a:pt x="397" y="1187"/>
                      <a:pt x="636" y="1115"/>
                      <a:pt x="663" y="999"/>
                    </a:cubicBezTo>
                    <a:cubicBezTo>
                      <a:pt x="738" y="728"/>
                      <a:pt x="430" y="261"/>
                      <a:pt x="355" y="28"/>
                    </a:cubicBezTo>
                    <a:cubicBezTo>
                      <a:pt x="355" y="9"/>
                      <a:pt x="325" y="0"/>
                      <a:pt x="290" y="0"/>
                    </a:cubicBezTo>
                    <a:close/>
                  </a:path>
                </a:pathLst>
              </a:custGeom>
              <a:solidFill>
                <a:srgbClr val="EC7D7A"/>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49" name="Google Shape;6349;p75"/>
              <p:cNvSpPr/>
              <p:nvPr/>
            </p:nvSpPr>
            <p:spPr>
              <a:xfrm>
                <a:off x="8237294" y="2774892"/>
                <a:ext cx="54931" cy="39000"/>
              </a:xfrm>
              <a:custGeom>
                <a:avLst/>
                <a:gdLst/>
                <a:ahLst/>
                <a:cxnLst/>
                <a:rect l="l" t="t" r="r" b="b"/>
                <a:pathLst>
                  <a:path w="1093" h="776" extrusionOk="0">
                    <a:moveTo>
                      <a:pt x="626" y="1"/>
                    </a:moveTo>
                    <a:cubicBezTo>
                      <a:pt x="160" y="38"/>
                      <a:pt x="1" y="663"/>
                      <a:pt x="1" y="663"/>
                    </a:cubicBezTo>
                    <a:cubicBezTo>
                      <a:pt x="1" y="701"/>
                      <a:pt x="48" y="738"/>
                      <a:pt x="85" y="775"/>
                    </a:cubicBezTo>
                    <a:cubicBezTo>
                      <a:pt x="122" y="775"/>
                      <a:pt x="160" y="738"/>
                      <a:pt x="160" y="701"/>
                    </a:cubicBezTo>
                    <a:cubicBezTo>
                      <a:pt x="160" y="701"/>
                      <a:pt x="281" y="197"/>
                      <a:pt x="626" y="159"/>
                    </a:cubicBezTo>
                    <a:cubicBezTo>
                      <a:pt x="701" y="159"/>
                      <a:pt x="785" y="159"/>
                      <a:pt x="822" y="197"/>
                    </a:cubicBezTo>
                    <a:cubicBezTo>
                      <a:pt x="934" y="309"/>
                      <a:pt x="934" y="626"/>
                      <a:pt x="897" y="701"/>
                    </a:cubicBezTo>
                    <a:cubicBezTo>
                      <a:pt x="897" y="738"/>
                      <a:pt x="934" y="775"/>
                      <a:pt x="981" y="775"/>
                    </a:cubicBezTo>
                    <a:cubicBezTo>
                      <a:pt x="1018" y="775"/>
                      <a:pt x="1056" y="775"/>
                      <a:pt x="1056" y="738"/>
                    </a:cubicBezTo>
                    <a:cubicBezTo>
                      <a:pt x="1056" y="701"/>
                      <a:pt x="1093" y="309"/>
                      <a:pt x="897" y="113"/>
                    </a:cubicBezTo>
                    <a:cubicBezTo>
                      <a:pt x="860" y="38"/>
                      <a:pt x="748" y="1"/>
                      <a:pt x="626"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0" name="Google Shape;6350;p75"/>
              <p:cNvSpPr/>
              <p:nvPr/>
            </p:nvSpPr>
            <p:spPr>
              <a:xfrm>
                <a:off x="8380377" y="2766901"/>
                <a:ext cx="56339" cy="41362"/>
              </a:xfrm>
              <a:custGeom>
                <a:avLst/>
                <a:gdLst/>
                <a:ahLst/>
                <a:cxnLst/>
                <a:rect l="l" t="t" r="r" b="b"/>
                <a:pathLst>
                  <a:path w="1121" h="823" extrusionOk="0">
                    <a:moveTo>
                      <a:pt x="617" y="1"/>
                    </a:moveTo>
                    <a:cubicBezTo>
                      <a:pt x="150" y="38"/>
                      <a:pt x="38" y="664"/>
                      <a:pt x="38" y="701"/>
                    </a:cubicBezTo>
                    <a:cubicBezTo>
                      <a:pt x="1" y="738"/>
                      <a:pt x="38" y="785"/>
                      <a:pt x="75" y="822"/>
                    </a:cubicBezTo>
                    <a:cubicBezTo>
                      <a:pt x="113" y="822"/>
                      <a:pt x="150" y="785"/>
                      <a:pt x="150" y="738"/>
                    </a:cubicBezTo>
                    <a:cubicBezTo>
                      <a:pt x="187" y="738"/>
                      <a:pt x="309" y="197"/>
                      <a:pt x="654" y="197"/>
                    </a:cubicBezTo>
                    <a:cubicBezTo>
                      <a:pt x="668" y="186"/>
                      <a:pt x="684" y="182"/>
                      <a:pt x="701" y="182"/>
                    </a:cubicBezTo>
                    <a:cubicBezTo>
                      <a:pt x="741" y="182"/>
                      <a:pt x="786" y="208"/>
                      <a:pt x="813" y="234"/>
                    </a:cubicBezTo>
                    <a:cubicBezTo>
                      <a:pt x="934" y="356"/>
                      <a:pt x="934" y="664"/>
                      <a:pt x="934" y="738"/>
                    </a:cubicBezTo>
                    <a:cubicBezTo>
                      <a:pt x="934" y="785"/>
                      <a:pt x="971" y="822"/>
                      <a:pt x="1009" y="822"/>
                    </a:cubicBezTo>
                    <a:cubicBezTo>
                      <a:pt x="1046" y="822"/>
                      <a:pt x="1083" y="822"/>
                      <a:pt x="1083" y="738"/>
                    </a:cubicBezTo>
                    <a:cubicBezTo>
                      <a:pt x="1083" y="738"/>
                      <a:pt x="1121" y="318"/>
                      <a:pt x="934" y="122"/>
                    </a:cubicBezTo>
                    <a:cubicBezTo>
                      <a:pt x="850" y="38"/>
                      <a:pt x="738" y="1"/>
                      <a:pt x="61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1" name="Google Shape;6351;p75"/>
              <p:cNvSpPr/>
              <p:nvPr/>
            </p:nvSpPr>
            <p:spPr>
              <a:xfrm>
                <a:off x="8080775" y="2544300"/>
                <a:ext cx="404807" cy="243020"/>
              </a:xfrm>
              <a:custGeom>
                <a:avLst/>
                <a:gdLst/>
                <a:ahLst/>
                <a:cxnLst/>
                <a:rect l="l" t="t" r="r" b="b"/>
                <a:pathLst>
                  <a:path w="7971" h="4531" extrusionOk="0">
                    <a:moveTo>
                      <a:pt x="5655" y="1"/>
                    </a:moveTo>
                    <a:cubicBezTo>
                      <a:pt x="4122" y="1"/>
                      <a:pt x="4042" y="1037"/>
                      <a:pt x="3299" y="1037"/>
                    </a:cubicBezTo>
                    <a:cubicBezTo>
                      <a:pt x="3265" y="1037"/>
                      <a:pt x="3229" y="1035"/>
                      <a:pt x="3191" y="1030"/>
                    </a:cubicBezTo>
                    <a:cubicBezTo>
                      <a:pt x="3002" y="1007"/>
                      <a:pt x="2813" y="995"/>
                      <a:pt x="2627" y="995"/>
                    </a:cubicBezTo>
                    <a:cubicBezTo>
                      <a:pt x="1210" y="995"/>
                      <a:pt x="1" y="1741"/>
                      <a:pt x="587" y="4530"/>
                    </a:cubicBezTo>
                    <a:cubicBezTo>
                      <a:pt x="587" y="4530"/>
                      <a:pt x="1866" y="4297"/>
                      <a:pt x="1866" y="3084"/>
                    </a:cubicBezTo>
                    <a:cubicBezTo>
                      <a:pt x="1866" y="1964"/>
                      <a:pt x="2995" y="1683"/>
                      <a:pt x="2995" y="1683"/>
                    </a:cubicBezTo>
                    <a:cubicBezTo>
                      <a:pt x="2995" y="1683"/>
                      <a:pt x="3513" y="2743"/>
                      <a:pt x="4510" y="2743"/>
                    </a:cubicBezTo>
                    <a:cubicBezTo>
                      <a:pt x="4797" y="2743"/>
                      <a:pt x="5123" y="2655"/>
                      <a:pt x="5487" y="2430"/>
                    </a:cubicBezTo>
                    <a:cubicBezTo>
                      <a:pt x="5659" y="2318"/>
                      <a:pt x="5815" y="2272"/>
                      <a:pt x="5954" y="2272"/>
                    </a:cubicBezTo>
                    <a:cubicBezTo>
                      <a:pt x="6545" y="2272"/>
                      <a:pt x="6850" y="3084"/>
                      <a:pt x="6850" y="3084"/>
                    </a:cubicBezTo>
                    <a:cubicBezTo>
                      <a:pt x="7970" y="3084"/>
                      <a:pt x="7391" y="171"/>
                      <a:pt x="5954" y="13"/>
                    </a:cubicBezTo>
                    <a:cubicBezTo>
                      <a:pt x="5849" y="4"/>
                      <a:pt x="5749" y="1"/>
                      <a:pt x="5655"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2" name="Google Shape;6352;p75"/>
              <p:cNvSpPr/>
              <p:nvPr/>
            </p:nvSpPr>
            <p:spPr>
              <a:xfrm>
                <a:off x="8025982" y="3065152"/>
                <a:ext cx="142631" cy="242090"/>
              </a:xfrm>
              <a:custGeom>
                <a:avLst/>
                <a:gdLst/>
                <a:ahLst/>
                <a:cxnLst/>
                <a:rect l="l" t="t" r="r" b="b"/>
                <a:pathLst>
                  <a:path w="2838" h="4817" extrusionOk="0">
                    <a:moveTo>
                      <a:pt x="2838" y="0"/>
                    </a:moveTo>
                    <a:cubicBezTo>
                      <a:pt x="2838" y="0"/>
                      <a:pt x="1671" y="75"/>
                      <a:pt x="1587" y="150"/>
                    </a:cubicBezTo>
                    <a:cubicBezTo>
                      <a:pt x="1587" y="150"/>
                      <a:pt x="579" y="1354"/>
                      <a:pt x="0" y="4817"/>
                    </a:cubicBezTo>
                    <a:lnTo>
                      <a:pt x="2138" y="1046"/>
                    </a:lnTo>
                    <a:cubicBezTo>
                      <a:pt x="2138" y="1046"/>
                      <a:pt x="2287" y="700"/>
                      <a:pt x="2838" y="0"/>
                    </a:cubicBezTo>
                    <a:close/>
                  </a:path>
                </a:pathLst>
              </a:custGeom>
              <a:solidFill>
                <a:srgbClr val="000000">
                  <a:alpha val="2849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3" name="Google Shape;6353;p75"/>
              <p:cNvSpPr/>
              <p:nvPr/>
            </p:nvSpPr>
            <p:spPr>
              <a:xfrm>
                <a:off x="7961933" y="3068295"/>
                <a:ext cx="308732" cy="527905"/>
              </a:xfrm>
              <a:custGeom>
                <a:avLst/>
                <a:gdLst/>
                <a:ahLst/>
                <a:cxnLst/>
                <a:rect l="l" t="t" r="r" b="b"/>
                <a:pathLst>
                  <a:path w="6143" h="10504" extrusionOk="0">
                    <a:moveTo>
                      <a:pt x="4271" y="0"/>
                    </a:moveTo>
                    <a:cubicBezTo>
                      <a:pt x="3817" y="0"/>
                      <a:pt x="3370" y="243"/>
                      <a:pt x="3109" y="659"/>
                    </a:cubicBezTo>
                    <a:cubicBezTo>
                      <a:pt x="1" y="5438"/>
                      <a:pt x="701" y="8826"/>
                      <a:pt x="701" y="8826"/>
                    </a:cubicBezTo>
                    <a:cubicBezTo>
                      <a:pt x="860" y="10376"/>
                      <a:pt x="1709" y="10422"/>
                      <a:pt x="1709" y="10422"/>
                    </a:cubicBezTo>
                    <a:cubicBezTo>
                      <a:pt x="1952" y="10478"/>
                      <a:pt x="2196" y="10504"/>
                      <a:pt x="2438" y="10504"/>
                    </a:cubicBezTo>
                    <a:cubicBezTo>
                      <a:pt x="3857" y="10504"/>
                      <a:pt x="5218" y="9629"/>
                      <a:pt x="6143" y="8864"/>
                    </a:cubicBezTo>
                    <a:cubicBezTo>
                      <a:pt x="6105" y="8705"/>
                      <a:pt x="6068" y="8556"/>
                      <a:pt x="6031" y="8360"/>
                    </a:cubicBezTo>
                    <a:cubicBezTo>
                      <a:pt x="5872" y="7809"/>
                      <a:pt x="5760" y="7267"/>
                      <a:pt x="5676" y="6689"/>
                    </a:cubicBezTo>
                    <a:lnTo>
                      <a:pt x="3893" y="7193"/>
                    </a:lnTo>
                    <a:cubicBezTo>
                      <a:pt x="5331" y="4701"/>
                      <a:pt x="5676" y="3422"/>
                      <a:pt x="5797" y="2367"/>
                    </a:cubicBezTo>
                    <a:cubicBezTo>
                      <a:pt x="5835" y="2255"/>
                      <a:pt x="5835" y="2096"/>
                      <a:pt x="5872" y="1975"/>
                    </a:cubicBezTo>
                    <a:cubicBezTo>
                      <a:pt x="5909" y="1004"/>
                      <a:pt x="5443" y="463"/>
                      <a:pt x="4939" y="192"/>
                    </a:cubicBezTo>
                    <a:cubicBezTo>
                      <a:pt x="4729" y="61"/>
                      <a:pt x="4500" y="0"/>
                      <a:pt x="4271"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54" name="Google Shape;6354;p75"/>
              <p:cNvSpPr/>
              <p:nvPr/>
            </p:nvSpPr>
            <p:spPr>
              <a:xfrm>
                <a:off x="8178694" y="3290885"/>
                <a:ext cx="66641" cy="134690"/>
              </a:xfrm>
              <a:custGeom>
                <a:avLst/>
                <a:gdLst/>
                <a:ahLst/>
                <a:cxnLst/>
                <a:rect l="l" t="t" r="r" b="b"/>
                <a:pathLst>
                  <a:path w="1326" h="2680" extrusionOk="0">
                    <a:moveTo>
                      <a:pt x="822" y="1"/>
                    </a:moveTo>
                    <a:cubicBezTo>
                      <a:pt x="784" y="76"/>
                      <a:pt x="0" y="1672"/>
                      <a:pt x="47" y="2446"/>
                    </a:cubicBezTo>
                    <a:cubicBezTo>
                      <a:pt x="47" y="2493"/>
                      <a:pt x="84" y="2568"/>
                      <a:pt x="121" y="2605"/>
                    </a:cubicBezTo>
                    <a:cubicBezTo>
                      <a:pt x="196" y="2642"/>
                      <a:pt x="317" y="2680"/>
                      <a:pt x="429" y="2680"/>
                    </a:cubicBezTo>
                    <a:cubicBezTo>
                      <a:pt x="784" y="2680"/>
                      <a:pt x="1251" y="2530"/>
                      <a:pt x="1326" y="2530"/>
                    </a:cubicBezTo>
                    <a:lnTo>
                      <a:pt x="1288" y="2409"/>
                    </a:lnTo>
                    <a:cubicBezTo>
                      <a:pt x="1127" y="2467"/>
                      <a:pt x="741" y="2557"/>
                      <a:pt x="467" y="2557"/>
                    </a:cubicBezTo>
                    <a:cubicBezTo>
                      <a:pt x="345" y="2557"/>
                      <a:pt x="245" y="2539"/>
                      <a:pt x="196" y="2493"/>
                    </a:cubicBezTo>
                    <a:cubicBezTo>
                      <a:pt x="159" y="2493"/>
                      <a:pt x="159" y="2446"/>
                      <a:pt x="159" y="2446"/>
                    </a:cubicBezTo>
                    <a:cubicBezTo>
                      <a:pt x="121" y="1672"/>
                      <a:pt x="896" y="76"/>
                      <a:pt x="896" y="38"/>
                    </a:cubicBezTo>
                    <a:lnTo>
                      <a:pt x="822" y="1"/>
                    </a:ln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55" name="Google Shape;6355;p75"/>
            <p:cNvSpPr/>
            <p:nvPr/>
          </p:nvSpPr>
          <p:spPr>
            <a:xfrm rot="5750891">
              <a:off x="569060" y="2326738"/>
              <a:ext cx="111882" cy="28657"/>
            </a:xfrm>
            <a:prstGeom prst="roundRect">
              <a:avLst>
                <a:gd name="adj" fmla="val 16667"/>
              </a:avLst>
            </a:pr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56" name="Google Shape;6356;p75"/>
          <p:cNvSpPr/>
          <p:nvPr/>
        </p:nvSpPr>
        <p:spPr>
          <a:xfrm rot="-2356988" flipH="1">
            <a:off x="7434942" y="648389"/>
            <a:ext cx="1024515" cy="476417"/>
          </a:xfrm>
          <a:custGeom>
            <a:avLst/>
            <a:gdLst/>
            <a:ahLst/>
            <a:cxnLst/>
            <a:rect l="l" t="t" r="r" b="b"/>
            <a:pathLst>
              <a:path w="33584" h="16273" extrusionOk="0">
                <a:moveTo>
                  <a:pt x="0" y="16273"/>
                </a:moveTo>
                <a:cubicBezTo>
                  <a:pt x="7212" y="14924"/>
                  <a:pt x="16020" y="11414"/>
                  <a:pt x="18633" y="4558"/>
                </a:cubicBezTo>
                <a:cubicBezTo>
                  <a:pt x="19173" y="3140"/>
                  <a:pt x="19190" y="542"/>
                  <a:pt x="17740" y="95"/>
                </a:cubicBezTo>
                <a:cubicBezTo>
                  <a:pt x="14229" y="-987"/>
                  <a:pt x="10734" y="8224"/>
                  <a:pt x="13724" y="10360"/>
                </a:cubicBezTo>
                <a:cubicBezTo>
                  <a:pt x="19344" y="14375"/>
                  <a:pt x="30861" y="10795"/>
                  <a:pt x="33584" y="4447"/>
                </a:cubicBezTo>
              </a:path>
            </a:pathLst>
          </a:custGeom>
          <a:noFill/>
          <a:ln w="19050" cap="flat" cmpd="sng">
            <a:solidFill>
              <a:schemeClr val="dk2"/>
            </a:solidFill>
            <a:prstDash val="dash"/>
            <a:round/>
            <a:headEnd type="none" w="med" len="med"/>
            <a:tailEnd type="none" w="med" len="med"/>
          </a:ln>
        </p:spPr>
        <p:txBody>
          <a:bodyPr/>
          <a:lstStyle/>
          <a:p>
            <a:endParaRPr lang="pt-BR"/>
          </a:p>
        </p:txBody>
      </p:sp>
      <p:grpSp>
        <p:nvGrpSpPr>
          <p:cNvPr id="6357" name="Google Shape;6357;p75"/>
          <p:cNvGrpSpPr/>
          <p:nvPr/>
        </p:nvGrpSpPr>
        <p:grpSpPr>
          <a:xfrm flipH="1">
            <a:off x="6813319" y="830970"/>
            <a:ext cx="586564" cy="447078"/>
            <a:chOff x="1565851" y="1060729"/>
            <a:chExt cx="499543" cy="380751"/>
          </a:xfrm>
        </p:grpSpPr>
        <p:sp>
          <p:nvSpPr>
            <p:cNvPr id="6358" name="Google Shape;6358;p75"/>
            <p:cNvSpPr/>
            <p:nvPr/>
          </p:nvSpPr>
          <p:spPr>
            <a:xfrm>
              <a:off x="1860576" y="1346782"/>
              <a:ext cx="54816" cy="94681"/>
            </a:xfrm>
            <a:custGeom>
              <a:avLst/>
              <a:gdLst/>
              <a:ahLst/>
              <a:cxnLst/>
              <a:rect l="l" t="t" r="r" b="b"/>
              <a:pathLst>
                <a:path w="3626" h="6263" extrusionOk="0">
                  <a:moveTo>
                    <a:pt x="2347" y="1"/>
                  </a:moveTo>
                  <a:cubicBezTo>
                    <a:pt x="2159" y="1"/>
                    <a:pt x="1984" y="222"/>
                    <a:pt x="2147" y="414"/>
                  </a:cubicBezTo>
                  <a:cubicBezTo>
                    <a:pt x="3101" y="1486"/>
                    <a:pt x="3042" y="3371"/>
                    <a:pt x="1659" y="4014"/>
                  </a:cubicBezTo>
                  <a:cubicBezTo>
                    <a:pt x="1622" y="4014"/>
                    <a:pt x="1622" y="4044"/>
                    <a:pt x="1622" y="4044"/>
                  </a:cubicBezTo>
                  <a:cubicBezTo>
                    <a:pt x="1534" y="4044"/>
                    <a:pt x="1437" y="4044"/>
                    <a:pt x="1378" y="4140"/>
                  </a:cubicBezTo>
                  <a:cubicBezTo>
                    <a:pt x="1296" y="4155"/>
                    <a:pt x="1214" y="4163"/>
                    <a:pt x="1133" y="4163"/>
                  </a:cubicBezTo>
                  <a:cubicBezTo>
                    <a:pt x="911" y="4163"/>
                    <a:pt x="698" y="4106"/>
                    <a:pt x="513" y="4014"/>
                  </a:cubicBezTo>
                  <a:cubicBezTo>
                    <a:pt x="468" y="3991"/>
                    <a:pt x="425" y="3981"/>
                    <a:pt x="384" y="3981"/>
                  </a:cubicBezTo>
                  <a:cubicBezTo>
                    <a:pt x="147" y="3981"/>
                    <a:pt x="0" y="4312"/>
                    <a:pt x="240" y="4413"/>
                  </a:cubicBezTo>
                  <a:cubicBezTo>
                    <a:pt x="484" y="4539"/>
                    <a:pt x="765" y="4628"/>
                    <a:pt x="1038" y="4665"/>
                  </a:cubicBezTo>
                  <a:cubicBezTo>
                    <a:pt x="853" y="4909"/>
                    <a:pt x="669" y="5093"/>
                    <a:pt x="365" y="5093"/>
                  </a:cubicBezTo>
                  <a:cubicBezTo>
                    <a:pt x="55" y="5093"/>
                    <a:pt x="25" y="5589"/>
                    <a:pt x="329" y="5589"/>
                  </a:cubicBezTo>
                  <a:cubicBezTo>
                    <a:pt x="346" y="5589"/>
                    <a:pt x="363" y="5590"/>
                    <a:pt x="380" y="5590"/>
                  </a:cubicBezTo>
                  <a:cubicBezTo>
                    <a:pt x="1025" y="5590"/>
                    <a:pt x="1328" y="5051"/>
                    <a:pt x="1659" y="4568"/>
                  </a:cubicBezTo>
                  <a:lnTo>
                    <a:pt x="1659" y="4568"/>
                  </a:lnTo>
                  <a:cubicBezTo>
                    <a:pt x="1903" y="4968"/>
                    <a:pt x="1844" y="5707"/>
                    <a:pt x="1319" y="5774"/>
                  </a:cubicBezTo>
                  <a:cubicBezTo>
                    <a:pt x="1018" y="5831"/>
                    <a:pt x="1099" y="6263"/>
                    <a:pt x="1380" y="6263"/>
                  </a:cubicBezTo>
                  <a:cubicBezTo>
                    <a:pt x="1389" y="6263"/>
                    <a:pt x="1398" y="6262"/>
                    <a:pt x="1408" y="6261"/>
                  </a:cubicBezTo>
                  <a:cubicBezTo>
                    <a:pt x="2273" y="6173"/>
                    <a:pt x="2517" y="4997"/>
                    <a:pt x="2088" y="4354"/>
                  </a:cubicBezTo>
                  <a:cubicBezTo>
                    <a:pt x="3567" y="3460"/>
                    <a:pt x="3626" y="1338"/>
                    <a:pt x="2517" y="74"/>
                  </a:cubicBezTo>
                  <a:cubicBezTo>
                    <a:pt x="2466" y="23"/>
                    <a:pt x="2406" y="1"/>
                    <a:pt x="2347"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59" name="Google Shape;6359;p75"/>
            <p:cNvGrpSpPr/>
            <p:nvPr/>
          </p:nvGrpSpPr>
          <p:grpSpPr>
            <a:xfrm>
              <a:off x="1585676" y="1253722"/>
              <a:ext cx="160752" cy="140613"/>
              <a:chOff x="4037921" y="1824340"/>
              <a:chExt cx="151639" cy="132641"/>
            </a:xfrm>
          </p:grpSpPr>
          <p:sp>
            <p:nvSpPr>
              <p:cNvPr id="6360" name="Google Shape;6360;p75"/>
              <p:cNvSpPr/>
              <p:nvPr/>
            </p:nvSpPr>
            <p:spPr>
              <a:xfrm>
                <a:off x="4068015" y="1824340"/>
                <a:ext cx="118065" cy="89112"/>
              </a:xfrm>
              <a:custGeom>
                <a:avLst/>
                <a:gdLst/>
                <a:ahLst/>
                <a:cxnLst/>
                <a:rect l="l" t="t" r="r" b="b"/>
                <a:pathLst>
                  <a:path w="8278" h="6248" extrusionOk="0">
                    <a:moveTo>
                      <a:pt x="1650" y="1"/>
                    </a:moveTo>
                    <a:cubicBezTo>
                      <a:pt x="794" y="1"/>
                      <a:pt x="1" y="766"/>
                      <a:pt x="234" y="1639"/>
                    </a:cubicBezTo>
                    <a:cubicBezTo>
                      <a:pt x="1129" y="4537"/>
                      <a:pt x="4544" y="5609"/>
                      <a:pt x="7287" y="6230"/>
                    </a:cubicBezTo>
                    <a:cubicBezTo>
                      <a:pt x="7344" y="6242"/>
                      <a:pt x="7399" y="6248"/>
                      <a:pt x="7450" y="6248"/>
                    </a:cubicBezTo>
                    <a:cubicBezTo>
                      <a:pt x="8042" y="6248"/>
                      <a:pt x="8278" y="5475"/>
                      <a:pt x="7938" y="4965"/>
                    </a:cubicBezTo>
                    <a:lnTo>
                      <a:pt x="7901" y="4965"/>
                    </a:lnTo>
                    <a:cubicBezTo>
                      <a:pt x="6053" y="3332"/>
                      <a:pt x="4485" y="1269"/>
                      <a:pt x="2171" y="101"/>
                    </a:cubicBezTo>
                    <a:cubicBezTo>
                      <a:pt x="2000" y="32"/>
                      <a:pt x="1824" y="1"/>
                      <a:pt x="1650"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1" name="Google Shape;6361;p75"/>
              <p:cNvSpPr/>
              <p:nvPr/>
            </p:nvSpPr>
            <p:spPr>
              <a:xfrm>
                <a:off x="4037921" y="1895994"/>
                <a:ext cx="151639" cy="60986"/>
              </a:xfrm>
              <a:custGeom>
                <a:avLst/>
                <a:gdLst/>
                <a:ahLst/>
                <a:cxnLst/>
                <a:rect l="l" t="t" r="r" b="b"/>
                <a:pathLst>
                  <a:path w="10632" h="4276" extrusionOk="0">
                    <a:moveTo>
                      <a:pt x="9427" y="1"/>
                    </a:moveTo>
                    <a:cubicBezTo>
                      <a:pt x="6721" y="311"/>
                      <a:pt x="3912" y="67"/>
                      <a:pt x="1265" y="1080"/>
                    </a:cubicBezTo>
                    <a:cubicBezTo>
                      <a:pt x="186" y="1605"/>
                      <a:pt x="1" y="3239"/>
                      <a:pt x="1051" y="3793"/>
                    </a:cubicBezTo>
                    <a:cubicBezTo>
                      <a:pt x="1772" y="4131"/>
                      <a:pt x="2516" y="4275"/>
                      <a:pt x="3265" y="4275"/>
                    </a:cubicBezTo>
                    <a:cubicBezTo>
                      <a:pt x="5650" y="4275"/>
                      <a:pt x="8085" y="2811"/>
                      <a:pt x="9981" y="1450"/>
                    </a:cubicBezTo>
                    <a:cubicBezTo>
                      <a:pt x="10632" y="991"/>
                      <a:pt x="10166" y="97"/>
                      <a:pt x="9427"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62" name="Google Shape;6362;p75"/>
            <p:cNvSpPr/>
            <p:nvPr/>
          </p:nvSpPr>
          <p:spPr>
            <a:xfrm>
              <a:off x="1696091" y="1095495"/>
              <a:ext cx="356637" cy="279311"/>
            </a:xfrm>
            <a:custGeom>
              <a:avLst/>
              <a:gdLst/>
              <a:ahLst/>
              <a:cxnLst/>
              <a:rect l="l" t="t" r="r" b="b"/>
              <a:pathLst>
                <a:path w="23591" h="18476" extrusionOk="0">
                  <a:moveTo>
                    <a:pt x="17466" y="0"/>
                  </a:moveTo>
                  <a:cubicBezTo>
                    <a:pt x="14735" y="0"/>
                    <a:pt x="12204" y="1552"/>
                    <a:pt x="10594" y="3601"/>
                  </a:cubicBezTo>
                  <a:cubicBezTo>
                    <a:pt x="10380" y="3845"/>
                    <a:pt x="10165" y="4126"/>
                    <a:pt x="9980" y="4370"/>
                  </a:cubicBezTo>
                  <a:cubicBezTo>
                    <a:pt x="9640" y="4836"/>
                    <a:pt x="9330" y="5294"/>
                    <a:pt x="9027" y="5789"/>
                  </a:cubicBezTo>
                  <a:cubicBezTo>
                    <a:pt x="8775" y="6129"/>
                    <a:pt x="8502" y="6528"/>
                    <a:pt x="8221" y="6957"/>
                  </a:cubicBezTo>
                  <a:cubicBezTo>
                    <a:pt x="6099" y="10498"/>
                    <a:pt x="2957" y="13152"/>
                    <a:pt x="0" y="15954"/>
                  </a:cubicBezTo>
                  <a:cubicBezTo>
                    <a:pt x="2476" y="18306"/>
                    <a:pt x="6214" y="18474"/>
                    <a:pt x="9671" y="18474"/>
                  </a:cubicBezTo>
                  <a:cubicBezTo>
                    <a:pt x="10247" y="18474"/>
                    <a:pt x="10815" y="18470"/>
                    <a:pt x="11368" y="18470"/>
                  </a:cubicBezTo>
                  <a:cubicBezTo>
                    <a:pt x="11669" y="18470"/>
                    <a:pt x="11966" y="18471"/>
                    <a:pt x="12257" y="18475"/>
                  </a:cubicBezTo>
                  <a:cubicBezTo>
                    <a:pt x="12812" y="18446"/>
                    <a:pt x="13366" y="18357"/>
                    <a:pt x="13921" y="18261"/>
                  </a:cubicBezTo>
                  <a:cubicBezTo>
                    <a:pt x="17743" y="17522"/>
                    <a:pt x="21188" y="15185"/>
                    <a:pt x="22607" y="11238"/>
                  </a:cubicBezTo>
                  <a:cubicBezTo>
                    <a:pt x="22792" y="10713"/>
                    <a:pt x="22977" y="10225"/>
                    <a:pt x="23103" y="9700"/>
                  </a:cubicBezTo>
                  <a:cubicBezTo>
                    <a:pt x="23591" y="7637"/>
                    <a:pt x="23502" y="5449"/>
                    <a:pt x="22637" y="3475"/>
                  </a:cubicBezTo>
                  <a:cubicBezTo>
                    <a:pt x="22422" y="2987"/>
                    <a:pt x="22149" y="2522"/>
                    <a:pt x="21838" y="2093"/>
                  </a:cubicBezTo>
                  <a:cubicBezTo>
                    <a:pt x="21498" y="1627"/>
                    <a:pt x="21099" y="1257"/>
                    <a:pt x="20670" y="984"/>
                  </a:cubicBezTo>
                  <a:cubicBezTo>
                    <a:pt x="20205" y="644"/>
                    <a:pt x="19709" y="400"/>
                    <a:pt x="19192" y="245"/>
                  </a:cubicBezTo>
                  <a:cubicBezTo>
                    <a:pt x="18940" y="178"/>
                    <a:pt x="18667" y="119"/>
                    <a:pt x="18386" y="60"/>
                  </a:cubicBezTo>
                  <a:cubicBezTo>
                    <a:pt x="18077" y="20"/>
                    <a:pt x="17770" y="0"/>
                    <a:pt x="17466"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3" name="Google Shape;6363;p75"/>
            <p:cNvSpPr/>
            <p:nvPr/>
          </p:nvSpPr>
          <p:spPr>
            <a:xfrm>
              <a:off x="1767289" y="1210767"/>
              <a:ext cx="279855" cy="164055"/>
            </a:xfrm>
            <a:custGeom>
              <a:avLst/>
              <a:gdLst/>
              <a:ahLst/>
              <a:cxnLst/>
              <a:rect l="l" t="t" r="r" b="b"/>
              <a:pathLst>
                <a:path w="18512" h="10852" extrusionOk="0">
                  <a:moveTo>
                    <a:pt x="15090" y="1"/>
                  </a:moveTo>
                  <a:cubicBezTo>
                    <a:pt x="11622" y="1"/>
                    <a:pt x="8672" y="2352"/>
                    <a:pt x="6839" y="5188"/>
                  </a:cubicBezTo>
                  <a:cubicBezTo>
                    <a:pt x="5700" y="6970"/>
                    <a:pt x="4406" y="8419"/>
                    <a:pt x="2285" y="8914"/>
                  </a:cubicBezTo>
                  <a:cubicBezTo>
                    <a:pt x="1508" y="9099"/>
                    <a:pt x="0" y="9742"/>
                    <a:pt x="1080" y="10607"/>
                  </a:cubicBezTo>
                  <a:cubicBezTo>
                    <a:pt x="1080" y="10637"/>
                    <a:pt x="1109" y="10666"/>
                    <a:pt x="1139" y="10666"/>
                  </a:cubicBezTo>
                  <a:cubicBezTo>
                    <a:pt x="2530" y="10829"/>
                    <a:pt x="3959" y="10846"/>
                    <a:pt x="5335" y="10846"/>
                  </a:cubicBezTo>
                  <a:cubicBezTo>
                    <a:pt x="5718" y="10846"/>
                    <a:pt x="6097" y="10845"/>
                    <a:pt x="6470" y="10845"/>
                  </a:cubicBezTo>
                  <a:cubicBezTo>
                    <a:pt x="6836" y="10845"/>
                    <a:pt x="7196" y="10846"/>
                    <a:pt x="7548" y="10851"/>
                  </a:cubicBezTo>
                  <a:cubicBezTo>
                    <a:pt x="8103" y="10822"/>
                    <a:pt x="8657" y="10733"/>
                    <a:pt x="9212" y="10637"/>
                  </a:cubicBezTo>
                  <a:cubicBezTo>
                    <a:pt x="13034" y="9898"/>
                    <a:pt x="16479" y="7561"/>
                    <a:pt x="17898" y="3614"/>
                  </a:cubicBezTo>
                  <a:cubicBezTo>
                    <a:pt x="18083" y="3089"/>
                    <a:pt x="18268" y="2601"/>
                    <a:pt x="18394" y="2076"/>
                  </a:cubicBezTo>
                  <a:cubicBezTo>
                    <a:pt x="18423" y="1891"/>
                    <a:pt x="18482" y="1706"/>
                    <a:pt x="18512" y="1492"/>
                  </a:cubicBezTo>
                  <a:cubicBezTo>
                    <a:pt x="18054" y="597"/>
                    <a:pt x="17033" y="132"/>
                    <a:pt x="15895" y="43"/>
                  </a:cubicBezTo>
                  <a:cubicBezTo>
                    <a:pt x="15624" y="15"/>
                    <a:pt x="15355" y="1"/>
                    <a:pt x="15090" y="1"/>
                  </a:cubicBezTo>
                  <a:close/>
                </a:path>
              </a:pathLst>
            </a:custGeom>
            <a:solidFill>
              <a:srgbClr val="FE5F26"/>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4" name="Google Shape;6364;p75"/>
            <p:cNvSpPr/>
            <p:nvPr/>
          </p:nvSpPr>
          <p:spPr>
            <a:xfrm>
              <a:off x="1968681" y="1127655"/>
              <a:ext cx="28224" cy="19970"/>
            </a:xfrm>
            <a:custGeom>
              <a:avLst/>
              <a:gdLst/>
              <a:ahLst/>
              <a:cxnLst/>
              <a:rect l="l" t="t" r="r" b="b"/>
              <a:pathLst>
                <a:path w="1867" h="1321" extrusionOk="0">
                  <a:moveTo>
                    <a:pt x="936" y="1"/>
                  </a:moveTo>
                  <a:cubicBezTo>
                    <a:pt x="879" y="1"/>
                    <a:pt x="819" y="8"/>
                    <a:pt x="756" y="25"/>
                  </a:cubicBezTo>
                  <a:cubicBezTo>
                    <a:pt x="0" y="248"/>
                    <a:pt x="218" y="1320"/>
                    <a:pt x="891" y="1320"/>
                  </a:cubicBezTo>
                  <a:cubicBezTo>
                    <a:pt x="955" y="1320"/>
                    <a:pt x="1024" y="1310"/>
                    <a:pt x="1096" y="1289"/>
                  </a:cubicBezTo>
                  <a:cubicBezTo>
                    <a:pt x="1867" y="1091"/>
                    <a:pt x="1612" y="1"/>
                    <a:pt x="936"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5" name="Google Shape;6365;p75"/>
            <p:cNvSpPr/>
            <p:nvPr/>
          </p:nvSpPr>
          <p:spPr>
            <a:xfrm>
              <a:off x="2014191" y="1132266"/>
              <a:ext cx="51203" cy="30885"/>
            </a:xfrm>
            <a:custGeom>
              <a:avLst/>
              <a:gdLst/>
              <a:ahLst/>
              <a:cxnLst/>
              <a:rect l="l" t="t" r="r" b="b"/>
              <a:pathLst>
                <a:path w="3387" h="2043" extrusionOk="0">
                  <a:moveTo>
                    <a:pt x="1568" y="1"/>
                  </a:moveTo>
                  <a:cubicBezTo>
                    <a:pt x="1228" y="1"/>
                    <a:pt x="829" y="90"/>
                    <a:pt x="518" y="304"/>
                  </a:cubicBezTo>
                  <a:cubicBezTo>
                    <a:pt x="1" y="703"/>
                    <a:pt x="186" y="1938"/>
                    <a:pt x="770" y="2034"/>
                  </a:cubicBezTo>
                  <a:cubicBezTo>
                    <a:pt x="805" y="2040"/>
                    <a:pt x="842" y="2043"/>
                    <a:pt x="878" y="2043"/>
                  </a:cubicBezTo>
                  <a:cubicBezTo>
                    <a:pt x="1192" y="2043"/>
                    <a:pt x="1541" y="1833"/>
                    <a:pt x="1812" y="1694"/>
                  </a:cubicBezTo>
                  <a:cubicBezTo>
                    <a:pt x="1938" y="1627"/>
                    <a:pt x="2034" y="1568"/>
                    <a:pt x="2123" y="1509"/>
                  </a:cubicBezTo>
                  <a:cubicBezTo>
                    <a:pt x="2152" y="1509"/>
                    <a:pt x="2677" y="1228"/>
                    <a:pt x="2921" y="1073"/>
                  </a:cubicBezTo>
                  <a:cubicBezTo>
                    <a:pt x="3047" y="1014"/>
                    <a:pt x="3232" y="984"/>
                    <a:pt x="3261" y="799"/>
                  </a:cubicBezTo>
                  <a:cubicBezTo>
                    <a:pt x="3387" y="489"/>
                    <a:pt x="3017" y="304"/>
                    <a:pt x="2862" y="245"/>
                  </a:cubicBezTo>
                  <a:cubicBezTo>
                    <a:pt x="2648" y="149"/>
                    <a:pt x="2367" y="119"/>
                    <a:pt x="2152" y="60"/>
                  </a:cubicBezTo>
                  <a:cubicBezTo>
                    <a:pt x="1967" y="30"/>
                    <a:pt x="1753" y="1"/>
                    <a:pt x="1568"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66" name="Google Shape;6366;p75"/>
            <p:cNvGrpSpPr/>
            <p:nvPr/>
          </p:nvGrpSpPr>
          <p:grpSpPr>
            <a:xfrm>
              <a:off x="1947754" y="1160272"/>
              <a:ext cx="34377" cy="30779"/>
              <a:chOff x="3323588" y="-610525"/>
              <a:chExt cx="56850" cy="50900"/>
            </a:xfrm>
          </p:grpSpPr>
          <p:sp>
            <p:nvSpPr>
              <p:cNvPr id="6367" name="Google Shape;6367;p75"/>
              <p:cNvSpPr/>
              <p:nvPr/>
            </p:nvSpPr>
            <p:spPr>
              <a:xfrm>
                <a:off x="3341338" y="-610525"/>
                <a:ext cx="23850" cy="49575"/>
              </a:xfrm>
              <a:custGeom>
                <a:avLst/>
                <a:gdLst/>
                <a:ahLst/>
                <a:cxnLst/>
                <a:rect l="l" t="t" r="r" b="b"/>
                <a:pathLst>
                  <a:path w="954" h="1983" extrusionOk="0">
                    <a:moveTo>
                      <a:pt x="555" y="0"/>
                    </a:moveTo>
                    <a:cubicBezTo>
                      <a:pt x="555" y="0"/>
                      <a:pt x="555" y="30"/>
                      <a:pt x="525" y="30"/>
                    </a:cubicBezTo>
                    <a:cubicBezTo>
                      <a:pt x="215" y="333"/>
                      <a:pt x="59" y="887"/>
                      <a:pt x="30" y="1257"/>
                    </a:cubicBezTo>
                    <a:cubicBezTo>
                      <a:pt x="3" y="1426"/>
                      <a:pt x="0" y="1983"/>
                      <a:pt x="231" y="1983"/>
                    </a:cubicBezTo>
                    <a:cubicBezTo>
                      <a:pt x="253" y="1983"/>
                      <a:pt x="277" y="1977"/>
                      <a:pt x="303" y="1967"/>
                    </a:cubicBezTo>
                    <a:cubicBezTo>
                      <a:pt x="584" y="1848"/>
                      <a:pt x="739" y="1323"/>
                      <a:pt x="799" y="1042"/>
                    </a:cubicBezTo>
                    <a:cubicBezTo>
                      <a:pt x="858" y="702"/>
                      <a:pt x="954" y="59"/>
                      <a:pt x="614"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8" name="Google Shape;6368;p75"/>
              <p:cNvSpPr/>
              <p:nvPr/>
            </p:nvSpPr>
            <p:spPr>
              <a:xfrm>
                <a:off x="3323588" y="-599825"/>
                <a:ext cx="15375" cy="40200"/>
              </a:xfrm>
              <a:custGeom>
                <a:avLst/>
                <a:gdLst/>
                <a:ahLst/>
                <a:cxnLst/>
                <a:rect l="l" t="t" r="r" b="b"/>
                <a:pathLst>
                  <a:path w="615" h="1608" extrusionOk="0">
                    <a:moveTo>
                      <a:pt x="429" y="1"/>
                    </a:moveTo>
                    <a:cubicBezTo>
                      <a:pt x="400" y="1"/>
                      <a:pt x="400" y="1"/>
                      <a:pt x="370" y="30"/>
                    </a:cubicBezTo>
                    <a:cubicBezTo>
                      <a:pt x="370" y="30"/>
                      <a:pt x="341" y="30"/>
                      <a:pt x="341" y="60"/>
                    </a:cubicBezTo>
                    <a:cubicBezTo>
                      <a:pt x="89" y="430"/>
                      <a:pt x="30" y="829"/>
                      <a:pt x="30" y="1198"/>
                    </a:cubicBezTo>
                    <a:cubicBezTo>
                      <a:pt x="2" y="1318"/>
                      <a:pt x="0" y="1607"/>
                      <a:pt x="136" y="1607"/>
                    </a:cubicBezTo>
                    <a:cubicBezTo>
                      <a:pt x="142" y="1607"/>
                      <a:pt x="149" y="1606"/>
                      <a:pt x="156" y="1605"/>
                    </a:cubicBezTo>
                    <a:cubicBezTo>
                      <a:pt x="341" y="1539"/>
                      <a:pt x="459" y="1110"/>
                      <a:pt x="496" y="955"/>
                    </a:cubicBezTo>
                    <a:cubicBezTo>
                      <a:pt x="525" y="681"/>
                      <a:pt x="614" y="156"/>
                      <a:pt x="429" y="1"/>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69" name="Google Shape;6369;p75"/>
              <p:cNvSpPr/>
              <p:nvPr/>
            </p:nvSpPr>
            <p:spPr>
              <a:xfrm>
                <a:off x="3362763" y="-609075"/>
                <a:ext cx="17675" cy="37800"/>
              </a:xfrm>
              <a:custGeom>
                <a:avLst/>
                <a:gdLst/>
                <a:ahLst/>
                <a:cxnLst/>
                <a:rect l="l" t="t" r="r" b="b"/>
                <a:pathLst>
                  <a:path w="707" h="1512" extrusionOk="0">
                    <a:moveTo>
                      <a:pt x="480" y="0"/>
                    </a:moveTo>
                    <a:cubicBezTo>
                      <a:pt x="476" y="0"/>
                      <a:pt x="471" y="1"/>
                      <a:pt x="466" y="1"/>
                    </a:cubicBezTo>
                    <a:cubicBezTo>
                      <a:pt x="341" y="1"/>
                      <a:pt x="252" y="245"/>
                      <a:pt x="222" y="430"/>
                    </a:cubicBezTo>
                    <a:cubicBezTo>
                      <a:pt x="97" y="800"/>
                      <a:pt x="1" y="1236"/>
                      <a:pt x="156" y="1450"/>
                    </a:cubicBezTo>
                    <a:cubicBezTo>
                      <a:pt x="183" y="1493"/>
                      <a:pt x="212" y="1511"/>
                      <a:pt x="241" y="1511"/>
                    </a:cubicBezTo>
                    <a:cubicBezTo>
                      <a:pt x="380" y="1511"/>
                      <a:pt x="531" y="1102"/>
                      <a:pt x="555" y="925"/>
                    </a:cubicBezTo>
                    <a:cubicBezTo>
                      <a:pt x="620" y="715"/>
                      <a:pt x="707" y="0"/>
                      <a:pt x="480" y="0"/>
                    </a:cubicBezTo>
                    <a:close/>
                  </a:path>
                </a:pathLst>
              </a:custGeom>
              <a:solidFill>
                <a:srgbClr val="FFB43F"/>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6370" name="Google Shape;6370;p75"/>
            <p:cNvGrpSpPr/>
            <p:nvPr/>
          </p:nvGrpSpPr>
          <p:grpSpPr>
            <a:xfrm>
              <a:off x="1681010" y="1060729"/>
              <a:ext cx="217773" cy="185473"/>
              <a:chOff x="4145574" y="1649439"/>
              <a:chExt cx="186753" cy="174958"/>
            </a:xfrm>
          </p:grpSpPr>
          <p:sp>
            <p:nvSpPr>
              <p:cNvPr id="6371" name="Google Shape;6371;p75"/>
              <p:cNvSpPr/>
              <p:nvPr/>
            </p:nvSpPr>
            <p:spPr>
              <a:xfrm>
                <a:off x="4145574" y="1757777"/>
                <a:ext cx="170095" cy="66620"/>
              </a:xfrm>
              <a:custGeom>
                <a:avLst/>
                <a:gdLst/>
                <a:ahLst/>
                <a:cxnLst/>
                <a:rect l="l" t="t" r="r" b="b"/>
                <a:pathLst>
                  <a:path w="11926" h="4671" extrusionOk="0">
                    <a:moveTo>
                      <a:pt x="5003" y="1"/>
                    </a:moveTo>
                    <a:cubicBezTo>
                      <a:pt x="3652" y="1"/>
                      <a:pt x="2343" y="311"/>
                      <a:pt x="1169" y="1101"/>
                    </a:cubicBezTo>
                    <a:cubicBezTo>
                      <a:pt x="1" y="1959"/>
                      <a:pt x="526" y="3933"/>
                      <a:pt x="1945" y="4361"/>
                    </a:cubicBezTo>
                    <a:cubicBezTo>
                      <a:pt x="2976" y="4586"/>
                      <a:pt x="4000" y="4670"/>
                      <a:pt x="5020" y="4670"/>
                    </a:cubicBezTo>
                    <a:cubicBezTo>
                      <a:pt x="6379" y="4670"/>
                      <a:pt x="7731" y="4522"/>
                      <a:pt x="9087" y="4361"/>
                    </a:cubicBezTo>
                    <a:cubicBezTo>
                      <a:pt x="9612" y="3689"/>
                      <a:pt x="10262" y="3038"/>
                      <a:pt x="11001" y="2454"/>
                    </a:cubicBezTo>
                    <a:cubicBezTo>
                      <a:pt x="11275" y="2269"/>
                      <a:pt x="11586" y="2084"/>
                      <a:pt x="11926" y="1929"/>
                    </a:cubicBezTo>
                    <a:cubicBezTo>
                      <a:pt x="9816" y="935"/>
                      <a:pt x="7346" y="1"/>
                      <a:pt x="5003"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2" name="Google Shape;6372;p75"/>
              <p:cNvSpPr/>
              <p:nvPr/>
            </p:nvSpPr>
            <p:spPr>
              <a:xfrm>
                <a:off x="4191200" y="1649439"/>
                <a:ext cx="141127" cy="146818"/>
              </a:xfrm>
              <a:custGeom>
                <a:avLst/>
                <a:gdLst/>
                <a:ahLst/>
                <a:cxnLst/>
                <a:rect l="l" t="t" r="r" b="b"/>
                <a:pathLst>
                  <a:path w="9895" h="10294" extrusionOk="0">
                    <a:moveTo>
                      <a:pt x="2350" y="0"/>
                    </a:moveTo>
                    <a:cubicBezTo>
                      <a:pt x="970" y="0"/>
                      <a:pt x="0" y="1723"/>
                      <a:pt x="654" y="3056"/>
                    </a:cubicBezTo>
                    <a:cubicBezTo>
                      <a:pt x="2376" y="6043"/>
                      <a:pt x="5089" y="8047"/>
                      <a:pt x="7492" y="10294"/>
                    </a:cubicBezTo>
                    <a:cubicBezTo>
                      <a:pt x="7618" y="10235"/>
                      <a:pt x="7706" y="10146"/>
                      <a:pt x="7802" y="10050"/>
                    </a:cubicBezTo>
                    <a:cubicBezTo>
                      <a:pt x="8387" y="9621"/>
                      <a:pt x="9126" y="9281"/>
                      <a:pt x="9895" y="9067"/>
                    </a:cubicBezTo>
                    <a:cubicBezTo>
                      <a:pt x="8690" y="5274"/>
                      <a:pt x="6753" y="994"/>
                      <a:pt x="2716" y="40"/>
                    </a:cubicBezTo>
                    <a:cubicBezTo>
                      <a:pt x="2592" y="13"/>
                      <a:pt x="2469" y="0"/>
                      <a:pt x="2350"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73" name="Google Shape;6373;p75"/>
            <p:cNvSpPr/>
            <p:nvPr/>
          </p:nvSpPr>
          <p:spPr>
            <a:xfrm>
              <a:off x="1784691" y="1361932"/>
              <a:ext cx="77160" cy="79548"/>
            </a:xfrm>
            <a:custGeom>
              <a:avLst/>
              <a:gdLst/>
              <a:ahLst/>
              <a:cxnLst/>
              <a:rect l="l" t="t" r="r" b="b"/>
              <a:pathLst>
                <a:path w="5104" h="5262" extrusionOk="0">
                  <a:moveTo>
                    <a:pt x="4441" y="1"/>
                  </a:moveTo>
                  <a:cubicBezTo>
                    <a:pt x="4297" y="1"/>
                    <a:pt x="4156" y="118"/>
                    <a:pt x="4209" y="299"/>
                  </a:cubicBezTo>
                  <a:cubicBezTo>
                    <a:pt x="4546" y="1676"/>
                    <a:pt x="3699" y="3323"/>
                    <a:pt x="2158" y="3323"/>
                  </a:cubicBezTo>
                  <a:cubicBezTo>
                    <a:pt x="2144" y="3323"/>
                    <a:pt x="2131" y="3323"/>
                    <a:pt x="2117" y="3323"/>
                  </a:cubicBezTo>
                  <a:lnTo>
                    <a:pt x="2087" y="3323"/>
                  </a:lnTo>
                  <a:cubicBezTo>
                    <a:pt x="2047" y="3282"/>
                    <a:pt x="1998" y="3255"/>
                    <a:pt x="1939" y="3255"/>
                  </a:cubicBezTo>
                  <a:cubicBezTo>
                    <a:pt x="1900" y="3255"/>
                    <a:pt x="1856" y="3267"/>
                    <a:pt x="1806" y="3293"/>
                  </a:cubicBezTo>
                  <a:cubicBezTo>
                    <a:pt x="1533" y="3226"/>
                    <a:pt x="1281" y="3012"/>
                    <a:pt x="1097" y="2768"/>
                  </a:cubicBezTo>
                  <a:cubicBezTo>
                    <a:pt x="1042" y="2694"/>
                    <a:pt x="967" y="2664"/>
                    <a:pt x="892" y="2664"/>
                  </a:cubicBezTo>
                  <a:cubicBezTo>
                    <a:pt x="713" y="2664"/>
                    <a:pt x="537" y="2840"/>
                    <a:pt x="668" y="3012"/>
                  </a:cubicBezTo>
                  <a:cubicBezTo>
                    <a:pt x="853" y="3256"/>
                    <a:pt x="1067" y="3441"/>
                    <a:pt x="1281" y="3596"/>
                  </a:cubicBezTo>
                  <a:cubicBezTo>
                    <a:pt x="1118" y="3680"/>
                    <a:pt x="942" y="3748"/>
                    <a:pt x="758" y="3748"/>
                  </a:cubicBezTo>
                  <a:cubicBezTo>
                    <a:pt x="668" y="3748"/>
                    <a:pt x="576" y="3731"/>
                    <a:pt x="483" y="3692"/>
                  </a:cubicBezTo>
                  <a:cubicBezTo>
                    <a:pt x="442" y="3669"/>
                    <a:pt x="402" y="3659"/>
                    <a:pt x="364" y="3659"/>
                  </a:cubicBezTo>
                  <a:cubicBezTo>
                    <a:pt x="146" y="3659"/>
                    <a:pt x="0" y="3989"/>
                    <a:pt x="239" y="4121"/>
                  </a:cubicBezTo>
                  <a:cubicBezTo>
                    <a:pt x="412" y="4208"/>
                    <a:pt x="576" y="4244"/>
                    <a:pt x="733" y="4244"/>
                  </a:cubicBezTo>
                  <a:cubicBezTo>
                    <a:pt x="1134" y="4244"/>
                    <a:pt x="1496" y="4012"/>
                    <a:pt x="1873" y="3810"/>
                  </a:cubicBezTo>
                  <a:lnTo>
                    <a:pt x="1873" y="3810"/>
                  </a:lnTo>
                  <a:cubicBezTo>
                    <a:pt x="1925" y="4220"/>
                    <a:pt x="1622" y="4767"/>
                    <a:pt x="1212" y="4767"/>
                  </a:cubicBezTo>
                  <a:cubicBezTo>
                    <a:pt x="1155" y="4767"/>
                    <a:pt x="1097" y="4757"/>
                    <a:pt x="1038" y="4735"/>
                  </a:cubicBezTo>
                  <a:cubicBezTo>
                    <a:pt x="1004" y="4722"/>
                    <a:pt x="973" y="4716"/>
                    <a:pt x="945" y="4716"/>
                  </a:cubicBezTo>
                  <a:cubicBezTo>
                    <a:pt x="707" y="4716"/>
                    <a:pt x="641" y="5114"/>
                    <a:pt x="912" y="5200"/>
                  </a:cubicBezTo>
                  <a:cubicBezTo>
                    <a:pt x="1021" y="5242"/>
                    <a:pt x="1130" y="5262"/>
                    <a:pt x="1235" y="5262"/>
                  </a:cubicBezTo>
                  <a:cubicBezTo>
                    <a:pt x="1904" y="5262"/>
                    <a:pt x="2448" y="4477"/>
                    <a:pt x="2390" y="3781"/>
                  </a:cubicBezTo>
                  <a:cubicBezTo>
                    <a:pt x="4091" y="3663"/>
                    <a:pt x="5104" y="1777"/>
                    <a:pt x="4675" y="181"/>
                  </a:cubicBezTo>
                  <a:cubicBezTo>
                    <a:pt x="4636" y="55"/>
                    <a:pt x="4538" y="1"/>
                    <a:pt x="4441" y="1"/>
                  </a:cubicBezTo>
                  <a:close/>
                </a:path>
              </a:pathLst>
            </a:custGeom>
            <a:solidFill>
              <a:srgbClr val="5A2543"/>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74" name="Google Shape;6374;p75"/>
            <p:cNvGrpSpPr/>
            <p:nvPr/>
          </p:nvGrpSpPr>
          <p:grpSpPr>
            <a:xfrm>
              <a:off x="1681010" y="1060732"/>
              <a:ext cx="217773" cy="185473"/>
              <a:chOff x="4145574" y="1649439"/>
              <a:chExt cx="186753" cy="174958"/>
            </a:xfrm>
          </p:grpSpPr>
          <p:sp>
            <p:nvSpPr>
              <p:cNvPr id="6375" name="Google Shape;6375;p75"/>
              <p:cNvSpPr/>
              <p:nvPr/>
            </p:nvSpPr>
            <p:spPr>
              <a:xfrm>
                <a:off x="4145574" y="1757777"/>
                <a:ext cx="170095" cy="66620"/>
              </a:xfrm>
              <a:custGeom>
                <a:avLst/>
                <a:gdLst/>
                <a:ahLst/>
                <a:cxnLst/>
                <a:rect l="l" t="t" r="r" b="b"/>
                <a:pathLst>
                  <a:path w="11926" h="4671" extrusionOk="0">
                    <a:moveTo>
                      <a:pt x="5003" y="1"/>
                    </a:moveTo>
                    <a:cubicBezTo>
                      <a:pt x="3652" y="1"/>
                      <a:pt x="2343" y="311"/>
                      <a:pt x="1169" y="1101"/>
                    </a:cubicBezTo>
                    <a:cubicBezTo>
                      <a:pt x="1" y="1959"/>
                      <a:pt x="526" y="3933"/>
                      <a:pt x="1945" y="4361"/>
                    </a:cubicBezTo>
                    <a:cubicBezTo>
                      <a:pt x="2976" y="4586"/>
                      <a:pt x="4000" y="4670"/>
                      <a:pt x="5020" y="4670"/>
                    </a:cubicBezTo>
                    <a:cubicBezTo>
                      <a:pt x="6379" y="4670"/>
                      <a:pt x="7731" y="4522"/>
                      <a:pt x="9087" y="4361"/>
                    </a:cubicBezTo>
                    <a:cubicBezTo>
                      <a:pt x="9612" y="3689"/>
                      <a:pt x="10262" y="3038"/>
                      <a:pt x="11001" y="2454"/>
                    </a:cubicBezTo>
                    <a:cubicBezTo>
                      <a:pt x="11275" y="2269"/>
                      <a:pt x="11586" y="2084"/>
                      <a:pt x="11926" y="1929"/>
                    </a:cubicBezTo>
                    <a:cubicBezTo>
                      <a:pt x="9816" y="935"/>
                      <a:pt x="7346" y="1"/>
                      <a:pt x="5003"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76" name="Google Shape;6376;p75"/>
              <p:cNvSpPr/>
              <p:nvPr/>
            </p:nvSpPr>
            <p:spPr>
              <a:xfrm>
                <a:off x="4191200" y="1649439"/>
                <a:ext cx="141127" cy="146818"/>
              </a:xfrm>
              <a:custGeom>
                <a:avLst/>
                <a:gdLst/>
                <a:ahLst/>
                <a:cxnLst/>
                <a:rect l="l" t="t" r="r" b="b"/>
                <a:pathLst>
                  <a:path w="9895" h="10294" extrusionOk="0">
                    <a:moveTo>
                      <a:pt x="2350" y="0"/>
                    </a:moveTo>
                    <a:cubicBezTo>
                      <a:pt x="970" y="0"/>
                      <a:pt x="0" y="1723"/>
                      <a:pt x="654" y="3056"/>
                    </a:cubicBezTo>
                    <a:cubicBezTo>
                      <a:pt x="2376" y="6043"/>
                      <a:pt x="5089" y="8047"/>
                      <a:pt x="7492" y="10294"/>
                    </a:cubicBezTo>
                    <a:cubicBezTo>
                      <a:pt x="7618" y="10235"/>
                      <a:pt x="7706" y="10146"/>
                      <a:pt x="7802" y="10050"/>
                    </a:cubicBezTo>
                    <a:cubicBezTo>
                      <a:pt x="8387" y="9621"/>
                      <a:pt x="9126" y="9281"/>
                      <a:pt x="9895" y="9067"/>
                    </a:cubicBezTo>
                    <a:cubicBezTo>
                      <a:pt x="8690" y="5274"/>
                      <a:pt x="6753" y="994"/>
                      <a:pt x="2716" y="40"/>
                    </a:cubicBezTo>
                    <a:cubicBezTo>
                      <a:pt x="2592" y="13"/>
                      <a:pt x="2469" y="0"/>
                      <a:pt x="2350" y="0"/>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77" name="Google Shape;6377;p75"/>
            <p:cNvSpPr/>
            <p:nvPr/>
          </p:nvSpPr>
          <p:spPr>
            <a:xfrm>
              <a:off x="1674182" y="1118220"/>
              <a:ext cx="217495" cy="118340"/>
            </a:xfrm>
            <a:custGeom>
              <a:avLst/>
              <a:gdLst/>
              <a:ahLst/>
              <a:cxnLst/>
              <a:rect l="l" t="t" r="r" b="b"/>
              <a:pathLst>
                <a:path w="14387" h="7828" extrusionOk="0">
                  <a:moveTo>
                    <a:pt x="3888" y="0"/>
                  </a:moveTo>
                  <a:cubicBezTo>
                    <a:pt x="3245" y="0"/>
                    <a:pt x="2594" y="79"/>
                    <a:pt x="1937" y="250"/>
                  </a:cubicBezTo>
                  <a:cubicBezTo>
                    <a:pt x="185" y="775"/>
                    <a:pt x="0" y="3333"/>
                    <a:pt x="1479" y="4404"/>
                  </a:cubicBezTo>
                  <a:cubicBezTo>
                    <a:pt x="4591" y="6319"/>
                    <a:pt x="8103" y="6962"/>
                    <a:pt x="11518" y="7827"/>
                  </a:cubicBezTo>
                  <a:cubicBezTo>
                    <a:pt x="11858" y="7428"/>
                    <a:pt x="12257" y="7088"/>
                    <a:pt x="12693" y="6748"/>
                  </a:cubicBezTo>
                  <a:cubicBezTo>
                    <a:pt x="13181" y="6408"/>
                    <a:pt x="13765" y="6105"/>
                    <a:pt x="14386" y="5883"/>
                  </a:cubicBezTo>
                  <a:cubicBezTo>
                    <a:pt x="11571" y="3049"/>
                    <a:pt x="7889" y="0"/>
                    <a:pt x="3888" y="0"/>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6378" name="Google Shape;6378;p75"/>
            <p:cNvGrpSpPr/>
            <p:nvPr/>
          </p:nvGrpSpPr>
          <p:grpSpPr>
            <a:xfrm>
              <a:off x="1585676" y="1253734"/>
              <a:ext cx="160752" cy="140613"/>
              <a:chOff x="4037921" y="1824340"/>
              <a:chExt cx="151639" cy="132641"/>
            </a:xfrm>
          </p:grpSpPr>
          <p:sp>
            <p:nvSpPr>
              <p:cNvPr id="6379" name="Google Shape;6379;p75"/>
              <p:cNvSpPr/>
              <p:nvPr/>
            </p:nvSpPr>
            <p:spPr>
              <a:xfrm>
                <a:off x="4068015" y="1824340"/>
                <a:ext cx="118065" cy="89112"/>
              </a:xfrm>
              <a:custGeom>
                <a:avLst/>
                <a:gdLst/>
                <a:ahLst/>
                <a:cxnLst/>
                <a:rect l="l" t="t" r="r" b="b"/>
                <a:pathLst>
                  <a:path w="8278" h="6248" extrusionOk="0">
                    <a:moveTo>
                      <a:pt x="1650" y="1"/>
                    </a:moveTo>
                    <a:cubicBezTo>
                      <a:pt x="794" y="1"/>
                      <a:pt x="1" y="766"/>
                      <a:pt x="234" y="1639"/>
                    </a:cubicBezTo>
                    <a:cubicBezTo>
                      <a:pt x="1129" y="4537"/>
                      <a:pt x="4544" y="5609"/>
                      <a:pt x="7287" y="6230"/>
                    </a:cubicBezTo>
                    <a:cubicBezTo>
                      <a:pt x="7344" y="6242"/>
                      <a:pt x="7399" y="6248"/>
                      <a:pt x="7450" y="6248"/>
                    </a:cubicBezTo>
                    <a:cubicBezTo>
                      <a:pt x="8042" y="6248"/>
                      <a:pt x="8278" y="5475"/>
                      <a:pt x="7938" y="4965"/>
                    </a:cubicBezTo>
                    <a:lnTo>
                      <a:pt x="7901" y="4965"/>
                    </a:lnTo>
                    <a:cubicBezTo>
                      <a:pt x="6053" y="3332"/>
                      <a:pt x="4485" y="1269"/>
                      <a:pt x="2171" y="101"/>
                    </a:cubicBezTo>
                    <a:cubicBezTo>
                      <a:pt x="2000" y="32"/>
                      <a:pt x="1824" y="1"/>
                      <a:pt x="1650"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6380" name="Google Shape;6380;p75"/>
              <p:cNvSpPr/>
              <p:nvPr/>
            </p:nvSpPr>
            <p:spPr>
              <a:xfrm>
                <a:off x="4037921" y="1895994"/>
                <a:ext cx="151639" cy="60986"/>
              </a:xfrm>
              <a:custGeom>
                <a:avLst/>
                <a:gdLst/>
                <a:ahLst/>
                <a:cxnLst/>
                <a:rect l="l" t="t" r="r" b="b"/>
                <a:pathLst>
                  <a:path w="10632" h="4276" extrusionOk="0">
                    <a:moveTo>
                      <a:pt x="9427" y="1"/>
                    </a:moveTo>
                    <a:cubicBezTo>
                      <a:pt x="6721" y="311"/>
                      <a:pt x="3912" y="67"/>
                      <a:pt x="1265" y="1080"/>
                    </a:cubicBezTo>
                    <a:cubicBezTo>
                      <a:pt x="186" y="1605"/>
                      <a:pt x="1" y="3239"/>
                      <a:pt x="1051" y="3793"/>
                    </a:cubicBezTo>
                    <a:cubicBezTo>
                      <a:pt x="1772" y="4131"/>
                      <a:pt x="2516" y="4275"/>
                      <a:pt x="3265" y="4275"/>
                    </a:cubicBezTo>
                    <a:cubicBezTo>
                      <a:pt x="5650" y="4275"/>
                      <a:pt x="8085" y="2811"/>
                      <a:pt x="9981" y="1450"/>
                    </a:cubicBezTo>
                    <a:cubicBezTo>
                      <a:pt x="10632" y="991"/>
                      <a:pt x="10166" y="97"/>
                      <a:pt x="9427" y="1"/>
                    </a:cubicBezTo>
                    <a:close/>
                  </a:path>
                </a:pathLst>
              </a:custGeom>
              <a:solidFill>
                <a:srgbClr val="000000">
                  <a:alpha val="22350"/>
                </a:srgbClr>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6381" name="Google Shape;6381;p75"/>
            <p:cNvSpPr/>
            <p:nvPr/>
          </p:nvSpPr>
          <p:spPr>
            <a:xfrm>
              <a:off x="1565851" y="1276991"/>
              <a:ext cx="179520" cy="80183"/>
            </a:xfrm>
            <a:custGeom>
              <a:avLst/>
              <a:gdLst/>
              <a:ahLst/>
              <a:cxnLst/>
              <a:rect l="l" t="t" r="r" b="b"/>
              <a:pathLst>
                <a:path w="11875" h="5304" extrusionOk="0">
                  <a:moveTo>
                    <a:pt x="2315" y="1"/>
                  </a:moveTo>
                  <a:cubicBezTo>
                    <a:pt x="999" y="1"/>
                    <a:pt x="0" y="1538"/>
                    <a:pt x="726" y="2627"/>
                  </a:cubicBezTo>
                  <a:cubicBezTo>
                    <a:pt x="2310" y="4753"/>
                    <a:pt x="5014" y="5303"/>
                    <a:pt x="7688" y="5303"/>
                  </a:cubicBezTo>
                  <a:cubicBezTo>
                    <a:pt x="8809" y="5303"/>
                    <a:pt x="9924" y="5207"/>
                    <a:pt x="10950" y="5089"/>
                  </a:cubicBezTo>
                  <a:cubicBezTo>
                    <a:pt x="11845" y="4934"/>
                    <a:pt x="11874" y="3795"/>
                    <a:pt x="11172" y="3329"/>
                  </a:cubicBezTo>
                  <a:cubicBezTo>
                    <a:pt x="8274" y="2161"/>
                    <a:pt x="5590" y="409"/>
                    <a:pt x="2389" y="3"/>
                  </a:cubicBezTo>
                  <a:cubicBezTo>
                    <a:pt x="2364" y="1"/>
                    <a:pt x="2340" y="1"/>
                    <a:pt x="2315" y="1"/>
                  </a:cubicBezTo>
                  <a:close/>
                </a:path>
              </a:pathLst>
            </a:custGeom>
            <a:solidFill>
              <a:srgbClr val="EF4198"/>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Tree>
  </p:cSld>
  <p:clrMapOvr>
    <a:masterClrMapping/>
  </p:clrMapOvr>
</p:sld>
</file>

<file path=ppt/theme/theme1.xml><?xml version="1.0" encoding="utf-8"?>
<a:theme xmlns:a="http://schemas.openxmlformats.org/drawingml/2006/main" name="Walk to School Day by Slidesgo">
  <a:themeElements>
    <a:clrScheme name="Simple Light">
      <a:dk1>
        <a:srgbClr val="FDF0DF"/>
      </a:dk1>
      <a:lt1>
        <a:srgbClr val="FFB43F"/>
      </a:lt1>
      <a:dk2>
        <a:srgbClr val="FE5F26"/>
      </a:dk2>
      <a:lt2>
        <a:srgbClr val="EF4198"/>
      </a:lt2>
      <a:accent1>
        <a:srgbClr val="5A2543"/>
      </a:accent1>
      <a:accent2>
        <a:srgbClr val="BC7BFB"/>
      </a:accent2>
      <a:accent3>
        <a:srgbClr val="338EE4"/>
      </a:accent3>
      <a:accent4>
        <a:srgbClr val="01A09A"/>
      </a:accent4>
      <a:accent5>
        <a:srgbClr val="D7F0E5"/>
      </a:accent5>
      <a:accent6>
        <a:srgbClr val="CBD046"/>
      </a:accent6>
      <a:hlink>
        <a:srgbClr val="FFFF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223</TotalTime>
  <Words>731</Words>
  <Application>Microsoft Office PowerPoint</Application>
  <PresentationFormat>Apresentação na tela (16:9)</PresentationFormat>
  <Paragraphs>136</Paragraphs>
  <Slides>25</Slides>
  <Notes>25</Notes>
  <HiddenSlides>0</HiddenSlides>
  <MMClips>0</MMClips>
  <ScaleCrop>false</ScaleCrop>
  <HeadingPairs>
    <vt:vector size="6" baseType="variant">
      <vt:variant>
        <vt:lpstr>Fontes usadas</vt:lpstr>
      </vt:variant>
      <vt:variant>
        <vt:i4>12</vt:i4>
      </vt:variant>
      <vt:variant>
        <vt:lpstr>Tema</vt:lpstr>
      </vt:variant>
      <vt:variant>
        <vt:i4>1</vt:i4>
      </vt:variant>
      <vt:variant>
        <vt:lpstr>Títulos de slides</vt:lpstr>
      </vt:variant>
      <vt:variant>
        <vt:i4>25</vt:i4>
      </vt:variant>
    </vt:vector>
  </HeadingPairs>
  <TitlesOfParts>
    <vt:vector size="38" baseType="lpstr">
      <vt:lpstr>PT Sans</vt:lpstr>
      <vt:lpstr>Nanum Pen Script</vt:lpstr>
      <vt:lpstr>Arvo</vt:lpstr>
      <vt:lpstr>Arial</vt:lpstr>
      <vt:lpstr>-apple-system</vt:lpstr>
      <vt:lpstr>Anaheim</vt:lpstr>
      <vt:lpstr>Apple Color Emoji</vt:lpstr>
      <vt:lpstr>Nunito Light</vt:lpstr>
      <vt:lpstr>Barlow Semi Condensed</vt:lpstr>
      <vt:lpstr>Söhne</vt:lpstr>
      <vt:lpstr>Spartan</vt:lpstr>
      <vt:lpstr>var(--font-emoji)</vt:lpstr>
      <vt:lpstr>Walk to School Day by Slidesgo</vt:lpstr>
      <vt:lpstr>Nossa escolhinha</vt:lpstr>
      <vt:lpstr>Membros do grupo</vt:lpstr>
      <vt:lpstr>Membros do grupo</vt:lpstr>
      <vt:lpstr>Sobre o nosso projeto:</vt:lpstr>
      <vt:lpstr>Tabela de conteúdos</vt:lpstr>
      <vt:lpstr>Roadmap timeline</vt:lpstr>
      <vt:lpstr>—Someone Famous</vt:lpstr>
      <vt:lpstr>Criação de tabelas</vt:lpstr>
      <vt:lpstr>Um exemplo de uma tabela:</vt:lpstr>
      <vt:lpstr>Temos outras tabelas também</vt:lpstr>
      <vt:lpstr>Trigger (Gatilho)</vt:lpstr>
      <vt:lpstr>Trigger(Gatilho)</vt:lpstr>
      <vt:lpstr>Insert (Inserção de dados)</vt:lpstr>
      <vt:lpstr>Exemplos de Insert (inserção de dados).</vt:lpstr>
      <vt:lpstr>Pergunta 4? Respondida!</vt:lpstr>
      <vt:lpstr>Consultas</vt:lpstr>
      <vt:lpstr>1</vt:lpstr>
      <vt:lpstr>2</vt:lpstr>
      <vt:lpstr>3</vt:lpstr>
      <vt:lpstr>Porcentagem de evasão</vt:lpstr>
      <vt:lpstr>5</vt:lpstr>
      <vt:lpstr>6</vt:lpstr>
      <vt:lpstr>Para efeitos de comparação, essa é a taxa de evasão escolar no Brasil:</vt:lpstr>
      <vt:lpstr>Quais os motivos que levam os adolescente a abandorem a escola?</vt:lpstr>
      <vt:lpstr>Obrigado pessoal!</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Nossa escolhinha</dc:title>
  <cp:lastModifiedBy>Formação Análise de Dados 2023.1</cp:lastModifiedBy>
  <cp:revision>7</cp:revision>
  <dcterms:modified xsi:type="dcterms:W3CDTF">2023-12-11T16:56:54Z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defa4170-0d19-0005-0004-bc88714345d2_Enabled">
    <vt:lpwstr>true</vt:lpwstr>
  </property>
  <property fmtid="{D5CDD505-2E9C-101B-9397-08002B2CF9AE}" pid="3" name="MSIP_Label_defa4170-0d19-0005-0004-bc88714345d2_SetDate">
    <vt:lpwstr>2023-12-10T20:24:51Z</vt:lpwstr>
  </property>
  <property fmtid="{D5CDD505-2E9C-101B-9397-08002B2CF9AE}" pid="4" name="MSIP_Label_defa4170-0d19-0005-0004-bc88714345d2_Method">
    <vt:lpwstr>Standard</vt:lpwstr>
  </property>
  <property fmtid="{D5CDD505-2E9C-101B-9397-08002B2CF9AE}" pid="5" name="MSIP_Label_defa4170-0d19-0005-0004-bc88714345d2_Name">
    <vt:lpwstr>defa4170-0d19-0005-0004-bc88714345d2</vt:lpwstr>
  </property>
  <property fmtid="{D5CDD505-2E9C-101B-9397-08002B2CF9AE}" pid="6" name="MSIP_Label_defa4170-0d19-0005-0004-bc88714345d2_SiteId">
    <vt:lpwstr>3a2c29ee-ef67-4e67-b248-b304afa487b7</vt:lpwstr>
  </property>
  <property fmtid="{D5CDD505-2E9C-101B-9397-08002B2CF9AE}" pid="7" name="MSIP_Label_defa4170-0d19-0005-0004-bc88714345d2_ActionId">
    <vt:lpwstr>d5541266-61c1-4756-ae86-e9b65c5bc4d9</vt:lpwstr>
  </property>
  <property fmtid="{D5CDD505-2E9C-101B-9397-08002B2CF9AE}" pid="8" name="MSIP_Label_defa4170-0d19-0005-0004-bc88714345d2_ContentBits">
    <vt:lpwstr>0</vt:lpwstr>
  </property>
</Properties>
</file>